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2" r:id="rId4"/>
    <p:sldMasterId id="2147483799" r:id="rId5"/>
    <p:sldMasterId id="2147483809" r:id="rId6"/>
    <p:sldMasterId id="2147483874" r:id="rId7"/>
    <p:sldMasterId id="2147483919" r:id="rId8"/>
  </p:sldMasterIdLst>
  <p:notesMasterIdLst>
    <p:notesMasterId r:id="rId39"/>
  </p:notesMasterIdLst>
  <p:handoutMasterIdLst>
    <p:handoutMasterId r:id="rId40"/>
  </p:handoutMasterIdLst>
  <p:sldIdLst>
    <p:sldId id="298" r:id="rId9"/>
    <p:sldId id="337" r:id="rId10"/>
    <p:sldId id="299" r:id="rId11"/>
    <p:sldId id="379" r:id="rId12"/>
    <p:sldId id="380" r:id="rId13"/>
    <p:sldId id="381" r:id="rId14"/>
    <p:sldId id="382" r:id="rId15"/>
    <p:sldId id="383" r:id="rId16"/>
    <p:sldId id="384" r:id="rId17"/>
    <p:sldId id="385" r:id="rId18"/>
    <p:sldId id="386" r:id="rId19"/>
    <p:sldId id="387" r:id="rId20"/>
    <p:sldId id="388" r:id="rId21"/>
    <p:sldId id="389" r:id="rId22"/>
    <p:sldId id="390" r:id="rId23"/>
    <p:sldId id="391" r:id="rId24"/>
    <p:sldId id="392" r:id="rId25"/>
    <p:sldId id="393" r:id="rId26"/>
    <p:sldId id="394" r:id="rId27"/>
    <p:sldId id="395" r:id="rId28"/>
    <p:sldId id="396" r:id="rId29"/>
    <p:sldId id="398" r:id="rId30"/>
    <p:sldId id="399" r:id="rId31"/>
    <p:sldId id="400" r:id="rId32"/>
    <p:sldId id="401" r:id="rId33"/>
    <p:sldId id="402" r:id="rId34"/>
    <p:sldId id="404" r:id="rId35"/>
    <p:sldId id="403" r:id="rId36"/>
    <p:sldId id="405" r:id="rId37"/>
    <p:sldId id="406" r:id="rId38"/>
  </p:sldIdLst>
  <p:sldSz cx="12192000" cy="6858000"/>
  <p:notesSz cx="6858000" cy="9144000"/>
  <p:embeddedFontLst>
    <p:embeddedFont>
      <p:font typeface="Consolas" panose="020B0609020204030204" pitchFamily="49" charset="0"/>
      <p:regular r:id="rId41"/>
      <p:bold r:id="rId42"/>
      <p:italic r:id="rId43"/>
      <p:boldItalic r:id="rId44"/>
    </p:embeddedFont>
    <p:embeddedFont>
      <p:font typeface="Figtree" charset="0"/>
      <p:regular r:id="rId45"/>
      <p:bold r:id="rId46"/>
      <p:italic r:id="rId47"/>
      <p:boldItalic r:id="rId48"/>
    </p:embeddedFont>
    <p:embeddedFont>
      <p:font typeface="Figtree Light" charset="0"/>
      <p:regular r:id="rId49"/>
      <p:italic r:id="rId50"/>
    </p:embeddedFont>
    <p:embeddedFont>
      <p:font typeface="Montserrat" panose="00000500000000000000" pitchFamily="2"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s" id="{A8F06CE1-BECE-433A-A682-4C071F90D966}">
          <p14:sldIdLst>
            <p14:sldId id="298"/>
          </p14:sldIdLst>
        </p14:section>
        <p14:section name="Introduction" id="{D71C3838-11FC-3F44-90EC-9E7C8FE30A48}">
          <p14:sldIdLst>
            <p14:sldId id="337"/>
          </p14:sldIdLst>
        </p14:section>
        <p14:section name="Content Slides" id="{05C53EB9-C633-4D6D-B3BC-F573E1DB951E}">
          <p14:sldIdLst>
            <p14:sldId id="299"/>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8"/>
            <p14:sldId id="399"/>
            <p14:sldId id="400"/>
            <p14:sldId id="401"/>
            <p14:sldId id="402"/>
            <p14:sldId id="404"/>
            <p14:sldId id="403"/>
            <p14:sldId id="405"/>
            <p14:sldId id="4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2D2"/>
    <a:srgbClr val="D2EDE3"/>
    <a:srgbClr val="FFD3AC"/>
    <a:srgbClr val="DACEFF"/>
    <a:srgbClr val="FFBAC0"/>
    <a:srgbClr val="FFE98E"/>
    <a:srgbClr val="9EE5F2"/>
    <a:srgbClr val="5F5F5F"/>
    <a:srgbClr val="333333"/>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ABC0E9-F2D5-40BF-9D01-5BB6952E62A3}" v="31" dt="2026-09-26T20:54:32.916"/>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96"/>
    <p:restoredTop sz="86199" autoAdjust="0"/>
  </p:normalViewPr>
  <p:slideViewPr>
    <p:cSldViewPr snapToGrid="0">
      <p:cViewPr varScale="1">
        <p:scale>
          <a:sx n="104" d="100"/>
          <a:sy n="104" d="100"/>
        </p:scale>
        <p:origin x="701" y="96"/>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varScale="1">
        <p:scale>
          <a:sx n="138" d="100"/>
          <a:sy n="138" d="100"/>
        </p:scale>
        <p:origin x="2736"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notesMaster" Target="notesMasters/notesMaster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ableStyles" Target="tableStyle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font" Target="fonts/font6.fntdata"/><Relationship Id="rId59" Type="http://schemas.microsoft.com/office/2016/11/relationships/changesInfo" Target="changesInfos/changesInfo1.xml"/><Relationship Id="rId20" Type="http://schemas.openxmlformats.org/officeDocument/2006/relationships/slide" Target="slides/slide12.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font" Target="fonts/font9.fntdata"/><Relationship Id="rId57" Type="http://schemas.openxmlformats.org/officeDocument/2006/relationships/theme" Target="theme/theme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font" Target="fonts/font4.fntdata"/><Relationship Id="rId52" Type="http://schemas.openxmlformats.org/officeDocument/2006/relationships/font" Target="fonts/font12.fntdata"/><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EEEAA5E7-5892-4C22-B4B9-91834BD409A7}"/>
    <pc:docChg chg="undo custSel delSld modSld delMainMaster delSection modSection">
      <pc:chgData name="Feist, Ella" userId="992bbaf2-811d-42cb-a4d6-e7fc45e325e8" providerId="ADAL" clId="{EEEAA5E7-5892-4C22-B4B9-91834BD409A7}" dt="2026-09-08T14:53:26.183" v="474" actId="20577"/>
      <pc:docMkLst>
        <pc:docMk/>
      </pc:docMkLst>
      <pc:sldChg chg="modSp mod">
        <pc:chgData name="Feist, Ella" userId="992bbaf2-811d-42cb-a4d6-e7fc45e325e8" providerId="ADAL" clId="{EEEAA5E7-5892-4C22-B4B9-91834BD409A7}" dt="2026-09-08T14:39:35.144" v="25" actId="790"/>
        <pc:sldMkLst>
          <pc:docMk/>
          <pc:sldMk cId="1240141340" sldId="298"/>
        </pc:sldMkLst>
        <pc:spChg chg="mod">
          <ac:chgData name="Feist, Ella" userId="992bbaf2-811d-42cb-a4d6-e7fc45e325e8" providerId="ADAL" clId="{EEEAA5E7-5892-4C22-B4B9-91834BD409A7}" dt="2026-09-08T14:39:35.144" v="25" actId="790"/>
          <ac:spMkLst>
            <pc:docMk/>
            <pc:sldMk cId="1240141340" sldId="298"/>
            <ac:spMk id="2" creationId="{81DBBEA1-EE2B-2986-44CE-2891957F2440}"/>
          </ac:spMkLst>
        </pc:spChg>
        <pc:spChg chg="mod">
          <ac:chgData name="Feist, Ella" userId="992bbaf2-811d-42cb-a4d6-e7fc45e325e8" providerId="ADAL" clId="{EEEAA5E7-5892-4C22-B4B9-91834BD409A7}" dt="2026-09-08T14:39:35.144" v="25" actId="790"/>
          <ac:spMkLst>
            <pc:docMk/>
            <pc:sldMk cId="1240141340" sldId="298"/>
            <ac:spMk id="3" creationId="{2C09D1CC-ADAC-1659-10D9-37738043BA2C}"/>
          </ac:spMkLst>
        </pc:spChg>
      </pc:sldChg>
      <pc:sldChg chg="modSp mod">
        <pc:chgData name="Feist, Ella" userId="992bbaf2-811d-42cb-a4d6-e7fc45e325e8" providerId="ADAL" clId="{EEEAA5E7-5892-4C22-B4B9-91834BD409A7}" dt="2026-09-08T14:39:35.144" v="25" actId="790"/>
        <pc:sldMkLst>
          <pc:docMk/>
          <pc:sldMk cId="1003932267" sldId="299"/>
        </pc:sldMkLst>
        <pc:spChg chg="mod">
          <ac:chgData name="Feist, Ella" userId="992bbaf2-811d-42cb-a4d6-e7fc45e325e8" providerId="ADAL" clId="{EEEAA5E7-5892-4C22-B4B9-91834BD409A7}" dt="2026-09-08T14:39:35.144" v="25" actId="790"/>
          <ac:spMkLst>
            <pc:docMk/>
            <pc:sldMk cId="1003932267" sldId="299"/>
            <ac:spMk id="4" creationId="{6B10A2E5-A3AA-7BE3-7C87-983A58C15C46}"/>
          </ac:spMkLst>
        </pc:spChg>
        <pc:spChg chg="mod">
          <ac:chgData name="Feist, Ella" userId="992bbaf2-811d-42cb-a4d6-e7fc45e325e8" providerId="ADAL" clId="{EEEAA5E7-5892-4C22-B4B9-91834BD409A7}" dt="2026-09-08T14:39:35.144" v="25" actId="790"/>
          <ac:spMkLst>
            <pc:docMk/>
            <pc:sldMk cId="1003932267" sldId="299"/>
            <ac:spMk id="5" creationId="{20E0F28B-3BD9-3345-07CC-264D8EC4C91D}"/>
          </ac:spMkLst>
        </pc:spChg>
      </pc:sldChg>
      <pc:sldChg chg="addSp delSp modSp mod chgLayout">
        <pc:chgData name="Feist, Ella" userId="992bbaf2-811d-42cb-a4d6-e7fc45e325e8" providerId="ADAL" clId="{EEEAA5E7-5892-4C22-B4B9-91834BD409A7}" dt="2026-09-08T14:39:35.144" v="25" actId="790"/>
        <pc:sldMkLst>
          <pc:docMk/>
          <pc:sldMk cId="2494540819" sldId="337"/>
        </pc:sldMkLst>
        <pc:spChg chg="mod ord">
          <ac:chgData name="Feist, Ella" userId="992bbaf2-811d-42cb-a4d6-e7fc45e325e8" providerId="ADAL" clId="{EEEAA5E7-5892-4C22-B4B9-91834BD409A7}" dt="2026-09-08T14:39:35.144" v="25" actId="790"/>
          <ac:spMkLst>
            <pc:docMk/>
            <pc:sldMk cId="2494540819" sldId="337"/>
            <ac:spMk id="3" creationId="{188A52B5-B7E6-175F-42D5-B63588E3E8FA}"/>
          </ac:spMkLst>
        </pc:spChg>
      </pc:sldChg>
      <pc:sldChg chg="addSp modSp mod">
        <pc:chgData name="Feist, Ella" userId="992bbaf2-811d-42cb-a4d6-e7fc45e325e8" providerId="ADAL" clId="{EEEAA5E7-5892-4C22-B4B9-91834BD409A7}" dt="2026-09-08T14:40:10.694" v="33" actId="20577"/>
        <pc:sldMkLst>
          <pc:docMk/>
          <pc:sldMk cId="1538899804" sldId="379"/>
        </pc:sldMkLst>
        <pc:spChg chg="add mod">
          <ac:chgData name="Feist, Ella" userId="992bbaf2-811d-42cb-a4d6-e7fc45e325e8" providerId="ADAL" clId="{EEEAA5E7-5892-4C22-B4B9-91834BD409A7}" dt="2026-09-08T14:39:42.494" v="26"/>
          <ac:spMkLst>
            <pc:docMk/>
            <pc:sldMk cId="1538899804" sldId="379"/>
            <ac:spMk id="2" creationId="{9943F34F-2A4A-89D2-BC44-8B3AD544F67C}"/>
          </ac:spMkLst>
        </pc:spChg>
        <pc:spChg chg="mod">
          <ac:chgData name="Feist, Ella" userId="992bbaf2-811d-42cb-a4d6-e7fc45e325e8" providerId="ADAL" clId="{EEEAA5E7-5892-4C22-B4B9-91834BD409A7}" dt="2026-09-08T14:40:02.924" v="29" actId="20577"/>
          <ac:spMkLst>
            <pc:docMk/>
            <pc:sldMk cId="1538899804" sldId="379"/>
            <ac:spMk id="4" creationId="{6629D7E4-38F5-4D90-21B3-692528E60C54}"/>
          </ac:spMkLst>
        </pc:spChg>
        <pc:spChg chg="mod">
          <ac:chgData name="Feist, Ella" userId="992bbaf2-811d-42cb-a4d6-e7fc45e325e8" providerId="ADAL" clId="{EEEAA5E7-5892-4C22-B4B9-91834BD409A7}" dt="2026-09-08T14:40:10.694" v="33" actId="20577"/>
          <ac:spMkLst>
            <pc:docMk/>
            <pc:sldMk cId="1538899804" sldId="379"/>
            <ac:spMk id="5" creationId="{1A688F92-EF8A-380A-BE60-E5ECA4B16714}"/>
          </ac:spMkLst>
        </pc:spChg>
      </pc:sldChg>
      <pc:sldChg chg="addSp delSp modSp mod chgLayout">
        <pc:chgData name="Feist, Ella" userId="992bbaf2-811d-42cb-a4d6-e7fc45e325e8" providerId="ADAL" clId="{EEEAA5E7-5892-4C22-B4B9-91834BD409A7}" dt="2026-09-08T14:40:19.888" v="41" actId="12"/>
        <pc:sldMkLst>
          <pc:docMk/>
          <pc:sldMk cId="1072965067" sldId="380"/>
        </pc:sldMkLst>
        <pc:spChg chg="mod ord">
          <ac:chgData name="Feist, Ella" userId="992bbaf2-811d-42cb-a4d6-e7fc45e325e8" providerId="ADAL" clId="{EEEAA5E7-5892-4C22-B4B9-91834BD409A7}" dt="2026-09-08T14:40:16.817" v="37" actId="6264"/>
          <ac:spMkLst>
            <pc:docMk/>
            <pc:sldMk cId="1072965067" sldId="380"/>
            <ac:spMk id="2" creationId="{B66273D8-2A7A-24AF-A4A5-A2793A9BF282}"/>
          </ac:spMkLst>
        </pc:spChg>
        <pc:spChg chg="mod ord">
          <ac:chgData name="Feist, Ella" userId="992bbaf2-811d-42cb-a4d6-e7fc45e325e8" providerId="ADAL" clId="{EEEAA5E7-5892-4C22-B4B9-91834BD409A7}" dt="2026-09-08T14:40:19.888" v="41" actId="12"/>
          <ac:spMkLst>
            <pc:docMk/>
            <pc:sldMk cId="1072965067" sldId="380"/>
            <ac:spMk id="3" creationId="{724ED068-BAC4-C22E-8C34-90FF2E36B874}"/>
          </ac:spMkLst>
        </pc:spChg>
        <pc:spChg chg="mod ord">
          <ac:chgData name="Feist, Ella" userId="992bbaf2-811d-42cb-a4d6-e7fc45e325e8" providerId="ADAL" clId="{EEEAA5E7-5892-4C22-B4B9-91834BD409A7}" dt="2026-09-08T14:40:16.817" v="37" actId="6264"/>
          <ac:spMkLst>
            <pc:docMk/>
            <pc:sldMk cId="1072965067" sldId="380"/>
            <ac:spMk id="4" creationId="{DBDD4878-8E1C-FDDC-1764-11AEF22F9A4C}"/>
          </ac:spMkLst>
        </pc:spChg>
      </pc:sldChg>
      <pc:sldChg chg="modSp mod">
        <pc:chgData name="Feist, Ella" userId="992bbaf2-811d-42cb-a4d6-e7fc45e325e8" providerId="ADAL" clId="{EEEAA5E7-5892-4C22-B4B9-91834BD409A7}" dt="2026-09-08T14:40:32.077" v="53"/>
        <pc:sldMkLst>
          <pc:docMk/>
          <pc:sldMk cId="1574696964" sldId="381"/>
        </pc:sldMkLst>
        <pc:spChg chg="mod">
          <ac:chgData name="Feist, Ella" userId="992bbaf2-811d-42cb-a4d6-e7fc45e325e8" providerId="ADAL" clId="{EEEAA5E7-5892-4C22-B4B9-91834BD409A7}" dt="2026-09-08T14:39:35.144" v="25" actId="790"/>
          <ac:spMkLst>
            <pc:docMk/>
            <pc:sldMk cId="1574696964" sldId="381"/>
            <ac:spMk id="2" creationId="{9233AF40-BD19-663B-7B16-E0A48FA3A280}"/>
          </ac:spMkLst>
        </pc:spChg>
        <pc:spChg chg="mod">
          <ac:chgData name="Feist, Ella" userId="992bbaf2-811d-42cb-a4d6-e7fc45e325e8" providerId="ADAL" clId="{EEEAA5E7-5892-4C22-B4B9-91834BD409A7}" dt="2026-09-08T14:40:32.077" v="53"/>
          <ac:spMkLst>
            <pc:docMk/>
            <pc:sldMk cId="1574696964" sldId="381"/>
            <ac:spMk id="3" creationId="{1C4CCB44-18BB-6F6E-55ED-C49E5F463087}"/>
          </ac:spMkLst>
        </pc:spChg>
        <pc:spChg chg="mod">
          <ac:chgData name="Feist, Ella" userId="992bbaf2-811d-42cb-a4d6-e7fc45e325e8" providerId="ADAL" clId="{EEEAA5E7-5892-4C22-B4B9-91834BD409A7}" dt="2026-09-08T14:39:35.144" v="25" actId="790"/>
          <ac:spMkLst>
            <pc:docMk/>
            <pc:sldMk cId="1574696964" sldId="381"/>
            <ac:spMk id="4" creationId="{18609783-C5CE-92E5-6034-61672BE23924}"/>
          </ac:spMkLst>
        </pc:spChg>
      </pc:sldChg>
      <pc:sldChg chg="modSp mod">
        <pc:chgData name="Feist, Ella" userId="992bbaf2-811d-42cb-a4d6-e7fc45e325e8" providerId="ADAL" clId="{EEEAA5E7-5892-4C22-B4B9-91834BD409A7}" dt="2026-09-08T14:40:42.842" v="66" actId="20577"/>
        <pc:sldMkLst>
          <pc:docMk/>
          <pc:sldMk cId="836046848" sldId="382"/>
        </pc:sldMkLst>
        <pc:spChg chg="mod">
          <ac:chgData name="Feist, Ella" userId="992bbaf2-811d-42cb-a4d6-e7fc45e325e8" providerId="ADAL" clId="{EEEAA5E7-5892-4C22-B4B9-91834BD409A7}" dt="2026-09-08T14:39:35.144" v="25" actId="790"/>
          <ac:spMkLst>
            <pc:docMk/>
            <pc:sldMk cId="836046848" sldId="382"/>
            <ac:spMk id="2" creationId="{3F8B0D4B-3F6F-36F9-B486-F51C04A4C99E}"/>
          </ac:spMkLst>
        </pc:spChg>
        <pc:spChg chg="mod">
          <ac:chgData name="Feist, Ella" userId="992bbaf2-811d-42cb-a4d6-e7fc45e325e8" providerId="ADAL" clId="{EEEAA5E7-5892-4C22-B4B9-91834BD409A7}" dt="2026-09-08T14:40:42.842" v="66" actId="20577"/>
          <ac:spMkLst>
            <pc:docMk/>
            <pc:sldMk cId="836046848" sldId="382"/>
            <ac:spMk id="3" creationId="{49562DB4-FC18-5F43-C47B-EC57CD4C263B}"/>
          </ac:spMkLst>
        </pc:spChg>
        <pc:spChg chg="mod">
          <ac:chgData name="Feist, Ella" userId="992bbaf2-811d-42cb-a4d6-e7fc45e325e8" providerId="ADAL" clId="{EEEAA5E7-5892-4C22-B4B9-91834BD409A7}" dt="2026-09-08T14:39:35.144" v="25" actId="790"/>
          <ac:spMkLst>
            <pc:docMk/>
            <pc:sldMk cId="836046848" sldId="382"/>
            <ac:spMk id="4" creationId="{68994144-DA81-BF65-0A8D-EC51C676EC1B}"/>
          </ac:spMkLst>
        </pc:spChg>
      </pc:sldChg>
      <pc:sldChg chg="modSp mod">
        <pc:chgData name="Feist, Ella" userId="992bbaf2-811d-42cb-a4d6-e7fc45e325e8" providerId="ADAL" clId="{EEEAA5E7-5892-4C22-B4B9-91834BD409A7}" dt="2026-09-08T14:40:50.217" v="74"/>
        <pc:sldMkLst>
          <pc:docMk/>
          <pc:sldMk cId="4019888150" sldId="383"/>
        </pc:sldMkLst>
        <pc:spChg chg="mod">
          <ac:chgData name="Feist, Ella" userId="992bbaf2-811d-42cb-a4d6-e7fc45e325e8" providerId="ADAL" clId="{EEEAA5E7-5892-4C22-B4B9-91834BD409A7}" dt="2026-09-08T14:39:35.144" v="25" actId="790"/>
          <ac:spMkLst>
            <pc:docMk/>
            <pc:sldMk cId="4019888150" sldId="383"/>
            <ac:spMk id="2" creationId="{C5B08072-A36C-536C-BD11-4BDD522FC611}"/>
          </ac:spMkLst>
        </pc:spChg>
        <pc:spChg chg="mod">
          <ac:chgData name="Feist, Ella" userId="992bbaf2-811d-42cb-a4d6-e7fc45e325e8" providerId="ADAL" clId="{EEEAA5E7-5892-4C22-B4B9-91834BD409A7}" dt="2026-09-08T14:40:50.217" v="74"/>
          <ac:spMkLst>
            <pc:docMk/>
            <pc:sldMk cId="4019888150" sldId="383"/>
            <ac:spMk id="3" creationId="{373C9B58-399F-B03F-5931-A0CF21615379}"/>
          </ac:spMkLst>
        </pc:spChg>
        <pc:spChg chg="mod">
          <ac:chgData name="Feist, Ella" userId="992bbaf2-811d-42cb-a4d6-e7fc45e325e8" providerId="ADAL" clId="{EEEAA5E7-5892-4C22-B4B9-91834BD409A7}" dt="2026-09-08T14:39:35.144" v="25" actId="790"/>
          <ac:spMkLst>
            <pc:docMk/>
            <pc:sldMk cId="4019888150" sldId="383"/>
            <ac:spMk id="4" creationId="{674183F4-9396-D5A7-E5E1-1D20276C5772}"/>
          </ac:spMkLst>
        </pc:spChg>
      </pc:sldChg>
      <pc:sldChg chg="addSp delSp modSp mod chgLayout">
        <pc:chgData name="Feist, Ella" userId="992bbaf2-811d-42cb-a4d6-e7fc45e325e8" providerId="ADAL" clId="{EEEAA5E7-5892-4C22-B4B9-91834BD409A7}" dt="2026-09-08T14:41:11.419" v="97" actId="20577"/>
        <pc:sldMkLst>
          <pc:docMk/>
          <pc:sldMk cId="2278858684" sldId="384"/>
        </pc:sldMkLst>
        <pc:spChg chg="mod ord">
          <ac:chgData name="Feist, Ella" userId="992bbaf2-811d-42cb-a4d6-e7fc45e325e8" providerId="ADAL" clId="{EEEAA5E7-5892-4C22-B4B9-91834BD409A7}" dt="2026-09-08T14:40:53.035" v="75" actId="6264"/>
          <ac:spMkLst>
            <pc:docMk/>
            <pc:sldMk cId="2278858684" sldId="384"/>
            <ac:spMk id="2" creationId="{2C7F1D8F-5AAF-C293-5B12-FB1A58EE394D}"/>
          </ac:spMkLst>
        </pc:spChg>
        <pc:spChg chg="mod ord">
          <ac:chgData name="Feist, Ella" userId="992bbaf2-811d-42cb-a4d6-e7fc45e325e8" providerId="ADAL" clId="{EEEAA5E7-5892-4C22-B4B9-91834BD409A7}" dt="2026-09-08T14:40:53.035" v="75" actId="6264"/>
          <ac:spMkLst>
            <pc:docMk/>
            <pc:sldMk cId="2278858684" sldId="384"/>
            <ac:spMk id="4" creationId="{06BE33CA-2C15-B354-16BA-B9D48587E376}"/>
          </ac:spMkLst>
        </pc:spChg>
        <pc:spChg chg="add mod">
          <ac:chgData name="Feist, Ella" userId="992bbaf2-811d-42cb-a4d6-e7fc45e325e8" providerId="ADAL" clId="{EEEAA5E7-5892-4C22-B4B9-91834BD409A7}" dt="2026-09-08T14:41:11.419" v="97" actId="20577"/>
          <ac:spMkLst>
            <pc:docMk/>
            <pc:sldMk cId="2278858684" sldId="384"/>
            <ac:spMk id="9" creationId="{20C9A529-E46D-4C14-1A49-04F23EB7FDAE}"/>
          </ac:spMkLst>
        </pc:spChg>
      </pc:sldChg>
      <pc:sldChg chg="delSp modSp mod delAnim">
        <pc:chgData name="Feist, Ella" userId="992bbaf2-811d-42cb-a4d6-e7fc45e325e8" providerId="ADAL" clId="{EEEAA5E7-5892-4C22-B4B9-91834BD409A7}" dt="2026-09-08T14:44:05.930" v="184" actId="1035"/>
        <pc:sldMkLst>
          <pc:docMk/>
          <pc:sldMk cId="2535633980" sldId="385"/>
        </pc:sldMkLst>
        <pc:spChg chg="mod">
          <ac:chgData name="Feist, Ella" userId="992bbaf2-811d-42cb-a4d6-e7fc45e325e8" providerId="ADAL" clId="{EEEAA5E7-5892-4C22-B4B9-91834BD409A7}" dt="2026-09-08T14:41:14.356" v="98" actId="20577"/>
          <ac:spMkLst>
            <pc:docMk/>
            <pc:sldMk cId="2535633980" sldId="385"/>
            <ac:spMk id="2" creationId="{6107915A-89D3-B436-D888-C9ECE7A32D96}"/>
          </ac:spMkLst>
        </pc:spChg>
        <pc:spChg chg="mod">
          <ac:chgData name="Feist, Ella" userId="992bbaf2-811d-42cb-a4d6-e7fc45e325e8" providerId="ADAL" clId="{EEEAA5E7-5892-4C22-B4B9-91834BD409A7}" dt="2026-09-08T14:42:31.899" v="126" actId="20577"/>
          <ac:spMkLst>
            <pc:docMk/>
            <pc:sldMk cId="2535633980" sldId="385"/>
            <ac:spMk id="35" creationId="{4C74176E-C728-B044-7FF0-721CA5D20667}"/>
          </ac:spMkLst>
        </pc:spChg>
        <pc:spChg chg="mod">
          <ac:chgData name="Feist, Ella" userId="992bbaf2-811d-42cb-a4d6-e7fc45e325e8" providerId="ADAL" clId="{EEEAA5E7-5892-4C22-B4B9-91834BD409A7}" dt="2026-09-08T14:42:35.336" v="127"/>
          <ac:spMkLst>
            <pc:docMk/>
            <pc:sldMk cId="2535633980" sldId="385"/>
            <ac:spMk id="36" creationId="{086C38D3-3909-D05F-8929-2224081843FB}"/>
          </ac:spMkLst>
        </pc:spChg>
        <pc:spChg chg="mod">
          <ac:chgData name="Feist, Ella" userId="992bbaf2-811d-42cb-a4d6-e7fc45e325e8" providerId="ADAL" clId="{EEEAA5E7-5892-4C22-B4B9-91834BD409A7}" dt="2026-09-08T14:39:35.144" v="25" actId="790"/>
          <ac:spMkLst>
            <pc:docMk/>
            <pc:sldMk cId="2535633980" sldId="385"/>
            <ac:spMk id="37" creationId="{8E608CD8-1CFE-6810-E9D4-FC7DB0A3A433}"/>
          </ac:spMkLst>
        </pc:spChg>
        <pc:spChg chg="mod">
          <ac:chgData name="Feist, Ella" userId="992bbaf2-811d-42cb-a4d6-e7fc45e325e8" providerId="ADAL" clId="{EEEAA5E7-5892-4C22-B4B9-91834BD409A7}" dt="2026-09-08T14:42:41.042" v="129" actId="403"/>
          <ac:spMkLst>
            <pc:docMk/>
            <pc:sldMk cId="2535633980" sldId="385"/>
            <ac:spMk id="38" creationId="{1EDC2974-B271-474A-025A-521404931180}"/>
          </ac:spMkLst>
        </pc:spChg>
        <pc:spChg chg="mod">
          <ac:chgData name="Feist, Ella" userId="992bbaf2-811d-42cb-a4d6-e7fc45e325e8" providerId="ADAL" clId="{EEEAA5E7-5892-4C22-B4B9-91834BD409A7}" dt="2026-09-08T14:44:03.817" v="179" actId="1035"/>
          <ac:spMkLst>
            <pc:docMk/>
            <pc:sldMk cId="2535633980" sldId="385"/>
            <ac:spMk id="41" creationId="{13F71F04-6804-B43B-2735-C204AF7EC44B}"/>
          </ac:spMkLst>
        </pc:spChg>
        <pc:spChg chg="mod">
          <ac:chgData name="Feist, Ella" userId="992bbaf2-811d-42cb-a4d6-e7fc45e325e8" providerId="ADAL" clId="{EEEAA5E7-5892-4C22-B4B9-91834BD409A7}" dt="2026-09-08T14:41:55.577" v="112" actId="1076"/>
          <ac:spMkLst>
            <pc:docMk/>
            <pc:sldMk cId="2535633980" sldId="385"/>
            <ac:spMk id="42" creationId="{F40D918F-2197-25DE-7BDC-6F9E43B3DB77}"/>
          </ac:spMkLst>
        </pc:spChg>
        <pc:spChg chg="mod">
          <ac:chgData name="Feist, Ella" userId="992bbaf2-811d-42cb-a4d6-e7fc45e325e8" providerId="ADAL" clId="{EEEAA5E7-5892-4C22-B4B9-91834BD409A7}" dt="2026-09-08T14:42:19.868" v="121" actId="1076"/>
          <ac:spMkLst>
            <pc:docMk/>
            <pc:sldMk cId="2535633980" sldId="385"/>
            <ac:spMk id="43" creationId="{28B5A9E1-1AAD-8CB8-26EB-C23CAE0A3DD8}"/>
          </ac:spMkLst>
        </pc:spChg>
        <pc:spChg chg="mod">
          <ac:chgData name="Feist, Ella" userId="992bbaf2-811d-42cb-a4d6-e7fc45e325e8" providerId="ADAL" clId="{EEEAA5E7-5892-4C22-B4B9-91834BD409A7}" dt="2026-09-08T14:42:01.453" v="114" actId="403"/>
          <ac:spMkLst>
            <pc:docMk/>
            <pc:sldMk cId="2535633980" sldId="385"/>
            <ac:spMk id="44" creationId="{60569800-0155-5EEC-1F16-D964F4DC6BD3}"/>
          </ac:spMkLst>
        </pc:spChg>
        <pc:spChg chg="mod">
          <ac:chgData name="Feist, Ella" userId="992bbaf2-811d-42cb-a4d6-e7fc45e325e8" providerId="ADAL" clId="{EEEAA5E7-5892-4C22-B4B9-91834BD409A7}" dt="2026-09-08T14:41:52.102" v="110" actId="207"/>
          <ac:spMkLst>
            <pc:docMk/>
            <pc:sldMk cId="2535633980" sldId="385"/>
            <ac:spMk id="51" creationId="{3B7EF6FD-88D9-2B54-7B07-1229FCBC4762}"/>
          </ac:spMkLst>
        </pc:spChg>
        <pc:spChg chg="mod">
          <ac:chgData name="Feist, Ella" userId="992bbaf2-811d-42cb-a4d6-e7fc45e325e8" providerId="ADAL" clId="{EEEAA5E7-5892-4C22-B4B9-91834BD409A7}" dt="2026-09-08T14:42:10.822" v="117" actId="403"/>
          <ac:spMkLst>
            <pc:docMk/>
            <pc:sldMk cId="2535633980" sldId="385"/>
            <ac:spMk id="54" creationId="{3F7D124A-1816-961F-089E-071523568ED7}"/>
          </ac:spMkLst>
        </pc:spChg>
        <pc:spChg chg="mod">
          <ac:chgData name="Feist, Ella" userId="992bbaf2-811d-42cb-a4d6-e7fc45e325e8" providerId="ADAL" clId="{EEEAA5E7-5892-4C22-B4B9-91834BD409A7}" dt="2026-09-08T14:42:08.445" v="116" actId="403"/>
          <ac:spMkLst>
            <pc:docMk/>
            <pc:sldMk cId="2535633980" sldId="385"/>
            <ac:spMk id="57" creationId="{BDF072A1-649F-FF6F-6FB4-AC53F4FFF337}"/>
          </ac:spMkLst>
        </pc:spChg>
        <pc:grpChg chg="mod">
          <ac:chgData name="Feist, Ella" userId="992bbaf2-811d-42cb-a4d6-e7fc45e325e8" providerId="ADAL" clId="{EEEAA5E7-5892-4C22-B4B9-91834BD409A7}" dt="2026-09-08T14:42:22.860" v="122" actId="1076"/>
          <ac:grpSpMkLst>
            <pc:docMk/>
            <pc:sldMk cId="2535633980" sldId="385"/>
            <ac:grpSpMk id="53" creationId="{FF2F87EB-5958-22D9-EC79-884C25D90A0B}"/>
          </ac:grpSpMkLst>
        </pc:grpChg>
        <pc:grpChg chg="mod">
          <ac:chgData name="Feist, Ella" userId="992bbaf2-811d-42cb-a4d6-e7fc45e325e8" providerId="ADAL" clId="{EEEAA5E7-5892-4C22-B4B9-91834BD409A7}" dt="2026-09-08T14:42:13.472" v="118" actId="1076"/>
          <ac:grpSpMkLst>
            <pc:docMk/>
            <pc:sldMk cId="2535633980" sldId="385"/>
            <ac:grpSpMk id="56" creationId="{601D1F7E-6878-725B-C224-FCA1A9174A7A}"/>
          </ac:grpSpMkLst>
        </pc:grpChg>
        <pc:graphicFrameChg chg="mod modGraphic">
          <ac:chgData name="Feist, Ella" userId="992bbaf2-811d-42cb-a4d6-e7fc45e325e8" providerId="ADAL" clId="{EEEAA5E7-5892-4C22-B4B9-91834BD409A7}" dt="2026-09-08T14:41:44.816" v="107" actId="13243"/>
          <ac:graphicFrameMkLst>
            <pc:docMk/>
            <pc:sldMk cId="2535633980" sldId="385"/>
            <ac:graphicFrameMk id="48" creationId="{DF1587A3-9ED0-889F-8B67-51371F4EDE56}"/>
          </ac:graphicFrameMkLst>
        </pc:graphicFrameChg>
        <pc:graphicFrameChg chg="modGraphic">
          <ac:chgData name="Feist, Ella" userId="992bbaf2-811d-42cb-a4d6-e7fc45e325e8" providerId="ADAL" clId="{EEEAA5E7-5892-4C22-B4B9-91834BD409A7}" dt="2026-09-08T14:42:55.397" v="133" actId="20577"/>
          <ac:graphicFrameMkLst>
            <pc:docMk/>
            <pc:sldMk cId="2535633980" sldId="385"/>
            <ac:graphicFrameMk id="49" creationId="{86BA8FFA-7628-3776-17C4-5B355EB071F0}"/>
          </ac:graphicFrameMkLst>
        </pc:graphicFrameChg>
        <pc:graphicFrameChg chg="mod modGraphic">
          <ac:chgData name="Feist, Ella" userId="992bbaf2-811d-42cb-a4d6-e7fc45e325e8" providerId="ADAL" clId="{EEEAA5E7-5892-4C22-B4B9-91834BD409A7}" dt="2026-09-08T14:44:05.930" v="184" actId="1035"/>
          <ac:graphicFrameMkLst>
            <pc:docMk/>
            <pc:sldMk cId="2535633980" sldId="385"/>
            <ac:graphicFrameMk id="50" creationId="{018FD118-95E5-32E7-CEC6-5CC1CA2D0F73}"/>
          </ac:graphicFrameMkLst>
        </pc:graphicFrameChg>
        <pc:cxnChg chg="mod">
          <ac:chgData name="Feist, Ella" userId="992bbaf2-811d-42cb-a4d6-e7fc45e325e8" providerId="ADAL" clId="{EEEAA5E7-5892-4C22-B4B9-91834BD409A7}" dt="2026-09-08T14:42:18.509" v="120" actId="1076"/>
          <ac:cxnSpMkLst>
            <pc:docMk/>
            <pc:sldMk cId="2535633980" sldId="385"/>
            <ac:cxnSpMk id="45" creationId="{3201EF4A-F5F5-FF38-4385-967C26C84D41}"/>
          </ac:cxnSpMkLst>
        </pc:cxnChg>
        <pc:cxnChg chg="mod">
          <ac:chgData name="Feist, Ella" userId="992bbaf2-811d-42cb-a4d6-e7fc45e325e8" providerId="ADAL" clId="{EEEAA5E7-5892-4C22-B4B9-91834BD409A7}" dt="2026-09-08T14:42:01.453" v="114" actId="403"/>
          <ac:cxnSpMkLst>
            <pc:docMk/>
            <pc:sldMk cId="2535633980" sldId="385"/>
            <ac:cxnSpMk id="46" creationId="{53B71DB5-9500-DB82-68FA-0B298FFA3466}"/>
          </ac:cxnSpMkLst>
        </pc:cxnChg>
        <pc:cxnChg chg="mod">
          <ac:chgData name="Feist, Ella" userId="992bbaf2-811d-42cb-a4d6-e7fc45e325e8" providerId="ADAL" clId="{EEEAA5E7-5892-4C22-B4B9-91834BD409A7}" dt="2026-09-08T14:41:51.512" v="109"/>
          <ac:cxnSpMkLst>
            <pc:docMk/>
            <pc:sldMk cId="2535633980" sldId="385"/>
            <ac:cxnSpMk id="52" creationId="{EA785132-0242-D18C-F800-1E659FCEF24A}"/>
          </ac:cxnSpMkLst>
        </pc:cxnChg>
        <pc:cxnChg chg="mod">
          <ac:chgData name="Feist, Ella" userId="992bbaf2-811d-42cb-a4d6-e7fc45e325e8" providerId="ADAL" clId="{EEEAA5E7-5892-4C22-B4B9-91834BD409A7}" dt="2026-09-08T14:42:10.822" v="117" actId="403"/>
          <ac:cxnSpMkLst>
            <pc:docMk/>
            <pc:sldMk cId="2535633980" sldId="385"/>
            <ac:cxnSpMk id="55" creationId="{72B3B000-7A29-A083-CA8E-DD3BB10974AA}"/>
          </ac:cxnSpMkLst>
        </pc:cxnChg>
        <pc:cxnChg chg="mod">
          <ac:chgData name="Feist, Ella" userId="992bbaf2-811d-42cb-a4d6-e7fc45e325e8" providerId="ADAL" clId="{EEEAA5E7-5892-4C22-B4B9-91834BD409A7}" dt="2026-09-08T14:42:08.445" v="116" actId="403"/>
          <ac:cxnSpMkLst>
            <pc:docMk/>
            <pc:sldMk cId="2535633980" sldId="385"/>
            <ac:cxnSpMk id="58" creationId="{1FCA5DB4-4ADE-EA83-C274-1AE4CCC57028}"/>
          </ac:cxnSpMkLst>
        </pc:cxnChg>
      </pc:sldChg>
      <pc:sldChg chg="delSp modSp mod">
        <pc:chgData name="Feist, Ella" userId="992bbaf2-811d-42cb-a4d6-e7fc45e325e8" providerId="ADAL" clId="{EEEAA5E7-5892-4C22-B4B9-91834BD409A7}" dt="2026-09-08T14:45:19.394" v="237" actId="113"/>
        <pc:sldMkLst>
          <pc:docMk/>
          <pc:sldMk cId="3828511230" sldId="386"/>
        </pc:sldMkLst>
        <pc:spChg chg="mod">
          <ac:chgData name="Feist, Ella" userId="992bbaf2-811d-42cb-a4d6-e7fc45e325e8" providerId="ADAL" clId="{EEEAA5E7-5892-4C22-B4B9-91834BD409A7}" dt="2026-09-08T14:44:14.592" v="189"/>
          <ac:spMkLst>
            <pc:docMk/>
            <pc:sldMk cId="3828511230" sldId="386"/>
            <ac:spMk id="2" creationId="{8B0C8C2E-6D13-7652-731A-49C88A81AFC7}"/>
          </ac:spMkLst>
        </pc:spChg>
        <pc:spChg chg="mod">
          <ac:chgData name="Feist, Ella" userId="992bbaf2-811d-42cb-a4d6-e7fc45e325e8" providerId="ADAL" clId="{EEEAA5E7-5892-4C22-B4B9-91834BD409A7}" dt="2026-09-08T14:39:35.144" v="25" actId="790"/>
          <ac:spMkLst>
            <pc:docMk/>
            <pc:sldMk cId="3828511230" sldId="386"/>
            <ac:spMk id="4" creationId="{07FAF630-C7D2-9C2E-7452-708F2E8187CE}"/>
          </ac:spMkLst>
        </pc:spChg>
        <pc:spChg chg="mod">
          <ac:chgData name="Feist, Ella" userId="992bbaf2-811d-42cb-a4d6-e7fc45e325e8" providerId="ADAL" clId="{EEEAA5E7-5892-4C22-B4B9-91834BD409A7}" dt="2026-09-08T14:44:59.969" v="228" actId="1076"/>
          <ac:spMkLst>
            <pc:docMk/>
            <pc:sldMk cId="3828511230" sldId="386"/>
            <ac:spMk id="5" creationId="{56D91958-21AF-9239-EFBB-40A68F281CE8}"/>
          </ac:spMkLst>
        </pc:spChg>
        <pc:spChg chg="mod">
          <ac:chgData name="Feist, Ella" userId="992bbaf2-811d-42cb-a4d6-e7fc45e325e8" providerId="ADAL" clId="{EEEAA5E7-5892-4C22-B4B9-91834BD409A7}" dt="2026-09-08T14:45:19.394" v="237" actId="113"/>
          <ac:spMkLst>
            <pc:docMk/>
            <pc:sldMk cId="3828511230" sldId="386"/>
            <ac:spMk id="8" creationId="{399C4044-6361-4E66-D8BD-4B092CC4A48A}"/>
          </ac:spMkLst>
        </pc:spChg>
        <pc:spChg chg="mod">
          <ac:chgData name="Feist, Ella" userId="992bbaf2-811d-42cb-a4d6-e7fc45e325e8" providerId="ADAL" clId="{EEEAA5E7-5892-4C22-B4B9-91834BD409A7}" dt="2026-09-08T14:45:19.394" v="237" actId="113"/>
          <ac:spMkLst>
            <pc:docMk/>
            <pc:sldMk cId="3828511230" sldId="386"/>
            <ac:spMk id="9" creationId="{FFD7ED84-4428-DDB5-EC44-2C4002066F6E}"/>
          </ac:spMkLst>
        </pc:spChg>
        <pc:spChg chg="mod">
          <ac:chgData name="Feist, Ella" userId="992bbaf2-811d-42cb-a4d6-e7fc45e325e8" providerId="ADAL" clId="{EEEAA5E7-5892-4C22-B4B9-91834BD409A7}" dt="2026-09-08T14:45:19.394" v="237" actId="113"/>
          <ac:spMkLst>
            <pc:docMk/>
            <pc:sldMk cId="3828511230" sldId="386"/>
            <ac:spMk id="10" creationId="{8B2502EA-9398-A64D-8509-10838B8F4399}"/>
          </ac:spMkLst>
        </pc:spChg>
        <pc:spChg chg="mod">
          <ac:chgData name="Feist, Ella" userId="992bbaf2-811d-42cb-a4d6-e7fc45e325e8" providerId="ADAL" clId="{EEEAA5E7-5892-4C22-B4B9-91834BD409A7}" dt="2026-09-08T14:45:19.394" v="237" actId="113"/>
          <ac:spMkLst>
            <pc:docMk/>
            <pc:sldMk cId="3828511230" sldId="386"/>
            <ac:spMk id="11" creationId="{92B32A78-1367-9A50-01CD-ED3EA4E74272}"/>
          </ac:spMkLst>
        </pc:spChg>
        <pc:spChg chg="mod">
          <ac:chgData name="Feist, Ella" userId="992bbaf2-811d-42cb-a4d6-e7fc45e325e8" providerId="ADAL" clId="{EEEAA5E7-5892-4C22-B4B9-91834BD409A7}" dt="2026-09-08T14:39:35.144" v="25" actId="790"/>
          <ac:spMkLst>
            <pc:docMk/>
            <pc:sldMk cId="3828511230" sldId="386"/>
            <ac:spMk id="13" creationId="{6A3ECC39-D920-CEB3-4DF4-23B8D6328B57}"/>
          </ac:spMkLst>
        </pc:spChg>
        <pc:spChg chg="mod">
          <ac:chgData name="Feist, Ella" userId="992bbaf2-811d-42cb-a4d6-e7fc45e325e8" providerId="ADAL" clId="{EEEAA5E7-5892-4C22-B4B9-91834BD409A7}" dt="2026-09-08T14:39:35.144" v="25" actId="790"/>
          <ac:spMkLst>
            <pc:docMk/>
            <pc:sldMk cId="3828511230" sldId="386"/>
            <ac:spMk id="14" creationId="{6270BED3-BCC0-89DD-C45E-E45821A77A0D}"/>
          </ac:spMkLst>
        </pc:spChg>
        <pc:spChg chg="mod">
          <ac:chgData name="Feist, Ella" userId="992bbaf2-811d-42cb-a4d6-e7fc45e325e8" providerId="ADAL" clId="{EEEAA5E7-5892-4C22-B4B9-91834BD409A7}" dt="2026-09-08T14:45:19.394" v="237" actId="113"/>
          <ac:spMkLst>
            <pc:docMk/>
            <pc:sldMk cId="3828511230" sldId="386"/>
            <ac:spMk id="20" creationId="{E73AFE86-006C-7314-95C7-9984A562B373}"/>
          </ac:spMkLst>
        </pc:spChg>
        <pc:spChg chg="mod">
          <ac:chgData name="Feist, Ella" userId="992bbaf2-811d-42cb-a4d6-e7fc45e325e8" providerId="ADAL" clId="{EEEAA5E7-5892-4C22-B4B9-91834BD409A7}" dt="2026-09-08T14:45:19.394" v="237" actId="113"/>
          <ac:spMkLst>
            <pc:docMk/>
            <pc:sldMk cId="3828511230" sldId="386"/>
            <ac:spMk id="21" creationId="{B889323A-CD51-BB8F-BE1B-B90B2F4A6E56}"/>
          </ac:spMkLst>
        </pc:spChg>
        <pc:spChg chg="mod">
          <ac:chgData name="Feist, Ella" userId="992bbaf2-811d-42cb-a4d6-e7fc45e325e8" providerId="ADAL" clId="{EEEAA5E7-5892-4C22-B4B9-91834BD409A7}" dt="2026-09-08T14:45:19.394" v="237" actId="113"/>
          <ac:spMkLst>
            <pc:docMk/>
            <pc:sldMk cId="3828511230" sldId="386"/>
            <ac:spMk id="22" creationId="{12BEB101-A110-99DA-ECA8-B00B678BF9E2}"/>
          </ac:spMkLst>
        </pc:spChg>
        <pc:spChg chg="mod">
          <ac:chgData name="Feist, Ella" userId="992bbaf2-811d-42cb-a4d6-e7fc45e325e8" providerId="ADAL" clId="{EEEAA5E7-5892-4C22-B4B9-91834BD409A7}" dt="2026-09-08T14:45:19.394" v="237" actId="113"/>
          <ac:spMkLst>
            <pc:docMk/>
            <pc:sldMk cId="3828511230" sldId="386"/>
            <ac:spMk id="23" creationId="{0C3ACA04-7CFE-5B11-87FE-6BDAC4F45513}"/>
          </ac:spMkLst>
        </pc:spChg>
        <pc:grpChg chg="mod">
          <ac:chgData name="Feist, Ella" userId="992bbaf2-811d-42cb-a4d6-e7fc45e325e8" providerId="ADAL" clId="{EEEAA5E7-5892-4C22-B4B9-91834BD409A7}" dt="2026-09-08T14:45:01.922" v="230" actId="1076"/>
          <ac:grpSpMkLst>
            <pc:docMk/>
            <pc:sldMk cId="3828511230" sldId="386"/>
            <ac:grpSpMk id="16" creationId="{1A9C2356-5E31-F810-B035-C437345132D8}"/>
          </ac:grpSpMkLst>
        </pc:grpChg>
        <pc:graphicFrameChg chg="mod">
          <ac:chgData name="Feist, Ella" userId="992bbaf2-811d-42cb-a4d6-e7fc45e325e8" providerId="ADAL" clId="{EEEAA5E7-5892-4C22-B4B9-91834BD409A7}" dt="2026-09-08T14:45:19.394" v="237" actId="113"/>
          <ac:graphicFrameMkLst>
            <pc:docMk/>
            <pc:sldMk cId="3828511230" sldId="386"/>
            <ac:graphicFrameMk id="7" creationId="{BC7E2CB3-898A-899E-18EC-A4ECAADD49CF}"/>
          </ac:graphicFrameMkLst>
        </pc:graphicFrameChg>
        <pc:picChg chg="mod">
          <ac:chgData name="Feist, Ella" userId="992bbaf2-811d-42cb-a4d6-e7fc45e325e8" providerId="ADAL" clId="{EEEAA5E7-5892-4C22-B4B9-91834BD409A7}" dt="2026-09-08T14:45:19.394" v="237" actId="113"/>
          <ac:picMkLst>
            <pc:docMk/>
            <pc:sldMk cId="3828511230" sldId="386"/>
            <ac:picMk id="6" creationId="{8FF042C9-E39C-B21A-10A5-AEA39ED9594A}"/>
          </ac:picMkLst>
        </pc:picChg>
      </pc:sldChg>
      <pc:sldChg chg="delSp modSp mod">
        <pc:chgData name="Feist, Ella" userId="992bbaf2-811d-42cb-a4d6-e7fc45e325e8" providerId="ADAL" clId="{EEEAA5E7-5892-4C22-B4B9-91834BD409A7}" dt="2026-09-08T14:46:43.043" v="284" actId="207"/>
        <pc:sldMkLst>
          <pc:docMk/>
          <pc:sldMk cId="1909404831" sldId="387"/>
        </pc:sldMkLst>
        <pc:spChg chg="mod">
          <ac:chgData name="Feist, Ella" userId="992bbaf2-811d-42cb-a4d6-e7fc45e325e8" providerId="ADAL" clId="{EEEAA5E7-5892-4C22-B4B9-91834BD409A7}" dt="2026-09-08T14:45:26.554" v="238" actId="20577"/>
          <ac:spMkLst>
            <pc:docMk/>
            <pc:sldMk cId="1909404831" sldId="387"/>
            <ac:spMk id="2" creationId="{D6488456-C440-F3D5-028A-4567348396AB}"/>
          </ac:spMkLst>
        </pc:spChg>
        <pc:spChg chg="mod">
          <ac:chgData name="Feist, Ella" userId="992bbaf2-811d-42cb-a4d6-e7fc45e325e8" providerId="ADAL" clId="{EEEAA5E7-5892-4C22-B4B9-91834BD409A7}" dt="2026-09-08T14:39:35.144" v="25" actId="790"/>
          <ac:spMkLst>
            <pc:docMk/>
            <pc:sldMk cId="1909404831" sldId="387"/>
            <ac:spMk id="4" creationId="{3E0C32A2-6AD8-59A1-6D2A-B3050DEFE1C8}"/>
          </ac:spMkLst>
        </pc:spChg>
        <pc:spChg chg="mod">
          <ac:chgData name="Feist, Ella" userId="992bbaf2-811d-42cb-a4d6-e7fc45e325e8" providerId="ADAL" clId="{EEEAA5E7-5892-4C22-B4B9-91834BD409A7}" dt="2026-09-08T14:46:35.513" v="282"/>
          <ac:spMkLst>
            <pc:docMk/>
            <pc:sldMk cId="1909404831" sldId="387"/>
            <ac:spMk id="5" creationId="{22FC0DCD-E05D-3F35-3A5A-A76C9CE12158}"/>
          </ac:spMkLst>
        </pc:spChg>
        <pc:spChg chg="mod">
          <ac:chgData name="Feist, Ella" userId="992bbaf2-811d-42cb-a4d6-e7fc45e325e8" providerId="ADAL" clId="{EEEAA5E7-5892-4C22-B4B9-91834BD409A7}" dt="2026-09-08T14:46:43.043" v="284" actId="207"/>
          <ac:spMkLst>
            <pc:docMk/>
            <pc:sldMk cId="1909404831" sldId="387"/>
            <ac:spMk id="9" creationId="{A1959D39-0984-1500-C487-30867782DF51}"/>
          </ac:spMkLst>
        </pc:spChg>
        <pc:spChg chg="mod">
          <ac:chgData name="Feist, Ella" userId="992bbaf2-811d-42cb-a4d6-e7fc45e325e8" providerId="ADAL" clId="{EEEAA5E7-5892-4C22-B4B9-91834BD409A7}" dt="2026-09-08T14:39:35.144" v="25" actId="790"/>
          <ac:spMkLst>
            <pc:docMk/>
            <pc:sldMk cId="1909404831" sldId="387"/>
            <ac:spMk id="10" creationId="{D8CB1B8E-9F2B-EEA2-7B0F-29E5201C7700}"/>
          </ac:spMkLst>
        </pc:spChg>
        <pc:spChg chg="mod">
          <ac:chgData name="Feist, Ella" userId="992bbaf2-811d-42cb-a4d6-e7fc45e325e8" providerId="ADAL" clId="{EEEAA5E7-5892-4C22-B4B9-91834BD409A7}" dt="2026-09-08T14:39:35.144" v="25" actId="790"/>
          <ac:spMkLst>
            <pc:docMk/>
            <pc:sldMk cId="1909404831" sldId="387"/>
            <ac:spMk id="11" creationId="{32109A46-B313-B806-5EAD-0D701C9089A8}"/>
          </ac:spMkLst>
        </pc:spChg>
        <pc:spChg chg="mod">
          <ac:chgData name="Feist, Ella" userId="992bbaf2-811d-42cb-a4d6-e7fc45e325e8" providerId="ADAL" clId="{EEEAA5E7-5892-4C22-B4B9-91834BD409A7}" dt="2026-09-08T14:46:40.401" v="283" actId="207"/>
          <ac:spMkLst>
            <pc:docMk/>
            <pc:sldMk cId="1909404831" sldId="387"/>
            <ac:spMk id="15" creationId="{8EEC95B6-0711-A634-02C1-EFD9484DC6A1}"/>
          </ac:spMkLst>
        </pc:spChg>
        <pc:spChg chg="mod">
          <ac:chgData name="Feist, Ella" userId="992bbaf2-811d-42cb-a4d6-e7fc45e325e8" providerId="ADAL" clId="{EEEAA5E7-5892-4C22-B4B9-91834BD409A7}" dt="2026-09-08T14:39:35.144" v="25" actId="790"/>
          <ac:spMkLst>
            <pc:docMk/>
            <pc:sldMk cId="1909404831" sldId="387"/>
            <ac:spMk id="16" creationId="{9D9E93B6-7F0C-10B3-43EC-386A24AFED54}"/>
          </ac:spMkLst>
        </pc:spChg>
        <pc:spChg chg="mod">
          <ac:chgData name="Feist, Ella" userId="992bbaf2-811d-42cb-a4d6-e7fc45e325e8" providerId="ADAL" clId="{EEEAA5E7-5892-4C22-B4B9-91834BD409A7}" dt="2026-09-08T14:39:35.144" v="25" actId="790"/>
          <ac:spMkLst>
            <pc:docMk/>
            <pc:sldMk cId="1909404831" sldId="387"/>
            <ac:spMk id="17" creationId="{B513078F-0B4C-CF7B-562A-DAB07F62CADC}"/>
          </ac:spMkLst>
        </pc:spChg>
        <pc:grpChg chg="mod">
          <ac:chgData name="Feist, Ella" userId="992bbaf2-811d-42cb-a4d6-e7fc45e325e8" providerId="ADAL" clId="{EEEAA5E7-5892-4C22-B4B9-91834BD409A7}" dt="2026-09-08T14:45:57.831" v="263" actId="1035"/>
          <ac:grpSpMkLst>
            <pc:docMk/>
            <pc:sldMk cId="1909404831" sldId="387"/>
            <ac:grpSpMk id="7" creationId="{31941C68-2159-58CE-7C4E-20AF6112AE8C}"/>
          </ac:grpSpMkLst>
        </pc:grpChg>
        <pc:grpChg chg="mod">
          <ac:chgData name="Feist, Ella" userId="992bbaf2-811d-42cb-a4d6-e7fc45e325e8" providerId="ADAL" clId="{EEEAA5E7-5892-4C22-B4B9-91834BD409A7}" dt="2026-09-08T14:45:57.831" v="263" actId="1035"/>
          <ac:grpSpMkLst>
            <pc:docMk/>
            <pc:sldMk cId="1909404831" sldId="387"/>
            <ac:grpSpMk id="13" creationId="{0B1BAA6A-91A1-3304-22B1-4F11312B35A3}"/>
          </ac:grpSpMkLst>
        </pc:grpChg>
        <pc:graphicFrameChg chg="mod modGraphic">
          <ac:chgData name="Feist, Ella" userId="992bbaf2-811d-42cb-a4d6-e7fc45e325e8" providerId="ADAL" clId="{EEEAA5E7-5892-4C22-B4B9-91834BD409A7}" dt="2026-09-08T14:46:06.387" v="274" actId="207"/>
          <ac:graphicFrameMkLst>
            <pc:docMk/>
            <pc:sldMk cId="1909404831" sldId="387"/>
            <ac:graphicFrameMk id="19" creationId="{049797A6-2F0B-D59C-576C-1960602D7AC8}"/>
          </ac:graphicFrameMkLst>
        </pc:graphicFrameChg>
        <pc:picChg chg="mod">
          <ac:chgData name="Feist, Ella" userId="992bbaf2-811d-42cb-a4d6-e7fc45e325e8" providerId="ADAL" clId="{EEEAA5E7-5892-4C22-B4B9-91834BD409A7}" dt="2026-09-08T14:45:57.831" v="263" actId="1035"/>
          <ac:picMkLst>
            <pc:docMk/>
            <pc:sldMk cId="1909404831" sldId="387"/>
            <ac:picMk id="6" creationId="{615A7F2C-A70F-48D3-10B4-13CA83EB2237}"/>
          </ac:picMkLst>
        </pc:picChg>
        <pc:picChg chg="mod">
          <ac:chgData name="Feist, Ella" userId="992bbaf2-811d-42cb-a4d6-e7fc45e325e8" providerId="ADAL" clId="{EEEAA5E7-5892-4C22-B4B9-91834BD409A7}" dt="2026-09-08T14:45:57.831" v="263" actId="1035"/>
          <ac:picMkLst>
            <pc:docMk/>
            <pc:sldMk cId="1909404831" sldId="387"/>
            <ac:picMk id="24" creationId="{65089DF8-DD13-A651-32CC-06A745D882A5}"/>
          </ac:picMkLst>
        </pc:picChg>
        <pc:cxnChg chg="mod">
          <ac:chgData name="Feist, Ella" userId="992bbaf2-811d-42cb-a4d6-e7fc45e325e8" providerId="ADAL" clId="{EEEAA5E7-5892-4C22-B4B9-91834BD409A7}" dt="2026-09-08T14:45:57.831" v="263" actId="1035"/>
          <ac:cxnSpMkLst>
            <pc:docMk/>
            <pc:sldMk cId="1909404831" sldId="387"/>
            <ac:cxnSpMk id="20" creationId="{7D127339-A1E7-6761-6361-923F9ABBBDEC}"/>
          </ac:cxnSpMkLst>
        </pc:cxnChg>
        <pc:cxnChg chg="mod">
          <ac:chgData name="Feist, Ella" userId="992bbaf2-811d-42cb-a4d6-e7fc45e325e8" providerId="ADAL" clId="{EEEAA5E7-5892-4C22-B4B9-91834BD409A7}" dt="2026-09-08T14:45:57.831" v="263" actId="1035"/>
          <ac:cxnSpMkLst>
            <pc:docMk/>
            <pc:sldMk cId="1909404831" sldId="387"/>
            <ac:cxnSpMk id="21" creationId="{4357F5A4-7296-6760-8593-563F365F5A5A}"/>
          </ac:cxnSpMkLst>
        </pc:cxnChg>
        <pc:cxnChg chg="mod">
          <ac:chgData name="Feist, Ella" userId="992bbaf2-811d-42cb-a4d6-e7fc45e325e8" providerId="ADAL" clId="{EEEAA5E7-5892-4C22-B4B9-91834BD409A7}" dt="2026-09-08T14:45:57.831" v="263" actId="1035"/>
          <ac:cxnSpMkLst>
            <pc:docMk/>
            <pc:sldMk cId="1909404831" sldId="387"/>
            <ac:cxnSpMk id="22" creationId="{EE65DA1B-BC96-6EF1-D4E4-F9E89DE277CB}"/>
          </ac:cxnSpMkLst>
        </pc:cxnChg>
        <pc:cxnChg chg="mod">
          <ac:chgData name="Feist, Ella" userId="992bbaf2-811d-42cb-a4d6-e7fc45e325e8" providerId="ADAL" clId="{EEEAA5E7-5892-4C22-B4B9-91834BD409A7}" dt="2026-09-08T14:46:04.011" v="273" actId="14100"/>
          <ac:cxnSpMkLst>
            <pc:docMk/>
            <pc:sldMk cId="1909404831" sldId="387"/>
            <ac:cxnSpMk id="23" creationId="{6566EFF8-F049-B668-46E8-08F3438DAAEE}"/>
          </ac:cxnSpMkLst>
        </pc:cxnChg>
      </pc:sldChg>
      <pc:sldChg chg="delSp modSp mod">
        <pc:chgData name="Feist, Ella" userId="992bbaf2-811d-42cb-a4d6-e7fc45e325e8" providerId="ADAL" clId="{EEEAA5E7-5892-4C22-B4B9-91834BD409A7}" dt="2026-09-08T14:49:13.363" v="333" actId="20577"/>
        <pc:sldMkLst>
          <pc:docMk/>
          <pc:sldMk cId="4185646351" sldId="388"/>
        </pc:sldMkLst>
        <pc:spChg chg="mod">
          <ac:chgData name="Feist, Ella" userId="992bbaf2-811d-42cb-a4d6-e7fc45e325e8" providerId="ADAL" clId="{EEEAA5E7-5892-4C22-B4B9-91834BD409A7}" dt="2026-09-08T14:47:02.689" v="291" actId="114"/>
          <ac:spMkLst>
            <pc:docMk/>
            <pc:sldMk cId="4185646351" sldId="388"/>
            <ac:spMk id="5" creationId="{07378254-C722-7C76-6751-BD0BAE0499CB}"/>
          </ac:spMkLst>
        </pc:spChg>
        <pc:spChg chg="mod">
          <ac:chgData name="Feist, Ella" userId="992bbaf2-811d-42cb-a4d6-e7fc45e325e8" providerId="ADAL" clId="{EEEAA5E7-5892-4C22-B4B9-91834BD409A7}" dt="2026-09-08T14:48:07.088" v="311" actId="20577"/>
          <ac:spMkLst>
            <pc:docMk/>
            <pc:sldMk cId="4185646351" sldId="388"/>
            <ac:spMk id="7" creationId="{44E73B15-B473-F8F6-FBFF-3EE74CFF1D63}"/>
          </ac:spMkLst>
        </pc:spChg>
        <pc:spChg chg="mod">
          <ac:chgData name="Feist, Ella" userId="992bbaf2-811d-42cb-a4d6-e7fc45e325e8" providerId="ADAL" clId="{EEEAA5E7-5892-4C22-B4B9-91834BD409A7}" dt="2026-09-08T14:48:05.643" v="310" actId="20577"/>
          <ac:spMkLst>
            <pc:docMk/>
            <pc:sldMk cId="4185646351" sldId="388"/>
            <ac:spMk id="8" creationId="{87ABDFBF-461A-FF2B-B563-66A3C246A992}"/>
          </ac:spMkLst>
        </pc:spChg>
        <pc:spChg chg="mod">
          <ac:chgData name="Feist, Ella" userId="992bbaf2-811d-42cb-a4d6-e7fc45e325e8" providerId="ADAL" clId="{EEEAA5E7-5892-4C22-B4B9-91834BD409A7}" dt="2026-09-08T14:47:51.049" v="305" actId="207"/>
          <ac:spMkLst>
            <pc:docMk/>
            <pc:sldMk cId="4185646351" sldId="388"/>
            <ac:spMk id="9" creationId="{4AAAB5BC-A94B-6C82-6F43-84396C084D7E}"/>
          </ac:spMkLst>
        </pc:spChg>
        <pc:spChg chg="mod">
          <ac:chgData name="Feist, Ella" userId="992bbaf2-811d-42cb-a4d6-e7fc45e325e8" providerId="ADAL" clId="{EEEAA5E7-5892-4C22-B4B9-91834BD409A7}" dt="2026-09-08T14:47:54.126" v="306" actId="207"/>
          <ac:spMkLst>
            <pc:docMk/>
            <pc:sldMk cId="4185646351" sldId="388"/>
            <ac:spMk id="10" creationId="{294961F1-B6D2-8B07-30F6-DF003D1FCFC0}"/>
          </ac:spMkLst>
        </pc:spChg>
        <pc:spChg chg="mod">
          <ac:chgData name="Feist, Ella" userId="992bbaf2-811d-42cb-a4d6-e7fc45e325e8" providerId="ADAL" clId="{EEEAA5E7-5892-4C22-B4B9-91834BD409A7}" dt="2026-09-08T14:48:08.189" v="312" actId="20577"/>
          <ac:spMkLst>
            <pc:docMk/>
            <pc:sldMk cId="4185646351" sldId="388"/>
            <ac:spMk id="11" creationId="{05732664-474D-0689-F0F9-AC784E55DD92}"/>
          </ac:spMkLst>
        </pc:spChg>
        <pc:spChg chg="mod">
          <ac:chgData name="Feist, Ella" userId="992bbaf2-811d-42cb-a4d6-e7fc45e325e8" providerId="ADAL" clId="{EEEAA5E7-5892-4C22-B4B9-91834BD409A7}" dt="2026-09-08T14:48:04.580" v="309" actId="20577"/>
          <ac:spMkLst>
            <pc:docMk/>
            <pc:sldMk cId="4185646351" sldId="388"/>
            <ac:spMk id="12" creationId="{0505558B-FACA-D889-E755-5A8F2EDC65C0}"/>
          </ac:spMkLst>
        </pc:spChg>
        <pc:spChg chg="mod">
          <ac:chgData name="Feist, Ella" userId="992bbaf2-811d-42cb-a4d6-e7fc45e325e8" providerId="ADAL" clId="{EEEAA5E7-5892-4C22-B4B9-91834BD409A7}" dt="2026-09-08T14:47:32.042" v="300" actId="2711"/>
          <ac:spMkLst>
            <pc:docMk/>
            <pc:sldMk cId="4185646351" sldId="388"/>
            <ac:spMk id="16" creationId="{0DF3F297-9044-DD7A-8C7F-17E6C1DB2215}"/>
          </ac:spMkLst>
        </pc:spChg>
        <pc:spChg chg="mod">
          <ac:chgData name="Feist, Ella" userId="992bbaf2-811d-42cb-a4d6-e7fc45e325e8" providerId="ADAL" clId="{EEEAA5E7-5892-4C22-B4B9-91834BD409A7}" dt="2026-09-08T14:49:12.380" v="332" actId="20577"/>
          <ac:spMkLst>
            <pc:docMk/>
            <pc:sldMk cId="4185646351" sldId="388"/>
            <ac:spMk id="17" creationId="{440900A9-7F6A-1948-3260-2FD9CDF3DF0F}"/>
          </ac:spMkLst>
        </pc:spChg>
        <pc:spChg chg="mod">
          <ac:chgData name="Feist, Ella" userId="992bbaf2-811d-42cb-a4d6-e7fc45e325e8" providerId="ADAL" clId="{EEEAA5E7-5892-4C22-B4B9-91834BD409A7}" dt="2026-09-08T14:47:32.042" v="300" actId="2711"/>
          <ac:spMkLst>
            <pc:docMk/>
            <pc:sldMk cId="4185646351" sldId="388"/>
            <ac:spMk id="20" creationId="{9B3BC0B3-46E7-2378-2918-2A21D920E5AC}"/>
          </ac:spMkLst>
        </pc:spChg>
        <pc:spChg chg="mod">
          <ac:chgData name="Feist, Ella" userId="992bbaf2-811d-42cb-a4d6-e7fc45e325e8" providerId="ADAL" clId="{EEEAA5E7-5892-4C22-B4B9-91834BD409A7}" dt="2026-09-08T14:49:13.363" v="333" actId="20577"/>
          <ac:spMkLst>
            <pc:docMk/>
            <pc:sldMk cId="4185646351" sldId="388"/>
            <ac:spMk id="21" creationId="{CF25A9FD-00C9-B818-F728-5BF4335D530F}"/>
          </ac:spMkLst>
        </pc:spChg>
        <pc:spChg chg="mod">
          <ac:chgData name="Feist, Ella" userId="992bbaf2-811d-42cb-a4d6-e7fc45e325e8" providerId="ADAL" clId="{EEEAA5E7-5892-4C22-B4B9-91834BD409A7}" dt="2026-09-08T14:47:42.448" v="302"/>
          <ac:spMkLst>
            <pc:docMk/>
            <pc:sldMk cId="4185646351" sldId="388"/>
            <ac:spMk id="23" creationId="{E60C64E4-F6B0-6586-0DB7-30B5BAABB8A7}"/>
          </ac:spMkLst>
        </pc:spChg>
        <pc:spChg chg="mod">
          <ac:chgData name="Feist, Ella" userId="992bbaf2-811d-42cb-a4d6-e7fc45e325e8" providerId="ADAL" clId="{EEEAA5E7-5892-4C22-B4B9-91834BD409A7}" dt="2026-09-08T14:47:19.060" v="295" actId="13822"/>
          <ac:spMkLst>
            <pc:docMk/>
            <pc:sldMk cId="4185646351" sldId="388"/>
            <ac:spMk id="24" creationId="{C7DC89C0-08A6-8888-4752-5C248FED95FF}"/>
          </ac:spMkLst>
        </pc:spChg>
        <pc:spChg chg="mod">
          <ac:chgData name="Feist, Ella" userId="992bbaf2-811d-42cb-a4d6-e7fc45e325e8" providerId="ADAL" clId="{EEEAA5E7-5892-4C22-B4B9-91834BD409A7}" dt="2026-09-08T14:48:02.711" v="308" actId="20577"/>
          <ac:spMkLst>
            <pc:docMk/>
            <pc:sldMk cId="4185646351" sldId="388"/>
            <ac:spMk id="25" creationId="{E47FFC67-9290-3696-BA47-5C3984296130}"/>
          </ac:spMkLst>
        </pc:spChg>
        <pc:spChg chg="mod">
          <ac:chgData name="Feist, Ella" userId="992bbaf2-811d-42cb-a4d6-e7fc45e325e8" providerId="ADAL" clId="{EEEAA5E7-5892-4C22-B4B9-91834BD409A7}" dt="2026-09-08T14:47:47.777" v="304"/>
          <ac:spMkLst>
            <pc:docMk/>
            <pc:sldMk cId="4185646351" sldId="388"/>
            <ac:spMk id="26" creationId="{1A38906F-3983-3E35-00A1-22F01A5E9B18}"/>
          </ac:spMkLst>
        </pc:spChg>
        <pc:spChg chg="mod">
          <ac:chgData name="Feist, Ella" userId="992bbaf2-811d-42cb-a4d6-e7fc45e325e8" providerId="ADAL" clId="{EEEAA5E7-5892-4C22-B4B9-91834BD409A7}" dt="2026-09-08T14:47:15.249" v="293" actId="13822"/>
          <ac:spMkLst>
            <pc:docMk/>
            <pc:sldMk cId="4185646351" sldId="388"/>
            <ac:spMk id="27" creationId="{C641CBB0-EB74-CE44-2B9C-CFEDDE2CDF7E}"/>
          </ac:spMkLst>
        </pc:spChg>
        <pc:spChg chg="mod">
          <ac:chgData name="Feist, Ella" userId="992bbaf2-811d-42cb-a4d6-e7fc45e325e8" providerId="ADAL" clId="{EEEAA5E7-5892-4C22-B4B9-91834BD409A7}" dt="2026-09-08T14:48:01.450" v="307" actId="20577"/>
          <ac:spMkLst>
            <pc:docMk/>
            <pc:sldMk cId="4185646351" sldId="388"/>
            <ac:spMk id="28" creationId="{AD4AEC18-976E-8B3B-683F-6589D8D97641}"/>
          </ac:spMkLst>
        </pc:spChg>
      </pc:sldChg>
      <pc:sldChg chg="delSp modSp mod">
        <pc:chgData name="Feist, Ella" userId="992bbaf2-811d-42cb-a4d6-e7fc45e325e8" providerId="ADAL" clId="{EEEAA5E7-5892-4C22-B4B9-91834BD409A7}" dt="2026-09-08T14:49:39.467" v="339" actId="20577"/>
        <pc:sldMkLst>
          <pc:docMk/>
          <pc:sldMk cId="312191838" sldId="389"/>
        </pc:sldMkLst>
        <pc:spChg chg="mod">
          <ac:chgData name="Feist, Ella" userId="992bbaf2-811d-42cb-a4d6-e7fc45e325e8" providerId="ADAL" clId="{EEEAA5E7-5892-4C22-B4B9-91834BD409A7}" dt="2026-09-08T14:39:35.144" v="25" actId="790"/>
          <ac:spMkLst>
            <pc:docMk/>
            <pc:sldMk cId="312191838" sldId="389"/>
            <ac:spMk id="4" creationId="{1E90902E-6A8C-1858-A552-7EA09B6353A1}"/>
          </ac:spMkLst>
        </pc:spChg>
        <pc:spChg chg="mod">
          <ac:chgData name="Feist, Ella" userId="992bbaf2-811d-42cb-a4d6-e7fc45e325e8" providerId="ADAL" clId="{EEEAA5E7-5892-4C22-B4B9-91834BD409A7}" dt="2026-09-08T14:48:32.871" v="319" actId="14100"/>
          <ac:spMkLst>
            <pc:docMk/>
            <pc:sldMk cId="312191838" sldId="389"/>
            <ac:spMk id="5" creationId="{34732687-B60C-6F6F-0E1D-C50F4CEDFA46}"/>
          </ac:spMkLst>
        </pc:spChg>
        <pc:spChg chg="mod">
          <ac:chgData name="Feist, Ella" userId="992bbaf2-811d-42cb-a4d6-e7fc45e325e8" providerId="ADAL" clId="{EEEAA5E7-5892-4C22-B4B9-91834BD409A7}" dt="2026-09-08T14:49:39.467" v="339" actId="20577"/>
          <ac:spMkLst>
            <pc:docMk/>
            <pc:sldMk cId="312191838" sldId="389"/>
            <ac:spMk id="7" creationId="{D2DE69B8-2A5F-4FC6-3936-B8CE120B8E78}"/>
          </ac:spMkLst>
        </pc:spChg>
        <pc:spChg chg="mod">
          <ac:chgData name="Feist, Ella" userId="992bbaf2-811d-42cb-a4d6-e7fc45e325e8" providerId="ADAL" clId="{EEEAA5E7-5892-4C22-B4B9-91834BD409A7}" dt="2026-09-08T14:48:56.749" v="324" actId="2711"/>
          <ac:spMkLst>
            <pc:docMk/>
            <pc:sldMk cId="312191838" sldId="389"/>
            <ac:spMk id="8" creationId="{099F5CB8-F8F3-5DC3-E931-09B56117F83B}"/>
          </ac:spMkLst>
        </pc:spChg>
        <pc:spChg chg="mod">
          <ac:chgData name="Feist, Ella" userId="992bbaf2-811d-42cb-a4d6-e7fc45e325e8" providerId="ADAL" clId="{EEEAA5E7-5892-4C22-B4B9-91834BD409A7}" dt="2026-09-08T14:49:07.604" v="330" actId="20577"/>
          <ac:spMkLst>
            <pc:docMk/>
            <pc:sldMk cId="312191838" sldId="389"/>
            <ac:spMk id="13" creationId="{4F439250-D54C-E566-7551-816574C8A17D}"/>
          </ac:spMkLst>
        </pc:spChg>
        <pc:spChg chg="mod">
          <ac:chgData name="Feist, Ella" userId="992bbaf2-811d-42cb-a4d6-e7fc45e325e8" providerId="ADAL" clId="{EEEAA5E7-5892-4C22-B4B9-91834BD409A7}" dt="2026-09-08T14:49:31.724" v="336"/>
          <ac:spMkLst>
            <pc:docMk/>
            <pc:sldMk cId="312191838" sldId="389"/>
            <ac:spMk id="18" creationId="{8417E9FA-86F2-9297-D2C4-61BB1802555A}"/>
          </ac:spMkLst>
        </pc:spChg>
        <pc:spChg chg="mod">
          <ac:chgData name="Feist, Ella" userId="992bbaf2-811d-42cb-a4d6-e7fc45e325e8" providerId="ADAL" clId="{EEEAA5E7-5892-4C22-B4B9-91834BD409A7}" dt="2026-09-08T14:49:23.166" v="334" actId="13822"/>
          <ac:spMkLst>
            <pc:docMk/>
            <pc:sldMk cId="312191838" sldId="389"/>
            <ac:spMk id="20" creationId="{7030CC77-0AE7-C3E7-58FE-3FC1306932D1}"/>
          </ac:spMkLst>
        </pc:spChg>
        <pc:spChg chg="mod">
          <ac:chgData name="Feist, Ella" userId="992bbaf2-811d-42cb-a4d6-e7fc45e325e8" providerId="ADAL" clId="{EEEAA5E7-5892-4C22-B4B9-91834BD409A7}" dt="2026-09-08T14:48:41.267" v="321" actId="1076"/>
          <ac:spMkLst>
            <pc:docMk/>
            <pc:sldMk cId="312191838" sldId="389"/>
            <ac:spMk id="22" creationId="{DFF74364-9CF8-E6C4-47D5-DCEA059DA9AB}"/>
          </ac:spMkLst>
        </pc:spChg>
        <pc:spChg chg="mod">
          <ac:chgData name="Feist, Ella" userId="992bbaf2-811d-42cb-a4d6-e7fc45e325e8" providerId="ADAL" clId="{EEEAA5E7-5892-4C22-B4B9-91834BD409A7}" dt="2026-09-08T14:49:35.299" v="337"/>
          <ac:spMkLst>
            <pc:docMk/>
            <pc:sldMk cId="312191838" sldId="389"/>
            <ac:spMk id="25" creationId="{F104DA0A-F159-12D1-AA52-64AA4A88DF80}"/>
          </ac:spMkLst>
        </pc:spChg>
        <pc:spChg chg="mod">
          <ac:chgData name="Feist, Ella" userId="992bbaf2-811d-42cb-a4d6-e7fc45e325e8" providerId="ADAL" clId="{EEEAA5E7-5892-4C22-B4B9-91834BD409A7}" dt="2026-09-08T14:49:04.605" v="328" actId="20577"/>
          <ac:spMkLst>
            <pc:docMk/>
            <pc:sldMk cId="312191838" sldId="389"/>
            <ac:spMk id="26" creationId="{1D0AE067-09AC-7F3E-D844-C023BF972675}"/>
          </ac:spMkLst>
        </pc:spChg>
        <pc:spChg chg="mod">
          <ac:chgData name="Feist, Ella" userId="992bbaf2-811d-42cb-a4d6-e7fc45e325e8" providerId="ADAL" clId="{EEEAA5E7-5892-4C22-B4B9-91834BD409A7}" dt="2026-09-08T14:49:06.623" v="329" actId="20577"/>
          <ac:spMkLst>
            <pc:docMk/>
            <pc:sldMk cId="312191838" sldId="389"/>
            <ac:spMk id="28" creationId="{8079946B-E956-6FB2-EEA3-5DF696CA36B4}"/>
          </ac:spMkLst>
        </pc:spChg>
        <pc:spChg chg="mod">
          <ac:chgData name="Feist, Ella" userId="992bbaf2-811d-42cb-a4d6-e7fc45e325e8" providerId="ADAL" clId="{EEEAA5E7-5892-4C22-B4B9-91834BD409A7}" dt="2026-09-08T14:49:37.791" v="338"/>
          <ac:spMkLst>
            <pc:docMk/>
            <pc:sldMk cId="312191838" sldId="389"/>
            <ac:spMk id="33" creationId="{4CEECB5D-9B56-9732-CF7D-119E1174F3CE}"/>
          </ac:spMkLst>
        </pc:spChg>
        <pc:spChg chg="mod">
          <ac:chgData name="Feist, Ella" userId="992bbaf2-811d-42cb-a4d6-e7fc45e325e8" providerId="ADAL" clId="{EEEAA5E7-5892-4C22-B4B9-91834BD409A7}" dt="2026-09-08T14:49:00.563" v="325" actId="20577"/>
          <ac:spMkLst>
            <pc:docMk/>
            <pc:sldMk cId="312191838" sldId="389"/>
            <ac:spMk id="35" creationId="{8DA5BD43-35AE-838E-4BC8-8728D467C4CA}"/>
          </ac:spMkLst>
        </pc:spChg>
        <pc:spChg chg="mod">
          <ac:chgData name="Feist, Ella" userId="992bbaf2-811d-42cb-a4d6-e7fc45e325e8" providerId="ADAL" clId="{EEEAA5E7-5892-4C22-B4B9-91834BD409A7}" dt="2026-09-08T14:48:56.749" v="324" actId="2711"/>
          <ac:spMkLst>
            <pc:docMk/>
            <pc:sldMk cId="312191838" sldId="389"/>
            <ac:spMk id="36" creationId="{026D54FC-C68E-7ACD-9EE4-D269D2163399}"/>
          </ac:spMkLst>
        </pc:spChg>
        <pc:spChg chg="mod">
          <ac:chgData name="Feist, Ella" userId="992bbaf2-811d-42cb-a4d6-e7fc45e325e8" providerId="ADAL" clId="{EEEAA5E7-5892-4C22-B4B9-91834BD409A7}" dt="2026-09-08T14:49:08.979" v="331" actId="20577"/>
          <ac:spMkLst>
            <pc:docMk/>
            <pc:sldMk cId="312191838" sldId="389"/>
            <ac:spMk id="37" creationId="{49854B79-7AA5-D6B7-146F-A68FB906694A}"/>
          </ac:spMkLst>
        </pc:spChg>
        <pc:spChg chg="mod">
          <ac:chgData name="Feist, Ella" userId="992bbaf2-811d-42cb-a4d6-e7fc45e325e8" providerId="ADAL" clId="{EEEAA5E7-5892-4C22-B4B9-91834BD409A7}" dt="2026-09-08T14:48:56.749" v="324" actId="2711"/>
          <ac:spMkLst>
            <pc:docMk/>
            <pc:sldMk cId="312191838" sldId="389"/>
            <ac:spMk id="40" creationId="{0C7D6686-13C3-7B94-2A2F-87C2FCA7EB58}"/>
          </ac:spMkLst>
        </pc:spChg>
        <pc:picChg chg="mod">
          <ac:chgData name="Feist, Ella" userId="992bbaf2-811d-42cb-a4d6-e7fc45e325e8" providerId="ADAL" clId="{EEEAA5E7-5892-4C22-B4B9-91834BD409A7}" dt="2026-09-08T14:49:23.166" v="334" actId="13822"/>
          <ac:picMkLst>
            <pc:docMk/>
            <pc:sldMk cId="312191838" sldId="389"/>
            <ac:picMk id="21" creationId="{34F103F6-E6EA-6AEB-3342-612F301A4BD5}"/>
          </ac:picMkLst>
        </pc:picChg>
      </pc:sldChg>
      <pc:sldChg chg="delSp modSp mod">
        <pc:chgData name="Feist, Ella" userId="992bbaf2-811d-42cb-a4d6-e7fc45e325e8" providerId="ADAL" clId="{EEEAA5E7-5892-4C22-B4B9-91834BD409A7}" dt="2026-09-08T14:50:22.559" v="354" actId="207"/>
        <pc:sldMkLst>
          <pc:docMk/>
          <pc:sldMk cId="1003945393" sldId="390"/>
        </pc:sldMkLst>
        <pc:spChg chg="mod">
          <ac:chgData name="Feist, Ella" userId="992bbaf2-811d-42cb-a4d6-e7fc45e325e8" providerId="ADAL" clId="{EEEAA5E7-5892-4C22-B4B9-91834BD409A7}" dt="2026-09-08T14:39:35.144" v="25" actId="790"/>
          <ac:spMkLst>
            <pc:docMk/>
            <pc:sldMk cId="1003945393" sldId="390"/>
            <ac:spMk id="2" creationId="{75F154AC-9F2B-DD15-DD5D-16E1DCC6D9E9}"/>
          </ac:spMkLst>
        </pc:spChg>
        <pc:spChg chg="mod">
          <ac:chgData name="Feist, Ella" userId="992bbaf2-811d-42cb-a4d6-e7fc45e325e8" providerId="ADAL" clId="{EEEAA5E7-5892-4C22-B4B9-91834BD409A7}" dt="2026-09-08T14:39:35.144" v="25" actId="790"/>
          <ac:spMkLst>
            <pc:docMk/>
            <pc:sldMk cId="1003945393" sldId="390"/>
            <ac:spMk id="4" creationId="{A4492CF3-BB9C-CD80-3C2D-9EE83D83D9B9}"/>
          </ac:spMkLst>
        </pc:spChg>
        <pc:spChg chg="mod">
          <ac:chgData name="Feist, Ella" userId="992bbaf2-811d-42cb-a4d6-e7fc45e325e8" providerId="ADAL" clId="{EEEAA5E7-5892-4C22-B4B9-91834BD409A7}" dt="2026-09-08T14:49:59.664" v="347" actId="14100"/>
          <ac:spMkLst>
            <pc:docMk/>
            <pc:sldMk cId="1003945393" sldId="390"/>
            <ac:spMk id="32" creationId="{553DC568-94A3-8B4D-2090-9D7BE2DA801C}"/>
          </ac:spMkLst>
        </pc:spChg>
        <pc:spChg chg="mod">
          <ac:chgData name="Feist, Ella" userId="992bbaf2-811d-42cb-a4d6-e7fc45e325e8" providerId="ADAL" clId="{EEEAA5E7-5892-4C22-B4B9-91834BD409A7}" dt="2026-09-08T14:50:08.874" v="349" actId="207"/>
          <ac:spMkLst>
            <pc:docMk/>
            <pc:sldMk cId="1003945393" sldId="390"/>
            <ac:spMk id="34" creationId="{89F0DAA3-B322-C9FA-48D3-D310C956A20F}"/>
          </ac:spMkLst>
        </pc:spChg>
        <pc:spChg chg="mod">
          <ac:chgData name="Feist, Ella" userId="992bbaf2-811d-42cb-a4d6-e7fc45e325e8" providerId="ADAL" clId="{EEEAA5E7-5892-4C22-B4B9-91834BD409A7}" dt="2026-09-08T14:50:12.371" v="350" actId="207"/>
          <ac:spMkLst>
            <pc:docMk/>
            <pc:sldMk cId="1003945393" sldId="390"/>
            <ac:spMk id="36" creationId="{7F9E0A64-DFA1-B317-85C1-5659DDA27088}"/>
          </ac:spMkLst>
        </pc:spChg>
        <pc:spChg chg="mod">
          <ac:chgData name="Feist, Ella" userId="992bbaf2-811d-42cb-a4d6-e7fc45e325e8" providerId="ADAL" clId="{EEEAA5E7-5892-4C22-B4B9-91834BD409A7}" dt="2026-09-08T14:50:22.559" v="354" actId="207"/>
          <ac:spMkLst>
            <pc:docMk/>
            <pc:sldMk cId="1003945393" sldId="390"/>
            <ac:spMk id="37" creationId="{14AC4A35-29B2-1BFE-3DEA-EC57A34B42C4}"/>
          </ac:spMkLst>
        </pc:spChg>
        <pc:spChg chg="mod">
          <ac:chgData name="Feist, Ella" userId="992bbaf2-811d-42cb-a4d6-e7fc45e325e8" providerId="ADAL" clId="{EEEAA5E7-5892-4C22-B4B9-91834BD409A7}" dt="2026-09-08T14:39:35.144" v="25" actId="790"/>
          <ac:spMkLst>
            <pc:docMk/>
            <pc:sldMk cId="1003945393" sldId="390"/>
            <ac:spMk id="39" creationId="{35FEB960-699F-C48F-0A17-30D252E20DFF}"/>
          </ac:spMkLst>
        </pc:spChg>
        <pc:spChg chg="mod">
          <ac:chgData name="Feist, Ella" userId="992bbaf2-811d-42cb-a4d6-e7fc45e325e8" providerId="ADAL" clId="{EEEAA5E7-5892-4C22-B4B9-91834BD409A7}" dt="2026-09-08T14:39:35.144" v="25" actId="790"/>
          <ac:spMkLst>
            <pc:docMk/>
            <pc:sldMk cId="1003945393" sldId="390"/>
            <ac:spMk id="40" creationId="{68B778CA-2CB1-5955-B0B0-543FC8C16436}"/>
          </ac:spMkLst>
        </pc:spChg>
        <pc:spChg chg="mod">
          <ac:chgData name="Feist, Ella" userId="992bbaf2-811d-42cb-a4d6-e7fc45e325e8" providerId="ADAL" clId="{EEEAA5E7-5892-4C22-B4B9-91834BD409A7}" dt="2026-09-08T14:50:14.944" v="351" actId="207"/>
          <ac:spMkLst>
            <pc:docMk/>
            <pc:sldMk cId="1003945393" sldId="390"/>
            <ac:spMk id="45" creationId="{045C6293-0FC7-0FE8-8B1A-E9E51824126A}"/>
          </ac:spMkLst>
        </pc:spChg>
        <pc:spChg chg="mod">
          <ac:chgData name="Feist, Ella" userId="992bbaf2-811d-42cb-a4d6-e7fc45e325e8" providerId="ADAL" clId="{EEEAA5E7-5892-4C22-B4B9-91834BD409A7}" dt="2026-09-08T14:50:20.487" v="353" actId="20577"/>
          <ac:spMkLst>
            <pc:docMk/>
            <pc:sldMk cId="1003945393" sldId="390"/>
            <ac:spMk id="49" creationId="{8D6397E0-8A1E-7624-09F6-AA662FCD93A5}"/>
          </ac:spMkLst>
        </pc:spChg>
        <pc:spChg chg="mod">
          <ac:chgData name="Feist, Ella" userId="992bbaf2-811d-42cb-a4d6-e7fc45e325e8" providerId="ADAL" clId="{EEEAA5E7-5892-4C22-B4B9-91834BD409A7}" dt="2026-09-08T14:39:35.144" v="25" actId="790"/>
          <ac:spMkLst>
            <pc:docMk/>
            <pc:sldMk cId="1003945393" sldId="390"/>
            <ac:spMk id="51" creationId="{FECE6851-63BD-9624-625F-5B38B8E1D277}"/>
          </ac:spMkLst>
        </pc:spChg>
      </pc:sldChg>
      <pc:sldChg chg="delSp modSp mod delAnim">
        <pc:chgData name="Feist, Ella" userId="992bbaf2-811d-42cb-a4d6-e7fc45e325e8" providerId="ADAL" clId="{EEEAA5E7-5892-4C22-B4B9-91834BD409A7}" dt="2026-09-08T14:51:00.166" v="380" actId="20577"/>
        <pc:sldMkLst>
          <pc:docMk/>
          <pc:sldMk cId="4047554403" sldId="391"/>
        </pc:sldMkLst>
        <pc:spChg chg="mod">
          <ac:chgData name="Feist, Ella" userId="992bbaf2-811d-42cb-a4d6-e7fc45e325e8" providerId="ADAL" clId="{EEEAA5E7-5892-4C22-B4B9-91834BD409A7}" dt="2026-09-08T14:50:28.307" v="356"/>
          <ac:spMkLst>
            <pc:docMk/>
            <pc:sldMk cId="4047554403" sldId="391"/>
            <ac:spMk id="2" creationId="{854BE5B8-0FCB-41E8-3C36-B5FCF522CF7C}"/>
          </ac:spMkLst>
        </pc:spChg>
        <pc:spChg chg="mod">
          <ac:chgData name="Feist, Ella" userId="992bbaf2-811d-42cb-a4d6-e7fc45e325e8" providerId="ADAL" clId="{EEEAA5E7-5892-4C22-B4B9-91834BD409A7}" dt="2026-09-08T14:39:35.144" v="25" actId="790"/>
          <ac:spMkLst>
            <pc:docMk/>
            <pc:sldMk cId="4047554403" sldId="391"/>
            <ac:spMk id="4" creationId="{DA5C6BC9-C2E5-CD36-16C6-F63CDEC47B1C}"/>
          </ac:spMkLst>
        </pc:spChg>
        <pc:spChg chg="mod">
          <ac:chgData name="Feist, Ella" userId="992bbaf2-811d-42cb-a4d6-e7fc45e325e8" providerId="ADAL" clId="{EEEAA5E7-5892-4C22-B4B9-91834BD409A7}" dt="2026-09-08T14:50:47.486" v="365" actId="1076"/>
          <ac:spMkLst>
            <pc:docMk/>
            <pc:sldMk cId="4047554403" sldId="391"/>
            <ac:spMk id="5" creationId="{4D36E124-71BA-868B-2DD1-B4BDF627D7ED}"/>
          </ac:spMkLst>
        </pc:spChg>
        <pc:spChg chg="mod">
          <ac:chgData name="Feist, Ella" userId="992bbaf2-811d-42cb-a4d6-e7fc45e325e8" providerId="ADAL" clId="{EEEAA5E7-5892-4C22-B4B9-91834BD409A7}" dt="2026-09-08T14:39:35.144" v="25" actId="790"/>
          <ac:spMkLst>
            <pc:docMk/>
            <pc:sldMk cId="4047554403" sldId="391"/>
            <ac:spMk id="8" creationId="{BD3DF0FE-E1FC-A470-493D-6FB379403D95}"/>
          </ac:spMkLst>
        </pc:spChg>
        <pc:spChg chg="mod">
          <ac:chgData name="Feist, Ella" userId="992bbaf2-811d-42cb-a4d6-e7fc45e325e8" providerId="ADAL" clId="{EEEAA5E7-5892-4C22-B4B9-91834BD409A7}" dt="2026-09-08T14:39:35.144" v="25" actId="790"/>
          <ac:spMkLst>
            <pc:docMk/>
            <pc:sldMk cId="4047554403" sldId="391"/>
            <ac:spMk id="9" creationId="{3BAFAA96-9D79-0103-38AA-ABC7A9FB8380}"/>
          </ac:spMkLst>
        </pc:spChg>
        <pc:spChg chg="mod">
          <ac:chgData name="Feist, Ella" userId="992bbaf2-811d-42cb-a4d6-e7fc45e325e8" providerId="ADAL" clId="{EEEAA5E7-5892-4C22-B4B9-91834BD409A7}" dt="2026-09-08T14:50:55.825" v="367" actId="255"/>
          <ac:spMkLst>
            <pc:docMk/>
            <pc:sldMk cId="4047554403" sldId="391"/>
            <ac:spMk id="10" creationId="{7C5D2990-5BDE-369C-CF88-A7BF02FCF1F8}"/>
          </ac:spMkLst>
        </pc:spChg>
        <pc:spChg chg="mod">
          <ac:chgData name="Feist, Ella" userId="992bbaf2-811d-42cb-a4d6-e7fc45e325e8" providerId="ADAL" clId="{EEEAA5E7-5892-4C22-B4B9-91834BD409A7}" dt="2026-09-08T14:50:55.825" v="367" actId="255"/>
          <ac:spMkLst>
            <pc:docMk/>
            <pc:sldMk cId="4047554403" sldId="391"/>
            <ac:spMk id="11" creationId="{98F6AB75-66FC-3D01-4F61-CB5132814B39}"/>
          </ac:spMkLst>
        </pc:spChg>
        <pc:spChg chg="mod">
          <ac:chgData name="Feist, Ella" userId="992bbaf2-811d-42cb-a4d6-e7fc45e325e8" providerId="ADAL" clId="{EEEAA5E7-5892-4C22-B4B9-91834BD409A7}" dt="2026-09-08T14:51:00.166" v="380" actId="20577"/>
          <ac:spMkLst>
            <pc:docMk/>
            <pc:sldMk cId="4047554403" sldId="391"/>
            <ac:spMk id="13" creationId="{BE3E941C-8822-1061-8AFE-4AFD5C74CA2E}"/>
          </ac:spMkLst>
        </pc:spChg>
        <pc:picChg chg="mod">
          <ac:chgData name="Feist, Ella" userId="992bbaf2-811d-42cb-a4d6-e7fc45e325e8" providerId="ADAL" clId="{EEEAA5E7-5892-4C22-B4B9-91834BD409A7}" dt="2026-09-08T14:50:55.825" v="367" actId="255"/>
          <ac:picMkLst>
            <pc:docMk/>
            <pc:sldMk cId="4047554403" sldId="391"/>
            <ac:picMk id="12" creationId="{5F3943F1-B80D-DAF7-E98F-2FCD3C175DDD}"/>
          </ac:picMkLst>
        </pc:picChg>
      </pc:sldChg>
      <pc:sldChg chg="modSp mod">
        <pc:chgData name="Feist, Ella" userId="992bbaf2-811d-42cb-a4d6-e7fc45e325e8" providerId="ADAL" clId="{EEEAA5E7-5892-4C22-B4B9-91834BD409A7}" dt="2026-09-08T14:39:35.144" v="25" actId="790"/>
        <pc:sldMkLst>
          <pc:docMk/>
          <pc:sldMk cId="424104805" sldId="392"/>
        </pc:sldMkLst>
        <pc:spChg chg="mod">
          <ac:chgData name="Feist, Ella" userId="992bbaf2-811d-42cb-a4d6-e7fc45e325e8" providerId="ADAL" clId="{EEEAA5E7-5892-4C22-B4B9-91834BD409A7}" dt="2026-09-08T14:39:35.144" v="25" actId="790"/>
          <ac:spMkLst>
            <pc:docMk/>
            <pc:sldMk cId="424104805" sldId="392"/>
            <ac:spMk id="4" creationId="{94D6F3B3-2DC6-D214-4F83-34ADE4ADD047}"/>
          </ac:spMkLst>
        </pc:spChg>
        <pc:spChg chg="mod">
          <ac:chgData name="Feist, Ella" userId="992bbaf2-811d-42cb-a4d6-e7fc45e325e8" providerId="ADAL" clId="{EEEAA5E7-5892-4C22-B4B9-91834BD409A7}" dt="2026-09-08T14:39:35.144" v="25" actId="790"/>
          <ac:spMkLst>
            <pc:docMk/>
            <pc:sldMk cId="424104805" sldId="392"/>
            <ac:spMk id="5" creationId="{B8BAC3E8-ADAB-AB98-267D-B494EE3E4D01}"/>
          </ac:spMkLst>
        </pc:spChg>
      </pc:sldChg>
      <pc:sldChg chg="addSp modSp mod">
        <pc:chgData name="Feist, Ella" userId="992bbaf2-811d-42cb-a4d6-e7fc45e325e8" providerId="ADAL" clId="{EEEAA5E7-5892-4C22-B4B9-91834BD409A7}" dt="2026-09-08T14:51:16.081" v="394"/>
        <pc:sldMkLst>
          <pc:docMk/>
          <pc:sldMk cId="2465062726" sldId="393"/>
        </pc:sldMkLst>
        <pc:spChg chg="add mod">
          <ac:chgData name="Feist, Ella" userId="992bbaf2-811d-42cb-a4d6-e7fc45e325e8" providerId="ADAL" clId="{EEEAA5E7-5892-4C22-B4B9-91834BD409A7}" dt="2026-09-08T14:39:49.777" v="27"/>
          <ac:spMkLst>
            <pc:docMk/>
            <pc:sldMk cId="2465062726" sldId="393"/>
            <ac:spMk id="2" creationId="{FA38E4AC-1C32-46FA-B17A-3282A4D936C4}"/>
          </ac:spMkLst>
        </pc:spChg>
        <pc:spChg chg="mod">
          <ac:chgData name="Feist, Ella" userId="992bbaf2-811d-42cb-a4d6-e7fc45e325e8" providerId="ADAL" clId="{EEEAA5E7-5892-4C22-B4B9-91834BD409A7}" dt="2026-09-08T14:39:35.144" v="25" actId="790"/>
          <ac:spMkLst>
            <pc:docMk/>
            <pc:sldMk cId="2465062726" sldId="393"/>
            <ac:spMk id="4" creationId="{0B295750-91AA-B380-4116-0EC31E7299DB}"/>
          </ac:spMkLst>
        </pc:spChg>
        <pc:spChg chg="mod">
          <ac:chgData name="Feist, Ella" userId="992bbaf2-811d-42cb-a4d6-e7fc45e325e8" providerId="ADAL" clId="{EEEAA5E7-5892-4C22-B4B9-91834BD409A7}" dt="2026-09-08T14:51:16.081" v="394"/>
          <ac:spMkLst>
            <pc:docMk/>
            <pc:sldMk cId="2465062726" sldId="393"/>
            <ac:spMk id="5" creationId="{3E1D64AD-66F6-ABC9-D741-D036D41C2D32}"/>
          </ac:spMkLst>
        </pc:spChg>
      </pc:sldChg>
      <pc:sldChg chg="modSp mod">
        <pc:chgData name="Feist, Ella" userId="992bbaf2-811d-42cb-a4d6-e7fc45e325e8" providerId="ADAL" clId="{EEEAA5E7-5892-4C22-B4B9-91834BD409A7}" dt="2026-09-08T14:39:35.144" v="25" actId="790"/>
        <pc:sldMkLst>
          <pc:docMk/>
          <pc:sldMk cId="3484294980" sldId="394"/>
        </pc:sldMkLst>
        <pc:spChg chg="mod">
          <ac:chgData name="Feist, Ella" userId="992bbaf2-811d-42cb-a4d6-e7fc45e325e8" providerId="ADAL" clId="{EEEAA5E7-5892-4C22-B4B9-91834BD409A7}" dt="2026-09-08T14:39:35.144" v="25" actId="790"/>
          <ac:spMkLst>
            <pc:docMk/>
            <pc:sldMk cId="3484294980" sldId="394"/>
            <ac:spMk id="2" creationId="{28BDC319-C8CA-3CCB-7844-1A8EE16A5602}"/>
          </ac:spMkLst>
        </pc:spChg>
        <pc:spChg chg="mod">
          <ac:chgData name="Feist, Ella" userId="992bbaf2-811d-42cb-a4d6-e7fc45e325e8" providerId="ADAL" clId="{EEEAA5E7-5892-4C22-B4B9-91834BD409A7}" dt="2026-09-08T14:39:35.144" v="25" actId="790"/>
          <ac:spMkLst>
            <pc:docMk/>
            <pc:sldMk cId="3484294980" sldId="394"/>
            <ac:spMk id="3" creationId="{88F4CCA2-EDF0-F769-9954-2AC483FAC9D2}"/>
          </ac:spMkLst>
        </pc:spChg>
        <pc:spChg chg="mod">
          <ac:chgData name="Feist, Ella" userId="992bbaf2-811d-42cb-a4d6-e7fc45e325e8" providerId="ADAL" clId="{EEEAA5E7-5892-4C22-B4B9-91834BD409A7}" dt="2026-09-08T14:39:35.144" v="25" actId="790"/>
          <ac:spMkLst>
            <pc:docMk/>
            <pc:sldMk cId="3484294980" sldId="394"/>
            <ac:spMk id="4" creationId="{C75591D4-6D47-4AD4-EE0D-7F045911D762}"/>
          </ac:spMkLst>
        </pc:spChg>
      </pc:sldChg>
      <pc:sldChg chg="modSp mod">
        <pc:chgData name="Feist, Ella" userId="992bbaf2-811d-42cb-a4d6-e7fc45e325e8" providerId="ADAL" clId="{EEEAA5E7-5892-4C22-B4B9-91834BD409A7}" dt="2026-09-08T14:39:35.144" v="25" actId="790"/>
        <pc:sldMkLst>
          <pc:docMk/>
          <pc:sldMk cId="283491577" sldId="395"/>
        </pc:sldMkLst>
        <pc:spChg chg="mod">
          <ac:chgData name="Feist, Ella" userId="992bbaf2-811d-42cb-a4d6-e7fc45e325e8" providerId="ADAL" clId="{EEEAA5E7-5892-4C22-B4B9-91834BD409A7}" dt="2026-09-08T14:39:35.144" v="25" actId="790"/>
          <ac:spMkLst>
            <pc:docMk/>
            <pc:sldMk cId="283491577" sldId="395"/>
            <ac:spMk id="2" creationId="{4484DBBA-A071-BB2C-748C-7FAA2DFAF24E}"/>
          </ac:spMkLst>
        </pc:spChg>
        <pc:spChg chg="mod">
          <ac:chgData name="Feist, Ella" userId="992bbaf2-811d-42cb-a4d6-e7fc45e325e8" providerId="ADAL" clId="{EEEAA5E7-5892-4C22-B4B9-91834BD409A7}" dt="2026-09-08T14:39:35.144" v="25" actId="790"/>
          <ac:spMkLst>
            <pc:docMk/>
            <pc:sldMk cId="283491577" sldId="395"/>
            <ac:spMk id="3" creationId="{DA7E294C-D176-C092-2F62-8B23AEE19765}"/>
          </ac:spMkLst>
        </pc:spChg>
        <pc:spChg chg="mod">
          <ac:chgData name="Feist, Ella" userId="992bbaf2-811d-42cb-a4d6-e7fc45e325e8" providerId="ADAL" clId="{EEEAA5E7-5892-4C22-B4B9-91834BD409A7}" dt="2026-09-08T14:39:35.144" v="25" actId="790"/>
          <ac:spMkLst>
            <pc:docMk/>
            <pc:sldMk cId="283491577" sldId="395"/>
            <ac:spMk id="4" creationId="{5BD0DDF6-E824-FF99-0D42-963EEC4D5CC2}"/>
          </ac:spMkLst>
        </pc:spChg>
        <pc:spChg chg="mod">
          <ac:chgData name="Feist, Ella" userId="992bbaf2-811d-42cb-a4d6-e7fc45e325e8" providerId="ADAL" clId="{EEEAA5E7-5892-4C22-B4B9-91834BD409A7}" dt="2026-09-08T14:39:35.144" v="25" actId="790"/>
          <ac:spMkLst>
            <pc:docMk/>
            <pc:sldMk cId="283491577" sldId="395"/>
            <ac:spMk id="5" creationId="{063D7535-1B58-DD52-F89D-514EB29E1A20}"/>
          </ac:spMkLst>
        </pc:spChg>
      </pc:sldChg>
      <pc:sldChg chg="modSp mod">
        <pc:chgData name="Feist, Ella" userId="992bbaf2-811d-42cb-a4d6-e7fc45e325e8" providerId="ADAL" clId="{EEEAA5E7-5892-4C22-B4B9-91834BD409A7}" dt="2026-09-08T14:39:35.144" v="25" actId="790"/>
        <pc:sldMkLst>
          <pc:docMk/>
          <pc:sldMk cId="1342865603" sldId="396"/>
        </pc:sldMkLst>
        <pc:spChg chg="mod">
          <ac:chgData name="Feist, Ella" userId="992bbaf2-811d-42cb-a4d6-e7fc45e325e8" providerId="ADAL" clId="{EEEAA5E7-5892-4C22-B4B9-91834BD409A7}" dt="2026-09-08T14:39:35.144" v="25" actId="790"/>
          <ac:spMkLst>
            <pc:docMk/>
            <pc:sldMk cId="1342865603" sldId="396"/>
            <ac:spMk id="4" creationId="{B057D79A-915C-4202-0951-5D1D5A26DA69}"/>
          </ac:spMkLst>
        </pc:spChg>
        <pc:spChg chg="mod">
          <ac:chgData name="Feist, Ella" userId="992bbaf2-811d-42cb-a4d6-e7fc45e325e8" providerId="ADAL" clId="{EEEAA5E7-5892-4C22-B4B9-91834BD409A7}" dt="2026-09-08T14:39:35.144" v="25" actId="790"/>
          <ac:spMkLst>
            <pc:docMk/>
            <pc:sldMk cId="1342865603" sldId="396"/>
            <ac:spMk id="5" creationId="{163232CA-9D3E-60A5-C272-597D2FB49FB9}"/>
          </ac:spMkLst>
        </pc:spChg>
      </pc:sldChg>
      <pc:sldChg chg="addSp delSp modSp mod modClrScheme chgLayout">
        <pc:chgData name="Feist, Ella" userId="992bbaf2-811d-42cb-a4d6-e7fc45e325e8" providerId="ADAL" clId="{EEEAA5E7-5892-4C22-B4B9-91834BD409A7}" dt="2026-09-08T14:51:44.126" v="403" actId="700"/>
        <pc:sldMkLst>
          <pc:docMk/>
          <pc:sldMk cId="42876727" sldId="398"/>
        </pc:sldMkLst>
        <pc:spChg chg="mod ord">
          <ac:chgData name="Feist, Ella" userId="992bbaf2-811d-42cb-a4d6-e7fc45e325e8" providerId="ADAL" clId="{EEEAA5E7-5892-4C22-B4B9-91834BD409A7}" dt="2026-09-08T14:51:44.126" v="403" actId="700"/>
          <ac:spMkLst>
            <pc:docMk/>
            <pc:sldMk cId="42876727" sldId="398"/>
            <ac:spMk id="2" creationId="{F2A1015F-1DFB-AF74-A3D2-B79BD3E29A64}"/>
          </ac:spMkLst>
        </pc:spChg>
        <pc:spChg chg="mod ord">
          <ac:chgData name="Feist, Ella" userId="992bbaf2-811d-42cb-a4d6-e7fc45e325e8" providerId="ADAL" clId="{EEEAA5E7-5892-4C22-B4B9-91834BD409A7}" dt="2026-09-08T14:51:44.126" v="403" actId="700"/>
          <ac:spMkLst>
            <pc:docMk/>
            <pc:sldMk cId="42876727" sldId="398"/>
            <ac:spMk id="3" creationId="{316035DD-5FB6-3CA1-6473-3B49FD617472}"/>
          </ac:spMkLst>
        </pc:spChg>
        <pc:spChg chg="mod ord">
          <ac:chgData name="Feist, Ella" userId="992bbaf2-811d-42cb-a4d6-e7fc45e325e8" providerId="ADAL" clId="{EEEAA5E7-5892-4C22-B4B9-91834BD409A7}" dt="2026-09-08T14:51:44.126" v="403" actId="700"/>
          <ac:spMkLst>
            <pc:docMk/>
            <pc:sldMk cId="42876727" sldId="398"/>
            <ac:spMk id="5" creationId="{BD046A27-2199-807C-9828-3C64EEFE1431}"/>
          </ac:spMkLst>
        </pc:spChg>
      </pc:sldChg>
      <pc:sldChg chg="modSp mod">
        <pc:chgData name="Feist, Ella" userId="992bbaf2-811d-42cb-a4d6-e7fc45e325e8" providerId="ADAL" clId="{EEEAA5E7-5892-4C22-B4B9-91834BD409A7}" dt="2026-09-08T14:51:51.579" v="410" actId="20577"/>
        <pc:sldMkLst>
          <pc:docMk/>
          <pc:sldMk cId="1666006778" sldId="399"/>
        </pc:sldMkLst>
        <pc:spChg chg="mod">
          <ac:chgData name="Feist, Ella" userId="992bbaf2-811d-42cb-a4d6-e7fc45e325e8" providerId="ADAL" clId="{EEEAA5E7-5892-4C22-B4B9-91834BD409A7}" dt="2026-09-08T14:39:35.144" v="25" actId="790"/>
          <ac:spMkLst>
            <pc:docMk/>
            <pc:sldMk cId="1666006778" sldId="399"/>
            <ac:spMk id="4" creationId="{F7307E01-6A17-0400-60BC-80D5340F2F3A}"/>
          </ac:spMkLst>
        </pc:spChg>
        <pc:spChg chg="mod">
          <ac:chgData name="Feist, Ella" userId="992bbaf2-811d-42cb-a4d6-e7fc45e325e8" providerId="ADAL" clId="{EEEAA5E7-5892-4C22-B4B9-91834BD409A7}" dt="2026-09-08T14:51:48.894" v="406" actId="6549"/>
          <ac:spMkLst>
            <pc:docMk/>
            <pc:sldMk cId="1666006778" sldId="399"/>
            <ac:spMk id="5" creationId="{30FA3B17-8680-7276-7E9E-EB668D8F94FD}"/>
          </ac:spMkLst>
        </pc:spChg>
        <pc:spChg chg="mod">
          <ac:chgData name="Feist, Ella" userId="992bbaf2-811d-42cb-a4d6-e7fc45e325e8" providerId="ADAL" clId="{EEEAA5E7-5892-4C22-B4B9-91834BD409A7}" dt="2026-09-08T14:51:51.579" v="410" actId="20577"/>
          <ac:spMkLst>
            <pc:docMk/>
            <pc:sldMk cId="1666006778" sldId="399"/>
            <ac:spMk id="6" creationId="{47F7AD0E-A147-1DC2-A78F-7539CF1C3D7E}"/>
          </ac:spMkLst>
        </pc:spChg>
      </pc:sldChg>
      <pc:sldChg chg="modSp mod">
        <pc:chgData name="Feist, Ella" userId="992bbaf2-811d-42cb-a4d6-e7fc45e325e8" providerId="ADAL" clId="{EEEAA5E7-5892-4C22-B4B9-91834BD409A7}" dt="2026-09-08T14:39:35.144" v="25" actId="790"/>
        <pc:sldMkLst>
          <pc:docMk/>
          <pc:sldMk cId="3315062294" sldId="400"/>
        </pc:sldMkLst>
        <pc:spChg chg="mod">
          <ac:chgData name="Feist, Ella" userId="992bbaf2-811d-42cb-a4d6-e7fc45e325e8" providerId="ADAL" clId="{EEEAA5E7-5892-4C22-B4B9-91834BD409A7}" dt="2026-09-08T14:39:35.144" v="25" actId="790"/>
          <ac:spMkLst>
            <pc:docMk/>
            <pc:sldMk cId="3315062294" sldId="400"/>
            <ac:spMk id="4" creationId="{F50CC3C3-68E8-6A95-586F-0BA2750E47D3}"/>
          </ac:spMkLst>
        </pc:spChg>
        <pc:spChg chg="mod">
          <ac:chgData name="Feist, Ella" userId="992bbaf2-811d-42cb-a4d6-e7fc45e325e8" providerId="ADAL" clId="{EEEAA5E7-5892-4C22-B4B9-91834BD409A7}" dt="2026-09-08T14:39:35.144" v="25" actId="790"/>
          <ac:spMkLst>
            <pc:docMk/>
            <pc:sldMk cId="3315062294" sldId="400"/>
            <ac:spMk id="5" creationId="{33CDA552-01A6-71E6-D8EF-EEBEF7BAA613}"/>
          </ac:spMkLst>
        </pc:spChg>
      </pc:sldChg>
      <pc:sldChg chg="addSp delSp modSp mod modClrScheme chgLayout">
        <pc:chgData name="Feist, Ella" userId="992bbaf2-811d-42cb-a4d6-e7fc45e325e8" providerId="ADAL" clId="{EEEAA5E7-5892-4C22-B4B9-91834BD409A7}" dt="2026-09-08T14:52:49.940" v="444" actId="12"/>
        <pc:sldMkLst>
          <pc:docMk/>
          <pc:sldMk cId="869403852" sldId="401"/>
        </pc:sldMkLst>
        <pc:spChg chg="add mod ord">
          <ac:chgData name="Feist, Ella" userId="992bbaf2-811d-42cb-a4d6-e7fc45e325e8" providerId="ADAL" clId="{EEEAA5E7-5892-4C22-B4B9-91834BD409A7}" dt="2026-09-08T14:52:16.457" v="423" actId="700"/>
          <ac:spMkLst>
            <pc:docMk/>
            <pc:sldMk cId="869403852" sldId="401"/>
            <ac:spMk id="2" creationId="{6276AD8F-2E35-7B70-BBC6-4716E09F383A}"/>
          </ac:spMkLst>
        </pc:spChg>
        <pc:spChg chg="mod ord">
          <ac:chgData name="Feist, Ella" userId="992bbaf2-811d-42cb-a4d6-e7fc45e325e8" providerId="ADAL" clId="{EEEAA5E7-5892-4C22-B4B9-91834BD409A7}" dt="2026-09-08T14:52:16.457" v="423" actId="700"/>
          <ac:spMkLst>
            <pc:docMk/>
            <pc:sldMk cId="869403852" sldId="401"/>
            <ac:spMk id="4" creationId="{2DD203E4-66BF-5F67-B9E6-35EDE0D5A9C9}"/>
          </ac:spMkLst>
        </pc:spChg>
        <pc:spChg chg="mod ord">
          <ac:chgData name="Feist, Ella" userId="992bbaf2-811d-42cb-a4d6-e7fc45e325e8" providerId="ADAL" clId="{EEEAA5E7-5892-4C22-B4B9-91834BD409A7}" dt="2026-09-08T14:52:16.457" v="423" actId="700"/>
          <ac:spMkLst>
            <pc:docMk/>
            <pc:sldMk cId="869403852" sldId="401"/>
            <ac:spMk id="5" creationId="{5538A209-CAD3-AE51-45D3-4795703C580B}"/>
          </ac:spMkLst>
        </pc:spChg>
        <pc:spChg chg="add mod">
          <ac:chgData name="Feist, Ella" userId="992bbaf2-811d-42cb-a4d6-e7fc45e325e8" providerId="ADAL" clId="{EEEAA5E7-5892-4C22-B4B9-91834BD409A7}" dt="2026-09-08T14:52:49.940" v="444" actId="12"/>
          <ac:spMkLst>
            <pc:docMk/>
            <pc:sldMk cId="869403852" sldId="401"/>
            <ac:spMk id="8" creationId="{903ADEE4-DDAB-1901-66FD-71EF2E3B86AD}"/>
          </ac:spMkLst>
        </pc:spChg>
      </pc:sldChg>
      <pc:sldChg chg="addSp delSp modSp mod modClrScheme chgLayout">
        <pc:chgData name="Feist, Ella" userId="992bbaf2-811d-42cb-a4d6-e7fc45e325e8" providerId="ADAL" clId="{EEEAA5E7-5892-4C22-B4B9-91834BD409A7}" dt="2026-09-08T14:52:45.854" v="443" actId="1076"/>
        <pc:sldMkLst>
          <pc:docMk/>
          <pc:sldMk cId="1628803564" sldId="402"/>
        </pc:sldMkLst>
        <pc:spChg chg="mod ord">
          <ac:chgData name="Feist, Ella" userId="992bbaf2-811d-42cb-a4d6-e7fc45e325e8" providerId="ADAL" clId="{EEEAA5E7-5892-4C22-B4B9-91834BD409A7}" dt="2026-09-08T14:52:39.673" v="439" actId="700"/>
          <ac:spMkLst>
            <pc:docMk/>
            <pc:sldMk cId="1628803564" sldId="402"/>
            <ac:spMk id="2" creationId="{785F852E-FC23-46CE-08D7-71B36A4BFFFE}"/>
          </ac:spMkLst>
        </pc:spChg>
        <pc:spChg chg="mod ord">
          <ac:chgData name="Feist, Ella" userId="992bbaf2-811d-42cb-a4d6-e7fc45e325e8" providerId="ADAL" clId="{EEEAA5E7-5892-4C22-B4B9-91834BD409A7}" dt="2026-09-08T14:52:39.673" v="439" actId="700"/>
          <ac:spMkLst>
            <pc:docMk/>
            <pc:sldMk cId="1628803564" sldId="402"/>
            <ac:spMk id="3" creationId="{FD6D21DB-C6FE-4CE1-36C0-763C072BEC8A}"/>
          </ac:spMkLst>
        </pc:spChg>
        <pc:spChg chg="mod ord">
          <ac:chgData name="Feist, Ella" userId="992bbaf2-811d-42cb-a4d6-e7fc45e325e8" providerId="ADAL" clId="{EEEAA5E7-5892-4C22-B4B9-91834BD409A7}" dt="2026-09-08T14:52:39.673" v="439" actId="700"/>
          <ac:spMkLst>
            <pc:docMk/>
            <pc:sldMk cId="1628803564" sldId="402"/>
            <ac:spMk id="5" creationId="{8866A678-D5A9-D41B-940E-F571C1F944BD}"/>
          </ac:spMkLst>
        </pc:spChg>
        <pc:spChg chg="add mod">
          <ac:chgData name="Feist, Ella" userId="992bbaf2-811d-42cb-a4d6-e7fc45e325e8" providerId="ADAL" clId="{EEEAA5E7-5892-4C22-B4B9-91834BD409A7}" dt="2026-09-08T14:52:45.854" v="443" actId="1076"/>
          <ac:spMkLst>
            <pc:docMk/>
            <pc:sldMk cId="1628803564" sldId="402"/>
            <ac:spMk id="8" creationId="{A37E5B93-C64A-6A53-697A-3FCF4998B230}"/>
          </ac:spMkLst>
        </pc:spChg>
      </pc:sldChg>
      <pc:sldChg chg="modSp mod">
        <pc:chgData name="Feist, Ella" userId="992bbaf2-811d-42cb-a4d6-e7fc45e325e8" providerId="ADAL" clId="{EEEAA5E7-5892-4C22-B4B9-91834BD409A7}" dt="2026-09-08T14:53:19.802" v="472" actId="20577"/>
        <pc:sldMkLst>
          <pc:docMk/>
          <pc:sldMk cId="3963747852" sldId="403"/>
        </pc:sldMkLst>
        <pc:spChg chg="mod">
          <ac:chgData name="Feist, Ella" userId="992bbaf2-811d-42cb-a4d6-e7fc45e325e8" providerId="ADAL" clId="{EEEAA5E7-5892-4C22-B4B9-91834BD409A7}" dt="2026-09-08T14:53:10.772" v="461" actId="6549"/>
          <ac:spMkLst>
            <pc:docMk/>
            <pc:sldMk cId="3963747852" sldId="403"/>
            <ac:spMk id="2" creationId="{3619B98D-9BE9-B82E-C05A-741A0149C46C}"/>
          </ac:spMkLst>
        </pc:spChg>
        <pc:spChg chg="mod">
          <ac:chgData name="Feist, Ella" userId="992bbaf2-811d-42cb-a4d6-e7fc45e325e8" providerId="ADAL" clId="{EEEAA5E7-5892-4C22-B4B9-91834BD409A7}" dt="2026-09-08T14:53:19.802" v="472" actId="20577"/>
          <ac:spMkLst>
            <pc:docMk/>
            <pc:sldMk cId="3963747852" sldId="403"/>
            <ac:spMk id="3" creationId="{966F691F-7638-2683-308F-21C90D44A21E}"/>
          </ac:spMkLst>
        </pc:spChg>
        <pc:spChg chg="mod">
          <ac:chgData name="Feist, Ella" userId="992bbaf2-811d-42cb-a4d6-e7fc45e325e8" providerId="ADAL" clId="{EEEAA5E7-5892-4C22-B4B9-91834BD409A7}" dt="2026-09-08T14:39:35.144" v="25" actId="790"/>
          <ac:spMkLst>
            <pc:docMk/>
            <pc:sldMk cId="3963747852" sldId="403"/>
            <ac:spMk id="4" creationId="{349A1451-5075-25D9-6BB0-019A9397EDA3}"/>
          </ac:spMkLst>
        </pc:spChg>
        <pc:spChg chg="mod">
          <ac:chgData name="Feist, Ella" userId="992bbaf2-811d-42cb-a4d6-e7fc45e325e8" providerId="ADAL" clId="{EEEAA5E7-5892-4C22-B4B9-91834BD409A7}" dt="2026-09-08T14:39:35.144" v="25" actId="790"/>
          <ac:spMkLst>
            <pc:docMk/>
            <pc:sldMk cId="3963747852" sldId="403"/>
            <ac:spMk id="5" creationId="{766AB94E-ADC1-4461-08CC-6E23863C3833}"/>
          </ac:spMkLst>
        </pc:spChg>
      </pc:sldChg>
      <pc:sldChg chg="modSp mod">
        <pc:chgData name="Feist, Ella" userId="992bbaf2-811d-42cb-a4d6-e7fc45e325e8" providerId="ADAL" clId="{EEEAA5E7-5892-4C22-B4B9-91834BD409A7}" dt="2026-09-08T14:53:04.259" v="458" actId="20577"/>
        <pc:sldMkLst>
          <pc:docMk/>
          <pc:sldMk cId="1471556282" sldId="404"/>
        </pc:sldMkLst>
        <pc:spChg chg="mod">
          <ac:chgData name="Feist, Ella" userId="992bbaf2-811d-42cb-a4d6-e7fc45e325e8" providerId="ADAL" clId="{EEEAA5E7-5892-4C22-B4B9-91834BD409A7}" dt="2026-09-08T14:52:54.141" v="447" actId="6549"/>
          <ac:spMkLst>
            <pc:docMk/>
            <pc:sldMk cId="1471556282" sldId="404"/>
            <ac:spMk id="2" creationId="{F61946D5-A958-2255-0A6C-ADC444B7CE1F}"/>
          </ac:spMkLst>
        </pc:spChg>
        <pc:spChg chg="mod">
          <ac:chgData name="Feist, Ella" userId="992bbaf2-811d-42cb-a4d6-e7fc45e325e8" providerId="ADAL" clId="{EEEAA5E7-5892-4C22-B4B9-91834BD409A7}" dt="2026-09-08T14:53:04.259" v="458" actId="20577"/>
          <ac:spMkLst>
            <pc:docMk/>
            <pc:sldMk cId="1471556282" sldId="404"/>
            <ac:spMk id="3" creationId="{413C5132-3DFD-8894-0E43-A442DBDF763A}"/>
          </ac:spMkLst>
        </pc:spChg>
        <pc:spChg chg="mod">
          <ac:chgData name="Feist, Ella" userId="992bbaf2-811d-42cb-a4d6-e7fc45e325e8" providerId="ADAL" clId="{EEEAA5E7-5892-4C22-B4B9-91834BD409A7}" dt="2026-09-08T14:39:35.144" v="25" actId="790"/>
          <ac:spMkLst>
            <pc:docMk/>
            <pc:sldMk cId="1471556282" sldId="404"/>
            <ac:spMk id="4" creationId="{C209FAA1-2D07-FF21-0946-D0441F82E0AD}"/>
          </ac:spMkLst>
        </pc:spChg>
        <pc:spChg chg="mod">
          <ac:chgData name="Feist, Ella" userId="992bbaf2-811d-42cb-a4d6-e7fc45e325e8" providerId="ADAL" clId="{EEEAA5E7-5892-4C22-B4B9-91834BD409A7}" dt="2026-09-08T14:39:35.144" v="25" actId="790"/>
          <ac:spMkLst>
            <pc:docMk/>
            <pc:sldMk cId="1471556282" sldId="404"/>
            <ac:spMk id="5" creationId="{9C238878-AA0D-971B-2615-22968967B724}"/>
          </ac:spMkLst>
        </pc:spChg>
      </pc:sldChg>
      <pc:sldChg chg="modSp mod">
        <pc:chgData name="Feist, Ella" userId="992bbaf2-811d-42cb-a4d6-e7fc45e325e8" providerId="ADAL" clId="{EEEAA5E7-5892-4C22-B4B9-91834BD409A7}" dt="2026-09-08T14:53:23.316" v="473" actId="20577"/>
        <pc:sldMkLst>
          <pc:docMk/>
          <pc:sldMk cId="3469744285" sldId="405"/>
        </pc:sldMkLst>
        <pc:spChg chg="mod">
          <ac:chgData name="Feist, Ella" userId="992bbaf2-811d-42cb-a4d6-e7fc45e325e8" providerId="ADAL" clId="{EEEAA5E7-5892-4C22-B4B9-91834BD409A7}" dt="2026-09-08T14:53:23.316" v="473" actId="20577"/>
          <ac:spMkLst>
            <pc:docMk/>
            <pc:sldMk cId="3469744285" sldId="405"/>
            <ac:spMk id="2" creationId="{1433413D-D274-51A0-7A2C-2B9BAE8B5672}"/>
          </ac:spMkLst>
        </pc:spChg>
      </pc:sldChg>
      <pc:sldChg chg="modSp mod">
        <pc:chgData name="Feist, Ella" userId="992bbaf2-811d-42cb-a4d6-e7fc45e325e8" providerId="ADAL" clId="{EEEAA5E7-5892-4C22-B4B9-91834BD409A7}" dt="2026-09-08T14:53:26.183" v="474" actId="20577"/>
        <pc:sldMkLst>
          <pc:docMk/>
          <pc:sldMk cId="4228028031" sldId="406"/>
        </pc:sldMkLst>
        <pc:spChg chg="mod">
          <ac:chgData name="Feist, Ella" userId="992bbaf2-811d-42cb-a4d6-e7fc45e325e8" providerId="ADAL" clId="{EEEAA5E7-5892-4C22-B4B9-91834BD409A7}" dt="2026-09-08T14:53:26.183" v="474" actId="20577"/>
          <ac:spMkLst>
            <pc:docMk/>
            <pc:sldMk cId="4228028031" sldId="406"/>
            <ac:spMk id="2" creationId="{EE194CE2-F339-10F0-5A21-5ECF34DE70A8}"/>
          </ac:spMkLst>
        </pc:spChg>
      </pc:sldChg>
    </pc:docChg>
  </pc:docChgLst>
  <pc:docChgLst>
    <pc:chgData name="Mike Howell" userId="ba8173ce-ad65-4ee7-895b-751ee0876514" providerId="ADAL" clId="{22582F28-1372-429E-8890-95665847F34B}"/>
    <pc:docChg chg="modSld">
      <pc:chgData name="Mike Howell" userId="ba8173ce-ad65-4ee7-895b-751ee0876514" providerId="ADAL" clId="{22582F28-1372-429E-8890-95665847F34B}" dt="2026-09-26T20:54:32.915" v="31"/>
      <pc:docMkLst>
        <pc:docMk/>
      </pc:docMkLst>
      <pc:sldChg chg="modSp mod setBg">
        <pc:chgData name="Mike Howell" userId="ba8173ce-ad65-4ee7-895b-751ee0876514" providerId="ADAL" clId="{22582F28-1372-429E-8890-95665847F34B}" dt="2026-09-26T20:52:58.844" v="3" actId="207"/>
        <pc:sldMkLst>
          <pc:docMk/>
          <pc:sldMk cId="1240141340" sldId="298"/>
        </pc:sldMkLst>
        <pc:spChg chg="mod">
          <ac:chgData name="Mike Howell" userId="ba8173ce-ad65-4ee7-895b-751ee0876514" providerId="ADAL" clId="{22582F28-1372-429E-8890-95665847F34B}" dt="2026-09-26T20:52:58.844" v="3" actId="207"/>
          <ac:spMkLst>
            <pc:docMk/>
            <pc:sldMk cId="1240141340" sldId="298"/>
            <ac:spMk id="2" creationId="{81DBBEA1-EE2B-2986-44CE-2891957F2440}"/>
          </ac:spMkLst>
        </pc:spChg>
      </pc:sldChg>
      <pc:sldChg chg="setBg">
        <pc:chgData name="Mike Howell" userId="ba8173ce-ad65-4ee7-895b-751ee0876514" providerId="ADAL" clId="{22582F28-1372-429E-8890-95665847F34B}" dt="2026-09-26T20:52:42.930" v="1"/>
        <pc:sldMkLst>
          <pc:docMk/>
          <pc:sldMk cId="2494540819" sldId="337"/>
        </pc:sldMkLst>
      </pc:sldChg>
      <pc:sldChg chg="setBg">
        <pc:chgData name="Mike Howell" userId="ba8173ce-ad65-4ee7-895b-751ee0876514" providerId="ADAL" clId="{22582F28-1372-429E-8890-95665847F34B}" dt="2026-09-26T20:53:05.794" v="4"/>
        <pc:sldMkLst>
          <pc:docMk/>
          <pc:sldMk cId="1538899804" sldId="379"/>
        </pc:sldMkLst>
      </pc:sldChg>
      <pc:sldChg chg="setBg">
        <pc:chgData name="Mike Howell" userId="ba8173ce-ad65-4ee7-895b-751ee0876514" providerId="ADAL" clId="{22582F28-1372-429E-8890-95665847F34B}" dt="2026-09-26T20:53:09.618" v="5"/>
        <pc:sldMkLst>
          <pc:docMk/>
          <pc:sldMk cId="1072965067" sldId="380"/>
        </pc:sldMkLst>
      </pc:sldChg>
      <pc:sldChg chg="setBg">
        <pc:chgData name="Mike Howell" userId="ba8173ce-ad65-4ee7-895b-751ee0876514" providerId="ADAL" clId="{22582F28-1372-429E-8890-95665847F34B}" dt="2026-09-26T20:53:11.906" v="6"/>
        <pc:sldMkLst>
          <pc:docMk/>
          <pc:sldMk cId="1574696964" sldId="381"/>
        </pc:sldMkLst>
      </pc:sldChg>
      <pc:sldChg chg="setBg">
        <pc:chgData name="Mike Howell" userId="ba8173ce-ad65-4ee7-895b-751ee0876514" providerId="ADAL" clId="{22582F28-1372-429E-8890-95665847F34B}" dt="2026-09-26T20:53:14.546" v="7"/>
        <pc:sldMkLst>
          <pc:docMk/>
          <pc:sldMk cId="836046848" sldId="382"/>
        </pc:sldMkLst>
      </pc:sldChg>
      <pc:sldChg chg="setBg">
        <pc:chgData name="Mike Howell" userId="ba8173ce-ad65-4ee7-895b-751ee0876514" providerId="ADAL" clId="{22582F28-1372-429E-8890-95665847F34B}" dt="2026-09-26T20:53:17.490" v="8"/>
        <pc:sldMkLst>
          <pc:docMk/>
          <pc:sldMk cId="4019888150" sldId="383"/>
        </pc:sldMkLst>
      </pc:sldChg>
      <pc:sldChg chg="setBg">
        <pc:chgData name="Mike Howell" userId="ba8173ce-ad65-4ee7-895b-751ee0876514" providerId="ADAL" clId="{22582F28-1372-429E-8890-95665847F34B}" dt="2026-09-26T20:53:21.258" v="9"/>
        <pc:sldMkLst>
          <pc:docMk/>
          <pc:sldMk cId="2278858684" sldId="384"/>
        </pc:sldMkLst>
      </pc:sldChg>
      <pc:sldChg chg="setBg">
        <pc:chgData name="Mike Howell" userId="ba8173ce-ad65-4ee7-895b-751ee0876514" providerId="ADAL" clId="{22582F28-1372-429E-8890-95665847F34B}" dt="2026-09-26T20:53:24.618" v="10"/>
        <pc:sldMkLst>
          <pc:docMk/>
          <pc:sldMk cId="2535633980" sldId="385"/>
        </pc:sldMkLst>
      </pc:sldChg>
      <pc:sldChg chg="setBg">
        <pc:chgData name="Mike Howell" userId="ba8173ce-ad65-4ee7-895b-751ee0876514" providerId="ADAL" clId="{22582F28-1372-429E-8890-95665847F34B}" dt="2026-09-26T20:53:28.185" v="11"/>
        <pc:sldMkLst>
          <pc:docMk/>
          <pc:sldMk cId="3828511230" sldId="386"/>
        </pc:sldMkLst>
      </pc:sldChg>
      <pc:sldChg chg="setBg">
        <pc:chgData name="Mike Howell" userId="ba8173ce-ad65-4ee7-895b-751ee0876514" providerId="ADAL" clId="{22582F28-1372-429E-8890-95665847F34B}" dt="2026-09-26T20:53:31.434" v="12"/>
        <pc:sldMkLst>
          <pc:docMk/>
          <pc:sldMk cId="1909404831" sldId="387"/>
        </pc:sldMkLst>
      </pc:sldChg>
      <pc:sldChg chg="setBg">
        <pc:chgData name="Mike Howell" userId="ba8173ce-ad65-4ee7-895b-751ee0876514" providerId="ADAL" clId="{22582F28-1372-429E-8890-95665847F34B}" dt="2026-09-26T20:53:34.538" v="13"/>
        <pc:sldMkLst>
          <pc:docMk/>
          <pc:sldMk cId="4185646351" sldId="388"/>
        </pc:sldMkLst>
      </pc:sldChg>
      <pc:sldChg chg="setBg">
        <pc:chgData name="Mike Howell" userId="ba8173ce-ad65-4ee7-895b-751ee0876514" providerId="ADAL" clId="{22582F28-1372-429E-8890-95665847F34B}" dt="2026-09-26T20:53:37.363" v="14"/>
        <pc:sldMkLst>
          <pc:docMk/>
          <pc:sldMk cId="312191838" sldId="389"/>
        </pc:sldMkLst>
      </pc:sldChg>
      <pc:sldChg chg="setBg">
        <pc:chgData name="Mike Howell" userId="ba8173ce-ad65-4ee7-895b-751ee0876514" providerId="ADAL" clId="{22582F28-1372-429E-8890-95665847F34B}" dt="2026-09-26T20:53:45.058" v="15"/>
        <pc:sldMkLst>
          <pc:docMk/>
          <pc:sldMk cId="1003945393" sldId="390"/>
        </pc:sldMkLst>
      </pc:sldChg>
      <pc:sldChg chg="setBg">
        <pc:chgData name="Mike Howell" userId="ba8173ce-ad65-4ee7-895b-751ee0876514" providerId="ADAL" clId="{22582F28-1372-429E-8890-95665847F34B}" dt="2026-09-26T20:53:47.401" v="16"/>
        <pc:sldMkLst>
          <pc:docMk/>
          <pc:sldMk cId="4047554403" sldId="391"/>
        </pc:sldMkLst>
      </pc:sldChg>
      <pc:sldChg chg="setBg">
        <pc:chgData name="Mike Howell" userId="ba8173ce-ad65-4ee7-895b-751ee0876514" providerId="ADAL" clId="{22582F28-1372-429E-8890-95665847F34B}" dt="2026-09-26T20:53:50.065" v="17"/>
        <pc:sldMkLst>
          <pc:docMk/>
          <pc:sldMk cId="424104805" sldId="392"/>
        </pc:sldMkLst>
      </pc:sldChg>
      <pc:sldChg chg="setBg">
        <pc:chgData name="Mike Howell" userId="ba8173ce-ad65-4ee7-895b-751ee0876514" providerId="ADAL" clId="{22582F28-1372-429E-8890-95665847F34B}" dt="2026-09-26T20:53:52.682" v="18"/>
        <pc:sldMkLst>
          <pc:docMk/>
          <pc:sldMk cId="2465062726" sldId="393"/>
        </pc:sldMkLst>
      </pc:sldChg>
      <pc:sldChg chg="setBg">
        <pc:chgData name="Mike Howell" userId="ba8173ce-ad65-4ee7-895b-751ee0876514" providerId="ADAL" clId="{22582F28-1372-429E-8890-95665847F34B}" dt="2026-09-26T20:53:55.746" v="19"/>
        <pc:sldMkLst>
          <pc:docMk/>
          <pc:sldMk cId="3484294980" sldId="394"/>
        </pc:sldMkLst>
      </pc:sldChg>
      <pc:sldChg chg="setBg">
        <pc:chgData name="Mike Howell" userId="ba8173ce-ad65-4ee7-895b-751ee0876514" providerId="ADAL" clId="{22582F28-1372-429E-8890-95665847F34B}" dt="2026-09-26T20:53:59.562" v="20"/>
        <pc:sldMkLst>
          <pc:docMk/>
          <pc:sldMk cId="283491577" sldId="395"/>
        </pc:sldMkLst>
      </pc:sldChg>
      <pc:sldChg chg="setBg">
        <pc:chgData name="Mike Howell" userId="ba8173ce-ad65-4ee7-895b-751ee0876514" providerId="ADAL" clId="{22582F28-1372-429E-8890-95665847F34B}" dt="2026-09-26T20:54:04.498" v="21"/>
        <pc:sldMkLst>
          <pc:docMk/>
          <pc:sldMk cId="42876727" sldId="398"/>
        </pc:sldMkLst>
      </pc:sldChg>
      <pc:sldChg chg="setBg">
        <pc:chgData name="Mike Howell" userId="ba8173ce-ad65-4ee7-895b-751ee0876514" providerId="ADAL" clId="{22582F28-1372-429E-8890-95665847F34B}" dt="2026-09-26T20:54:07.497" v="22"/>
        <pc:sldMkLst>
          <pc:docMk/>
          <pc:sldMk cId="1666006778" sldId="399"/>
        </pc:sldMkLst>
      </pc:sldChg>
      <pc:sldChg chg="setBg">
        <pc:chgData name="Mike Howell" userId="ba8173ce-ad65-4ee7-895b-751ee0876514" providerId="ADAL" clId="{22582F28-1372-429E-8890-95665847F34B}" dt="2026-09-26T20:54:11.425" v="23"/>
        <pc:sldMkLst>
          <pc:docMk/>
          <pc:sldMk cId="869403852" sldId="401"/>
        </pc:sldMkLst>
      </pc:sldChg>
      <pc:sldChg chg="setBg">
        <pc:chgData name="Mike Howell" userId="ba8173ce-ad65-4ee7-895b-751ee0876514" providerId="ADAL" clId="{22582F28-1372-429E-8890-95665847F34B}" dt="2026-09-26T20:54:14.801" v="24"/>
        <pc:sldMkLst>
          <pc:docMk/>
          <pc:sldMk cId="1628803564" sldId="402"/>
        </pc:sldMkLst>
      </pc:sldChg>
      <pc:sldChg chg="setBg">
        <pc:chgData name="Mike Howell" userId="ba8173ce-ad65-4ee7-895b-751ee0876514" providerId="ADAL" clId="{22582F28-1372-429E-8890-95665847F34B}" dt="2026-09-26T20:54:21.809" v="26"/>
        <pc:sldMkLst>
          <pc:docMk/>
          <pc:sldMk cId="3963747852" sldId="403"/>
        </pc:sldMkLst>
      </pc:sldChg>
      <pc:sldChg chg="setBg">
        <pc:chgData name="Mike Howell" userId="ba8173ce-ad65-4ee7-895b-751ee0876514" providerId="ADAL" clId="{22582F28-1372-429E-8890-95665847F34B}" dt="2026-09-26T20:54:19.201" v="25"/>
        <pc:sldMkLst>
          <pc:docMk/>
          <pc:sldMk cId="1471556282" sldId="404"/>
        </pc:sldMkLst>
      </pc:sldChg>
      <pc:sldChg chg="setBg">
        <pc:chgData name="Mike Howell" userId="ba8173ce-ad65-4ee7-895b-751ee0876514" providerId="ADAL" clId="{22582F28-1372-429E-8890-95665847F34B}" dt="2026-09-26T20:54:29.098" v="29"/>
        <pc:sldMkLst>
          <pc:docMk/>
          <pc:sldMk cId="3469744285" sldId="405"/>
        </pc:sldMkLst>
      </pc:sldChg>
      <pc:sldChg chg="setBg">
        <pc:chgData name="Mike Howell" userId="ba8173ce-ad65-4ee7-895b-751ee0876514" providerId="ADAL" clId="{22582F28-1372-429E-8890-95665847F34B}" dt="2026-09-26T20:54:32.915" v="31"/>
        <pc:sldMkLst>
          <pc:docMk/>
          <pc:sldMk cId="4228028031" sldId="40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001010-5018-3D3C-F75A-C9382986DF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D348306-4297-B984-0E2B-9A5B1F9DCC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174C7-A8E2-4557-92FA-12B8230C467B}" type="datetimeFigureOut">
              <a:rPr lang="en-GB" smtClean="0"/>
              <a:t>26/09/2026</a:t>
            </a:fld>
            <a:endParaRPr lang="en-GB"/>
          </a:p>
        </p:txBody>
      </p:sp>
      <p:sp>
        <p:nvSpPr>
          <p:cNvPr id="4" name="Footer Placeholder 3">
            <a:extLst>
              <a:ext uri="{FF2B5EF4-FFF2-40B4-BE49-F238E27FC236}">
                <a16:creationId xmlns:a16="http://schemas.microsoft.com/office/drawing/2014/main" id="{8B95E848-799D-2AE2-D2C8-4DB237CA9E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F196393-2A32-320B-C479-57F633CAA3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3592BF-4E91-4829-84C6-17D0EDD7297F}" type="slidenum">
              <a:rPr lang="en-GB" smtClean="0"/>
              <a:t>‹#›</a:t>
            </a:fld>
            <a:endParaRPr lang="en-GB"/>
          </a:p>
        </p:txBody>
      </p:sp>
    </p:spTree>
    <p:extLst>
      <p:ext uri="{BB962C8B-B14F-4D97-AF65-F5344CB8AC3E}">
        <p14:creationId xmlns:p14="http://schemas.microsoft.com/office/powerpoint/2010/main" val="1393608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26/09/2026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pypi.org/project/requests/"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874981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2</a:t>
            </a:fld>
            <a:endParaRPr lang="en-GB"/>
          </a:p>
        </p:txBody>
      </p:sp>
    </p:spTree>
    <p:extLst>
      <p:ext uri="{BB962C8B-B14F-4D97-AF65-F5344CB8AC3E}">
        <p14:creationId xmlns:p14="http://schemas.microsoft.com/office/powerpoint/2010/main" val="3259763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API stands for </a:t>
            </a:r>
            <a:r>
              <a:rPr lang="en-GB" sz="1200" b="1" i="0" kern="1200" dirty="0">
                <a:solidFill>
                  <a:schemeClr val="tx1"/>
                </a:solidFill>
                <a:effectLst/>
                <a:latin typeface="+mn-lt"/>
                <a:ea typeface="+mn-ea"/>
                <a:cs typeface="+mn-cs"/>
              </a:rPr>
              <a:t>Application Programming Interface</a:t>
            </a:r>
            <a:r>
              <a:rPr lang="en-GB" sz="1200" b="0" i="0" kern="1200" dirty="0">
                <a:solidFill>
                  <a:schemeClr val="tx1"/>
                </a:solidFill>
                <a:effectLst/>
                <a:latin typeface="+mn-lt"/>
                <a:ea typeface="+mn-ea"/>
                <a:cs typeface="+mn-cs"/>
              </a:rPr>
              <a:t>.</a:t>
            </a:r>
          </a:p>
          <a:p>
            <a:pPr fontAlgn="t"/>
            <a:r>
              <a:rPr lang="en-GB" sz="1200" b="0" i="0" kern="1200" dirty="0">
                <a:solidFill>
                  <a:schemeClr val="tx1"/>
                </a:solidFill>
                <a:effectLst/>
                <a:latin typeface="+mn-lt"/>
                <a:ea typeface="+mn-ea"/>
                <a:cs typeface="+mn-cs"/>
              </a:rPr>
              <a:t>At its core, an API allows developers to interact with a program or service programmatically, rather than through a user interface. Instead of clicking buttons or filling in forms, an application can send requests directly to another application and receive responses automatically.</a:t>
            </a:r>
          </a:p>
          <a:p>
            <a:pPr fontAlgn="t"/>
            <a:r>
              <a:rPr lang="en-GB" sz="1200" b="0" i="0" kern="1200" dirty="0">
                <a:solidFill>
                  <a:schemeClr val="tx1"/>
                </a:solidFill>
                <a:effectLst/>
                <a:latin typeface="+mn-lt"/>
                <a:ea typeface="+mn-ea"/>
                <a:cs typeface="+mn-cs"/>
              </a:rPr>
              <a:t>APIs can take different forms. In some cases, an API might simply be a function or method that a developer calls from within their code. In other cases, particularly when applications communicate across networks, APIs are accessed through HTTP requests.</a:t>
            </a:r>
          </a:p>
          <a:p>
            <a:pPr fontAlgn="t"/>
            <a:r>
              <a:rPr lang="en-GB" sz="1200" b="0" i="0" kern="1200" dirty="0">
                <a:solidFill>
                  <a:schemeClr val="tx1"/>
                </a:solidFill>
                <a:effectLst/>
                <a:latin typeface="+mn-lt"/>
                <a:ea typeface="+mn-ea"/>
                <a:cs typeface="+mn-cs"/>
              </a:rPr>
              <a:t>For example, if a weather application needs today's forecast, it can send an HTTP request to a weather service's API. The API processes the request and returns the data, which the application can then display to the user.</a:t>
            </a:r>
          </a:p>
          <a:p>
            <a:pPr fontAlgn="t"/>
            <a:r>
              <a:rPr lang="en-GB" sz="1200" b="0" i="0" kern="1200" dirty="0">
                <a:solidFill>
                  <a:schemeClr val="tx1"/>
                </a:solidFill>
                <a:effectLst/>
                <a:latin typeface="+mn-lt"/>
                <a:ea typeface="+mn-ea"/>
                <a:cs typeface="+mn-cs"/>
              </a:rPr>
              <a:t>APIs are a fundamental part of modern software development because they allow different systems, applications, and services to work together without exposing their internal implementation details.</a:t>
            </a:r>
          </a:p>
          <a:p>
            <a:pPr fontAlgn="t"/>
            <a:r>
              <a:rPr lang="en-GB" sz="1200" b="0" i="0" kern="1200" dirty="0">
                <a:solidFill>
                  <a:schemeClr val="tx1"/>
                </a:solidFill>
                <a:effectLst/>
                <a:latin typeface="+mn-lt"/>
                <a:ea typeface="+mn-ea"/>
                <a:cs typeface="+mn-cs"/>
              </a:rPr>
              <a:t>The key thing to remember is that an API provides a defined set of rules and endpoints that enable software to communicate in a consistent and predictable way</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4</a:t>
            </a:fld>
            <a:endParaRPr lang="en-GB"/>
          </a:p>
        </p:txBody>
      </p:sp>
    </p:spTree>
    <p:extLst>
      <p:ext uri="{BB962C8B-B14F-4D97-AF65-F5344CB8AC3E}">
        <p14:creationId xmlns:p14="http://schemas.microsoft.com/office/powerpoint/2010/main" val="4024387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Now that we've discussed what an API is, it's worth noting that not all APIs work in the same way.</a:t>
            </a:r>
          </a:p>
          <a:p>
            <a:pPr fontAlgn="t"/>
            <a:r>
              <a:rPr lang="en-GB" sz="1200" b="0" i="0" kern="1200" dirty="0">
                <a:solidFill>
                  <a:schemeClr val="tx1"/>
                </a:solidFill>
                <a:effectLst/>
                <a:latin typeface="+mn-lt"/>
                <a:ea typeface="+mn-ea"/>
                <a:cs typeface="+mn-cs"/>
              </a:rPr>
              <a:t>Over the years, several different API styles and protocols have emerged, each designed to solve different problems and support different communication patterns.</a:t>
            </a:r>
          </a:p>
          <a:p>
            <a:pPr fontAlgn="t"/>
            <a:r>
              <a:rPr lang="en-GB" sz="1200" b="0" i="0" kern="1200" dirty="0">
                <a:solidFill>
                  <a:schemeClr val="tx1"/>
                </a:solidFill>
                <a:effectLst/>
                <a:latin typeface="+mn-lt"/>
                <a:ea typeface="+mn-ea"/>
                <a:cs typeface="+mn-cs"/>
              </a:rPr>
              <a:t>Some of the most common API variations are SOAP, </a:t>
            </a:r>
            <a:r>
              <a:rPr lang="en-GB" sz="1200" b="0" i="0" kern="1200" dirty="0" err="1">
                <a:solidFill>
                  <a:schemeClr val="tx1"/>
                </a:solidFill>
                <a:effectLst/>
                <a:latin typeface="+mn-lt"/>
                <a:ea typeface="+mn-ea"/>
                <a:cs typeface="+mn-cs"/>
              </a:rPr>
              <a:t>GraphQL</a:t>
            </a:r>
            <a:r>
              <a:rPr lang="en-GB" sz="1200" b="0" i="0" kern="1200" dirty="0">
                <a:solidFill>
                  <a:schemeClr val="tx1"/>
                </a:solidFill>
                <a:effectLst/>
                <a:latin typeface="+mn-lt"/>
                <a:ea typeface="+mn-ea"/>
                <a:cs typeface="+mn-cs"/>
              </a:rPr>
              <a:t>, WebSocket, and REST.</a:t>
            </a:r>
          </a:p>
          <a:p>
            <a:pPr fontAlgn="t"/>
            <a:r>
              <a:rPr lang="en-GB" sz="1200" b="0" i="0" kern="1200" dirty="0">
                <a:solidFill>
                  <a:schemeClr val="tx1"/>
                </a:solidFill>
                <a:effectLst/>
                <a:latin typeface="+mn-lt"/>
                <a:ea typeface="+mn-ea"/>
                <a:cs typeface="+mn-cs"/>
              </a:rPr>
              <a:t>SOAP is one of the oldest standards and focuses heavily on structure and standardisation. </a:t>
            </a:r>
            <a:r>
              <a:rPr lang="en-GB" sz="1200" b="0" i="0" kern="1200" dirty="0" err="1">
                <a:solidFill>
                  <a:schemeClr val="tx1"/>
                </a:solidFill>
                <a:effectLst/>
                <a:latin typeface="+mn-lt"/>
                <a:ea typeface="+mn-ea"/>
                <a:cs typeface="+mn-cs"/>
              </a:rPr>
              <a:t>GraphQL</a:t>
            </a:r>
            <a:r>
              <a:rPr lang="en-GB" sz="1200" b="0" i="0" kern="1200" dirty="0">
                <a:solidFill>
                  <a:schemeClr val="tx1"/>
                </a:solidFill>
                <a:effectLst/>
                <a:latin typeface="+mn-lt"/>
                <a:ea typeface="+mn-ea"/>
                <a:cs typeface="+mn-cs"/>
              </a:rPr>
              <a:t> gives clients more control over exactly what data they receive. </a:t>
            </a:r>
            <a:r>
              <a:rPr lang="en-GB" sz="1200" b="0" i="0" kern="1200" dirty="0" err="1">
                <a:solidFill>
                  <a:schemeClr val="tx1"/>
                </a:solidFill>
                <a:effectLst/>
                <a:latin typeface="+mn-lt"/>
                <a:ea typeface="+mn-ea"/>
                <a:cs typeface="+mn-cs"/>
              </a:rPr>
              <a:t>WebSockets</a:t>
            </a:r>
            <a:r>
              <a:rPr lang="en-GB" sz="1200" b="0" i="0" kern="1200" dirty="0">
                <a:solidFill>
                  <a:schemeClr val="tx1"/>
                </a:solidFill>
                <a:effectLst/>
                <a:latin typeface="+mn-lt"/>
                <a:ea typeface="+mn-ea"/>
                <a:cs typeface="+mn-cs"/>
              </a:rPr>
              <a:t> enable real-time, two-way communication between systems. REST, which we'll focus on most in this course, has become the most widely adopted approach for web-based APIs.</a:t>
            </a:r>
          </a:p>
          <a:p>
            <a:pPr fontAlgn="t"/>
            <a:r>
              <a:rPr lang="en-GB" sz="1200" b="0" i="0" kern="1200" dirty="0">
                <a:solidFill>
                  <a:schemeClr val="tx1"/>
                </a:solidFill>
                <a:effectLst/>
                <a:latin typeface="+mn-lt"/>
                <a:ea typeface="+mn-ea"/>
                <a:cs typeface="+mn-cs"/>
              </a:rPr>
              <a:t>Understanding these different approaches helps us appreciate why different organisations and systems may expose their APIs in different ways.</a:t>
            </a:r>
          </a:p>
          <a:p>
            <a:r>
              <a:rPr lang="en-GB" dirty="0"/>
              <a:t>	</a:t>
            </a:r>
          </a:p>
        </p:txBody>
      </p:sp>
      <p:sp>
        <p:nvSpPr>
          <p:cNvPr id="4" name="Slide Number Placeholder 3"/>
          <p:cNvSpPr>
            <a:spLocks noGrp="1"/>
          </p:cNvSpPr>
          <p:nvPr>
            <p:ph type="sldNum" sz="quarter" idx="5"/>
          </p:nvPr>
        </p:nvSpPr>
        <p:spPr/>
        <p:txBody>
          <a:bodyPr/>
          <a:lstStyle/>
          <a:p>
            <a:fld id="{35BE1F5F-BEC2-48D5-A890-C07C79853E26}" type="slidenum">
              <a:rPr lang="en-GB" smtClean="0"/>
              <a:t>5</a:t>
            </a:fld>
            <a:endParaRPr lang="en-GB"/>
          </a:p>
        </p:txBody>
      </p:sp>
    </p:spTree>
    <p:extLst>
      <p:ext uri="{BB962C8B-B14F-4D97-AF65-F5344CB8AC3E}">
        <p14:creationId xmlns:p14="http://schemas.microsoft.com/office/powerpoint/2010/main" val="1750401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SOAP stands for </a:t>
            </a:r>
            <a:r>
              <a:rPr lang="en-GB" sz="1200" b="1" i="0" kern="1200" dirty="0">
                <a:solidFill>
                  <a:schemeClr val="tx1"/>
                </a:solidFill>
                <a:effectLst/>
                <a:latin typeface="+mn-lt"/>
                <a:ea typeface="+mn-ea"/>
                <a:cs typeface="+mn-cs"/>
              </a:rPr>
              <a:t>Simple Object Access Protocol</a:t>
            </a:r>
            <a:r>
              <a:rPr lang="en-GB" sz="1200" b="0" i="0" kern="1200" dirty="0">
                <a:solidFill>
                  <a:schemeClr val="tx1"/>
                </a:solidFill>
                <a:effectLst/>
                <a:latin typeface="+mn-lt"/>
                <a:ea typeface="+mn-ea"/>
                <a:cs typeface="+mn-cs"/>
              </a:rPr>
              <a:t>.</a:t>
            </a:r>
          </a:p>
          <a:p>
            <a:pPr fontAlgn="t"/>
            <a:r>
              <a:rPr lang="en-GB" sz="1200" b="0" i="0" kern="1200" dirty="0">
                <a:solidFill>
                  <a:schemeClr val="tx1"/>
                </a:solidFill>
                <a:effectLst/>
                <a:latin typeface="+mn-lt"/>
                <a:ea typeface="+mn-ea"/>
                <a:cs typeface="+mn-cs"/>
              </a:rPr>
              <a:t>It was introduced in 1998 and became one of the earliest widely adopted standards for web services. SOAP is built on top of HTTP, although it can also work over other transport protocols.</a:t>
            </a:r>
          </a:p>
          <a:p>
            <a:pPr fontAlgn="t"/>
            <a:r>
              <a:rPr lang="en-GB" sz="1200" b="0" i="0" kern="1200" dirty="0">
                <a:solidFill>
                  <a:schemeClr val="tx1"/>
                </a:solidFill>
                <a:effectLst/>
                <a:latin typeface="+mn-lt"/>
                <a:ea typeface="+mn-ea"/>
                <a:cs typeface="+mn-cs"/>
              </a:rPr>
              <a:t>One of SOAP's defining characteristics is that it only uses XML to exchange data. XML provides a structured and highly standardised format, but it can also be quite verbose compared to more modern data formats.</a:t>
            </a:r>
          </a:p>
          <a:p>
            <a:pPr fontAlgn="t"/>
            <a:r>
              <a:rPr lang="en-GB" sz="1200" b="0" i="0" kern="1200" dirty="0">
                <a:solidFill>
                  <a:schemeClr val="tx1"/>
                </a:solidFill>
                <a:effectLst/>
                <a:latin typeface="+mn-lt"/>
                <a:ea typeface="+mn-ea"/>
                <a:cs typeface="+mn-cs"/>
              </a:rPr>
              <a:t>SOAP includes strict rules around message formatting, error handling, and security, which makes it popular in enterprise environments such as banking, healthcare, and government systems where reliability and standardisation are critical.</a:t>
            </a:r>
          </a:p>
          <a:p>
            <a:pPr fontAlgn="t"/>
            <a:r>
              <a:rPr lang="en-GB" sz="1200" b="0" i="0" kern="1200" dirty="0">
                <a:solidFill>
                  <a:schemeClr val="tx1"/>
                </a:solidFill>
                <a:effectLst/>
                <a:latin typeface="+mn-lt"/>
                <a:ea typeface="+mn-ea"/>
                <a:cs typeface="+mn-cs"/>
              </a:rPr>
              <a:t>However, because XML messages can be large and complex, SOAP is often considered more heavyweight than newer approaches such as REST.</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6</a:t>
            </a:fld>
            <a:endParaRPr lang="en-GB"/>
          </a:p>
        </p:txBody>
      </p:sp>
    </p:spTree>
    <p:extLst>
      <p:ext uri="{BB962C8B-B14F-4D97-AF65-F5344CB8AC3E}">
        <p14:creationId xmlns:p14="http://schemas.microsoft.com/office/powerpoint/2010/main" val="4286322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err="1">
                <a:solidFill>
                  <a:schemeClr val="tx1"/>
                </a:solidFill>
                <a:effectLst/>
                <a:latin typeface="+mn-lt"/>
                <a:ea typeface="+mn-ea"/>
                <a:cs typeface="+mn-cs"/>
              </a:rPr>
              <a:t>GraphQL</a:t>
            </a:r>
            <a:r>
              <a:rPr lang="en-GB" sz="1200" b="0" i="0" kern="1200" dirty="0">
                <a:solidFill>
                  <a:schemeClr val="tx1"/>
                </a:solidFill>
                <a:effectLst/>
                <a:latin typeface="+mn-lt"/>
                <a:ea typeface="+mn-ea"/>
                <a:cs typeface="+mn-cs"/>
              </a:rPr>
              <a:t> was originally created by Facebook to address challenges with efficiently retrieving data from APIs.</a:t>
            </a:r>
          </a:p>
          <a:p>
            <a:pPr fontAlgn="t"/>
            <a:r>
              <a:rPr lang="en-GB" sz="1200" b="0" i="0" kern="1200" dirty="0">
                <a:solidFill>
                  <a:schemeClr val="tx1"/>
                </a:solidFill>
                <a:effectLst/>
                <a:latin typeface="+mn-lt"/>
                <a:ea typeface="+mn-ea"/>
                <a:cs typeface="+mn-cs"/>
              </a:rPr>
              <a:t>Unlike REST, where different endpoints typically provide different resources, </a:t>
            </a:r>
            <a:r>
              <a:rPr lang="en-GB" sz="1200" b="0" i="0" kern="1200" dirty="0" err="1">
                <a:solidFill>
                  <a:schemeClr val="tx1"/>
                </a:solidFill>
                <a:effectLst/>
                <a:latin typeface="+mn-lt"/>
                <a:ea typeface="+mn-ea"/>
                <a:cs typeface="+mn-cs"/>
              </a:rPr>
              <a:t>GraphQL</a:t>
            </a:r>
            <a:r>
              <a:rPr lang="en-GB" sz="1200" b="0" i="0" kern="1200" dirty="0">
                <a:solidFill>
                  <a:schemeClr val="tx1"/>
                </a:solidFill>
                <a:effectLst/>
                <a:latin typeface="+mn-lt"/>
                <a:ea typeface="+mn-ea"/>
                <a:cs typeface="+mn-cs"/>
              </a:rPr>
              <a:t> allows clients to specify exactly what data they want in a single request.</a:t>
            </a:r>
          </a:p>
          <a:p>
            <a:pPr fontAlgn="t"/>
            <a:r>
              <a:rPr lang="en-GB" sz="1200" b="0" i="0" kern="1200" dirty="0" err="1">
                <a:solidFill>
                  <a:schemeClr val="tx1"/>
                </a:solidFill>
                <a:effectLst/>
                <a:latin typeface="+mn-lt"/>
                <a:ea typeface="+mn-ea"/>
                <a:cs typeface="+mn-cs"/>
              </a:rPr>
              <a:t>GraphQL</a:t>
            </a:r>
            <a:r>
              <a:rPr lang="en-GB" sz="1200" b="0" i="0" kern="1200" dirty="0">
                <a:solidFill>
                  <a:schemeClr val="tx1"/>
                </a:solidFill>
                <a:effectLst/>
                <a:latin typeface="+mn-lt"/>
                <a:ea typeface="+mn-ea"/>
                <a:cs typeface="+mn-cs"/>
              </a:rPr>
              <a:t> is built around a strongly defined type system, which describes the available data and the relationships between different pieces of information.</a:t>
            </a:r>
          </a:p>
          <a:p>
            <a:pPr fontAlgn="t"/>
            <a:r>
              <a:rPr lang="en-GB" sz="1200" b="0" i="0" kern="1200" dirty="0">
                <a:solidFill>
                  <a:schemeClr val="tx1"/>
                </a:solidFill>
                <a:effectLst/>
                <a:latin typeface="+mn-lt"/>
                <a:ea typeface="+mn-ea"/>
                <a:cs typeface="+mn-cs"/>
              </a:rPr>
              <a:t>Another advantage is flexibility. While </a:t>
            </a:r>
            <a:r>
              <a:rPr lang="en-GB" sz="1200" b="0" i="0" kern="1200" dirty="0" err="1">
                <a:solidFill>
                  <a:schemeClr val="tx1"/>
                </a:solidFill>
                <a:effectLst/>
                <a:latin typeface="+mn-lt"/>
                <a:ea typeface="+mn-ea"/>
                <a:cs typeface="+mn-cs"/>
              </a:rPr>
              <a:t>GraphQL</a:t>
            </a:r>
            <a:r>
              <a:rPr lang="en-GB" sz="1200" b="0" i="0" kern="1200" dirty="0">
                <a:solidFill>
                  <a:schemeClr val="tx1"/>
                </a:solidFill>
                <a:effectLst/>
                <a:latin typeface="+mn-lt"/>
                <a:ea typeface="+mn-ea"/>
                <a:cs typeface="+mn-cs"/>
              </a:rPr>
              <a:t> is commonly used over HTTP, it is not tied to HTTP and can operate over other protocols as well.</a:t>
            </a:r>
          </a:p>
          <a:p>
            <a:pPr fontAlgn="t"/>
            <a:r>
              <a:rPr lang="en-GB" sz="1200" b="0" i="0" kern="1200" dirty="0">
                <a:solidFill>
                  <a:schemeClr val="tx1"/>
                </a:solidFill>
                <a:effectLst/>
                <a:latin typeface="+mn-lt"/>
                <a:ea typeface="+mn-ea"/>
                <a:cs typeface="+mn-cs"/>
              </a:rPr>
              <a:t>This approach can reduce the amount of data transferred between systems and minimise the number of requests an application needs to make.</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7</a:t>
            </a:fld>
            <a:endParaRPr lang="en-GB"/>
          </a:p>
        </p:txBody>
      </p:sp>
    </p:spTree>
    <p:extLst>
      <p:ext uri="{BB962C8B-B14F-4D97-AF65-F5344CB8AC3E}">
        <p14:creationId xmlns:p14="http://schemas.microsoft.com/office/powerpoint/2010/main" val="2123782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WebSocket takes a very different approach from the request-and-response model used by many APIs.</a:t>
            </a:r>
          </a:p>
          <a:p>
            <a:pPr fontAlgn="t"/>
            <a:r>
              <a:rPr lang="en-GB" sz="1200" b="0" i="0" kern="1200" dirty="0" err="1">
                <a:solidFill>
                  <a:schemeClr val="tx1"/>
                </a:solidFill>
                <a:effectLst/>
                <a:latin typeface="+mn-lt"/>
                <a:ea typeface="+mn-ea"/>
                <a:cs typeface="+mn-cs"/>
              </a:rPr>
              <a:t>WebSockets</a:t>
            </a:r>
            <a:r>
              <a:rPr lang="en-GB" sz="1200" b="0" i="0" kern="1200" dirty="0">
                <a:solidFill>
                  <a:schemeClr val="tx1"/>
                </a:solidFill>
                <a:effectLst/>
                <a:latin typeface="+mn-lt"/>
                <a:ea typeface="+mn-ea"/>
                <a:cs typeface="+mn-cs"/>
              </a:rPr>
              <a:t> use TCP to establish a persistent connection between a client and a server. Once the connection is established, both sides can send data to each other at any time.</a:t>
            </a:r>
          </a:p>
          <a:p>
            <a:pPr fontAlgn="t"/>
            <a:r>
              <a:rPr lang="en-GB" sz="1200" b="0" i="0" kern="1200" dirty="0">
                <a:solidFill>
                  <a:schemeClr val="tx1"/>
                </a:solidFill>
                <a:effectLst/>
                <a:latin typeface="+mn-lt"/>
                <a:ea typeface="+mn-ea"/>
                <a:cs typeface="+mn-cs"/>
              </a:rPr>
              <a:t>This creates real-time, bidirectional communication. Rather than repeatedly sending requests to check for updates, data can be pushed immediately whenever something changes.</a:t>
            </a:r>
          </a:p>
          <a:p>
            <a:pPr fontAlgn="t"/>
            <a:r>
              <a:rPr lang="en-GB" sz="1200" b="0" i="0" kern="1200" dirty="0">
                <a:solidFill>
                  <a:schemeClr val="tx1"/>
                </a:solidFill>
                <a:effectLst/>
                <a:latin typeface="+mn-lt"/>
                <a:ea typeface="+mn-ea"/>
                <a:cs typeface="+mn-cs"/>
              </a:rPr>
              <a:t>Because of this, </a:t>
            </a:r>
            <a:r>
              <a:rPr lang="en-GB" sz="1200" b="0" i="0" kern="1200" dirty="0" err="1">
                <a:solidFill>
                  <a:schemeClr val="tx1"/>
                </a:solidFill>
                <a:effectLst/>
                <a:latin typeface="+mn-lt"/>
                <a:ea typeface="+mn-ea"/>
                <a:cs typeface="+mn-cs"/>
              </a:rPr>
              <a:t>WebSockets</a:t>
            </a:r>
            <a:r>
              <a:rPr lang="en-GB" sz="1200" b="0" i="0" kern="1200" dirty="0">
                <a:solidFill>
                  <a:schemeClr val="tx1"/>
                </a:solidFill>
                <a:effectLst/>
                <a:latin typeface="+mn-lt"/>
                <a:ea typeface="+mn-ea"/>
                <a:cs typeface="+mn-cs"/>
              </a:rPr>
              <a:t> are commonly used in applications that require live updates, such as chat applications, online gaming, stock market feeds, dashboards, and collaborative tools.</a:t>
            </a:r>
          </a:p>
          <a:p>
            <a:pPr fontAlgn="t"/>
            <a:r>
              <a:rPr lang="en-GB" sz="1200" b="0" i="0" kern="1200" dirty="0">
                <a:solidFill>
                  <a:schemeClr val="tx1"/>
                </a:solidFill>
                <a:effectLst/>
                <a:latin typeface="+mn-lt"/>
                <a:ea typeface="+mn-ea"/>
                <a:cs typeface="+mn-cs"/>
              </a:rPr>
              <a:t>The continuous connection makes communication very efficient for streaming data, but it does require more resources to maintain active connections.</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8</a:t>
            </a:fld>
            <a:endParaRPr lang="en-GB"/>
          </a:p>
        </p:txBody>
      </p:sp>
    </p:spTree>
    <p:extLst>
      <p:ext uri="{BB962C8B-B14F-4D97-AF65-F5344CB8AC3E}">
        <p14:creationId xmlns:p14="http://schemas.microsoft.com/office/powerpoint/2010/main" val="422143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REST stands for </a:t>
            </a:r>
            <a:r>
              <a:rPr lang="en-GB" sz="1200" b="1" i="0" kern="1200" dirty="0">
                <a:solidFill>
                  <a:schemeClr val="tx1"/>
                </a:solidFill>
                <a:effectLst/>
                <a:latin typeface="+mn-lt"/>
                <a:ea typeface="+mn-ea"/>
                <a:cs typeface="+mn-cs"/>
              </a:rPr>
              <a:t>Representational State Transfer</a:t>
            </a:r>
            <a:r>
              <a:rPr lang="en-GB" sz="1200" b="0" i="0" kern="1200" dirty="0">
                <a:solidFill>
                  <a:schemeClr val="tx1"/>
                </a:solidFill>
                <a:effectLst/>
                <a:latin typeface="+mn-lt"/>
                <a:ea typeface="+mn-ea"/>
                <a:cs typeface="+mn-cs"/>
              </a:rPr>
              <a:t> and is by far the most commonly used architectural style for modern web APIs.</a:t>
            </a:r>
          </a:p>
          <a:p>
            <a:pPr fontAlgn="t"/>
            <a:r>
              <a:rPr lang="en-GB" sz="1200" b="0" i="0" kern="1200" dirty="0">
                <a:solidFill>
                  <a:schemeClr val="tx1"/>
                </a:solidFill>
                <a:effectLst/>
                <a:latin typeface="+mn-lt"/>
                <a:ea typeface="+mn-ea"/>
                <a:cs typeface="+mn-cs"/>
              </a:rPr>
              <a:t>Unlike SOAP, REST is not a protocol. It's an architectural standard that defines a set of constraints and principles for designing APIs.</a:t>
            </a:r>
          </a:p>
          <a:p>
            <a:pPr fontAlgn="t"/>
            <a:r>
              <a:rPr lang="en-GB" sz="1200" b="0" i="0" kern="1200" dirty="0">
                <a:solidFill>
                  <a:schemeClr val="tx1"/>
                </a:solidFill>
                <a:effectLst/>
                <a:latin typeface="+mn-lt"/>
                <a:ea typeface="+mn-ea"/>
                <a:cs typeface="+mn-cs"/>
              </a:rPr>
              <a:t>REST APIs typically communicate using JSON because it is lightweight and easy to work with, although they can also use XML, plain text, and other formats.</a:t>
            </a:r>
          </a:p>
          <a:p>
            <a:pPr fontAlgn="t"/>
            <a:r>
              <a:rPr lang="en-GB" sz="1200" b="0" i="0" kern="1200" dirty="0">
                <a:solidFill>
                  <a:schemeClr val="tx1"/>
                </a:solidFill>
                <a:effectLst/>
                <a:latin typeface="+mn-lt"/>
                <a:ea typeface="+mn-ea"/>
                <a:cs typeface="+mn-cs"/>
              </a:rPr>
              <a:t>REST relies on HTTP and uses standard HTTP methods such as GET, POST, PUT, PATCH, and DELETE to perform operations on resources.</a:t>
            </a:r>
          </a:p>
          <a:p>
            <a:pPr fontAlgn="t"/>
            <a:r>
              <a:rPr lang="en-GB" sz="1200" b="0" i="0" kern="1200" dirty="0">
                <a:solidFill>
                  <a:schemeClr val="tx1"/>
                </a:solidFill>
                <a:effectLst/>
                <a:latin typeface="+mn-lt"/>
                <a:ea typeface="+mn-ea"/>
                <a:cs typeface="+mn-cs"/>
              </a:rPr>
              <a:t>A well-designed REST API follows six key principles that help ensure scalability, reliability, and simplicity. These principles define how clients and servers interact and how resources are represented and managed.</a:t>
            </a:r>
          </a:p>
          <a:p>
            <a:pPr fontAlgn="t"/>
            <a:r>
              <a:rPr lang="en-GB" sz="1200" b="0" i="0" kern="1200">
                <a:solidFill>
                  <a:schemeClr val="tx1"/>
                </a:solidFill>
                <a:effectLst/>
                <a:latin typeface="+mn-lt"/>
                <a:ea typeface="+mn-ea"/>
                <a:cs typeface="+mn-cs"/>
              </a:rPr>
              <a:t>As we move through the course, REST will be our primary focus because it forms the foundation of most modern public and internal web APIs.</a:t>
            </a:r>
          </a:p>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9</a:t>
            </a:fld>
            <a:endParaRPr lang="en-GB"/>
          </a:p>
        </p:txBody>
      </p:sp>
    </p:spTree>
    <p:extLst>
      <p:ext uri="{BB962C8B-B14F-4D97-AF65-F5344CB8AC3E}">
        <p14:creationId xmlns:p14="http://schemas.microsoft.com/office/powerpoint/2010/main" val="1015126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REST does not have to be over HTTP</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10</a:t>
            </a:fld>
            <a:endParaRPr lang="en-GB"/>
          </a:p>
        </p:txBody>
      </p:sp>
    </p:spTree>
    <p:extLst>
      <p:ext uri="{BB962C8B-B14F-4D97-AF65-F5344CB8AC3E}">
        <p14:creationId xmlns:p14="http://schemas.microsoft.com/office/powerpoint/2010/main" val="3152806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GB" b="1" dirty="0"/>
              <a:t>Client-server decoupling</a:t>
            </a:r>
          </a:p>
          <a:p>
            <a:pPr algn="l">
              <a:buFont typeface="Arial" panose="020B0604020202020204" pitchFamily="34" charset="0"/>
              <a:buNone/>
            </a:pPr>
            <a:r>
              <a:rPr lang="en-GB" dirty="0"/>
              <a:t>In REST API design, client and server applications must be completely independent of each other.</a:t>
            </a:r>
          </a:p>
          <a:p>
            <a:pPr algn="l">
              <a:buFont typeface="Arial" panose="020B0604020202020204" pitchFamily="34" charset="0"/>
              <a:buNone/>
            </a:pPr>
            <a:r>
              <a:rPr lang="en-GB" dirty="0"/>
              <a:t>The only information the client application should know is the URI of the requested resource; it can't interact with the server application in any other ways.</a:t>
            </a:r>
          </a:p>
          <a:p>
            <a:pPr algn="l">
              <a:buFont typeface="Arial" panose="020B0604020202020204" pitchFamily="34" charset="0"/>
              <a:buNone/>
            </a:pPr>
            <a:r>
              <a:rPr lang="en-GB" dirty="0"/>
              <a:t>Similarly, a server application shouldn't modify the client application other than passing it to the requested data via HTTP.</a:t>
            </a: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11</a:t>
            </a:fld>
            <a:endParaRPr lang="en-GB"/>
          </a:p>
        </p:txBody>
      </p:sp>
    </p:spTree>
    <p:extLst>
      <p:ext uri="{BB962C8B-B14F-4D97-AF65-F5344CB8AC3E}">
        <p14:creationId xmlns:p14="http://schemas.microsoft.com/office/powerpoint/2010/main" val="1605673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RESTful API should be designed as a layered system, with each layer performing a specific function. This allows for greater flexibility and modularity, as each layer can be developed and maintained independently of the others.</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15</a:t>
            </a:fld>
            <a:endParaRPr lang="en-GB"/>
          </a:p>
        </p:txBody>
      </p:sp>
    </p:spTree>
    <p:extLst>
      <p:ext uri="{BB962C8B-B14F-4D97-AF65-F5344CB8AC3E}">
        <p14:creationId xmlns:p14="http://schemas.microsoft.com/office/powerpoint/2010/main" val="3814957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GB" b="1" i="0" dirty="0">
                <a:solidFill>
                  <a:srgbClr val="212529"/>
                </a:solidFill>
                <a:effectLst/>
                <a:latin typeface="Montserrat" pitchFamily="2" charset="0"/>
              </a:rPr>
              <a:t>Code-On-Demand</a:t>
            </a:r>
            <a:endParaRPr lang="en-GB" b="0" i="0" dirty="0">
              <a:solidFill>
                <a:srgbClr val="212529"/>
              </a:solidFill>
              <a:effectLst/>
              <a:latin typeface="Montserrat" pitchFamily="2" charset="0"/>
            </a:endParaRPr>
          </a:p>
          <a:p>
            <a:pPr marL="742950" lvl="1" indent="-285750" algn="l">
              <a:buFont typeface="Arial" panose="020B0604020202020204" pitchFamily="34" charset="0"/>
              <a:buChar char="•"/>
            </a:pPr>
            <a:r>
              <a:rPr lang="en-GB" b="0" i="0" dirty="0">
                <a:solidFill>
                  <a:srgbClr val="212529"/>
                </a:solidFill>
                <a:effectLst/>
                <a:latin typeface="Montserrat" pitchFamily="2" charset="0"/>
              </a:rPr>
              <a:t>The code-on-demand style concerns client components having access to a set of resources, but no knowledge of how to process such resources.</a:t>
            </a:r>
          </a:p>
          <a:p>
            <a:pPr marL="742950" lvl="1" indent="-285750" algn="l">
              <a:buFont typeface="Arial" panose="020B0604020202020204" pitchFamily="34" charset="0"/>
              <a:buChar char="•"/>
            </a:pPr>
            <a:r>
              <a:rPr lang="en-GB" b="0" i="0" dirty="0">
                <a:solidFill>
                  <a:srgbClr val="212529"/>
                </a:solidFill>
                <a:effectLst/>
                <a:latin typeface="Montserrat" pitchFamily="2" charset="0"/>
              </a:rPr>
              <a:t>The client can request the code to process resources from the server, which can then be executed locally on the client. This provides improved application extensibility, performance and efficiency as code execution has been deferred from the server to the client</a:t>
            </a:r>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16</a:t>
            </a:fld>
            <a:endParaRPr lang="en-GB"/>
          </a:p>
        </p:txBody>
      </p:sp>
    </p:spTree>
    <p:extLst>
      <p:ext uri="{BB962C8B-B14F-4D97-AF65-F5344CB8AC3E}">
        <p14:creationId xmlns:p14="http://schemas.microsoft.com/office/powerpoint/2010/main" val="2872402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Arrays are a kind of data collection – ordered and indexed (similar to a list in python)</a:t>
            </a:r>
          </a:p>
        </p:txBody>
      </p:sp>
      <p:sp>
        <p:nvSpPr>
          <p:cNvPr id="4" name="Slide Number Placeholder 3"/>
          <p:cNvSpPr>
            <a:spLocks noGrp="1"/>
          </p:cNvSpPr>
          <p:nvPr>
            <p:ph type="sldNum" sz="quarter" idx="5"/>
          </p:nvPr>
        </p:nvSpPr>
        <p:spPr/>
        <p:txBody>
          <a:bodyPr/>
          <a:lstStyle/>
          <a:p>
            <a:fld id="{35BE1F5F-BEC2-48D5-A890-C07C79853E26}" type="slidenum">
              <a:rPr lang="en-GB" smtClean="0"/>
              <a:t>19</a:t>
            </a:fld>
            <a:endParaRPr lang="en-GB"/>
          </a:p>
        </p:txBody>
      </p:sp>
    </p:spTree>
    <p:extLst>
      <p:ext uri="{BB962C8B-B14F-4D97-AF65-F5344CB8AC3E}">
        <p14:creationId xmlns:p14="http://schemas.microsoft.com/office/powerpoint/2010/main" val="3850866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Left shows a JSON Object while right shows a JSON array. Draw attention to the fact that “” are required around all keys.</a:t>
            </a:r>
          </a:p>
        </p:txBody>
      </p:sp>
      <p:sp>
        <p:nvSpPr>
          <p:cNvPr id="4" name="Slide Number Placeholder 3"/>
          <p:cNvSpPr>
            <a:spLocks noGrp="1"/>
          </p:cNvSpPr>
          <p:nvPr>
            <p:ph type="sldNum" sz="quarter" idx="5"/>
          </p:nvPr>
        </p:nvSpPr>
        <p:spPr/>
        <p:txBody>
          <a:bodyPr/>
          <a:lstStyle/>
          <a:p>
            <a:fld id="{35BE1F5F-BEC2-48D5-A890-C07C79853E26}" type="slidenum">
              <a:rPr lang="en-GB" smtClean="0"/>
              <a:t>20</a:t>
            </a:fld>
            <a:endParaRPr lang="en-GB"/>
          </a:p>
        </p:txBody>
      </p:sp>
    </p:spTree>
    <p:extLst>
      <p:ext uri="{BB962C8B-B14F-4D97-AF65-F5344CB8AC3E}">
        <p14:creationId xmlns:p14="http://schemas.microsoft.com/office/powerpoint/2010/main" val="919173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requests · </a:t>
            </a:r>
            <a:r>
              <a:rPr lang="en-GB" dirty="0" err="1">
                <a:hlinkClick r:id="rId3"/>
              </a:rPr>
              <a:t>PyPI</a:t>
            </a:r>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25</a:t>
            </a:fld>
            <a:endParaRPr lang="en-GB"/>
          </a:p>
        </p:txBody>
      </p:sp>
    </p:spTree>
    <p:extLst>
      <p:ext uri="{BB962C8B-B14F-4D97-AF65-F5344CB8AC3E}">
        <p14:creationId xmlns:p14="http://schemas.microsoft.com/office/powerpoint/2010/main" val="3329931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Run through the topics covered in the week and ask the learners what were their favourite parts and answer any questions they might still have/point them at extra resources</a:t>
            </a:r>
          </a:p>
        </p:txBody>
      </p:sp>
      <p:sp>
        <p:nvSpPr>
          <p:cNvPr id="4" name="Slide Number Placeholder 3"/>
          <p:cNvSpPr>
            <a:spLocks noGrp="1"/>
          </p:cNvSpPr>
          <p:nvPr>
            <p:ph type="sldNum" sz="quarter" idx="5"/>
          </p:nvPr>
        </p:nvSpPr>
        <p:spPr/>
        <p:txBody>
          <a:bodyPr/>
          <a:lstStyle/>
          <a:p>
            <a:fld id="{35BE1F5F-BEC2-48D5-A890-C07C79853E26}" type="slidenum">
              <a:rPr lang="en-GB" smtClean="0"/>
              <a:t>29</a:t>
            </a:fld>
            <a:endParaRPr lang="en-GB"/>
          </a:p>
        </p:txBody>
      </p:sp>
    </p:spTree>
    <p:extLst>
      <p:ext uri="{BB962C8B-B14F-4D97-AF65-F5344CB8AC3E}">
        <p14:creationId xmlns:p14="http://schemas.microsoft.com/office/powerpoint/2010/main" val="86007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Tell them what to expect going forward</a:t>
            </a:r>
          </a:p>
        </p:txBody>
      </p:sp>
      <p:sp>
        <p:nvSpPr>
          <p:cNvPr id="4" name="Slide Number Placeholder 3"/>
          <p:cNvSpPr>
            <a:spLocks noGrp="1"/>
          </p:cNvSpPr>
          <p:nvPr>
            <p:ph type="sldNum" sz="quarter" idx="5"/>
          </p:nvPr>
        </p:nvSpPr>
        <p:spPr/>
        <p:txBody>
          <a:bodyPr/>
          <a:lstStyle/>
          <a:p>
            <a:fld id="{35BE1F5F-BEC2-48D5-A890-C07C79853E26}" type="slidenum">
              <a:rPr lang="en-GB" smtClean="0"/>
              <a:t>30</a:t>
            </a:fld>
            <a:endParaRPr lang="en-GB"/>
          </a:p>
        </p:txBody>
      </p:sp>
    </p:spTree>
    <p:extLst>
      <p:ext uri="{BB962C8B-B14F-4D97-AF65-F5344CB8AC3E}">
        <p14:creationId xmlns:p14="http://schemas.microsoft.com/office/powerpoint/2010/main" val="138225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8.svg"/><Relationship Id="rId7" Type="http://schemas.openxmlformats.org/officeDocument/2006/relationships/image" Target="../media/image16.sv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5.svg"/><Relationship Id="rId5" Type="http://schemas.openxmlformats.org/officeDocument/2006/relationships/image" Target="../media/image1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Master" Target="../slideMasters/slideMaster4.xml"/><Relationship Id="rId4" Type="http://schemas.openxmlformats.org/officeDocument/2006/relationships/image" Target="../media/image3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5.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6.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emf"/><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Master" Target="../slideMasters/slideMaster5.xml"/><Relationship Id="rId4" Type="http://schemas.openxmlformats.org/officeDocument/2006/relationships/image" Target="../media/image3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0.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l="16320" r="29534" b="1793"/>
          <a:stretch/>
        </p:blipFill>
        <p:spPr>
          <a:xfrm>
            <a:off x="6528390" y="0"/>
            <a:ext cx="5663609" cy="6849922"/>
          </a:xfrm>
          <a:prstGeom prst="rect">
            <a:avLst/>
          </a:prstGeom>
        </p:spPr>
      </p:pic>
      <p:pic>
        <p:nvPicPr>
          <p:cNvPr id="7" name="Graphic 6">
            <a:extLst>
              <a:ext uri="{FF2B5EF4-FFF2-40B4-BE49-F238E27FC236}">
                <a16:creationId xmlns:a16="http://schemas.microsoft.com/office/drawing/2014/main" id="{75BE4213-8917-C466-A93D-D6E1EE6990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l="17765" r="27171"/>
          <a:stretch/>
        </p:blipFill>
        <p:spPr>
          <a:xfrm>
            <a:off x="6528390" y="0"/>
            <a:ext cx="5663609" cy="6859064"/>
          </a:xfrm>
          <a:prstGeom prst="rect">
            <a:avLst/>
          </a:prstGeom>
        </p:spPr>
      </p:pic>
      <p:pic>
        <p:nvPicPr>
          <p:cNvPr id="5" name="Graphic 4">
            <a:extLst>
              <a:ext uri="{FF2B5EF4-FFF2-40B4-BE49-F238E27FC236}">
                <a16:creationId xmlns:a16="http://schemas.microsoft.com/office/drawing/2014/main" id="{3E56F909-C745-4878-6B8F-D6A9571384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l="26161" t="-118" r="18817" b="118"/>
          <a:stretch/>
        </p:blipFill>
        <p:spPr>
          <a:xfrm>
            <a:off x="6528390" y="0"/>
            <a:ext cx="5663610" cy="6858000"/>
          </a:xfrm>
          <a:prstGeom prst="rect">
            <a:avLst/>
          </a:prstGeom>
        </p:spPr>
      </p:pic>
      <p:pic>
        <p:nvPicPr>
          <p:cNvPr id="5" name="Graphic 4">
            <a:extLst>
              <a:ext uri="{FF2B5EF4-FFF2-40B4-BE49-F238E27FC236}">
                <a16:creationId xmlns:a16="http://schemas.microsoft.com/office/drawing/2014/main" id="{E007CEAE-65F2-D639-3C6B-EC6367B593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l="27408" r="17522"/>
          <a:stretch/>
        </p:blipFill>
        <p:spPr>
          <a:xfrm>
            <a:off x="6528389" y="0"/>
            <a:ext cx="5663609" cy="6858000"/>
          </a:xfrm>
          <a:prstGeom prst="rect">
            <a:avLst/>
          </a:prstGeom>
        </p:spPr>
      </p:pic>
      <p:pic>
        <p:nvPicPr>
          <p:cNvPr id="5" name="Graphic 4">
            <a:extLst>
              <a:ext uri="{FF2B5EF4-FFF2-40B4-BE49-F238E27FC236}">
                <a16:creationId xmlns:a16="http://schemas.microsoft.com/office/drawing/2014/main" id="{459AEA80-3564-9C9A-E0E6-A7267D933AD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l="22465" r="22465"/>
          <a:stretch/>
        </p:blipFill>
        <p:spPr>
          <a:xfrm>
            <a:off x="6528390" y="0"/>
            <a:ext cx="5663610" cy="6858000"/>
          </a:xfrm>
          <a:prstGeom prst="rect">
            <a:avLst/>
          </a:prstGeom>
        </p:spPr>
      </p:pic>
      <p:pic>
        <p:nvPicPr>
          <p:cNvPr id="5" name="Graphic 4">
            <a:extLst>
              <a:ext uri="{FF2B5EF4-FFF2-40B4-BE49-F238E27FC236}">
                <a16:creationId xmlns:a16="http://schemas.microsoft.com/office/drawing/2014/main" id="{23C7DFE7-B5B6-B53E-DDA1-4B5F40A5EC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ue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3" name="Graphic 2">
            <a:extLst>
              <a:ext uri="{FF2B5EF4-FFF2-40B4-BE49-F238E27FC236}">
                <a16:creationId xmlns:a16="http://schemas.microsoft.com/office/drawing/2014/main" id="{79AC3A23-6D2C-09F5-35BB-ED8FEAD8C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1" name="Rounded Rectangle 20">
            <a:extLst>
              <a:ext uri="{FF2B5EF4-FFF2-40B4-BE49-F238E27FC236}">
                <a16:creationId xmlns:a16="http://schemas.microsoft.com/office/drawing/2014/main" id="{34DBCE62-BC3D-1742-CAB8-D335BD7CFD52}"/>
              </a:ext>
            </a:extLst>
          </p:cNvPr>
          <p:cNvSpPr/>
          <p:nvPr userDrawn="1"/>
        </p:nvSpPr>
        <p:spPr>
          <a:xfrm>
            <a:off x="0" y="1031661"/>
            <a:ext cx="8921407" cy="1234856"/>
          </a:xfrm>
          <a:custGeom>
            <a:avLst/>
            <a:gdLst>
              <a:gd name="connsiteX0" fmla="*/ 0 w 9538834"/>
              <a:gd name="connsiteY0" fmla="*/ 617428 h 1234855"/>
              <a:gd name="connsiteX1" fmla="*/ 617428 w 9538834"/>
              <a:gd name="connsiteY1" fmla="*/ 0 h 1234855"/>
              <a:gd name="connsiteX2" fmla="*/ 8921407 w 9538834"/>
              <a:gd name="connsiteY2" fmla="*/ 0 h 1234855"/>
              <a:gd name="connsiteX3" fmla="*/ 9538835 w 9538834"/>
              <a:gd name="connsiteY3" fmla="*/ 617428 h 1234855"/>
              <a:gd name="connsiteX4" fmla="*/ 9538834 w 9538834"/>
              <a:gd name="connsiteY4" fmla="*/ 617428 h 1234855"/>
              <a:gd name="connsiteX5" fmla="*/ 8921406 w 9538834"/>
              <a:gd name="connsiteY5" fmla="*/ 1234856 h 1234855"/>
              <a:gd name="connsiteX6" fmla="*/ 617428 w 9538834"/>
              <a:gd name="connsiteY6" fmla="*/ 1234855 h 1234855"/>
              <a:gd name="connsiteX7" fmla="*/ 0 w 9538834"/>
              <a:gd name="connsiteY7" fmla="*/ 617427 h 1234855"/>
              <a:gd name="connsiteX8" fmla="*/ 0 w 9538834"/>
              <a:gd name="connsiteY8" fmla="*/ 617428 h 1234855"/>
              <a:gd name="connsiteX0" fmla="*/ 160255 w 9538835"/>
              <a:gd name="connsiteY0" fmla="*/ 247868 h 1251795"/>
              <a:gd name="connsiteX1" fmla="*/ 617428 w 9538835"/>
              <a:gd name="connsiteY1" fmla="*/ 16939 h 1251795"/>
              <a:gd name="connsiteX2" fmla="*/ 8921407 w 9538835"/>
              <a:gd name="connsiteY2" fmla="*/ 16939 h 1251795"/>
              <a:gd name="connsiteX3" fmla="*/ 9538835 w 9538835"/>
              <a:gd name="connsiteY3" fmla="*/ 634367 h 1251795"/>
              <a:gd name="connsiteX4" fmla="*/ 9538834 w 9538835"/>
              <a:gd name="connsiteY4" fmla="*/ 634367 h 1251795"/>
              <a:gd name="connsiteX5" fmla="*/ 8921406 w 9538835"/>
              <a:gd name="connsiteY5" fmla="*/ 1251795 h 1251795"/>
              <a:gd name="connsiteX6" fmla="*/ 617428 w 9538835"/>
              <a:gd name="connsiteY6" fmla="*/ 1251794 h 1251795"/>
              <a:gd name="connsiteX7" fmla="*/ 0 w 9538835"/>
              <a:gd name="connsiteY7" fmla="*/ 634366 h 1251795"/>
              <a:gd name="connsiteX8" fmla="*/ 160255 w 9538835"/>
              <a:gd name="connsiteY8" fmla="*/ 247868 h 1251795"/>
              <a:gd name="connsiteX0" fmla="*/ 0 w 9538835"/>
              <a:gd name="connsiteY0" fmla="*/ 617427 h 1234856"/>
              <a:gd name="connsiteX1" fmla="*/ 617428 w 9538835"/>
              <a:gd name="connsiteY1" fmla="*/ 0 h 1234856"/>
              <a:gd name="connsiteX2" fmla="*/ 8921407 w 9538835"/>
              <a:gd name="connsiteY2" fmla="*/ 0 h 1234856"/>
              <a:gd name="connsiteX3" fmla="*/ 9538835 w 9538835"/>
              <a:gd name="connsiteY3" fmla="*/ 617428 h 1234856"/>
              <a:gd name="connsiteX4" fmla="*/ 9538834 w 9538835"/>
              <a:gd name="connsiteY4" fmla="*/ 617428 h 1234856"/>
              <a:gd name="connsiteX5" fmla="*/ 8921406 w 9538835"/>
              <a:gd name="connsiteY5" fmla="*/ 1234856 h 1234856"/>
              <a:gd name="connsiteX6" fmla="*/ 617428 w 9538835"/>
              <a:gd name="connsiteY6" fmla="*/ 1234855 h 1234856"/>
              <a:gd name="connsiteX7" fmla="*/ 0 w 9538835"/>
              <a:gd name="connsiteY7" fmla="*/ 617427 h 1234856"/>
              <a:gd name="connsiteX0" fmla="*/ 1037997 w 9959404"/>
              <a:gd name="connsiteY0" fmla="*/ 1234855 h 1234856"/>
              <a:gd name="connsiteX1" fmla="*/ 1037997 w 9959404"/>
              <a:gd name="connsiteY1" fmla="*/ 0 h 1234856"/>
              <a:gd name="connsiteX2" fmla="*/ 9341976 w 9959404"/>
              <a:gd name="connsiteY2" fmla="*/ 0 h 1234856"/>
              <a:gd name="connsiteX3" fmla="*/ 9959404 w 9959404"/>
              <a:gd name="connsiteY3" fmla="*/ 617428 h 1234856"/>
              <a:gd name="connsiteX4" fmla="*/ 9959403 w 9959404"/>
              <a:gd name="connsiteY4" fmla="*/ 617428 h 1234856"/>
              <a:gd name="connsiteX5" fmla="*/ 9341975 w 9959404"/>
              <a:gd name="connsiteY5" fmla="*/ 1234856 h 1234856"/>
              <a:gd name="connsiteX6" fmla="*/ 1037997 w 9959404"/>
              <a:gd name="connsiteY6" fmla="*/ 1234855 h 1234856"/>
              <a:gd name="connsiteX0" fmla="*/ 614722 w 9536129"/>
              <a:gd name="connsiteY0" fmla="*/ 1234855 h 1234856"/>
              <a:gd name="connsiteX1" fmla="*/ 614722 w 9536129"/>
              <a:gd name="connsiteY1" fmla="*/ 0 h 1234856"/>
              <a:gd name="connsiteX2" fmla="*/ 8918701 w 9536129"/>
              <a:gd name="connsiteY2" fmla="*/ 0 h 1234856"/>
              <a:gd name="connsiteX3" fmla="*/ 9536129 w 9536129"/>
              <a:gd name="connsiteY3" fmla="*/ 617428 h 1234856"/>
              <a:gd name="connsiteX4" fmla="*/ 9536128 w 9536129"/>
              <a:gd name="connsiteY4" fmla="*/ 617428 h 1234856"/>
              <a:gd name="connsiteX5" fmla="*/ 8918700 w 9536129"/>
              <a:gd name="connsiteY5" fmla="*/ 1234856 h 1234856"/>
              <a:gd name="connsiteX6" fmla="*/ 614722 w 9536129"/>
              <a:gd name="connsiteY6" fmla="*/ 1234855 h 1234856"/>
              <a:gd name="connsiteX0" fmla="*/ 3059 w 8924466"/>
              <a:gd name="connsiteY0" fmla="*/ 1234855 h 1234856"/>
              <a:gd name="connsiteX1" fmla="*/ 3059 w 8924466"/>
              <a:gd name="connsiteY1" fmla="*/ 0 h 1234856"/>
              <a:gd name="connsiteX2" fmla="*/ 8307038 w 8924466"/>
              <a:gd name="connsiteY2" fmla="*/ 0 h 1234856"/>
              <a:gd name="connsiteX3" fmla="*/ 8924466 w 8924466"/>
              <a:gd name="connsiteY3" fmla="*/ 617428 h 1234856"/>
              <a:gd name="connsiteX4" fmla="*/ 8924465 w 8924466"/>
              <a:gd name="connsiteY4" fmla="*/ 617428 h 1234856"/>
              <a:gd name="connsiteX5" fmla="*/ 8307037 w 8924466"/>
              <a:gd name="connsiteY5" fmla="*/ 1234856 h 1234856"/>
              <a:gd name="connsiteX6" fmla="*/ 3059 w 8924466"/>
              <a:gd name="connsiteY6" fmla="*/ 1234855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 name="connsiteX6" fmla="*/ 91440 w 8921407"/>
              <a:gd name="connsiteY6" fmla="*/ 91440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21407" h="1234856">
                <a:moveTo>
                  <a:pt x="0" y="0"/>
                </a:moveTo>
                <a:lnTo>
                  <a:pt x="8303979" y="0"/>
                </a:lnTo>
                <a:cubicBezTo>
                  <a:pt x="8644975" y="0"/>
                  <a:pt x="8921407" y="276432"/>
                  <a:pt x="8921407" y="617428"/>
                </a:cubicBezTo>
                <a:lnTo>
                  <a:pt x="8921406" y="617428"/>
                </a:lnTo>
                <a:cubicBezTo>
                  <a:pt x="8921406" y="958424"/>
                  <a:pt x="8644974" y="1234856"/>
                  <a:pt x="8303978" y="1234856"/>
                </a:cubicBezTo>
                <a:lnTo>
                  <a:pt x="0" y="1234855"/>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Graphic 21">
            <a:extLst>
              <a:ext uri="{FF2B5EF4-FFF2-40B4-BE49-F238E27FC236}">
                <a16:creationId xmlns:a16="http://schemas.microsoft.com/office/drawing/2014/main" id="{193A4613-8585-77DA-BD0B-A22E5BFC7E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37993" y="4100138"/>
            <a:ext cx="400552" cy="400552"/>
          </a:xfrm>
          <a:prstGeom prst="rect">
            <a:avLst/>
          </a:prstGeom>
        </p:spPr>
      </p:pic>
      <p:pic>
        <p:nvPicPr>
          <p:cNvPr id="23" name="Graphic 22">
            <a:extLst>
              <a:ext uri="{FF2B5EF4-FFF2-40B4-BE49-F238E27FC236}">
                <a16:creationId xmlns:a16="http://schemas.microsoft.com/office/drawing/2014/main" id="{9C424C93-4E2C-4D8E-A66B-C152CF637D3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993" y="3415759"/>
            <a:ext cx="400552" cy="396000"/>
          </a:xfrm>
          <a:prstGeom prst="rect">
            <a:avLst/>
          </a:prstGeom>
        </p:spPr>
      </p:pic>
      <p:pic>
        <p:nvPicPr>
          <p:cNvPr id="24" name="Graphic 23">
            <a:extLst>
              <a:ext uri="{FF2B5EF4-FFF2-40B4-BE49-F238E27FC236}">
                <a16:creationId xmlns:a16="http://schemas.microsoft.com/office/drawing/2014/main" id="{EC940E8B-08D5-20D4-A013-77211E491D0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993" y="4789069"/>
            <a:ext cx="400552" cy="396000"/>
          </a:xfrm>
          <a:prstGeom prst="rect">
            <a:avLst/>
          </a:prstGeom>
        </p:spPr>
      </p:pic>
    </p:spTree>
    <p:extLst>
      <p:ext uri="{BB962C8B-B14F-4D97-AF65-F5344CB8AC3E}">
        <p14:creationId xmlns:p14="http://schemas.microsoft.com/office/powerpoint/2010/main" val="3562340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ue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2" name="Graphic 1">
            <a:extLst>
              <a:ext uri="{FF2B5EF4-FFF2-40B4-BE49-F238E27FC236}">
                <a16:creationId xmlns:a16="http://schemas.microsoft.com/office/drawing/2014/main" id="{052FA015-3829-1304-07E4-7B381B57F21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0" name="Rounded Rectangle 19">
            <a:extLst>
              <a:ext uri="{FF2B5EF4-FFF2-40B4-BE49-F238E27FC236}">
                <a16:creationId xmlns:a16="http://schemas.microsoft.com/office/drawing/2014/main" id="{8F18EDF8-6C48-C937-CF2D-C9ABFC26DF5F}"/>
              </a:ext>
            </a:extLst>
          </p:cNvPr>
          <p:cNvSpPr/>
          <p:nvPr userDrawn="1"/>
        </p:nvSpPr>
        <p:spPr>
          <a:xfrm>
            <a:off x="-8677" y="980576"/>
            <a:ext cx="6707822" cy="1303446"/>
          </a:xfrm>
          <a:custGeom>
            <a:avLst/>
            <a:gdLst>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0 w 7359545"/>
              <a:gd name="connsiteY7" fmla="*/ 65172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91440 w 7359545"/>
              <a:gd name="connsiteY7" fmla="*/ 74316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0" fmla="*/ 0 w 6707822"/>
              <a:gd name="connsiteY0" fmla="*/ 0 h 1303446"/>
              <a:gd name="connsiteX1" fmla="*/ 6056099 w 6707822"/>
              <a:gd name="connsiteY1" fmla="*/ 0 h 1303446"/>
              <a:gd name="connsiteX2" fmla="*/ 6707822 w 6707822"/>
              <a:gd name="connsiteY2" fmla="*/ 651723 h 1303446"/>
              <a:gd name="connsiteX3" fmla="*/ 6707822 w 6707822"/>
              <a:gd name="connsiteY3" fmla="*/ 651723 h 1303446"/>
              <a:gd name="connsiteX4" fmla="*/ 6056099 w 6707822"/>
              <a:gd name="connsiteY4" fmla="*/ 1303446 h 1303446"/>
              <a:gd name="connsiteX5" fmla="*/ 0 w 6707822"/>
              <a:gd name="connsiteY5" fmla="*/ 1303446 h 13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7822" h="1303446">
                <a:moveTo>
                  <a:pt x="0" y="0"/>
                </a:moveTo>
                <a:lnTo>
                  <a:pt x="6056099" y="0"/>
                </a:lnTo>
                <a:cubicBezTo>
                  <a:pt x="6416036" y="0"/>
                  <a:pt x="6707822" y="291786"/>
                  <a:pt x="6707822" y="651723"/>
                </a:cubicBezTo>
                <a:lnTo>
                  <a:pt x="6707822" y="651723"/>
                </a:lnTo>
                <a:cubicBezTo>
                  <a:pt x="6707822" y="1011660"/>
                  <a:pt x="6416036" y="1303446"/>
                  <a:pt x="6056099" y="1303446"/>
                </a:cubicBezTo>
                <a:lnTo>
                  <a:pt x="0" y="1303446"/>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a:extLst>
              <a:ext uri="{FF2B5EF4-FFF2-40B4-BE49-F238E27FC236}">
                <a16:creationId xmlns:a16="http://schemas.microsoft.com/office/drawing/2014/main" id="{3783B3A4-BC5E-400E-E27B-330E92E8405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6978" y="4100138"/>
            <a:ext cx="400552" cy="400552"/>
          </a:xfrm>
          <a:prstGeom prst="rect">
            <a:avLst/>
          </a:prstGeom>
        </p:spPr>
      </p:pic>
      <p:pic>
        <p:nvPicPr>
          <p:cNvPr id="22" name="Graphic 21">
            <a:extLst>
              <a:ext uri="{FF2B5EF4-FFF2-40B4-BE49-F238E27FC236}">
                <a16:creationId xmlns:a16="http://schemas.microsoft.com/office/drawing/2014/main" id="{076618A0-71E2-42D3-CAE1-776B919E1EF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6978" y="3415759"/>
            <a:ext cx="400552" cy="396000"/>
          </a:xfrm>
          <a:prstGeom prst="rect">
            <a:avLst/>
          </a:prstGeom>
        </p:spPr>
      </p:pic>
      <p:pic>
        <p:nvPicPr>
          <p:cNvPr id="23" name="Graphic 22">
            <a:extLst>
              <a:ext uri="{FF2B5EF4-FFF2-40B4-BE49-F238E27FC236}">
                <a16:creationId xmlns:a16="http://schemas.microsoft.com/office/drawing/2014/main" id="{8B1EC57C-08B1-9179-C0E2-09F5F76BC4E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46978" y="4789069"/>
            <a:ext cx="400552" cy="396000"/>
          </a:xfrm>
          <a:prstGeom prst="rect">
            <a:avLst/>
          </a:prstGeom>
        </p:spPr>
      </p:pic>
    </p:spTree>
    <p:extLst>
      <p:ext uri="{BB962C8B-B14F-4D97-AF65-F5344CB8AC3E}">
        <p14:creationId xmlns:p14="http://schemas.microsoft.com/office/powerpoint/2010/main" val="520181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ue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3" name="Graphic 2">
            <a:extLst>
              <a:ext uri="{FF2B5EF4-FFF2-40B4-BE49-F238E27FC236}">
                <a16:creationId xmlns:a16="http://schemas.microsoft.com/office/drawing/2014/main" id="{C9F7D505-3156-BD0D-3CFF-C37413DAF7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pic>
        <p:nvPicPr>
          <p:cNvPr id="6" name="Graphic 5" descr="Fire outline">
            <a:extLst>
              <a:ext uri="{FF2B5EF4-FFF2-40B4-BE49-F238E27FC236}">
                <a16:creationId xmlns:a16="http://schemas.microsoft.com/office/drawing/2014/main" id="{E735A1D2-4554-778B-8CB2-375876EA27C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273954" y="3913547"/>
            <a:ext cx="1702580" cy="1702580"/>
          </a:xfrm>
          <a:prstGeom prst="rect">
            <a:avLst/>
          </a:prstGeom>
        </p:spPr>
      </p:pic>
      <p:pic>
        <p:nvPicPr>
          <p:cNvPr id="8" name="Graphic 7" descr="Latte Cup outline">
            <a:extLst>
              <a:ext uri="{FF2B5EF4-FFF2-40B4-BE49-F238E27FC236}">
                <a16:creationId xmlns:a16="http://schemas.microsoft.com/office/drawing/2014/main" id="{B1FEE8B1-FED3-6D24-5F6A-A42A0E4E7CC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282267" y="1481667"/>
            <a:ext cx="1936046" cy="1936046"/>
          </a:xfrm>
          <a:prstGeom prst="rect">
            <a:avLst/>
          </a:prstGeom>
        </p:spPr>
      </p:pic>
      <p:pic>
        <p:nvPicPr>
          <p:cNvPr id="10" name="Graphic 9" descr="Clock outline">
            <a:extLst>
              <a:ext uri="{FF2B5EF4-FFF2-40B4-BE49-F238E27FC236}">
                <a16:creationId xmlns:a16="http://schemas.microsoft.com/office/drawing/2014/main" id="{1596FEB3-DD5D-E0E6-B23C-BAE0DB1CBE1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031109" y="1600198"/>
            <a:ext cx="1789290" cy="1789290"/>
          </a:xfrm>
          <a:prstGeom prst="rect">
            <a:avLst/>
          </a:prstGeom>
        </p:spPr>
      </p:pic>
      <p:pic>
        <p:nvPicPr>
          <p:cNvPr id="11" name="Graphic 10" descr="Clipboard Ticked outline">
            <a:extLst>
              <a:ext uri="{FF2B5EF4-FFF2-40B4-BE49-F238E27FC236}">
                <a16:creationId xmlns:a16="http://schemas.microsoft.com/office/drawing/2014/main" id="{CEDAB70C-C978-AEE8-4681-4F1FE65F440B}"/>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561516" y="4010282"/>
            <a:ext cx="1749778" cy="1749778"/>
          </a:xfrm>
          <a:prstGeom prst="rect">
            <a:avLst/>
          </a:prstGeom>
        </p:spPr>
      </p:pic>
      <p:pic>
        <p:nvPicPr>
          <p:cNvPr id="12" name="Graphic 11" descr="Smart Phone outline">
            <a:extLst>
              <a:ext uri="{FF2B5EF4-FFF2-40B4-BE49-F238E27FC236}">
                <a16:creationId xmlns:a16="http://schemas.microsoft.com/office/drawing/2014/main" id="{880D723C-3B64-340A-AE1E-3E47F0359344}"/>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913881" y="1735844"/>
            <a:ext cx="1550181" cy="1550181"/>
          </a:xfrm>
          <a:prstGeom prst="rect">
            <a:avLst/>
          </a:prstGeom>
        </p:spPr>
      </p:pic>
      <p:pic>
        <p:nvPicPr>
          <p:cNvPr id="13" name="Graphic 12" descr="Lock outline">
            <a:extLst>
              <a:ext uri="{FF2B5EF4-FFF2-40B4-BE49-F238E27FC236}">
                <a16:creationId xmlns:a16="http://schemas.microsoft.com/office/drawing/2014/main" id="{546B8FDB-94C0-5D83-89E3-4FDCAC46856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2730350" y="3849510"/>
            <a:ext cx="1910549" cy="1910549"/>
          </a:xfrm>
          <a:prstGeom prst="rect">
            <a:avLst/>
          </a:prstGeom>
        </p:spPr>
      </p:pic>
      <p:pic>
        <p:nvPicPr>
          <p:cNvPr id="14" name="Graphic 13" descr="Gender outline">
            <a:extLst>
              <a:ext uri="{FF2B5EF4-FFF2-40B4-BE49-F238E27FC236}">
                <a16:creationId xmlns:a16="http://schemas.microsoft.com/office/drawing/2014/main" id="{E4261D43-65DC-E522-ADB1-81CEC11F2463}"/>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545495" y="1766888"/>
            <a:ext cx="1550181" cy="1550181"/>
          </a:xfrm>
          <a:prstGeom prst="rect">
            <a:avLst/>
          </a:prstGeom>
        </p:spPr>
      </p:pic>
    </p:spTree>
    <p:extLst>
      <p:ext uri="{BB962C8B-B14F-4D97-AF65-F5344CB8AC3E}">
        <p14:creationId xmlns:p14="http://schemas.microsoft.com/office/powerpoint/2010/main" val="1527291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lu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dirty="0"/>
          </a:p>
        </p:txBody>
      </p:sp>
      <p:pic>
        <p:nvPicPr>
          <p:cNvPr id="2" name="Graphic 1">
            <a:extLst>
              <a:ext uri="{FF2B5EF4-FFF2-40B4-BE49-F238E27FC236}">
                <a16:creationId xmlns:a16="http://schemas.microsoft.com/office/drawing/2014/main" id="{DCAEDBB4-5A74-ED5B-68D3-6E71A193F6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Tree>
    <p:extLst>
      <p:ext uri="{BB962C8B-B14F-4D97-AF65-F5344CB8AC3E}">
        <p14:creationId xmlns:p14="http://schemas.microsoft.com/office/powerpoint/2010/main" val="2170948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Graphic 4">
            <a:extLst>
              <a:ext uri="{FF2B5EF4-FFF2-40B4-BE49-F238E27FC236}">
                <a16:creationId xmlns:a16="http://schemas.microsoft.com/office/drawing/2014/main" id="{741C8857-0A8E-6711-D542-A6B3F66A217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12" name="Freeform 11">
            <a:extLst>
              <a:ext uri="{FF2B5EF4-FFF2-40B4-BE49-F238E27FC236}">
                <a16:creationId xmlns:a16="http://schemas.microsoft.com/office/drawing/2014/main" id="{B06E6781-673D-8899-05F0-949E4E7D5ED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926ADAF6-B51A-AC3B-ACBA-2608B6DB45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8" name="Freeform 7">
            <a:extLst>
              <a:ext uri="{FF2B5EF4-FFF2-40B4-BE49-F238E27FC236}">
                <a16:creationId xmlns:a16="http://schemas.microsoft.com/office/drawing/2014/main" id="{B56C8CEF-1C3E-0E51-93FD-243771C4CEBD}"/>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CBBEC975-BCA7-F4A2-5CE4-E8FF94B0C8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3A30F7DF-5E4A-EC19-4CF8-4163D8013686}"/>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B814EE5F-D61E-1D6B-DCB3-E0B5C09141D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A9C6F01F-9078-90FA-16BB-3AE9FD89A458}"/>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D37D7592-AE78-C419-05BB-BCB768CC22E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8860FB98-ED29-A210-1BBC-6CD7C5315E0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EFEABEE5-E72D-BC7C-5B33-6ADAA84A03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4A85BD9F-190C-89C0-323B-A2F6394B6A57}"/>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613DD727-6128-13D0-2BFD-84B4E1ACC8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33708"/>
            <a:ext cx="2007565" cy="650979"/>
          </a:xfrm>
          <a:prstGeom prst="rect">
            <a:avLst/>
          </a:prstGeom>
        </p:spPr>
      </p:pic>
      <p:sp>
        <p:nvSpPr>
          <p:cNvPr id="8" name="Freeform 7">
            <a:extLst>
              <a:ext uri="{FF2B5EF4-FFF2-40B4-BE49-F238E27FC236}">
                <a16:creationId xmlns:a16="http://schemas.microsoft.com/office/drawing/2014/main" id="{C5E47AE7-8205-543C-A266-BFAB11958B23}"/>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6CEEDC8-44B6-6273-45F2-CF61A3BADCBC}"/>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FFE9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926ADAF6-B51A-AC3B-ACBA-2608B6DB45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8" name="Freeform 7">
            <a:extLst>
              <a:ext uri="{FF2B5EF4-FFF2-40B4-BE49-F238E27FC236}">
                <a16:creationId xmlns:a16="http://schemas.microsoft.com/office/drawing/2014/main" id="{B56C8CEF-1C3E-0E51-93FD-243771C4CEBD}"/>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765142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ounded Rectangle 1">
            <a:extLst>
              <a:ext uri="{FF2B5EF4-FFF2-40B4-BE49-F238E27FC236}">
                <a16:creationId xmlns:a16="http://schemas.microsoft.com/office/drawing/2014/main" id="{3D17E750-B760-09C4-7A6E-608EB91B415B}"/>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D2E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30.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4.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image" Target="../media/image30.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theme" Target="../theme/theme5.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B9E6C933-849E-D531-8666-AFFDFC273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33300368"/>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18" r:id="rId3"/>
    <p:sldLayoutId id="214748380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 id="2147483969"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image" Target="../media/image46.wmf"/><Relationship Id="rId5" Type="http://schemas.openxmlformats.org/officeDocument/2006/relationships/image" Target="../media/image45.png"/><Relationship Id="rId4" Type="http://schemas.openxmlformats.org/officeDocument/2006/relationships/image" Target="../media/image44.wmf"/></Relationships>
</file>

<file path=ppt/slides/_rels/slide11.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10.xml"/><Relationship Id="rId1" Type="http://schemas.openxmlformats.org/officeDocument/2006/relationships/slideLayout" Target="../slideLayouts/slideLayout25.xml"/><Relationship Id="rId6" Type="http://schemas.openxmlformats.org/officeDocument/2006/relationships/image" Target="../media/image47.png"/><Relationship Id="rId5" Type="http://schemas.openxmlformats.org/officeDocument/2006/relationships/image" Target="../media/image44.w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3.emf"/><Relationship Id="rId1" Type="http://schemas.openxmlformats.org/officeDocument/2006/relationships/slideLayout" Target="../slideLayouts/slideLayout25.xml"/><Relationship Id="rId4" Type="http://schemas.openxmlformats.org/officeDocument/2006/relationships/image" Target="../media/image48.svg"/></Relationships>
</file>

<file path=ppt/slides/_rels/slide13.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1.bin"/><Relationship Id="rId1" Type="http://schemas.openxmlformats.org/officeDocument/2006/relationships/slideLayout" Target="../slideLayouts/slideLayout25.xml"/><Relationship Id="rId5" Type="http://schemas.openxmlformats.org/officeDocument/2006/relationships/image" Target="../media/image43.emf"/><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1.bin"/><Relationship Id="rId1" Type="http://schemas.openxmlformats.org/officeDocument/2006/relationships/slideLayout" Target="../slideLayouts/slideLayout25.xml"/><Relationship Id="rId6" Type="http://schemas.openxmlformats.org/officeDocument/2006/relationships/image" Target="../media/image43.emf"/><Relationship Id="rId5" Type="http://schemas.openxmlformats.org/officeDocument/2006/relationships/image" Target="../media/image50.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25.xml"/><Relationship Id="rId6" Type="http://schemas.openxmlformats.org/officeDocument/2006/relationships/image" Target="../media/image51.png"/><Relationship Id="rId5" Type="http://schemas.openxmlformats.org/officeDocument/2006/relationships/image" Target="../media/image43.emf"/><Relationship Id="rId4" Type="http://schemas.openxmlformats.org/officeDocument/2006/relationships/image" Target="../media/image44.wmf"/></Relationships>
</file>

<file path=ppt/slides/_rels/slide1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12.xml"/><Relationship Id="rId1" Type="http://schemas.openxmlformats.org/officeDocument/2006/relationships/slideLayout" Target="../slideLayouts/slideLayout25.xml"/><Relationship Id="rId6" Type="http://schemas.openxmlformats.org/officeDocument/2006/relationships/image" Target="../media/image53.png"/><Relationship Id="rId5" Type="http://schemas.openxmlformats.org/officeDocument/2006/relationships/image" Target="../media/image44.w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BBEA1-EE2B-2986-44CE-2891957F2440}"/>
              </a:ext>
            </a:extLst>
          </p:cNvPr>
          <p:cNvSpPr>
            <a:spLocks noGrp="1"/>
          </p:cNvSpPr>
          <p:nvPr>
            <p:ph type="ctrTitle"/>
          </p:nvPr>
        </p:nvSpPr>
        <p:spPr/>
        <p:txBody>
          <a:bodyPr/>
          <a:lstStyle/>
          <a:p>
            <a:r>
              <a:rPr lang="en-GB" noProof="0" dirty="0">
                <a:solidFill>
                  <a:schemeClr val="tx1"/>
                </a:solidFill>
              </a:rPr>
              <a:t>APIs: HTTP and JSON</a:t>
            </a:r>
          </a:p>
        </p:txBody>
      </p:sp>
      <p:sp>
        <p:nvSpPr>
          <p:cNvPr id="3" name="Subtitle 2">
            <a:extLst>
              <a:ext uri="{FF2B5EF4-FFF2-40B4-BE49-F238E27FC236}">
                <a16:creationId xmlns:a16="http://schemas.microsoft.com/office/drawing/2014/main" id="{2C09D1CC-ADAC-1659-10D9-37738043BA2C}"/>
              </a:ext>
            </a:extLst>
          </p:cNvPr>
          <p:cNvSpPr>
            <a:spLocks noGrp="1"/>
          </p:cNvSpPr>
          <p:nvPr>
            <p:ph type="subTitle" idx="1"/>
          </p:nvPr>
        </p:nvSpPr>
        <p:spPr/>
        <p:txBody>
          <a:bodyPr/>
          <a:lstStyle/>
          <a:p>
            <a:r>
              <a:rPr lang="en-GB" noProof="0" dirty="0"/>
              <a:t>AC0 Landing Zone</a:t>
            </a:r>
          </a:p>
        </p:txBody>
      </p:sp>
    </p:spTree>
    <p:extLst>
      <p:ext uri="{BB962C8B-B14F-4D97-AF65-F5344CB8AC3E}">
        <p14:creationId xmlns:p14="http://schemas.microsoft.com/office/powerpoint/2010/main" val="1240141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8A52B5-B7E6-175F-42D5-B63588E3E8FA}"/>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GB" noProof="0" dirty="0"/>
              <a:t>What an API is, the request/response model, HTTP methods and status codes, JSON structure, reading JSON responses, Postman.	</a:t>
            </a:r>
          </a:p>
          <a:p>
            <a:pPr marL="285750" indent="-285750">
              <a:buFont typeface="Arial" panose="020B0604020202020204" pitchFamily="34" charset="0"/>
              <a:buChar char="•"/>
            </a:pPr>
            <a:r>
              <a:rPr lang="en-GB" noProof="0" dirty="0"/>
              <a:t>Use Postman to call a public API and inspect the JSON response.</a:t>
            </a:r>
          </a:p>
          <a:p>
            <a:pPr marL="285750" indent="-285750">
              <a:buFont typeface="Arial" panose="020B0604020202020204" pitchFamily="34" charset="0"/>
              <a:buChar char="•"/>
            </a:pPr>
            <a:r>
              <a:rPr lang="en-GB" noProof="0" dirty="0"/>
              <a:t>Calling an API from Python (requests), modelling JSON with lists and dictionaries, parsing data, course recap, and what’s next.	</a:t>
            </a:r>
          </a:p>
          <a:p>
            <a:pPr marL="285750" indent="-285750">
              <a:buFont typeface="Arial" panose="020B0604020202020204" pitchFamily="34" charset="0"/>
              <a:buChar char="•"/>
            </a:pPr>
            <a:r>
              <a:rPr lang="en-GB" noProof="0" dirty="0"/>
              <a:t>Write a Python script that calls a public API and parses the response (alternative path to Postman).</a:t>
            </a:r>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endParaRPr lang="en-GB" noProof="0" dirty="0"/>
          </a:p>
        </p:txBody>
      </p:sp>
    </p:spTree>
    <p:extLst>
      <p:ext uri="{BB962C8B-B14F-4D97-AF65-F5344CB8AC3E}">
        <p14:creationId xmlns:p14="http://schemas.microsoft.com/office/powerpoint/2010/main" val="2494540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noProof="0" dirty="0"/>
              <a:t>APIs</a:t>
            </a:r>
          </a:p>
        </p:txBody>
      </p:sp>
      <p:sp>
        <p:nvSpPr>
          <p:cNvPr id="5" name="Subtitle 4">
            <a:extLst>
              <a:ext uri="{FF2B5EF4-FFF2-40B4-BE49-F238E27FC236}">
                <a16:creationId xmlns:a16="http://schemas.microsoft.com/office/drawing/2014/main" id="{20E0F28B-3BD9-3345-07CC-264D8EC4C91D}"/>
              </a:ext>
            </a:extLst>
          </p:cNvPr>
          <p:cNvSpPr>
            <a:spLocks noGrp="1"/>
          </p:cNvSpPr>
          <p:nvPr>
            <p:ph type="subTitle" idx="1"/>
          </p:nvPr>
        </p:nvSpPr>
        <p:spPr/>
        <p:txBody>
          <a:bodyPr/>
          <a:lstStyle/>
          <a:p>
            <a:r>
              <a:rPr lang="en-GB" sz="1800" noProof="0" dirty="0"/>
              <a:t>AC0 Landing Zone</a:t>
            </a:r>
          </a:p>
        </p:txBody>
      </p:sp>
    </p:spTree>
    <p:extLst>
      <p:ext uri="{BB962C8B-B14F-4D97-AF65-F5344CB8AC3E}">
        <p14:creationId xmlns:p14="http://schemas.microsoft.com/office/powerpoint/2010/main" val="1003932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29D7E4-38F5-4D90-21B3-692528E60C54}"/>
              </a:ext>
            </a:extLst>
          </p:cNvPr>
          <p:cNvSpPr>
            <a:spLocks noGrp="1"/>
          </p:cNvSpPr>
          <p:nvPr>
            <p:ph type="ctrTitle"/>
          </p:nvPr>
        </p:nvSpPr>
        <p:spPr/>
        <p:txBody>
          <a:bodyPr/>
          <a:lstStyle/>
          <a:p>
            <a:r>
              <a:rPr lang="en-GB" noProof="0" dirty="0"/>
              <a:t>What is an API?</a:t>
            </a:r>
          </a:p>
        </p:txBody>
      </p:sp>
      <p:sp>
        <p:nvSpPr>
          <p:cNvPr id="5" name="Text Placeholder 4">
            <a:extLst>
              <a:ext uri="{FF2B5EF4-FFF2-40B4-BE49-F238E27FC236}">
                <a16:creationId xmlns:a16="http://schemas.microsoft.com/office/drawing/2014/main" id="{1A688F92-EF8A-380A-BE60-E5ECA4B16714}"/>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Application programming interface.</a:t>
            </a:r>
          </a:p>
          <a:p>
            <a:pPr marL="285750" indent="-285750">
              <a:buFont typeface="Arial" panose="020B0604020202020204" pitchFamily="34" charset="0"/>
              <a:buChar char="•"/>
            </a:pPr>
            <a:r>
              <a:rPr lang="en-GB" noProof="0" dirty="0"/>
              <a:t>Allows for developers to interact with a program programmatically.</a:t>
            </a:r>
          </a:p>
          <a:p>
            <a:pPr marL="285750" indent="-285750">
              <a:buFont typeface="Arial" panose="020B0604020202020204" pitchFamily="34" charset="0"/>
              <a:buChar char="•"/>
            </a:pPr>
            <a:r>
              <a:rPr lang="en-GB" noProof="0" dirty="0"/>
              <a:t>Could be via a simple function call or HTTP request.</a:t>
            </a:r>
          </a:p>
        </p:txBody>
      </p:sp>
      <p:sp>
        <p:nvSpPr>
          <p:cNvPr id="2" name="Slide Number Placeholder 3">
            <a:extLst>
              <a:ext uri="{FF2B5EF4-FFF2-40B4-BE49-F238E27FC236}">
                <a16:creationId xmlns:a16="http://schemas.microsoft.com/office/drawing/2014/main" id="{9943F34F-2A4A-89D2-BC44-8B3AD544F67C}"/>
              </a:ext>
            </a:extLst>
          </p:cNvPr>
          <p:cNvSpPr>
            <a:spLocks noGrp="1"/>
          </p:cNvSpPr>
          <p:nvPr>
            <p:ph type="sldNum" sz="quarter" idx="12"/>
          </p:nvPr>
        </p:nvSpPr>
        <p:spPr>
          <a:xfrm>
            <a:off x="9365513" y="6398855"/>
            <a:ext cx="2743200" cy="365125"/>
          </a:xfrm>
        </p:spPr>
        <p:txBody>
          <a:bodyPr/>
          <a:lstStyle/>
          <a:p>
            <a:fld id="{F3469444-D02B-D446-9CF8-19DEDDE073D1}" type="slidenum">
              <a:rPr lang="en-GB" noProof="0" smtClean="0"/>
              <a:pPr/>
              <a:t>4</a:t>
            </a:fld>
            <a:endParaRPr lang="en-GB" noProof="0" dirty="0"/>
          </a:p>
        </p:txBody>
      </p:sp>
    </p:spTree>
    <p:extLst>
      <p:ext uri="{BB962C8B-B14F-4D97-AF65-F5344CB8AC3E}">
        <p14:creationId xmlns:p14="http://schemas.microsoft.com/office/powerpoint/2010/main" val="1538899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273D8-2A7A-24AF-A4A5-A2793A9BF282}"/>
              </a:ext>
            </a:extLst>
          </p:cNvPr>
          <p:cNvSpPr>
            <a:spLocks noGrp="1"/>
          </p:cNvSpPr>
          <p:nvPr>
            <p:ph type="ctrTitle"/>
          </p:nvPr>
        </p:nvSpPr>
        <p:spPr>
          <a:xfrm>
            <a:off x="443921" y="500194"/>
            <a:ext cx="10800000" cy="858985"/>
          </a:xfrm>
        </p:spPr>
        <p:txBody>
          <a:bodyPr/>
          <a:lstStyle/>
          <a:p>
            <a:r>
              <a:rPr lang="en-GB" noProof="0" dirty="0"/>
              <a:t>API: Variations</a:t>
            </a:r>
          </a:p>
        </p:txBody>
      </p:sp>
      <p:sp>
        <p:nvSpPr>
          <p:cNvPr id="3" name="Text Placeholder 2">
            <a:extLst>
              <a:ext uri="{FF2B5EF4-FFF2-40B4-BE49-F238E27FC236}">
                <a16:creationId xmlns:a16="http://schemas.microsoft.com/office/drawing/2014/main" id="{724ED068-BAC4-C22E-8C34-90FF2E36B874}"/>
              </a:ext>
            </a:extLst>
          </p:cNvPr>
          <p:cNvSpPr>
            <a:spLocks noGrp="1"/>
          </p:cNvSpPr>
          <p:nvPr>
            <p:ph type="body" sz="quarter" idx="14"/>
          </p:nvPr>
        </p:nvSpPr>
        <p:spPr>
          <a:xfrm>
            <a:off x="443921" y="1733108"/>
            <a:ext cx="7686287" cy="4061405"/>
          </a:xfrm>
        </p:spPr>
        <p:txBody>
          <a:bodyPr/>
          <a:lstStyle/>
          <a:p>
            <a:pPr marL="285750" indent="-285750">
              <a:buFont typeface="Arial" panose="020B0604020202020204" pitchFamily="34" charset="0"/>
              <a:buChar char="•"/>
            </a:pPr>
            <a:r>
              <a:rPr lang="en-GB" noProof="0" dirty="0"/>
              <a:t>SOAP</a:t>
            </a:r>
          </a:p>
          <a:p>
            <a:pPr marL="285750" indent="-285750">
              <a:buFont typeface="Arial" panose="020B0604020202020204" pitchFamily="34" charset="0"/>
              <a:buChar char="•"/>
            </a:pPr>
            <a:r>
              <a:rPr lang="en-GB" noProof="0" dirty="0"/>
              <a:t>GRAPHQL</a:t>
            </a:r>
          </a:p>
          <a:p>
            <a:pPr marL="285750" indent="-285750">
              <a:buFont typeface="Arial" panose="020B0604020202020204" pitchFamily="34" charset="0"/>
              <a:buChar char="•"/>
            </a:pPr>
            <a:r>
              <a:rPr lang="en-GB" noProof="0" dirty="0"/>
              <a:t>WebSocket</a:t>
            </a:r>
          </a:p>
          <a:p>
            <a:pPr marL="285750" indent="-285750">
              <a:buFont typeface="Arial" panose="020B0604020202020204" pitchFamily="34" charset="0"/>
              <a:buChar char="•"/>
            </a:pPr>
            <a:r>
              <a:rPr lang="en-GB" noProof="0" dirty="0"/>
              <a:t>REST</a:t>
            </a:r>
          </a:p>
          <a:p>
            <a:pPr marL="285750" indent="-285750">
              <a:buFont typeface="Arial" panose="020B0604020202020204" pitchFamily="34" charset="0"/>
              <a:buChar char="•"/>
            </a:pPr>
            <a:endParaRPr lang="en-GB" noProof="0" dirty="0"/>
          </a:p>
        </p:txBody>
      </p:sp>
      <p:sp>
        <p:nvSpPr>
          <p:cNvPr id="4" name="Slide Number Placeholder 3">
            <a:extLst>
              <a:ext uri="{FF2B5EF4-FFF2-40B4-BE49-F238E27FC236}">
                <a16:creationId xmlns:a16="http://schemas.microsoft.com/office/drawing/2014/main" id="{DBDD4878-8E1C-FDDC-1764-11AEF22F9A4C}"/>
              </a:ext>
            </a:extLst>
          </p:cNvPr>
          <p:cNvSpPr>
            <a:spLocks noGrp="1"/>
          </p:cNvSpPr>
          <p:nvPr>
            <p:ph type="sldNum" sz="quarter" idx="12"/>
          </p:nvPr>
        </p:nvSpPr>
        <p:spPr>
          <a:xfrm>
            <a:off x="9365513" y="6398855"/>
            <a:ext cx="2743200" cy="365125"/>
          </a:xfrm>
        </p:spPr>
        <p:txBody>
          <a:bodyPr/>
          <a:lstStyle/>
          <a:p>
            <a:fld id="{F3469444-D02B-D446-9CF8-19DEDDE073D1}" type="slidenum">
              <a:rPr lang="en-GB" noProof="0" smtClean="0"/>
              <a:pPr/>
              <a:t>5</a:t>
            </a:fld>
            <a:endParaRPr lang="en-GB" noProof="0" dirty="0"/>
          </a:p>
        </p:txBody>
      </p:sp>
    </p:spTree>
    <p:extLst>
      <p:ext uri="{BB962C8B-B14F-4D97-AF65-F5344CB8AC3E}">
        <p14:creationId xmlns:p14="http://schemas.microsoft.com/office/powerpoint/2010/main" val="1072965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3AF40-BD19-663B-7B16-E0A48FA3A280}"/>
              </a:ext>
            </a:extLst>
          </p:cNvPr>
          <p:cNvSpPr>
            <a:spLocks noGrp="1"/>
          </p:cNvSpPr>
          <p:nvPr>
            <p:ph type="ctrTitle"/>
          </p:nvPr>
        </p:nvSpPr>
        <p:spPr/>
        <p:txBody>
          <a:bodyPr/>
          <a:lstStyle/>
          <a:p>
            <a:r>
              <a:rPr lang="en-GB" noProof="0" dirty="0"/>
              <a:t>SOAP</a:t>
            </a:r>
          </a:p>
        </p:txBody>
      </p:sp>
      <p:sp>
        <p:nvSpPr>
          <p:cNvPr id="3" name="Text Placeholder 2">
            <a:extLst>
              <a:ext uri="{FF2B5EF4-FFF2-40B4-BE49-F238E27FC236}">
                <a16:creationId xmlns:a16="http://schemas.microsoft.com/office/drawing/2014/main" id="{1C4CCB44-18BB-6F6E-55ED-C49E5F463087}"/>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Simple object access protocol.</a:t>
            </a:r>
          </a:p>
          <a:p>
            <a:pPr marL="285750" indent="-285750">
              <a:buFont typeface="Arial" panose="020B0604020202020204" pitchFamily="34" charset="0"/>
              <a:buChar char="•"/>
            </a:pPr>
            <a:r>
              <a:rPr lang="en-GB" noProof="0" dirty="0"/>
              <a:t>Created in ’98.</a:t>
            </a:r>
          </a:p>
          <a:p>
            <a:pPr marL="285750" indent="-285750">
              <a:buFont typeface="Arial" panose="020B0604020202020204" pitchFamily="34" charset="0"/>
              <a:buChar char="•"/>
            </a:pPr>
            <a:r>
              <a:rPr lang="en-GB" noProof="0" dirty="0"/>
              <a:t>Built on top of HTTP.</a:t>
            </a:r>
          </a:p>
          <a:p>
            <a:pPr marL="285750" indent="-285750">
              <a:buFont typeface="Arial" panose="020B0604020202020204" pitchFamily="34" charset="0"/>
              <a:buChar char="•"/>
            </a:pPr>
            <a:r>
              <a:rPr lang="en-GB" noProof="0" dirty="0"/>
              <a:t>Only uses XML (extensible markup language) to transfer data.</a:t>
            </a:r>
          </a:p>
        </p:txBody>
      </p:sp>
      <p:sp>
        <p:nvSpPr>
          <p:cNvPr id="4" name="Slide Number Placeholder 3">
            <a:extLst>
              <a:ext uri="{FF2B5EF4-FFF2-40B4-BE49-F238E27FC236}">
                <a16:creationId xmlns:a16="http://schemas.microsoft.com/office/drawing/2014/main" id="{18609783-C5CE-92E5-6034-61672BE23924}"/>
              </a:ext>
            </a:extLst>
          </p:cNvPr>
          <p:cNvSpPr>
            <a:spLocks noGrp="1"/>
          </p:cNvSpPr>
          <p:nvPr>
            <p:ph type="sldNum" sz="quarter" idx="12"/>
          </p:nvPr>
        </p:nvSpPr>
        <p:spPr/>
        <p:txBody>
          <a:bodyPr/>
          <a:lstStyle/>
          <a:p>
            <a:fld id="{F3469444-D02B-D446-9CF8-19DEDDE073D1}" type="slidenum">
              <a:rPr lang="en-GB" noProof="0" smtClean="0"/>
              <a:pPr/>
              <a:t>6</a:t>
            </a:fld>
            <a:endParaRPr lang="en-GB" noProof="0" dirty="0"/>
          </a:p>
        </p:txBody>
      </p:sp>
    </p:spTree>
    <p:extLst>
      <p:ext uri="{BB962C8B-B14F-4D97-AF65-F5344CB8AC3E}">
        <p14:creationId xmlns:p14="http://schemas.microsoft.com/office/powerpoint/2010/main" val="1574696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0D4B-3F6F-36F9-B486-F51C04A4C99E}"/>
              </a:ext>
            </a:extLst>
          </p:cNvPr>
          <p:cNvSpPr>
            <a:spLocks noGrp="1"/>
          </p:cNvSpPr>
          <p:nvPr>
            <p:ph type="ctrTitle"/>
          </p:nvPr>
        </p:nvSpPr>
        <p:spPr/>
        <p:txBody>
          <a:bodyPr/>
          <a:lstStyle/>
          <a:p>
            <a:r>
              <a:rPr lang="en-GB" noProof="0" dirty="0"/>
              <a:t>GRAPHQL</a:t>
            </a:r>
          </a:p>
        </p:txBody>
      </p:sp>
      <p:sp>
        <p:nvSpPr>
          <p:cNvPr id="3" name="Text Placeholder 2">
            <a:extLst>
              <a:ext uri="{FF2B5EF4-FFF2-40B4-BE49-F238E27FC236}">
                <a16:creationId xmlns:a16="http://schemas.microsoft.com/office/drawing/2014/main" id="{49562DB4-FC18-5F43-C47B-EC57CD4C263B}"/>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Created by Facebook.</a:t>
            </a:r>
          </a:p>
          <a:p>
            <a:pPr marL="285750" indent="-285750">
              <a:buFont typeface="Arial" panose="020B0604020202020204" pitchFamily="34" charset="0"/>
              <a:buChar char="•"/>
            </a:pPr>
            <a:r>
              <a:rPr lang="en-GB" noProof="0" dirty="0"/>
              <a:t>Now managed by the UNIX foundation.</a:t>
            </a:r>
          </a:p>
          <a:p>
            <a:pPr marL="285750" indent="-285750">
              <a:buFont typeface="Arial" panose="020B0604020202020204" pitchFamily="34" charset="0"/>
              <a:buChar char="•"/>
            </a:pPr>
            <a:r>
              <a:rPr lang="en-GB" noProof="0" dirty="0"/>
              <a:t>Based on a type system.</a:t>
            </a:r>
          </a:p>
          <a:p>
            <a:pPr marL="285750" indent="-285750">
              <a:buFont typeface="Arial" panose="020B0604020202020204" pitchFamily="34" charset="0"/>
              <a:buChar char="•"/>
            </a:pPr>
            <a:r>
              <a:rPr lang="en-GB" noProof="0" dirty="0"/>
              <a:t>Works with or without HTTP.</a:t>
            </a:r>
          </a:p>
        </p:txBody>
      </p:sp>
      <p:sp>
        <p:nvSpPr>
          <p:cNvPr id="4" name="Slide Number Placeholder 3">
            <a:extLst>
              <a:ext uri="{FF2B5EF4-FFF2-40B4-BE49-F238E27FC236}">
                <a16:creationId xmlns:a16="http://schemas.microsoft.com/office/drawing/2014/main" id="{68994144-DA81-BF65-0A8D-EC51C676EC1B}"/>
              </a:ext>
            </a:extLst>
          </p:cNvPr>
          <p:cNvSpPr>
            <a:spLocks noGrp="1"/>
          </p:cNvSpPr>
          <p:nvPr>
            <p:ph type="sldNum" sz="quarter" idx="12"/>
          </p:nvPr>
        </p:nvSpPr>
        <p:spPr/>
        <p:txBody>
          <a:bodyPr/>
          <a:lstStyle/>
          <a:p>
            <a:fld id="{F3469444-D02B-D446-9CF8-19DEDDE073D1}" type="slidenum">
              <a:rPr lang="en-GB" noProof="0" smtClean="0"/>
              <a:pPr/>
              <a:t>7</a:t>
            </a:fld>
            <a:endParaRPr lang="en-GB" noProof="0" dirty="0"/>
          </a:p>
        </p:txBody>
      </p:sp>
    </p:spTree>
    <p:extLst>
      <p:ext uri="{BB962C8B-B14F-4D97-AF65-F5344CB8AC3E}">
        <p14:creationId xmlns:p14="http://schemas.microsoft.com/office/powerpoint/2010/main" val="83604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8072-A36C-536C-BD11-4BDD522FC611}"/>
              </a:ext>
            </a:extLst>
          </p:cNvPr>
          <p:cNvSpPr>
            <a:spLocks noGrp="1"/>
          </p:cNvSpPr>
          <p:nvPr>
            <p:ph type="ctrTitle"/>
          </p:nvPr>
        </p:nvSpPr>
        <p:spPr/>
        <p:txBody>
          <a:bodyPr/>
          <a:lstStyle/>
          <a:p>
            <a:r>
              <a:rPr lang="en-GB" noProof="0" dirty="0"/>
              <a:t>WebSocket</a:t>
            </a:r>
          </a:p>
        </p:txBody>
      </p:sp>
      <p:sp>
        <p:nvSpPr>
          <p:cNvPr id="3" name="Text Placeholder 2">
            <a:extLst>
              <a:ext uri="{FF2B5EF4-FFF2-40B4-BE49-F238E27FC236}">
                <a16:creationId xmlns:a16="http://schemas.microsoft.com/office/drawing/2014/main" id="{373C9B58-399F-B03F-5931-A0CF21615379}"/>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Uses TCP (transmission control protocol).</a:t>
            </a:r>
          </a:p>
          <a:p>
            <a:pPr marL="285750" indent="-285750">
              <a:buFont typeface="Arial" panose="020B0604020202020204" pitchFamily="34" charset="0"/>
              <a:buChar char="•"/>
            </a:pPr>
            <a:r>
              <a:rPr lang="en-GB" noProof="0" dirty="0"/>
              <a:t>Sets up a continuous connection.</a:t>
            </a:r>
          </a:p>
          <a:p>
            <a:pPr marL="285750" indent="-285750">
              <a:buFont typeface="Arial" panose="020B0604020202020204" pitchFamily="34" charset="0"/>
              <a:buChar char="•"/>
            </a:pPr>
            <a:r>
              <a:rPr lang="en-GB" noProof="0" dirty="0"/>
              <a:t>Used for sending streams of data.</a:t>
            </a:r>
          </a:p>
        </p:txBody>
      </p:sp>
      <p:sp>
        <p:nvSpPr>
          <p:cNvPr id="4" name="Slide Number Placeholder 3">
            <a:extLst>
              <a:ext uri="{FF2B5EF4-FFF2-40B4-BE49-F238E27FC236}">
                <a16:creationId xmlns:a16="http://schemas.microsoft.com/office/drawing/2014/main" id="{674183F4-9396-D5A7-E5E1-1D20276C5772}"/>
              </a:ext>
            </a:extLst>
          </p:cNvPr>
          <p:cNvSpPr>
            <a:spLocks noGrp="1"/>
          </p:cNvSpPr>
          <p:nvPr>
            <p:ph type="sldNum" sz="quarter" idx="12"/>
          </p:nvPr>
        </p:nvSpPr>
        <p:spPr/>
        <p:txBody>
          <a:bodyPr/>
          <a:lstStyle/>
          <a:p>
            <a:fld id="{F3469444-D02B-D446-9CF8-19DEDDE073D1}" type="slidenum">
              <a:rPr lang="en-GB" noProof="0" smtClean="0"/>
              <a:pPr/>
              <a:t>8</a:t>
            </a:fld>
            <a:endParaRPr lang="en-GB" noProof="0" dirty="0"/>
          </a:p>
        </p:txBody>
      </p:sp>
    </p:spTree>
    <p:extLst>
      <p:ext uri="{BB962C8B-B14F-4D97-AF65-F5344CB8AC3E}">
        <p14:creationId xmlns:p14="http://schemas.microsoft.com/office/powerpoint/2010/main" val="4019888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F1D8F-5AAF-C293-5B12-FB1A58EE394D}"/>
              </a:ext>
            </a:extLst>
          </p:cNvPr>
          <p:cNvSpPr>
            <a:spLocks noGrp="1"/>
          </p:cNvSpPr>
          <p:nvPr>
            <p:ph type="ctrTitle"/>
          </p:nvPr>
        </p:nvSpPr>
        <p:spPr>
          <a:xfrm>
            <a:off x="443921" y="500194"/>
            <a:ext cx="10800000" cy="858985"/>
          </a:xfrm>
        </p:spPr>
        <p:txBody>
          <a:bodyPr/>
          <a:lstStyle/>
          <a:p>
            <a:r>
              <a:rPr lang="en-GB" noProof="0" dirty="0"/>
              <a:t>REST</a:t>
            </a:r>
          </a:p>
        </p:txBody>
      </p:sp>
      <p:sp>
        <p:nvSpPr>
          <p:cNvPr id="4" name="Slide Number Placeholder 3">
            <a:extLst>
              <a:ext uri="{FF2B5EF4-FFF2-40B4-BE49-F238E27FC236}">
                <a16:creationId xmlns:a16="http://schemas.microsoft.com/office/drawing/2014/main" id="{06BE33CA-2C15-B354-16BA-B9D48587E376}"/>
              </a:ext>
            </a:extLst>
          </p:cNvPr>
          <p:cNvSpPr>
            <a:spLocks noGrp="1"/>
          </p:cNvSpPr>
          <p:nvPr>
            <p:ph type="sldNum" sz="quarter" idx="12"/>
          </p:nvPr>
        </p:nvSpPr>
        <p:spPr>
          <a:xfrm>
            <a:off x="9365513" y="6398855"/>
            <a:ext cx="2743200" cy="365125"/>
          </a:xfrm>
        </p:spPr>
        <p:txBody>
          <a:bodyPr/>
          <a:lstStyle/>
          <a:p>
            <a:fld id="{F3469444-D02B-D446-9CF8-19DEDDE073D1}" type="slidenum">
              <a:rPr lang="en-GB" noProof="0" smtClean="0"/>
              <a:pPr/>
              <a:t>9</a:t>
            </a:fld>
            <a:endParaRPr lang="en-GB" noProof="0" dirty="0"/>
          </a:p>
        </p:txBody>
      </p:sp>
      <p:sp>
        <p:nvSpPr>
          <p:cNvPr id="9" name="Text Placeholder 8">
            <a:extLst>
              <a:ext uri="{FF2B5EF4-FFF2-40B4-BE49-F238E27FC236}">
                <a16:creationId xmlns:a16="http://schemas.microsoft.com/office/drawing/2014/main" id="{20C9A529-E46D-4C14-1A49-04F23EB7FDAE}"/>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Representational state transfer.</a:t>
            </a:r>
          </a:p>
          <a:p>
            <a:pPr marL="285750" indent="-285750">
              <a:buFont typeface="Arial" panose="020B0604020202020204" pitchFamily="34" charset="0"/>
              <a:buChar char="•"/>
            </a:pPr>
            <a:r>
              <a:rPr lang="en-GB" dirty="0"/>
              <a:t>Typically uses JSON, but can also work with XML, Plain Text, and so on.</a:t>
            </a:r>
          </a:p>
          <a:p>
            <a:pPr marL="285750" indent="-285750">
              <a:buFont typeface="Arial" panose="020B0604020202020204" pitchFamily="34" charset="0"/>
              <a:buChar char="•"/>
            </a:pPr>
            <a:r>
              <a:rPr lang="en-GB" dirty="0"/>
              <a:t>Uses HTTP.</a:t>
            </a:r>
          </a:p>
          <a:p>
            <a:pPr marL="285750" indent="-285750">
              <a:buFont typeface="Arial" panose="020B0604020202020204" pitchFamily="34" charset="0"/>
              <a:buChar char="•"/>
            </a:pPr>
            <a:r>
              <a:rPr lang="en-GB" dirty="0"/>
              <a:t>Architectural standard.</a:t>
            </a:r>
          </a:p>
          <a:p>
            <a:pPr marL="285750" indent="-285750">
              <a:buFont typeface="Arial" panose="020B0604020202020204" pitchFamily="34" charset="0"/>
              <a:buChar char="•"/>
            </a:pPr>
            <a:r>
              <a:rPr lang="en-GB" dirty="0"/>
              <a:t>Six principles.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78858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7915A-89D3-B436-D888-C9ECE7A32D96}"/>
              </a:ext>
            </a:extLst>
          </p:cNvPr>
          <p:cNvSpPr>
            <a:spLocks noGrp="1"/>
          </p:cNvSpPr>
          <p:nvPr>
            <p:ph type="ctrTitle"/>
          </p:nvPr>
        </p:nvSpPr>
        <p:spPr/>
        <p:txBody>
          <a:bodyPr/>
          <a:lstStyle/>
          <a:p>
            <a:r>
              <a:rPr lang="en-GB" noProof="0" dirty="0"/>
              <a:t>REST (over HTTP)</a:t>
            </a:r>
          </a:p>
        </p:txBody>
      </p:sp>
      <p:sp>
        <p:nvSpPr>
          <p:cNvPr id="4" name="Slide Number Placeholder 3">
            <a:extLst>
              <a:ext uri="{FF2B5EF4-FFF2-40B4-BE49-F238E27FC236}">
                <a16:creationId xmlns:a16="http://schemas.microsoft.com/office/drawing/2014/main" id="{D274F9D7-FB44-EDD8-019C-1C9D215B8307}"/>
              </a:ext>
            </a:extLst>
          </p:cNvPr>
          <p:cNvSpPr>
            <a:spLocks noGrp="1"/>
          </p:cNvSpPr>
          <p:nvPr>
            <p:ph type="sldNum" sz="quarter" idx="12"/>
          </p:nvPr>
        </p:nvSpPr>
        <p:spPr/>
        <p:txBody>
          <a:bodyPr/>
          <a:lstStyle/>
          <a:p>
            <a:fld id="{F3469444-D02B-D446-9CF8-19DEDDE073D1}" type="slidenum">
              <a:rPr lang="en-GB" noProof="0" smtClean="0"/>
              <a:pPr/>
              <a:t>10</a:t>
            </a:fld>
            <a:endParaRPr lang="en-GB" noProof="0" dirty="0"/>
          </a:p>
        </p:txBody>
      </p:sp>
      <p:pic>
        <p:nvPicPr>
          <p:cNvPr id="33" name="Picture 32">
            <a:extLst>
              <a:ext uri="{FF2B5EF4-FFF2-40B4-BE49-F238E27FC236}">
                <a16:creationId xmlns:a16="http://schemas.microsoft.com/office/drawing/2014/main" id="{D83C7ACE-3693-F287-591C-D51B4A022C0B}"/>
              </a:ext>
            </a:extLst>
          </p:cNvPr>
          <p:cNvPicPr>
            <a:picLocks noChangeAspect="1"/>
          </p:cNvPicPr>
          <p:nvPr/>
        </p:nvPicPr>
        <p:blipFill>
          <a:blip r:embed="rId3"/>
          <a:stretch>
            <a:fillRect/>
          </a:stretch>
        </p:blipFill>
        <p:spPr>
          <a:xfrm>
            <a:off x="3245986" y="2473135"/>
            <a:ext cx="1476134" cy="1476134"/>
          </a:xfrm>
          <a:prstGeom prst="rect">
            <a:avLst/>
          </a:prstGeom>
        </p:spPr>
      </p:pic>
      <p:pic>
        <p:nvPicPr>
          <p:cNvPr id="34" name="Picture 33">
            <a:extLst>
              <a:ext uri="{FF2B5EF4-FFF2-40B4-BE49-F238E27FC236}">
                <a16:creationId xmlns:a16="http://schemas.microsoft.com/office/drawing/2014/main" id="{8F11AEE0-5BF0-5FA6-C824-3BC55D69B73C}"/>
              </a:ext>
            </a:extLst>
          </p:cNvPr>
          <p:cNvPicPr/>
          <p:nvPr/>
        </p:nvPicPr>
        <p:blipFill>
          <a:blip r:embed="rId4"/>
          <a:stretch>
            <a:fillRect/>
          </a:stretch>
        </p:blipFill>
        <p:spPr>
          <a:xfrm>
            <a:off x="7961753" y="2622697"/>
            <a:ext cx="1503680" cy="1135036"/>
          </a:xfrm>
          <a:prstGeom prst="rect">
            <a:avLst/>
          </a:prstGeom>
        </p:spPr>
      </p:pic>
      <p:sp>
        <p:nvSpPr>
          <p:cNvPr id="35" name="Arrow: Right 34">
            <a:extLst>
              <a:ext uri="{FF2B5EF4-FFF2-40B4-BE49-F238E27FC236}">
                <a16:creationId xmlns:a16="http://schemas.microsoft.com/office/drawing/2014/main" id="{4C74176E-C728-B044-7FF0-721CA5D20667}"/>
              </a:ext>
            </a:extLst>
          </p:cNvPr>
          <p:cNvSpPr/>
          <p:nvPr/>
        </p:nvSpPr>
        <p:spPr>
          <a:xfrm>
            <a:off x="4773099" y="2548569"/>
            <a:ext cx="3224272" cy="495586"/>
          </a:xfrm>
          <a:prstGeom prst="rightArrow">
            <a:avLst/>
          </a:prstGeom>
          <a:solidFill>
            <a:srgbClr val="0096BB"/>
          </a:solidFill>
          <a:ln w="12700" cap="flat" cmpd="sng" algn="ctr">
            <a:solidFill>
              <a:srgbClr val="00B0F0"/>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 lastClr="FFFFFF"/>
                </a:solidFill>
                <a:effectLst/>
                <a:uLnTx/>
                <a:uFillTx/>
                <a:ea typeface="+mn-ea"/>
                <a:cs typeface="+mn-cs"/>
              </a:rPr>
              <a:t>HTTP request</a:t>
            </a:r>
          </a:p>
        </p:txBody>
      </p:sp>
      <p:sp>
        <p:nvSpPr>
          <p:cNvPr id="36" name="Arrow: Right 35">
            <a:extLst>
              <a:ext uri="{FF2B5EF4-FFF2-40B4-BE49-F238E27FC236}">
                <a16:creationId xmlns:a16="http://schemas.microsoft.com/office/drawing/2014/main" id="{086C38D3-3909-D05F-8929-2224081843FB}"/>
              </a:ext>
            </a:extLst>
          </p:cNvPr>
          <p:cNvSpPr/>
          <p:nvPr/>
        </p:nvSpPr>
        <p:spPr>
          <a:xfrm flipH="1">
            <a:off x="4735071" y="3146951"/>
            <a:ext cx="3224272" cy="495586"/>
          </a:xfrm>
          <a:prstGeom prst="rightArrow">
            <a:avLst/>
          </a:prstGeom>
          <a:solidFill>
            <a:srgbClr val="DF612C"/>
          </a:solidFill>
          <a:ln w="12700" cap="flat" cmpd="sng" algn="ctr">
            <a:solidFill>
              <a:srgbClr val="DF612C">
                <a:shade val="50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 lastClr="FFFFFF"/>
                </a:solidFill>
                <a:effectLst/>
                <a:uLnTx/>
                <a:uFillTx/>
                <a:ea typeface="+mn-ea"/>
                <a:cs typeface="+mn-cs"/>
              </a:rPr>
              <a:t>HTTP response</a:t>
            </a:r>
          </a:p>
        </p:txBody>
      </p:sp>
      <p:sp>
        <p:nvSpPr>
          <p:cNvPr id="37" name="TextBox 8">
            <a:extLst>
              <a:ext uri="{FF2B5EF4-FFF2-40B4-BE49-F238E27FC236}">
                <a16:creationId xmlns:a16="http://schemas.microsoft.com/office/drawing/2014/main" id="{8E608CD8-1CFE-6810-E9D4-FC7DB0A3A433}"/>
              </a:ext>
            </a:extLst>
          </p:cNvPr>
          <p:cNvSpPr txBox="1"/>
          <p:nvPr/>
        </p:nvSpPr>
        <p:spPr>
          <a:xfrm>
            <a:off x="3090494" y="3825180"/>
            <a:ext cx="1787117"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C000">
                    <a:lumMod val="75000"/>
                  </a:srgbClr>
                </a:solidFill>
                <a:effectLst/>
                <a:uLnTx/>
                <a:uFillTx/>
                <a:ea typeface="+mn-ea"/>
                <a:cs typeface="+mn-cs"/>
              </a:rPr>
              <a:t>Client</a:t>
            </a:r>
          </a:p>
        </p:txBody>
      </p:sp>
      <p:sp>
        <p:nvSpPr>
          <p:cNvPr id="38" name="TextBox 9">
            <a:extLst>
              <a:ext uri="{FF2B5EF4-FFF2-40B4-BE49-F238E27FC236}">
                <a16:creationId xmlns:a16="http://schemas.microsoft.com/office/drawing/2014/main" id="{1EDC2974-B271-474A-025A-521404931180}"/>
              </a:ext>
            </a:extLst>
          </p:cNvPr>
          <p:cNvSpPr txBox="1"/>
          <p:nvPr/>
        </p:nvSpPr>
        <p:spPr>
          <a:xfrm>
            <a:off x="7865731" y="3782247"/>
            <a:ext cx="1695723"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effectLst/>
                <a:uLnTx/>
                <a:uFillTx/>
                <a:ea typeface="+mn-ea"/>
                <a:cs typeface="+mn-cs"/>
              </a:rPr>
              <a:t>Server</a:t>
            </a:r>
          </a:p>
        </p:txBody>
      </p:sp>
      <p:pic>
        <p:nvPicPr>
          <p:cNvPr id="39" name="Picture 38" descr="Icon&#10;&#10;Description automatically generated">
            <a:extLst>
              <a:ext uri="{FF2B5EF4-FFF2-40B4-BE49-F238E27FC236}">
                <a16:creationId xmlns:a16="http://schemas.microsoft.com/office/drawing/2014/main" id="{8C38091B-D48E-39BD-FE30-08C6C6AF5D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6222" y="3594594"/>
            <a:ext cx="721009" cy="721009"/>
          </a:xfrm>
          <a:prstGeom prst="rect">
            <a:avLst/>
          </a:prstGeom>
        </p:spPr>
      </p:pic>
      <p:pic>
        <p:nvPicPr>
          <p:cNvPr id="40" name="Picture 39">
            <a:extLst>
              <a:ext uri="{FF2B5EF4-FFF2-40B4-BE49-F238E27FC236}">
                <a16:creationId xmlns:a16="http://schemas.microsoft.com/office/drawing/2014/main" id="{CE106774-8890-CCCD-4649-EE5D46A482B2}"/>
              </a:ext>
            </a:extLst>
          </p:cNvPr>
          <p:cNvPicPr/>
          <p:nvPr/>
        </p:nvPicPr>
        <p:blipFill>
          <a:blip r:embed="rId6"/>
          <a:stretch>
            <a:fillRect/>
          </a:stretch>
        </p:blipFill>
        <p:spPr>
          <a:xfrm>
            <a:off x="6343134" y="3698868"/>
            <a:ext cx="422226" cy="493581"/>
          </a:xfrm>
          <a:prstGeom prst="rect">
            <a:avLst/>
          </a:prstGeom>
        </p:spPr>
      </p:pic>
      <p:sp>
        <p:nvSpPr>
          <p:cNvPr id="41" name="TextBox 12">
            <a:extLst>
              <a:ext uri="{FF2B5EF4-FFF2-40B4-BE49-F238E27FC236}">
                <a16:creationId xmlns:a16="http://schemas.microsoft.com/office/drawing/2014/main" id="{13F71F04-6804-B43B-2735-C204AF7EC44B}"/>
              </a:ext>
            </a:extLst>
          </p:cNvPr>
          <p:cNvSpPr txBox="1"/>
          <p:nvPr/>
        </p:nvSpPr>
        <p:spPr>
          <a:xfrm>
            <a:off x="4049788" y="4268543"/>
            <a:ext cx="4679137" cy="338554"/>
          </a:xfrm>
          <a:prstGeom prst="rect">
            <a:avLst/>
          </a:prstGeom>
          <a:noFill/>
          <a:ln>
            <a:solidFill>
              <a:schemeClr val="accent4">
                <a:lumMod val="75000"/>
              </a:schemeClr>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effectLst/>
                <a:uLnTx/>
                <a:uFillTx/>
                <a:ea typeface="+mn-ea"/>
                <a:cs typeface="+mn-cs"/>
              </a:rPr>
              <a:t>Resource</a:t>
            </a:r>
            <a:r>
              <a:rPr lang="en-GB" sz="1600" dirty="0"/>
              <a:t> (for example, </a:t>
            </a:r>
            <a:r>
              <a:rPr kumimoji="0" lang="en-GB" sz="1600" b="0" i="0" u="none" strike="noStrike" kern="1200" cap="none" spc="0" normalizeH="0" baseline="0" noProof="0" dirty="0">
                <a:ln>
                  <a:noFill/>
                </a:ln>
                <a:effectLst/>
                <a:uLnTx/>
                <a:uFillTx/>
                <a:ea typeface="+mn-ea"/>
                <a:cs typeface="+mn-cs"/>
              </a:rPr>
              <a:t>image, html text file)</a:t>
            </a:r>
          </a:p>
        </p:txBody>
      </p:sp>
      <p:sp>
        <p:nvSpPr>
          <p:cNvPr id="42" name="TextBox 13">
            <a:extLst>
              <a:ext uri="{FF2B5EF4-FFF2-40B4-BE49-F238E27FC236}">
                <a16:creationId xmlns:a16="http://schemas.microsoft.com/office/drawing/2014/main" id="{F40D918F-2197-25DE-7BDC-6F9E43B3DB77}"/>
              </a:ext>
            </a:extLst>
          </p:cNvPr>
          <p:cNvSpPr txBox="1"/>
          <p:nvPr/>
        </p:nvSpPr>
        <p:spPr>
          <a:xfrm>
            <a:off x="3090494" y="1870370"/>
            <a:ext cx="5778787" cy="58477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595959"/>
                </a:solidFill>
                <a:effectLst/>
                <a:uLnTx/>
                <a:uFillTx/>
                <a:ea typeface="+mn-ea"/>
                <a:cs typeface="+mn-cs"/>
              </a:rPr>
              <a:t>URL</a:t>
            </a:r>
            <a:r>
              <a:rPr kumimoji="0" lang="en-GB" sz="1600" b="0" i="0" u="none" strike="noStrike" kern="1200" cap="none" spc="0" normalizeH="0" baseline="0" noProof="0" dirty="0">
                <a:ln>
                  <a:noFill/>
                </a:ln>
                <a:solidFill>
                  <a:srgbClr val="595959"/>
                </a:solidFill>
                <a:effectLst/>
                <a:uLnTx/>
                <a:uFillTx/>
                <a:ea typeface="+mn-ea"/>
                <a:cs typeface="+mn-cs"/>
              </a:rPr>
              <a:t> e.g., </a:t>
            </a:r>
            <a:r>
              <a:rPr kumimoji="0" lang="en-GB" sz="1600" b="0" i="0" u="none" strike="noStrike" kern="1200" cap="none" spc="0" normalizeH="0" baseline="0" noProof="0" dirty="0">
                <a:ln>
                  <a:noFill/>
                </a:ln>
                <a:solidFill>
                  <a:schemeClr val="tx1">
                    <a:lumMod val="75000"/>
                    <a:lumOff val="25000"/>
                  </a:schemeClr>
                </a:solidFill>
                <a:effectLst/>
                <a:uLnTx/>
                <a:uFillTx/>
                <a:ea typeface="+mn-ea"/>
                <a:cs typeface="+mn-cs"/>
              </a:rPr>
              <a:t>http</a:t>
            </a:r>
            <a:r>
              <a:rPr kumimoji="0" lang="en-GB" sz="1600" b="0" i="0" u="none" strike="noStrike" kern="1200" cap="none" spc="0" normalizeH="0" baseline="0" noProof="0" dirty="0">
                <a:ln>
                  <a:noFill/>
                </a:ln>
                <a:solidFill>
                  <a:srgbClr val="595959"/>
                </a:solidFill>
                <a:effectLst/>
                <a:uLnTx/>
                <a:uFillTx/>
                <a:ea typeface="+mn-ea"/>
                <a:cs typeface="+mn-cs"/>
              </a:rPr>
              <a:t>://</a:t>
            </a:r>
            <a:r>
              <a:rPr kumimoji="0" lang="en-GB" sz="1600" b="1" i="0" u="none" strike="noStrike" kern="1200" cap="none" spc="0" normalizeH="0" baseline="0" noProof="0" dirty="0">
                <a:ln>
                  <a:noFill/>
                </a:ln>
                <a:solidFill>
                  <a:srgbClr val="A6173E">
                    <a:lumMod val="60000"/>
                    <a:lumOff val="40000"/>
                  </a:srgbClr>
                </a:solidFill>
                <a:effectLst/>
                <a:uLnTx/>
                <a:uFillTx/>
                <a:ea typeface="+mn-ea"/>
                <a:cs typeface="+mn-cs"/>
              </a:rPr>
              <a:t>somewhere.com/</a:t>
            </a:r>
            <a:r>
              <a:rPr kumimoji="0" lang="en-GB" sz="1600" b="1" i="0" u="none" strike="noStrike" kern="1200" cap="none" spc="0" normalizeH="0" baseline="0" noProof="0" dirty="0">
                <a:ln>
                  <a:noFill/>
                </a:ln>
                <a:solidFill>
                  <a:schemeClr val="accent5">
                    <a:lumMod val="75000"/>
                  </a:schemeClr>
                </a:solidFill>
                <a:effectLst/>
                <a:uLnTx/>
                <a:uFillTx/>
                <a:ea typeface="+mn-ea"/>
                <a:cs typeface="+mn-cs"/>
              </a:rPr>
              <a:t>picture</a:t>
            </a:r>
            <a:r>
              <a:rPr kumimoji="0" lang="en-GB" sz="1600" b="0" i="0" u="none" strike="noStrike" kern="1200" cap="none" spc="0" normalizeH="0" baseline="0" noProof="0" dirty="0">
                <a:ln>
                  <a:noFill/>
                </a:ln>
                <a:solidFill>
                  <a:srgbClr val="595959"/>
                </a:solidFill>
                <a:effectLst/>
                <a:uLnTx/>
                <a:uFillTx/>
                <a:ea typeface="+mn-ea"/>
                <a:cs typeface="+mn-cs"/>
              </a:rPr>
              <a:t>/</a:t>
            </a:r>
            <a:r>
              <a:rPr kumimoji="0" lang="en-GB" sz="1600" b="1" i="0" u="none" strike="noStrike" kern="1200" cap="none" spc="0" normalizeH="0" baseline="0" noProof="0" dirty="0">
                <a:ln>
                  <a:noFill/>
                </a:ln>
                <a:solidFill>
                  <a:schemeClr val="accent2">
                    <a:lumMod val="75000"/>
                  </a:schemeClr>
                </a:solidFill>
                <a:effectLst/>
                <a:uLnTx/>
                <a:uFillTx/>
                <a:ea typeface="+mn-ea"/>
                <a:cs typeface="+mn-cs"/>
              </a:rPr>
              <a:t>firstcatphoto</a:t>
            </a:r>
          </a:p>
        </p:txBody>
      </p:sp>
      <p:sp>
        <p:nvSpPr>
          <p:cNvPr id="43" name="TextBox 16">
            <a:extLst>
              <a:ext uri="{FF2B5EF4-FFF2-40B4-BE49-F238E27FC236}">
                <a16:creationId xmlns:a16="http://schemas.microsoft.com/office/drawing/2014/main" id="{28B5A9E1-1AAD-8CB8-26EB-C23CAE0A3DD8}"/>
              </a:ext>
            </a:extLst>
          </p:cNvPr>
          <p:cNvSpPr txBox="1"/>
          <p:nvPr/>
        </p:nvSpPr>
        <p:spPr>
          <a:xfrm>
            <a:off x="5358972" y="1300736"/>
            <a:ext cx="1026263" cy="369332"/>
          </a:xfrm>
          <a:prstGeom prst="rect">
            <a:avLst/>
          </a:prstGeom>
          <a:solidFill>
            <a:sysClr val="window" lastClr="FFFFFF"/>
          </a:solidFill>
          <a:ln w="12700" cap="flat" cmpd="sng" algn="ctr">
            <a:solidFill>
              <a:srgbClr val="A6173E"/>
            </a:solidFill>
            <a:prstDash val="solid"/>
            <a:miter lim="800000"/>
          </a:ln>
          <a:effectLst/>
        </p:spPr>
        <p:txBody>
          <a:bodyPr wrap="square">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A6173E">
                    <a:lumMod val="60000"/>
                    <a:lumOff val="40000"/>
                  </a:srgbClr>
                </a:solidFill>
                <a:effectLst/>
                <a:uLnTx/>
                <a:uFillTx/>
                <a:ea typeface="+mn-ea"/>
                <a:cs typeface="+mn-cs"/>
              </a:rPr>
              <a:t>domain </a:t>
            </a:r>
            <a:endParaRPr kumimoji="0" lang="en-GB" b="0" i="0" u="none" strike="noStrike" kern="1200" cap="none" spc="0" normalizeH="0" baseline="0" noProof="0" dirty="0">
              <a:ln>
                <a:noFill/>
              </a:ln>
              <a:solidFill>
                <a:srgbClr val="595959"/>
              </a:solidFill>
              <a:effectLst/>
              <a:uLnTx/>
              <a:uFillTx/>
              <a:ea typeface="+mn-ea"/>
              <a:cs typeface="+mn-cs"/>
            </a:endParaRPr>
          </a:p>
        </p:txBody>
      </p:sp>
      <p:sp>
        <p:nvSpPr>
          <p:cNvPr id="44" name="TextBox 18">
            <a:extLst>
              <a:ext uri="{FF2B5EF4-FFF2-40B4-BE49-F238E27FC236}">
                <a16:creationId xmlns:a16="http://schemas.microsoft.com/office/drawing/2014/main" id="{60569800-0155-5EEC-1F16-D964F4DC6BD3}"/>
              </a:ext>
            </a:extLst>
          </p:cNvPr>
          <p:cNvSpPr txBox="1"/>
          <p:nvPr/>
        </p:nvSpPr>
        <p:spPr>
          <a:xfrm>
            <a:off x="9163413" y="1863763"/>
            <a:ext cx="2788501" cy="369332"/>
          </a:xfrm>
          <a:prstGeom prst="rect">
            <a:avLst/>
          </a:prstGeom>
          <a:solidFill>
            <a:sysClr val="window" lastClr="FFFFFF"/>
          </a:solidFill>
          <a:ln w="12700" cap="flat" cmpd="sng" algn="ctr">
            <a:solidFill>
              <a:schemeClr val="accent2">
                <a:lumMod val="75000"/>
              </a:schemeClr>
            </a:solidFill>
            <a:prstDash val="solid"/>
            <a:miter lim="800000"/>
          </a:ln>
          <a:effectLst/>
        </p:spPr>
        <p:txBody>
          <a:bodyPr wrap="square">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chemeClr val="accent2">
                    <a:lumMod val="75000"/>
                  </a:schemeClr>
                </a:solidFill>
                <a:effectLst/>
                <a:uLnTx/>
                <a:uFillTx/>
                <a:ea typeface="+mn-ea"/>
                <a:cs typeface="+mn-cs"/>
              </a:rPr>
              <a:t>the id of the resources</a:t>
            </a:r>
            <a:endParaRPr kumimoji="0" lang="en-GB" b="0" i="0" u="none" strike="noStrike" kern="1200" cap="none" spc="0" normalizeH="0" baseline="0" noProof="0" dirty="0">
              <a:ln>
                <a:noFill/>
              </a:ln>
              <a:solidFill>
                <a:schemeClr val="accent2">
                  <a:lumMod val="75000"/>
                </a:schemeClr>
              </a:solidFill>
              <a:effectLst/>
              <a:uLnTx/>
              <a:uFillTx/>
              <a:ea typeface="+mn-ea"/>
              <a:cs typeface="+mn-cs"/>
            </a:endParaRPr>
          </a:p>
        </p:txBody>
      </p:sp>
      <p:cxnSp>
        <p:nvCxnSpPr>
          <p:cNvPr id="45" name="Straight Connector 44">
            <a:extLst>
              <a:ext uri="{FF2B5EF4-FFF2-40B4-BE49-F238E27FC236}">
                <a16:creationId xmlns:a16="http://schemas.microsoft.com/office/drawing/2014/main" id="{3201EF4A-F5F5-FF38-4385-967C26C84D41}"/>
              </a:ext>
            </a:extLst>
          </p:cNvPr>
          <p:cNvCxnSpPr>
            <a:cxnSpLocks/>
          </p:cNvCxnSpPr>
          <p:nvPr/>
        </p:nvCxnSpPr>
        <p:spPr>
          <a:xfrm>
            <a:off x="5784361" y="1664778"/>
            <a:ext cx="1" cy="298522"/>
          </a:xfrm>
          <a:prstGeom prst="line">
            <a:avLst/>
          </a:prstGeom>
          <a:noFill/>
          <a:ln w="19050" cap="flat" cmpd="sng" algn="ctr">
            <a:solidFill>
              <a:srgbClr val="A6173E"/>
            </a:solidFill>
            <a:prstDash val="solid"/>
            <a:miter lim="800000"/>
          </a:ln>
          <a:effectLst/>
        </p:spPr>
      </p:cxnSp>
      <p:cxnSp>
        <p:nvCxnSpPr>
          <p:cNvPr id="46" name="Straight Connector 45">
            <a:extLst>
              <a:ext uri="{FF2B5EF4-FFF2-40B4-BE49-F238E27FC236}">
                <a16:creationId xmlns:a16="http://schemas.microsoft.com/office/drawing/2014/main" id="{53B71DB5-9500-DB82-68FA-0B298FFA3466}"/>
              </a:ext>
            </a:extLst>
          </p:cNvPr>
          <p:cNvCxnSpPr>
            <a:cxnSpLocks/>
            <a:stCxn id="44" idx="1"/>
          </p:cNvCxnSpPr>
          <p:nvPr/>
        </p:nvCxnSpPr>
        <p:spPr>
          <a:xfrm flipH="1" flipV="1">
            <a:off x="8871524" y="2033040"/>
            <a:ext cx="291889" cy="15389"/>
          </a:xfrm>
          <a:prstGeom prst="line">
            <a:avLst/>
          </a:prstGeom>
          <a:noFill/>
          <a:ln w="19050" cap="flat" cmpd="sng" algn="ctr">
            <a:solidFill>
              <a:schemeClr val="tx2">
                <a:lumMod val="75000"/>
              </a:schemeClr>
            </a:solidFill>
            <a:prstDash val="solid"/>
            <a:miter lim="800000"/>
          </a:ln>
          <a:effectLst/>
        </p:spPr>
      </p:cxnSp>
      <p:graphicFrame>
        <p:nvGraphicFramePr>
          <p:cNvPr id="48" name="Table 45">
            <a:extLst>
              <a:ext uri="{FF2B5EF4-FFF2-40B4-BE49-F238E27FC236}">
                <a16:creationId xmlns:a16="http://schemas.microsoft.com/office/drawing/2014/main" id="{DF1587A3-9ED0-889F-8B67-51371F4EDE56}"/>
              </a:ext>
            </a:extLst>
          </p:cNvPr>
          <p:cNvGraphicFramePr>
            <a:graphicFrameLocks noGrp="1"/>
          </p:cNvGraphicFramePr>
          <p:nvPr>
            <p:extLst>
              <p:ext uri="{D42A27DB-BD31-4B8C-83A1-F6EECF244321}">
                <p14:modId xmlns:p14="http://schemas.microsoft.com/office/powerpoint/2010/main" val="3025870836"/>
              </p:ext>
            </p:extLst>
          </p:nvPr>
        </p:nvGraphicFramePr>
        <p:xfrm>
          <a:off x="204455" y="2622696"/>
          <a:ext cx="2965267" cy="2409418"/>
        </p:xfrm>
        <a:graphic>
          <a:graphicData uri="http://schemas.openxmlformats.org/drawingml/2006/table">
            <a:tbl>
              <a:tblPr firstRow="1" bandRow="1" bandCol="1">
                <a:tableStyleId>{69012ECD-51FC-41F1-AA8D-1B2483CD663E}</a:tableStyleId>
              </a:tblPr>
              <a:tblGrid>
                <a:gridCol w="1131765">
                  <a:extLst>
                    <a:ext uri="{9D8B030D-6E8A-4147-A177-3AD203B41FA5}">
                      <a16:colId xmlns:a16="http://schemas.microsoft.com/office/drawing/2014/main" val="2488811635"/>
                    </a:ext>
                  </a:extLst>
                </a:gridCol>
                <a:gridCol w="1833502">
                  <a:extLst>
                    <a:ext uri="{9D8B030D-6E8A-4147-A177-3AD203B41FA5}">
                      <a16:colId xmlns:a16="http://schemas.microsoft.com/office/drawing/2014/main" val="3378975661"/>
                    </a:ext>
                  </a:extLst>
                </a:gridCol>
              </a:tblGrid>
              <a:tr h="813466">
                <a:tc>
                  <a:txBody>
                    <a:bodyPr/>
                    <a:lstStyle/>
                    <a:p>
                      <a:r>
                        <a:rPr lang="en-GB" sz="1600" b="1" noProof="0" dirty="0">
                          <a:solidFill>
                            <a:schemeClr val="tx1"/>
                          </a:solidFill>
                        </a:rPr>
                        <a:t>HTTP methods</a:t>
                      </a:r>
                    </a:p>
                  </a:txBody>
                  <a:tcPr/>
                </a:tc>
                <a:tc>
                  <a:txBody>
                    <a:bodyPr/>
                    <a:lstStyle/>
                    <a:p>
                      <a:r>
                        <a:rPr lang="en-GB" sz="1600" b="1" noProof="0" dirty="0">
                          <a:solidFill>
                            <a:schemeClr val="tx1"/>
                          </a:solidFill>
                        </a:rPr>
                        <a:t>CRUD operation (SQL)</a:t>
                      </a:r>
                    </a:p>
                  </a:txBody>
                  <a:tcPr/>
                </a:tc>
                <a:extLst>
                  <a:ext uri="{0D108BD9-81ED-4DB2-BD59-A6C34878D82A}">
                    <a16:rowId xmlns:a16="http://schemas.microsoft.com/office/drawing/2014/main" val="1148440804"/>
                  </a:ext>
                </a:extLst>
              </a:tr>
              <a:tr h="338944">
                <a:tc>
                  <a:txBody>
                    <a:bodyPr/>
                    <a:lstStyle/>
                    <a:p>
                      <a:r>
                        <a:rPr lang="en-GB" sz="1600" b="0" noProof="0" dirty="0">
                          <a:solidFill>
                            <a:schemeClr val="tx1"/>
                          </a:solidFill>
                        </a:rPr>
                        <a:t>GET</a:t>
                      </a:r>
                    </a:p>
                  </a:txBody>
                  <a:tcPr/>
                </a:tc>
                <a:tc>
                  <a:txBody>
                    <a:bodyPr/>
                    <a:lstStyle/>
                    <a:p>
                      <a:r>
                        <a:rPr lang="en-GB" sz="1600" b="0" noProof="0" dirty="0">
                          <a:solidFill>
                            <a:schemeClr val="tx1"/>
                          </a:solidFill>
                        </a:rPr>
                        <a:t>READ (SELECT)</a:t>
                      </a:r>
                    </a:p>
                  </a:txBody>
                  <a:tcPr/>
                </a:tc>
                <a:extLst>
                  <a:ext uri="{0D108BD9-81ED-4DB2-BD59-A6C34878D82A}">
                    <a16:rowId xmlns:a16="http://schemas.microsoft.com/office/drawing/2014/main" val="4159490685"/>
                  </a:ext>
                </a:extLst>
              </a:tr>
              <a:tr h="338944">
                <a:tc>
                  <a:txBody>
                    <a:bodyPr/>
                    <a:lstStyle/>
                    <a:p>
                      <a:r>
                        <a:rPr lang="en-GB" sz="1600" b="0" noProof="0" dirty="0">
                          <a:solidFill>
                            <a:schemeClr val="tx1"/>
                          </a:solidFill>
                        </a:rPr>
                        <a:t>POST</a:t>
                      </a:r>
                    </a:p>
                  </a:txBody>
                  <a:tcPr/>
                </a:tc>
                <a:tc>
                  <a:txBody>
                    <a:bodyPr/>
                    <a:lstStyle/>
                    <a:p>
                      <a:r>
                        <a:rPr lang="en-GB" sz="1600" b="0" noProof="0" dirty="0">
                          <a:solidFill>
                            <a:schemeClr val="tx1"/>
                          </a:solidFill>
                        </a:rPr>
                        <a:t>CREATE (INSERT)</a:t>
                      </a:r>
                    </a:p>
                  </a:txBody>
                  <a:tcPr/>
                </a:tc>
                <a:extLst>
                  <a:ext uri="{0D108BD9-81ED-4DB2-BD59-A6C34878D82A}">
                    <a16:rowId xmlns:a16="http://schemas.microsoft.com/office/drawing/2014/main" val="761795888"/>
                  </a:ext>
                </a:extLst>
              </a:tr>
              <a:tr h="576205">
                <a:tc>
                  <a:txBody>
                    <a:bodyPr/>
                    <a:lstStyle/>
                    <a:p>
                      <a:r>
                        <a:rPr lang="en-GB" sz="1600" b="0" noProof="0" dirty="0">
                          <a:solidFill>
                            <a:schemeClr val="tx1"/>
                          </a:solidFill>
                        </a:rPr>
                        <a:t>PUT</a:t>
                      </a:r>
                    </a:p>
                  </a:txBody>
                  <a:tcPr/>
                </a:tc>
                <a:tc>
                  <a:txBody>
                    <a:bodyPr/>
                    <a:lstStyle/>
                    <a:p>
                      <a:r>
                        <a:rPr lang="en-GB" sz="1600" b="0" noProof="0" dirty="0">
                          <a:solidFill>
                            <a:schemeClr val="tx1"/>
                          </a:solidFill>
                        </a:rPr>
                        <a:t>UPDATE (UPDATE)</a:t>
                      </a:r>
                    </a:p>
                  </a:txBody>
                  <a:tcPr/>
                </a:tc>
                <a:extLst>
                  <a:ext uri="{0D108BD9-81ED-4DB2-BD59-A6C34878D82A}">
                    <a16:rowId xmlns:a16="http://schemas.microsoft.com/office/drawing/2014/main" val="3006710602"/>
                  </a:ext>
                </a:extLst>
              </a:tr>
              <a:tr h="338944">
                <a:tc>
                  <a:txBody>
                    <a:bodyPr/>
                    <a:lstStyle/>
                    <a:p>
                      <a:r>
                        <a:rPr lang="en-GB" sz="1600" b="0" noProof="0" dirty="0">
                          <a:solidFill>
                            <a:schemeClr val="tx1"/>
                          </a:solidFill>
                        </a:rPr>
                        <a:t>DELETE</a:t>
                      </a:r>
                    </a:p>
                  </a:txBody>
                  <a:tcPr/>
                </a:tc>
                <a:tc>
                  <a:txBody>
                    <a:bodyPr/>
                    <a:lstStyle/>
                    <a:p>
                      <a:r>
                        <a:rPr lang="en-GB" sz="1600" b="0" noProof="0" dirty="0">
                          <a:solidFill>
                            <a:schemeClr val="tx1"/>
                          </a:solidFill>
                        </a:rPr>
                        <a:t>DELETE(DELETE)</a:t>
                      </a:r>
                    </a:p>
                  </a:txBody>
                  <a:tcPr/>
                </a:tc>
                <a:extLst>
                  <a:ext uri="{0D108BD9-81ED-4DB2-BD59-A6C34878D82A}">
                    <a16:rowId xmlns:a16="http://schemas.microsoft.com/office/drawing/2014/main" val="1021956291"/>
                  </a:ext>
                </a:extLst>
              </a:tr>
            </a:tbl>
          </a:graphicData>
        </a:graphic>
      </p:graphicFrame>
      <p:graphicFrame>
        <p:nvGraphicFramePr>
          <p:cNvPr id="49" name="Table 48">
            <a:extLst>
              <a:ext uri="{FF2B5EF4-FFF2-40B4-BE49-F238E27FC236}">
                <a16:creationId xmlns:a16="http://schemas.microsoft.com/office/drawing/2014/main" id="{86BA8FFA-7628-3776-17C4-5B355EB071F0}"/>
              </a:ext>
            </a:extLst>
          </p:cNvPr>
          <p:cNvGraphicFramePr>
            <a:graphicFrameLocks noGrp="1"/>
          </p:cNvGraphicFramePr>
          <p:nvPr>
            <p:extLst>
              <p:ext uri="{D42A27DB-BD31-4B8C-83A1-F6EECF244321}">
                <p14:modId xmlns:p14="http://schemas.microsoft.com/office/powerpoint/2010/main" val="2543816666"/>
              </p:ext>
            </p:extLst>
          </p:nvPr>
        </p:nvGraphicFramePr>
        <p:xfrm>
          <a:off x="9680382" y="2748460"/>
          <a:ext cx="2385681" cy="3474720"/>
        </p:xfrm>
        <a:graphic>
          <a:graphicData uri="http://schemas.openxmlformats.org/drawingml/2006/table">
            <a:tbl>
              <a:tblPr firstRow="1" bandRow="1">
                <a:tableStyleId>{912C8C85-51F0-491E-9774-3900AFEF0FD7}</a:tableStyleId>
              </a:tblPr>
              <a:tblGrid>
                <a:gridCol w="820145">
                  <a:extLst>
                    <a:ext uri="{9D8B030D-6E8A-4147-A177-3AD203B41FA5}">
                      <a16:colId xmlns:a16="http://schemas.microsoft.com/office/drawing/2014/main" val="2488811635"/>
                    </a:ext>
                  </a:extLst>
                </a:gridCol>
                <a:gridCol w="1565536">
                  <a:extLst>
                    <a:ext uri="{9D8B030D-6E8A-4147-A177-3AD203B41FA5}">
                      <a16:colId xmlns:a16="http://schemas.microsoft.com/office/drawing/2014/main" val="3378975661"/>
                    </a:ext>
                  </a:extLst>
                </a:gridCol>
              </a:tblGrid>
              <a:tr h="446275">
                <a:tc>
                  <a:txBody>
                    <a:bodyPr/>
                    <a:lstStyle/>
                    <a:p>
                      <a:r>
                        <a:rPr lang="en-GB" sz="1600" b="1" noProof="0" dirty="0">
                          <a:solidFill>
                            <a:schemeClr val="tx1"/>
                          </a:solidFill>
                        </a:rPr>
                        <a:t>Status code</a:t>
                      </a:r>
                    </a:p>
                  </a:txBody>
                  <a:tcPr/>
                </a:tc>
                <a:tc>
                  <a:txBody>
                    <a:bodyPr/>
                    <a:lstStyle/>
                    <a:p>
                      <a:endParaRPr lang="en-GB" sz="1600" b="1" noProof="0" dirty="0">
                        <a:solidFill>
                          <a:schemeClr val="tx1"/>
                        </a:solidFill>
                      </a:endParaRPr>
                    </a:p>
                  </a:txBody>
                  <a:tcPr/>
                </a:tc>
                <a:extLst>
                  <a:ext uri="{0D108BD9-81ED-4DB2-BD59-A6C34878D82A}">
                    <a16:rowId xmlns:a16="http://schemas.microsoft.com/office/drawing/2014/main" val="1148440804"/>
                  </a:ext>
                </a:extLst>
              </a:tr>
              <a:tr h="446275">
                <a:tc>
                  <a:txBody>
                    <a:bodyPr/>
                    <a:lstStyle/>
                    <a:p>
                      <a:r>
                        <a:rPr lang="en-GB" sz="1600" b="0" noProof="0" dirty="0">
                          <a:solidFill>
                            <a:schemeClr val="tx1"/>
                          </a:solidFill>
                        </a:rPr>
                        <a:t>100-199</a:t>
                      </a:r>
                    </a:p>
                  </a:txBody>
                  <a:tcPr/>
                </a:tc>
                <a:tc>
                  <a:txBody>
                    <a:bodyPr/>
                    <a:lstStyle/>
                    <a:p>
                      <a:r>
                        <a:rPr lang="en-GB" sz="1600" b="0" noProof="0" dirty="0">
                          <a:solidFill>
                            <a:schemeClr val="tx1"/>
                          </a:solidFill>
                        </a:rPr>
                        <a:t>Informational responses</a:t>
                      </a:r>
                    </a:p>
                  </a:txBody>
                  <a:tcPr/>
                </a:tc>
                <a:extLst>
                  <a:ext uri="{0D108BD9-81ED-4DB2-BD59-A6C34878D82A}">
                    <a16:rowId xmlns:a16="http://schemas.microsoft.com/office/drawing/2014/main" val="4159490685"/>
                  </a:ext>
                </a:extLst>
              </a:tr>
              <a:tr h="446275">
                <a:tc>
                  <a:txBody>
                    <a:bodyPr/>
                    <a:lstStyle/>
                    <a:p>
                      <a:r>
                        <a:rPr lang="en-GB" sz="1600" b="0" noProof="0" dirty="0">
                          <a:solidFill>
                            <a:schemeClr val="tx1"/>
                          </a:solidFill>
                        </a:rPr>
                        <a:t>200-299</a:t>
                      </a:r>
                    </a:p>
                  </a:txBody>
                  <a:tcPr/>
                </a:tc>
                <a:tc>
                  <a:txBody>
                    <a:bodyPr/>
                    <a:lstStyle/>
                    <a:p>
                      <a:r>
                        <a:rPr lang="en-GB" sz="1600" b="0" noProof="0" dirty="0">
                          <a:solidFill>
                            <a:schemeClr val="tx1"/>
                          </a:solidFill>
                        </a:rPr>
                        <a:t>Successful responses</a:t>
                      </a:r>
                    </a:p>
                  </a:txBody>
                  <a:tcPr/>
                </a:tc>
                <a:extLst>
                  <a:ext uri="{0D108BD9-81ED-4DB2-BD59-A6C34878D82A}">
                    <a16:rowId xmlns:a16="http://schemas.microsoft.com/office/drawing/2014/main" val="1332762847"/>
                  </a:ext>
                </a:extLst>
              </a:tr>
              <a:tr h="446275">
                <a:tc>
                  <a:txBody>
                    <a:bodyPr/>
                    <a:lstStyle/>
                    <a:p>
                      <a:r>
                        <a:rPr lang="en-GB" sz="1600" b="0" noProof="0" dirty="0">
                          <a:solidFill>
                            <a:schemeClr val="tx1"/>
                          </a:solidFill>
                        </a:rPr>
                        <a:t>300-399</a:t>
                      </a:r>
                    </a:p>
                  </a:txBody>
                  <a:tcPr/>
                </a:tc>
                <a:tc>
                  <a:txBody>
                    <a:bodyPr/>
                    <a:lstStyle/>
                    <a:p>
                      <a:r>
                        <a:rPr lang="en-GB" sz="1600" b="0" noProof="0" dirty="0">
                          <a:solidFill>
                            <a:schemeClr val="tx1"/>
                          </a:solidFill>
                        </a:rPr>
                        <a:t>Redirection messages</a:t>
                      </a:r>
                    </a:p>
                  </a:txBody>
                  <a:tcPr/>
                </a:tc>
                <a:extLst>
                  <a:ext uri="{0D108BD9-81ED-4DB2-BD59-A6C34878D82A}">
                    <a16:rowId xmlns:a16="http://schemas.microsoft.com/office/drawing/2014/main" val="761795888"/>
                  </a:ext>
                </a:extLst>
              </a:tr>
              <a:tr h="446275">
                <a:tc>
                  <a:txBody>
                    <a:bodyPr/>
                    <a:lstStyle/>
                    <a:p>
                      <a:r>
                        <a:rPr lang="en-GB" sz="1600" b="0" noProof="0" dirty="0">
                          <a:solidFill>
                            <a:schemeClr val="tx1"/>
                          </a:solidFill>
                        </a:rPr>
                        <a:t>400-499</a:t>
                      </a:r>
                    </a:p>
                  </a:txBody>
                  <a:tcPr/>
                </a:tc>
                <a:tc>
                  <a:txBody>
                    <a:bodyPr/>
                    <a:lstStyle/>
                    <a:p>
                      <a:r>
                        <a:rPr lang="en-GB" sz="1600" b="0" noProof="0" dirty="0">
                          <a:solidFill>
                            <a:schemeClr val="tx1"/>
                          </a:solidFill>
                        </a:rPr>
                        <a:t>Client Error responses</a:t>
                      </a:r>
                    </a:p>
                  </a:txBody>
                  <a:tcPr/>
                </a:tc>
                <a:extLst>
                  <a:ext uri="{0D108BD9-81ED-4DB2-BD59-A6C34878D82A}">
                    <a16:rowId xmlns:a16="http://schemas.microsoft.com/office/drawing/2014/main" val="3006710602"/>
                  </a:ext>
                </a:extLst>
              </a:tr>
              <a:tr h="446275">
                <a:tc>
                  <a:txBody>
                    <a:bodyPr/>
                    <a:lstStyle/>
                    <a:p>
                      <a:r>
                        <a:rPr lang="en-GB" sz="1600" b="0" noProof="0" dirty="0">
                          <a:solidFill>
                            <a:schemeClr val="tx1"/>
                          </a:solidFill>
                        </a:rPr>
                        <a:t>500-599</a:t>
                      </a:r>
                    </a:p>
                  </a:txBody>
                  <a:tcPr/>
                </a:tc>
                <a:tc>
                  <a:txBody>
                    <a:bodyPr/>
                    <a:lstStyle/>
                    <a:p>
                      <a:r>
                        <a:rPr lang="en-GB" sz="1600" b="0" noProof="0" dirty="0">
                          <a:solidFill>
                            <a:schemeClr val="tx1"/>
                          </a:solidFill>
                        </a:rPr>
                        <a:t>Server error responses</a:t>
                      </a:r>
                    </a:p>
                  </a:txBody>
                  <a:tcPr/>
                </a:tc>
                <a:extLst>
                  <a:ext uri="{0D108BD9-81ED-4DB2-BD59-A6C34878D82A}">
                    <a16:rowId xmlns:a16="http://schemas.microsoft.com/office/drawing/2014/main" val="1021956291"/>
                  </a:ext>
                </a:extLst>
              </a:tr>
            </a:tbl>
          </a:graphicData>
        </a:graphic>
      </p:graphicFrame>
      <p:graphicFrame>
        <p:nvGraphicFramePr>
          <p:cNvPr id="50" name="Table 49">
            <a:extLst>
              <a:ext uri="{FF2B5EF4-FFF2-40B4-BE49-F238E27FC236}">
                <a16:creationId xmlns:a16="http://schemas.microsoft.com/office/drawing/2014/main" id="{018FD118-95E5-32E7-CEC6-5CC1CA2D0F73}"/>
              </a:ext>
            </a:extLst>
          </p:cNvPr>
          <p:cNvGraphicFramePr>
            <a:graphicFrameLocks noGrp="1"/>
          </p:cNvGraphicFramePr>
          <p:nvPr>
            <p:extLst>
              <p:ext uri="{D42A27DB-BD31-4B8C-83A1-F6EECF244321}">
                <p14:modId xmlns:p14="http://schemas.microsoft.com/office/powerpoint/2010/main" val="2366733125"/>
              </p:ext>
            </p:extLst>
          </p:nvPr>
        </p:nvGraphicFramePr>
        <p:xfrm>
          <a:off x="4049788" y="4754589"/>
          <a:ext cx="4679137" cy="2011680"/>
        </p:xfrm>
        <a:graphic>
          <a:graphicData uri="http://schemas.openxmlformats.org/drawingml/2006/table">
            <a:tbl>
              <a:tblPr firstRow="1" bandRow="1">
                <a:tableStyleId>{17292A2E-F333-43FB-9621-5CBBE7FDCDCB}</a:tableStyleId>
              </a:tblPr>
              <a:tblGrid>
                <a:gridCol w="4679137">
                  <a:extLst>
                    <a:ext uri="{9D8B030D-6E8A-4147-A177-3AD203B41FA5}">
                      <a16:colId xmlns:a16="http://schemas.microsoft.com/office/drawing/2014/main" val="3378975661"/>
                    </a:ext>
                  </a:extLst>
                </a:gridCol>
              </a:tblGrid>
              <a:tr h="229693">
                <a:tc>
                  <a:txBody>
                    <a:bodyPr/>
                    <a:lstStyle/>
                    <a:p>
                      <a:r>
                        <a:rPr lang="en-GB" sz="1600" b="1" noProof="0" dirty="0"/>
                        <a:t>Common resource media types</a:t>
                      </a:r>
                    </a:p>
                  </a:txBody>
                  <a:tcPr/>
                </a:tc>
                <a:extLst>
                  <a:ext uri="{0D108BD9-81ED-4DB2-BD59-A6C34878D82A}">
                    <a16:rowId xmlns:a16="http://schemas.microsoft.com/office/drawing/2014/main" val="1148440804"/>
                  </a:ext>
                </a:extLst>
              </a:tr>
              <a:tr h="229693">
                <a:tc>
                  <a:txBody>
                    <a:bodyPr/>
                    <a:lstStyle/>
                    <a:p>
                      <a:r>
                        <a:rPr lang="en-GB" sz="1600" b="0" noProof="0" dirty="0"/>
                        <a:t>application/</a:t>
                      </a:r>
                      <a:r>
                        <a:rPr lang="en-GB" sz="1600" b="0" noProof="0" dirty="0" err="1"/>
                        <a:t>json</a:t>
                      </a:r>
                      <a:endParaRPr lang="en-GB" sz="1600" b="0" noProof="0" dirty="0"/>
                    </a:p>
                  </a:txBody>
                  <a:tcPr/>
                </a:tc>
                <a:extLst>
                  <a:ext uri="{0D108BD9-81ED-4DB2-BD59-A6C34878D82A}">
                    <a16:rowId xmlns:a16="http://schemas.microsoft.com/office/drawing/2014/main" val="4159490685"/>
                  </a:ext>
                </a:extLst>
              </a:tr>
              <a:tr h="229693">
                <a:tc>
                  <a:txBody>
                    <a:bodyPr/>
                    <a:lstStyle/>
                    <a:p>
                      <a:r>
                        <a:rPr lang="en-GB" sz="1600" b="0" noProof="0" dirty="0"/>
                        <a:t>application/</a:t>
                      </a:r>
                      <a:r>
                        <a:rPr lang="en-GB" sz="1600" b="0" noProof="0" dirty="0" err="1"/>
                        <a:t>javascript</a:t>
                      </a:r>
                      <a:endParaRPr lang="en-GB" sz="1600" b="0" noProof="0" dirty="0"/>
                    </a:p>
                  </a:txBody>
                  <a:tcPr/>
                </a:tc>
                <a:extLst>
                  <a:ext uri="{0D108BD9-81ED-4DB2-BD59-A6C34878D82A}">
                    <a16:rowId xmlns:a16="http://schemas.microsoft.com/office/drawing/2014/main" val="1332762847"/>
                  </a:ext>
                </a:extLst>
              </a:tr>
              <a:tr h="229693">
                <a:tc>
                  <a:txBody>
                    <a:bodyPr/>
                    <a:lstStyle/>
                    <a:p>
                      <a:r>
                        <a:rPr lang="en-GB" sz="1600" b="0" noProof="0" dirty="0"/>
                        <a:t>text/html</a:t>
                      </a:r>
                    </a:p>
                  </a:txBody>
                  <a:tcPr/>
                </a:tc>
                <a:extLst>
                  <a:ext uri="{0D108BD9-81ED-4DB2-BD59-A6C34878D82A}">
                    <a16:rowId xmlns:a16="http://schemas.microsoft.com/office/drawing/2014/main" val="761795888"/>
                  </a:ext>
                </a:extLst>
              </a:tr>
              <a:tr h="229693">
                <a:tc>
                  <a:txBody>
                    <a:bodyPr/>
                    <a:lstStyle/>
                    <a:p>
                      <a:r>
                        <a:rPr lang="en-GB" sz="1600" b="0" noProof="0" dirty="0"/>
                        <a:t>image/jpeg</a:t>
                      </a:r>
                    </a:p>
                  </a:txBody>
                  <a:tcPr/>
                </a:tc>
                <a:extLst>
                  <a:ext uri="{0D108BD9-81ED-4DB2-BD59-A6C34878D82A}">
                    <a16:rowId xmlns:a16="http://schemas.microsoft.com/office/drawing/2014/main" val="3006710602"/>
                  </a:ext>
                </a:extLst>
              </a:tr>
              <a:tr h="229693">
                <a:tc>
                  <a:txBody>
                    <a:bodyPr/>
                    <a:lstStyle/>
                    <a:p>
                      <a:r>
                        <a:rPr lang="en-GB" sz="1600" b="0" noProof="0" dirty="0"/>
                        <a:t>image/</a:t>
                      </a:r>
                      <a:r>
                        <a:rPr lang="en-GB" sz="1600" b="0" noProof="0" dirty="0" err="1"/>
                        <a:t>png</a:t>
                      </a:r>
                      <a:endParaRPr lang="en-GB" sz="1600" b="0" noProof="0" dirty="0"/>
                    </a:p>
                  </a:txBody>
                  <a:tcPr/>
                </a:tc>
                <a:extLst>
                  <a:ext uri="{0D108BD9-81ED-4DB2-BD59-A6C34878D82A}">
                    <a16:rowId xmlns:a16="http://schemas.microsoft.com/office/drawing/2014/main" val="1021956291"/>
                  </a:ext>
                </a:extLst>
              </a:tr>
            </a:tbl>
          </a:graphicData>
        </a:graphic>
      </p:graphicFrame>
      <p:sp>
        <p:nvSpPr>
          <p:cNvPr id="51" name="TextBox 13">
            <a:extLst>
              <a:ext uri="{FF2B5EF4-FFF2-40B4-BE49-F238E27FC236}">
                <a16:creationId xmlns:a16="http://schemas.microsoft.com/office/drawing/2014/main" id="{3B7EF6FD-88D9-2B54-7B07-1229FCBC4762}"/>
              </a:ext>
            </a:extLst>
          </p:cNvPr>
          <p:cNvSpPr txBox="1"/>
          <p:nvPr/>
        </p:nvSpPr>
        <p:spPr>
          <a:xfrm>
            <a:off x="240086" y="1670432"/>
            <a:ext cx="2834374" cy="369332"/>
          </a:xfrm>
          <a:prstGeom prst="rect">
            <a:avLst/>
          </a:prstGeom>
          <a:noFill/>
          <a:ln>
            <a:solidFill>
              <a:schemeClr val="bg1">
                <a:lumMod val="50000"/>
              </a:schemeClr>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effectLst/>
                <a:uLnTx/>
                <a:uFillTx/>
                <a:ea typeface="+mn-ea"/>
                <a:cs typeface="+mn-cs"/>
              </a:rPr>
              <a:t>Uniform resource locator</a:t>
            </a:r>
          </a:p>
        </p:txBody>
      </p:sp>
      <p:cxnSp>
        <p:nvCxnSpPr>
          <p:cNvPr id="52" name="Straight Connector 51">
            <a:extLst>
              <a:ext uri="{FF2B5EF4-FFF2-40B4-BE49-F238E27FC236}">
                <a16:creationId xmlns:a16="http://schemas.microsoft.com/office/drawing/2014/main" id="{EA785132-0242-D18C-F800-1E659FCEF24A}"/>
              </a:ext>
            </a:extLst>
          </p:cNvPr>
          <p:cNvCxnSpPr>
            <a:cxnSpLocks/>
            <a:endCxn id="51" idx="3"/>
          </p:cNvCxnSpPr>
          <p:nvPr/>
        </p:nvCxnSpPr>
        <p:spPr>
          <a:xfrm flipH="1" flipV="1">
            <a:off x="3074460" y="1855098"/>
            <a:ext cx="594659" cy="177942"/>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FF2F87EB-5958-22D9-EC79-884C25D90A0B}"/>
              </a:ext>
            </a:extLst>
          </p:cNvPr>
          <p:cNvGrpSpPr/>
          <p:nvPr/>
        </p:nvGrpSpPr>
        <p:grpSpPr>
          <a:xfrm>
            <a:off x="6762270" y="1273296"/>
            <a:ext cx="804161" cy="656739"/>
            <a:chOff x="6263118" y="2006688"/>
            <a:chExt cx="729373" cy="656739"/>
          </a:xfrm>
        </p:grpSpPr>
        <p:sp>
          <p:nvSpPr>
            <p:cNvPr id="54" name="TextBox 16">
              <a:extLst>
                <a:ext uri="{FF2B5EF4-FFF2-40B4-BE49-F238E27FC236}">
                  <a16:creationId xmlns:a16="http://schemas.microsoft.com/office/drawing/2014/main" id="{3F7D124A-1816-961F-089E-071523568ED7}"/>
                </a:ext>
              </a:extLst>
            </p:cNvPr>
            <p:cNvSpPr txBox="1"/>
            <p:nvPr/>
          </p:nvSpPr>
          <p:spPr>
            <a:xfrm>
              <a:off x="6263118" y="2006688"/>
              <a:ext cx="729373" cy="369332"/>
            </a:xfrm>
            <a:prstGeom prst="rect">
              <a:avLst/>
            </a:prstGeom>
            <a:solidFill>
              <a:sysClr val="window" lastClr="FFFFFF"/>
            </a:solidFill>
            <a:ln w="12700" cap="flat" cmpd="sng" algn="ctr">
              <a:solidFill>
                <a:schemeClr val="accent5">
                  <a:lumMod val="75000"/>
                </a:schemeClr>
              </a:solidFill>
              <a:prstDash val="solid"/>
              <a:miter lim="800000"/>
            </a:ln>
            <a:effectLst/>
          </p:spPr>
          <p:txBody>
            <a:bodyPr wrap="square">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chemeClr val="accent5">
                      <a:lumMod val="75000"/>
                    </a:schemeClr>
                  </a:solidFill>
                  <a:effectLst/>
                  <a:uLnTx/>
                  <a:uFillTx/>
                </a:rPr>
                <a:t>path</a:t>
              </a:r>
              <a:endParaRPr kumimoji="0" lang="en-GB" b="0" i="0" u="none" strike="noStrike" kern="1200" cap="none" spc="0" normalizeH="0" baseline="0" noProof="0" dirty="0">
                <a:ln>
                  <a:noFill/>
                </a:ln>
                <a:solidFill>
                  <a:schemeClr val="accent5">
                    <a:lumMod val="75000"/>
                  </a:schemeClr>
                </a:solidFill>
                <a:effectLst/>
                <a:uLnTx/>
                <a:uFillTx/>
              </a:endParaRPr>
            </a:p>
          </p:txBody>
        </p:sp>
        <p:cxnSp>
          <p:nvCxnSpPr>
            <p:cNvPr id="55" name="Straight Connector 54">
              <a:extLst>
                <a:ext uri="{FF2B5EF4-FFF2-40B4-BE49-F238E27FC236}">
                  <a16:creationId xmlns:a16="http://schemas.microsoft.com/office/drawing/2014/main" id="{72B3B000-7A29-A083-CA8E-DD3BB10974AA}"/>
                </a:ext>
              </a:extLst>
            </p:cNvPr>
            <p:cNvCxnSpPr>
              <a:cxnSpLocks/>
              <a:stCxn id="54" idx="2"/>
            </p:cNvCxnSpPr>
            <p:nvPr/>
          </p:nvCxnSpPr>
          <p:spPr>
            <a:xfrm flipH="1">
              <a:off x="6595195" y="2376020"/>
              <a:ext cx="32610" cy="287407"/>
            </a:xfrm>
            <a:prstGeom prst="line">
              <a:avLst/>
            </a:prstGeom>
            <a:ln>
              <a:solidFill>
                <a:schemeClr val="accent5">
                  <a:lumMod val="75000"/>
                </a:schemeClr>
              </a:solidFill>
            </a:ln>
          </p:spPr>
          <p:style>
            <a:lnRef idx="1">
              <a:schemeClr val="accent4"/>
            </a:lnRef>
            <a:fillRef idx="0">
              <a:schemeClr val="accent4"/>
            </a:fillRef>
            <a:effectRef idx="0">
              <a:schemeClr val="accent4"/>
            </a:effectRef>
            <a:fontRef idx="minor">
              <a:schemeClr val="tx1"/>
            </a:fontRef>
          </p:style>
        </p:cxnSp>
      </p:grpSp>
      <p:grpSp>
        <p:nvGrpSpPr>
          <p:cNvPr id="56" name="Group 55">
            <a:extLst>
              <a:ext uri="{FF2B5EF4-FFF2-40B4-BE49-F238E27FC236}">
                <a16:creationId xmlns:a16="http://schemas.microsoft.com/office/drawing/2014/main" id="{601D1F7E-6878-725B-C224-FCA1A9174A7A}"/>
              </a:ext>
            </a:extLst>
          </p:cNvPr>
          <p:cNvGrpSpPr/>
          <p:nvPr/>
        </p:nvGrpSpPr>
        <p:grpSpPr>
          <a:xfrm>
            <a:off x="4087305" y="1417000"/>
            <a:ext cx="1148511" cy="525893"/>
            <a:chOff x="6085145" y="2127718"/>
            <a:chExt cx="930820" cy="941693"/>
          </a:xfrm>
        </p:grpSpPr>
        <p:sp>
          <p:nvSpPr>
            <p:cNvPr id="57" name="TextBox 16">
              <a:extLst>
                <a:ext uri="{FF2B5EF4-FFF2-40B4-BE49-F238E27FC236}">
                  <a16:creationId xmlns:a16="http://schemas.microsoft.com/office/drawing/2014/main" id="{BDF072A1-649F-FF6F-6FB4-AC53F4FFF337}"/>
                </a:ext>
              </a:extLst>
            </p:cNvPr>
            <p:cNvSpPr txBox="1"/>
            <p:nvPr/>
          </p:nvSpPr>
          <p:spPr>
            <a:xfrm>
              <a:off x="6085145" y="2127718"/>
              <a:ext cx="930820" cy="661346"/>
            </a:xfrm>
            <a:prstGeom prst="rect">
              <a:avLst/>
            </a:prstGeom>
            <a:solidFill>
              <a:sysClr val="window" lastClr="FFFFFF"/>
            </a:solidFill>
            <a:ln w="12700" cap="flat" cmpd="sng" algn="ctr">
              <a:solidFill>
                <a:schemeClr val="accent1">
                  <a:lumMod val="75000"/>
                  <a:lumOff val="25000"/>
                </a:schemeClr>
              </a:solidFill>
              <a:prstDash val="solid"/>
              <a:miter lim="800000"/>
            </a:ln>
            <a:effectLst/>
          </p:spPr>
          <p:txBody>
            <a:bodyPr wrap="square">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chemeClr val="tx1">
                      <a:lumMod val="75000"/>
                      <a:lumOff val="25000"/>
                    </a:schemeClr>
                  </a:solidFill>
                  <a:effectLst/>
                  <a:uLnTx/>
                  <a:uFillTx/>
                </a:rPr>
                <a:t>protocol</a:t>
              </a:r>
              <a:endParaRPr kumimoji="0" lang="en-GB" b="0" i="0" u="none" strike="noStrike" kern="1200" cap="none" spc="0" normalizeH="0" baseline="0" noProof="0" dirty="0">
                <a:ln>
                  <a:noFill/>
                </a:ln>
                <a:solidFill>
                  <a:schemeClr val="tx1">
                    <a:lumMod val="75000"/>
                    <a:lumOff val="25000"/>
                  </a:schemeClr>
                </a:solidFill>
                <a:effectLst/>
                <a:uLnTx/>
                <a:uFillTx/>
              </a:endParaRPr>
            </a:p>
          </p:txBody>
        </p:sp>
        <p:cxnSp>
          <p:nvCxnSpPr>
            <p:cNvPr id="58" name="Straight Connector 57">
              <a:extLst>
                <a:ext uri="{FF2B5EF4-FFF2-40B4-BE49-F238E27FC236}">
                  <a16:creationId xmlns:a16="http://schemas.microsoft.com/office/drawing/2014/main" id="{1FCA5DB4-4ADE-EA83-C274-1AE4CCC57028}"/>
                </a:ext>
              </a:extLst>
            </p:cNvPr>
            <p:cNvCxnSpPr>
              <a:cxnSpLocks/>
              <a:stCxn id="57" idx="2"/>
            </p:cNvCxnSpPr>
            <p:nvPr/>
          </p:nvCxnSpPr>
          <p:spPr>
            <a:xfrm>
              <a:off x="6550555" y="2789064"/>
              <a:ext cx="35580" cy="280347"/>
            </a:xfrm>
            <a:prstGeom prst="line">
              <a:avLst/>
            </a:prstGeom>
            <a:ln>
              <a:solidFill>
                <a:schemeClr val="accent1">
                  <a:lumMod val="75000"/>
                  <a:lumOff val="25000"/>
                </a:schemeClr>
              </a:solidFill>
            </a:ln>
          </p:spPr>
          <p:style>
            <a:lnRef idx="1">
              <a:schemeClr val="accent4"/>
            </a:lnRef>
            <a:fillRef idx="0">
              <a:schemeClr val="accent4"/>
            </a:fillRef>
            <a:effectRef idx="0">
              <a:schemeClr val="accent4"/>
            </a:effectRef>
            <a:fontRef idx="minor">
              <a:schemeClr val="tx1"/>
            </a:fontRef>
          </p:style>
        </p:cxnSp>
      </p:grpSp>
    </p:spTree>
    <p:extLst>
      <p:ext uri="{BB962C8B-B14F-4D97-AF65-F5344CB8AC3E}">
        <p14:creationId xmlns:p14="http://schemas.microsoft.com/office/powerpoint/2010/main" val="2535633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50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fade">
                                      <p:cBhvr>
                                        <p:cTn id="20" dur="500"/>
                                        <p:tgtEl>
                                          <p:spTgt spid="5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500"/>
                                        <p:tgtEl>
                                          <p:spTgt spid="5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500"/>
                                        <p:tgtEl>
                                          <p:spTgt spid="5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par>
                                <p:cTn id="34" presetID="10" presetClass="entr" presetSubtype="0" fill="hold"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500"/>
                                        <p:tgtEl>
                                          <p:spTgt spid="4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fade">
                                      <p:cBhvr>
                                        <p:cTn id="41" dur="500"/>
                                        <p:tgtEl>
                                          <p:spTgt spid="5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par>
                                <p:cTn id="47" presetID="10" presetClass="entr" presetSubtype="0" fill="hold" nodeType="with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fade">
                                      <p:cBhvr>
                                        <p:cTn id="49" dur="500"/>
                                        <p:tgtEl>
                                          <p:spTgt spid="4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50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500"/>
                                        <p:tgtEl>
                                          <p:spTgt spid="4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right)">
                                      <p:cBhvr>
                                        <p:cTn id="59" dur="500"/>
                                        <p:tgtEl>
                                          <p:spTgt spid="36"/>
                                        </p:tgtEl>
                                      </p:cBhvr>
                                    </p:animEffect>
                                  </p:childTnLst>
                                </p:cTn>
                              </p:par>
                              <p:par>
                                <p:cTn id="60" presetID="22" presetClass="entr" presetSubtype="2"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wipe(right)">
                                      <p:cBhvr>
                                        <p:cTn id="62" dur="500"/>
                                        <p:tgtEl>
                                          <p:spTgt spid="39"/>
                                        </p:tgtEl>
                                      </p:cBhvr>
                                    </p:animEffect>
                                  </p:childTnLst>
                                </p:cTn>
                              </p:par>
                              <p:par>
                                <p:cTn id="63" presetID="22" presetClass="entr" presetSubtype="2" fill="hold"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wipe(right)">
                                      <p:cBhvr>
                                        <p:cTn id="65" dur="500"/>
                                        <p:tgtEl>
                                          <p:spTgt spid="40"/>
                                        </p:tgtEl>
                                      </p:cBhvr>
                                    </p:animEffect>
                                  </p:childTnLst>
                                </p:cTn>
                              </p:par>
                              <p:par>
                                <p:cTn id="66" presetID="22" presetClass="entr" presetSubtype="2"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wipe(right)">
                                      <p:cBhvr>
                                        <p:cTn id="68" dur="500"/>
                                        <p:tgtEl>
                                          <p:spTgt spid="4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500"/>
                                  </p:stCondLst>
                                  <p:childTnLst>
                                    <p:set>
                                      <p:cBhvr>
                                        <p:cTn id="72" dur="1" fill="hold">
                                          <p:stCondLst>
                                            <p:cond delay="0"/>
                                          </p:stCondLst>
                                        </p:cTn>
                                        <p:tgtEl>
                                          <p:spTgt spid="50"/>
                                        </p:tgtEl>
                                        <p:attrNameLst>
                                          <p:attrName>style.visibility</p:attrName>
                                        </p:attrNameLst>
                                      </p:cBhvr>
                                      <p:to>
                                        <p:strVal val="visible"/>
                                      </p:to>
                                    </p:set>
                                    <p:animEffect transition="in" filter="fade">
                                      <p:cBhvr>
                                        <p:cTn id="7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41" grpId="0" animBg="1"/>
      <p:bldP spid="42" grpId="0"/>
      <p:bldP spid="43" grpId="0" animBg="1"/>
      <p:bldP spid="44" grpId="0" animBg="1"/>
      <p:bldP spid="5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C8C2E-6D13-7652-731A-49C88A81AFC7}"/>
              </a:ext>
            </a:extLst>
          </p:cNvPr>
          <p:cNvSpPr>
            <a:spLocks noGrp="1"/>
          </p:cNvSpPr>
          <p:nvPr>
            <p:ph type="ctrTitle"/>
          </p:nvPr>
        </p:nvSpPr>
        <p:spPr/>
        <p:txBody>
          <a:bodyPr/>
          <a:lstStyle/>
          <a:p>
            <a:r>
              <a:rPr lang="en-GB" noProof="0" dirty="0"/>
              <a:t>REST principles: Client-server decoupling</a:t>
            </a:r>
          </a:p>
        </p:txBody>
      </p:sp>
      <p:sp>
        <p:nvSpPr>
          <p:cNvPr id="4" name="Slide Number Placeholder 3">
            <a:extLst>
              <a:ext uri="{FF2B5EF4-FFF2-40B4-BE49-F238E27FC236}">
                <a16:creationId xmlns:a16="http://schemas.microsoft.com/office/drawing/2014/main" id="{07FAF630-C7D2-9C2E-7452-708F2E8187CE}"/>
              </a:ext>
            </a:extLst>
          </p:cNvPr>
          <p:cNvSpPr>
            <a:spLocks noGrp="1"/>
          </p:cNvSpPr>
          <p:nvPr>
            <p:ph type="sldNum" sz="quarter" idx="12"/>
          </p:nvPr>
        </p:nvSpPr>
        <p:spPr/>
        <p:txBody>
          <a:bodyPr/>
          <a:lstStyle/>
          <a:p>
            <a:fld id="{F3469444-D02B-D446-9CF8-19DEDDE073D1}" type="slidenum">
              <a:rPr lang="en-GB" noProof="0" smtClean="0"/>
              <a:pPr/>
              <a:t>11</a:t>
            </a:fld>
            <a:endParaRPr lang="en-GB" noProof="0" dirty="0"/>
          </a:p>
        </p:txBody>
      </p:sp>
      <p:sp>
        <p:nvSpPr>
          <p:cNvPr id="5" name="Rectangle: Rounded Corners 4">
            <a:extLst>
              <a:ext uri="{FF2B5EF4-FFF2-40B4-BE49-F238E27FC236}">
                <a16:creationId xmlns:a16="http://schemas.microsoft.com/office/drawing/2014/main" id="{56D91958-21AF-9239-EFBB-40A68F281CE8}"/>
              </a:ext>
            </a:extLst>
          </p:cNvPr>
          <p:cNvSpPr/>
          <p:nvPr/>
        </p:nvSpPr>
        <p:spPr>
          <a:xfrm>
            <a:off x="443922" y="1892466"/>
            <a:ext cx="3429001" cy="2529275"/>
          </a:xfrm>
          <a:prstGeom prst="roundRect">
            <a:avLst/>
          </a:prstGeom>
          <a:ln/>
        </p:spPr>
        <p:style>
          <a:lnRef idx="2">
            <a:schemeClr val="accent2"/>
          </a:lnRef>
          <a:fillRef idx="1">
            <a:schemeClr val="lt1"/>
          </a:fillRef>
          <a:effectRef idx="0">
            <a:schemeClr val="accent2"/>
          </a:effectRef>
          <a:fontRef idx="minor">
            <a:schemeClr val="dk1"/>
          </a:fontRef>
        </p:style>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effectLst/>
                <a:uLnTx/>
                <a:uFillTx/>
                <a:ea typeface="+mn-ea"/>
                <a:cs typeface="+mn-cs"/>
              </a:rPr>
              <a:t>Client-server decoupling</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dirty="0">
              <a:ln>
                <a:noFill/>
              </a:ln>
              <a:effectLst/>
              <a:uLnTx/>
              <a:uFillTx/>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i="0" u="none" strike="noStrike" kern="0" cap="none" spc="0" normalizeH="0" baseline="0" noProof="0" dirty="0">
                <a:ln>
                  <a:noFill/>
                </a:ln>
                <a:effectLst/>
                <a:uLnTx/>
                <a:uFillTx/>
                <a:ea typeface="+mn-ea"/>
                <a:cs typeface="+mn-cs"/>
              </a:rPr>
              <a:t>Client (for example, </a:t>
            </a:r>
            <a:r>
              <a:rPr lang="en-GB" sz="2000" kern="0" noProof="0" dirty="0"/>
              <a:t>b</a:t>
            </a:r>
            <a:r>
              <a:rPr kumimoji="0" lang="en-GB" sz="2000" i="0" u="none" strike="noStrike" kern="0" cap="none" spc="0" normalizeH="0" baseline="0" noProof="0" dirty="0">
                <a:ln>
                  <a:noFill/>
                </a:ln>
                <a:effectLst/>
                <a:uLnTx/>
                <a:uFillTx/>
                <a:ea typeface="+mn-ea"/>
                <a:cs typeface="+mn-cs"/>
              </a:rPr>
              <a:t>rowser, microservice) and server (for example, backend server) are separate.</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effectLst/>
              <a:uLnTx/>
              <a:uFillTx/>
              <a:ea typeface="+mn-ea"/>
              <a:cs typeface="+mn-cs"/>
            </a:endParaRPr>
          </a:p>
        </p:txBody>
      </p:sp>
      <p:pic>
        <p:nvPicPr>
          <p:cNvPr id="6" name="Picture 5">
            <a:extLst>
              <a:ext uri="{FF2B5EF4-FFF2-40B4-BE49-F238E27FC236}">
                <a16:creationId xmlns:a16="http://schemas.microsoft.com/office/drawing/2014/main" id="{8FF042C9-E39C-B21A-10A5-AEA39ED9594A}"/>
              </a:ext>
            </a:extLst>
          </p:cNvPr>
          <p:cNvPicPr>
            <a:picLocks noChangeAspect="1"/>
          </p:cNvPicPr>
          <p:nvPr/>
        </p:nvPicPr>
        <p:blipFill>
          <a:blip r:embed="rId3"/>
          <a:stretch>
            <a:fillRect/>
          </a:stretch>
        </p:blipFill>
        <p:spPr>
          <a:xfrm>
            <a:off x="4620265" y="1615361"/>
            <a:ext cx="1690889" cy="1690889"/>
          </a:xfrm>
          <a:prstGeom prst="rect">
            <a:avLst/>
          </a:prstGeom>
        </p:spPr>
      </p:pic>
      <p:graphicFrame>
        <p:nvGraphicFramePr>
          <p:cNvPr id="7" name="Object 6">
            <a:extLst>
              <a:ext uri="{FF2B5EF4-FFF2-40B4-BE49-F238E27FC236}">
                <a16:creationId xmlns:a16="http://schemas.microsoft.com/office/drawing/2014/main" id="{BC7E2CB3-898A-899E-18EC-A4ECAADD49CF}"/>
              </a:ext>
            </a:extLst>
          </p:cNvPr>
          <p:cNvGraphicFramePr>
            <a:graphicFrameLocks noChangeAspect="1"/>
          </p:cNvGraphicFramePr>
          <p:nvPr>
            <p:extLst>
              <p:ext uri="{D42A27DB-BD31-4B8C-83A1-F6EECF244321}">
                <p14:modId xmlns:p14="http://schemas.microsoft.com/office/powerpoint/2010/main" val="1984326634"/>
              </p:ext>
            </p:extLst>
          </p:nvPr>
        </p:nvGraphicFramePr>
        <p:xfrm>
          <a:off x="9335506" y="1893287"/>
          <a:ext cx="1503680" cy="1135036"/>
        </p:xfrm>
        <a:graphic>
          <a:graphicData uri="http://schemas.openxmlformats.org/presentationml/2006/ole">
            <mc:AlternateContent xmlns:mc="http://schemas.openxmlformats.org/markup-compatibility/2006">
              <mc:Choice xmlns:v="urn:schemas-microsoft-com:vml" Requires="v">
                <p:oleObj r:id="rId4" imgW="3936240" imgH="2971080" progId="">
                  <p:embed/>
                </p:oleObj>
              </mc:Choice>
              <mc:Fallback>
                <p:oleObj r:id="rId4" imgW="3936240" imgH="2971080" progId="">
                  <p:embed/>
                  <p:pic>
                    <p:nvPicPr>
                      <p:cNvPr id="7" name="Object 6">
                        <a:extLst>
                          <a:ext uri="{FF2B5EF4-FFF2-40B4-BE49-F238E27FC236}">
                            <a16:creationId xmlns:a16="http://schemas.microsoft.com/office/drawing/2014/main" id="{BC7E2CB3-898A-899E-18EC-A4ECAADD49CF}"/>
                          </a:ext>
                        </a:extLst>
                      </p:cNvPr>
                      <p:cNvPicPr/>
                      <p:nvPr/>
                    </p:nvPicPr>
                    <p:blipFill>
                      <a:blip r:embed="rId5"/>
                      <a:stretch>
                        <a:fillRect/>
                      </a:stretch>
                    </p:blipFill>
                    <p:spPr>
                      <a:xfrm>
                        <a:off x="9335506" y="1893287"/>
                        <a:ext cx="1503680" cy="1135036"/>
                      </a:xfrm>
                      <a:prstGeom prst="rect">
                        <a:avLst/>
                      </a:prstGeom>
                    </p:spPr>
                  </p:pic>
                </p:oleObj>
              </mc:Fallback>
            </mc:AlternateContent>
          </a:graphicData>
        </a:graphic>
      </p:graphicFrame>
      <p:sp>
        <p:nvSpPr>
          <p:cNvPr id="8" name="Arrow: Right 7">
            <a:extLst>
              <a:ext uri="{FF2B5EF4-FFF2-40B4-BE49-F238E27FC236}">
                <a16:creationId xmlns:a16="http://schemas.microsoft.com/office/drawing/2014/main" id="{399C4044-6361-4E66-D8BD-4B092CC4A48A}"/>
              </a:ext>
            </a:extLst>
          </p:cNvPr>
          <p:cNvSpPr/>
          <p:nvPr/>
        </p:nvSpPr>
        <p:spPr>
          <a:xfrm>
            <a:off x="6626712" y="1815518"/>
            <a:ext cx="2364226"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1"/>
                </a:solidFill>
              </a:rPr>
              <a:t>Request</a:t>
            </a:r>
          </a:p>
        </p:txBody>
      </p:sp>
      <p:sp>
        <p:nvSpPr>
          <p:cNvPr id="9" name="Arrow: Right 8">
            <a:extLst>
              <a:ext uri="{FF2B5EF4-FFF2-40B4-BE49-F238E27FC236}">
                <a16:creationId xmlns:a16="http://schemas.microsoft.com/office/drawing/2014/main" id="{FFD7ED84-4428-DDB5-EC44-2C4002066F6E}"/>
              </a:ext>
            </a:extLst>
          </p:cNvPr>
          <p:cNvSpPr/>
          <p:nvPr/>
        </p:nvSpPr>
        <p:spPr>
          <a:xfrm flipH="1">
            <a:off x="6641217" y="2415844"/>
            <a:ext cx="2364226"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1"/>
                </a:solidFill>
              </a:rPr>
              <a:t>Response</a:t>
            </a:r>
          </a:p>
        </p:txBody>
      </p:sp>
      <p:sp>
        <p:nvSpPr>
          <p:cNvPr id="10" name="TextBox 9">
            <a:extLst>
              <a:ext uri="{FF2B5EF4-FFF2-40B4-BE49-F238E27FC236}">
                <a16:creationId xmlns:a16="http://schemas.microsoft.com/office/drawing/2014/main" id="{8B2502EA-9398-A64D-8509-10838B8F4399}"/>
              </a:ext>
            </a:extLst>
          </p:cNvPr>
          <p:cNvSpPr txBox="1"/>
          <p:nvPr/>
        </p:nvSpPr>
        <p:spPr>
          <a:xfrm>
            <a:off x="4690241" y="3157104"/>
            <a:ext cx="1620913" cy="369332"/>
          </a:xfrm>
          <a:prstGeom prst="rect">
            <a:avLst/>
          </a:prstGeom>
          <a:noFill/>
        </p:spPr>
        <p:txBody>
          <a:bodyPr wrap="square">
            <a:spAutoFit/>
          </a:bodyPr>
          <a:lstStyle/>
          <a:p>
            <a:pPr algn="ctr"/>
            <a:r>
              <a:rPr lang="en-GB" b="1" noProof="0" dirty="0"/>
              <a:t>Client</a:t>
            </a:r>
          </a:p>
        </p:txBody>
      </p:sp>
      <p:sp>
        <p:nvSpPr>
          <p:cNvPr id="11" name="TextBox 10">
            <a:extLst>
              <a:ext uri="{FF2B5EF4-FFF2-40B4-BE49-F238E27FC236}">
                <a16:creationId xmlns:a16="http://schemas.microsoft.com/office/drawing/2014/main" id="{92B32A78-1367-9A50-01CD-ED3EA4E74272}"/>
              </a:ext>
            </a:extLst>
          </p:cNvPr>
          <p:cNvSpPr txBox="1"/>
          <p:nvPr/>
        </p:nvSpPr>
        <p:spPr>
          <a:xfrm>
            <a:off x="9276889" y="3157104"/>
            <a:ext cx="1620913" cy="369332"/>
          </a:xfrm>
          <a:prstGeom prst="rect">
            <a:avLst/>
          </a:prstGeom>
          <a:noFill/>
        </p:spPr>
        <p:txBody>
          <a:bodyPr wrap="square">
            <a:spAutoFit/>
          </a:bodyPr>
          <a:lstStyle/>
          <a:p>
            <a:pPr algn="ctr"/>
            <a:r>
              <a:rPr lang="en-GB" b="1" noProof="0" dirty="0"/>
              <a:t>Server</a:t>
            </a:r>
          </a:p>
        </p:txBody>
      </p:sp>
      <p:grpSp>
        <p:nvGrpSpPr>
          <p:cNvPr id="12" name="Group 11">
            <a:extLst>
              <a:ext uri="{FF2B5EF4-FFF2-40B4-BE49-F238E27FC236}">
                <a16:creationId xmlns:a16="http://schemas.microsoft.com/office/drawing/2014/main" id="{1B1CDD5D-C7A4-17BE-4D2C-065DD3D3B5F4}"/>
              </a:ext>
            </a:extLst>
          </p:cNvPr>
          <p:cNvGrpSpPr/>
          <p:nvPr/>
        </p:nvGrpSpPr>
        <p:grpSpPr>
          <a:xfrm>
            <a:off x="9502284" y="4438083"/>
            <a:ext cx="1170122" cy="1146143"/>
            <a:chOff x="6210896" y="2566150"/>
            <a:chExt cx="1479325" cy="1449009"/>
          </a:xfrm>
        </p:grpSpPr>
        <p:sp>
          <p:nvSpPr>
            <p:cNvPr id="13" name="Rectangle 12">
              <a:extLst>
                <a:ext uri="{FF2B5EF4-FFF2-40B4-BE49-F238E27FC236}">
                  <a16:creationId xmlns:a16="http://schemas.microsoft.com/office/drawing/2014/main" id="{6A3ECC39-D920-CEB3-4DF4-23B8D6328B57}"/>
                </a:ext>
              </a:extLst>
            </p:cNvPr>
            <p:cNvSpPr/>
            <p:nvPr/>
          </p:nvSpPr>
          <p:spPr>
            <a:xfrm>
              <a:off x="6230188" y="2566150"/>
              <a:ext cx="1443152" cy="1449009"/>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noProof="0" dirty="0">
                <a:solidFill>
                  <a:schemeClr val="tx1"/>
                </a:solidFill>
              </a:endParaRPr>
            </a:p>
          </p:txBody>
        </p:sp>
        <p:sp>
          <p:nvSpPr>
            <p:cNvPr id="14" name="Rectangle: Rounded Corners 13">
              <a:extLst>
                <a:ext uri="{FF2B5EF4-FFF2-40B4-BE49-F238E27FC236}">
                  <a16:creationId xmlns:a16="http://schemas.microsoft.com/office/drawing/2014/main" id="{6270BED3-BCC0-89DD-C45E-E45821A77A0D}"/>
                </a:ext>
              </a:extLst>
            </p:cNvPr>
            <p:cNvSpPr/>
            <p:nvPr/>
          </p:nvSpPr>
          <p:spPr>
            <a:xfrm>
              <a:off x="6384505" y="2684325"/>
              <a:ext cx="1153786" cy="379502"/>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1"/>
                  </a:solidFill>
                </a:rPr>
                <a:t>Stock</a:t>
              </a:r>
            </a:p>
          </p:txBody>
        </p:sp>
        <p:pic>
          <p:nvPicPr>
            <p:cNvPr id="15" name="Picture 14" descr="A picture containing room, gambling house&#10;&#10;Description automatically generated">
              <a:extLst>
                <a:ext uri="{FF2B5EF4-FFF2-40B4-BE49-F238E27FC236}">
                  <a16:creationId xmlns:a16="http://schemas.microsoft.com/office/drawing/2014/main" id="{FD85221E-17C8-A412-2FF0-24E67A38281F}"/>
                </a:ext>
              </a:extLst>
            </p:cNvPr>
            <p:cNvPicPr>
              <a:picLocks noChangeAspect="1"/>
            </p:cNvPicPr>
            <p:nvPr/>
          </p:nvPicPr>
          <p:blipFill>
            <a:blip r:embed="rId6"/>
            <a:stretch>
              <a:fillRect/>
            </a:stretch>
          </p:blipFill>
          <p:spPr>
            <a:xfrm>
              <a:off x="6210896" y="3164171"/>
              <a:ext cx="1479325" cy="823276"/>
            </a:xfrm>
            <a:prstGeom prst="rect">
              <a:avLst/>
            </a:prstGeom>
          </p:spPr>
        </p:pic>
      </p:grpSp>
      <p:grpSp>
        <p:nvGrpSpPr>
          <p:cNvPr id="16" name="Group 15">
            <a:extLst>
              <a:ext uri="{FF2B5EF4-FFF2-40B4-BE49-F238E27FC236}">
                <a16:creationId xmlns:a16="http://schemas.microsoft.com/office/drawing/2014/main" id="{1A9C2356-5E31-F810-B035-C437345132D8}"/>
              </a:ext>
            </a:extLst>
          </p:cNvPr>
          <p:cNvGrpSpPr/>
          <p:nvPr/>
        </p:nvGrpSpPr>
        <p:grpSpPr>
          <a:xfrm>
            <a:off x="5025604" y="4438083"/>
            <a:ext cx="1170122" cy="1146143"/>
            <a:chOff x="6210896" y="2566150"/>
            <a:chExt cx="1479325" cy="1449009"/>
          </a:xfrm>
        </p:grpSpPr>
        <p:sp>
          <p:nvSpPr>
            <p:cNvPr id="17" name="Rectangle 16">
              <a:extLst>
                <a:ext uri="{FF2B5EF4-FFF2-40B4-BE49-F238E27FC236}">
                  <a16:creationId xmlns:a16="http://schemas.microsoft.com/office/drawing/2014/main" id="{52CF26D6-21EE-E17A-B1D4-B7A81CAD164A}"/>
                </a:ext>
              </a:extLst>
            </p:cNvPr>
            <p:cNvSpPr/>
            <p:nvPr/>
          </p:nvSpPr>
          <p:spPr>
            <a:xfrm>
              <a:off x="6230188" y="2566150"/>
              <a:ext cx="1443152" cy="1449009"/>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noProof="0" dirty="0">
                <a:solidFill>
                  <a:schemeClr val="tx1"/>
                </a:solidFill>
              </a:endParaRPr>
            </a:p>
          </p:txBody>
        </p:sp>
        <p:sp>
          <p:nvSpPr>
            <p:cNvPr id="18" name="Rectangle: Rounded Corners 17">
              <a:extLst>
                <a:ext uri="{FF2B5EF4-FFF2-40B4-BE49-F238E27FC236}">
                  <a16:creationId xmlns:a16="http://schemas.microsoft.com/office/drawing/2014/main" id="{E68A2480-CA20-8B8D-AAA2-92C837696A77}"/>
                </a:ext>
              </a:extLst>
            </p:cNvPr>
            <p:cNvSpPr/>
            <p:nvPr/>
          </p:nvSpPr>
          <p:spPr>
            <a:xfrm>
              <a:off x="6384505" y="2684325"/>
              <a:ext cx="1153786" cy="379502"/>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1"/>
                  </a:solidFill>
                </a:rPr>
                <a:t>Order</a:t>
              </a:r>
            </a:p>
          </p:txBody>
        </p:sp>
        <p:pic>
          <p:nvPicPr>
            <p:cNvPr id="19" name="Picture 18" descr="A picture containing room, gambling house&#10;&#10;Description automatically generated">
              <a:extLst>
                <a:ext uri="{FF2B5EF4-FFF2-40B4-BE49-F238E27FC236}">
                  <a16:creationId xmlns:a16="http://schemas.microsoft.com/office/drawing/2014/main" id="{C7EC22A7-367D-F46D-8BA8-986E3BF31200}"/>
                </a:ext>
              </a:extLst>
            </p:cNvPr>
            <p:cNvPicPr>
              <a:picLocks noChangeAspect="1"/>
            </p:cNvPicPr>
            <p:nvPr/>
          </p:nvPicPr>
          <p:blipFill>
            <a:blip r:embed="rId6"/>
            <a:stretch>
              <a:fillRect/>
            </a:stretch>
          </p:blipFill>
          <p:spPr>
            <a:xfrm>
              <a:off x="6210896" y="3164171"/>
              <a:ext cx="1479325" cy="823276"/>
            </a:xfrm>
            <a:prstGeom prst="rect">
              <a:avLst/>
            </a:prstGeom>
          </p:spPr>
        </p:pic>
      </p:grpSp>
      <p:sp>
        <p:nvSpPr>
          <p:cNvPr id="20" name="Arrow: Right 19">
            <a:extLst>
              <a:ext uri="{FF2B5EF4-FFF2-40B4-BE49-F238E27FC236}">
                <a16:creationId xmlns:a16="http://schemas.microsoft.com/office/drawing/2014/main" id="{E73AFE86-006C-7314-95C7-9984A562B373}"/>
              </a:ext>
            </a:extLst>
          </p:cNvPr>
          <p:cNvSpPr/>
          <p:nvPr/>
        </p:nvSpPr>
        <p:spPr>
          <a:xfrm>
            <a:off x="6641217" y="4438083"/>
            <a:ext cx="2364226"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1"/>
                </a:solidFill>
              </a:rPr>
              <a:t>Request</a:t>
            </a:r>
          </a:p>
        </p:txBody>
      </p:sp>
      <p:sp>
        <p:nvSpPr>
          <p:cNvPr id="21" name="Arrow: Right 20">
            <a:extLst>
              <a:ext uri="{FF2B5EF4-FFF2-40B4-BE49-F238E27FC236}">
                <a16:creationId xmlns:a16="http://schemas.microsoft.com/office/drawing/2014/main" id="{B889323A-CD51-BB8F-BE1B-B90B2F4A6E56}"/>
              </a:ext>
            </a:extLst>
          </p:cNvPr>
          <p:cNvSpPr/>
          <p:nvPr/>
        </p:nvSpPr>
        <p:spPr>
          <a:xfrm flipH="1">
            <a:off x="6655722" y="5038409"/>
            <a:ext cx="2364226"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1"/>
                </a:solidFill>
              </a:rPr>
              <a:t>Response</a:t>
            </a:r>
          </a:p>
        </p:txBody>
      </p:sp>
      <p:sp>
        <p:nvSpPr>
          <p:cNvPr id="22" name="Text Placeholder 1">
            <a:extLst>
              <a:ext uri="{FF2B5EF4-FFF2-40B4-BE49-F238E27FC236}">
                <a16:creationId xmlns:a16="http://schemas.microsoft.com/office/drawing/2014/main" id="{12BEB101-A110-99DA-ECA8-B00B678BF9E2}"/>
              </a:ext>
            </a:extLst>
          </p:cNvPr>
          <p:cNvSpPr txBox="1">
            <a:spLocks/>
          </p:cNvSpPr>
          <p:nvPr/>
        </p:nvSpPr>
        <p:spPr>
          <a:xfrm>
            <a:off x="4715245" y="5689855"/>
            <a:ext cx="1807988" cy="278883"/>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4000" b="0" i="0" kern="1200" cap="none" baseline="0">
                <a:solidFill>
                  <a:srgbClr val="004050"/>
                </a:solidFill>
                <a:latin typeface="Krana Fat B" panose="00000B00000000000000" pitchFamily="50" charset="0"/>
                <a:ea typeface="+mn-ea"/>
                <a:cs typeface="+mn-cs"/>
              </a:defRPr>
            </a:lvl1pPr>
            <a:lvl2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800" b="1" noProof="0" dirty="0">
                <a:solidFill>
                  <a:schemeClr val="tx1"/>
                </a:solidFill>
                <a:latin typeface="+mn-lt"/>
              </a:rPr>
              <a:t>Microservice</a:t>
            </a:r>
          </a:p>
        </p:txBody>
      </p:sp>
      <p:sp>
        <p:nvSpPr>
          <p:cNvPr id="23" name="Text Placeholder 1">
            <a:extLst>
              <a:ext uri="{FF2B5EF4-FFF2-40B4-BE49-F238E27FC236}">
                <a16:creationId xmlns:a16="http://schemas.microsoft.com/office/drawing/2014/main" id="{0C3ACA04-7CFE-5B11-87FE-6BDAC4F45513}"/>
              </a:ext>
            </a:extLst>
          </p:cNvPr>
          <p:cNvSpPr txBox="1">
            <a:spLocks/>
          </p:cNvSpPr>
          <p:nvPr/>
        </p:nvSpPr>
        <p:spPr>
          <a:xfrm>
            <a:off x="9227458" y="5689854"/>
            <a:ext cx="1807988" cy="278883"/>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4000" b="0" i="0" kern="1200" cap="none" baseline="0">
                <a:solidFill>
                  <a:srgbClr val="004050"/>
                </a:solidFill>
                <a:latin typeface="Krana Fat B" panose="00000B00000000000000" pitchFamily="50" charset="0"/>
                <a:ea typeface="+mn-ea"/>
                <a:cs typeface="+mn-cs"/>
              </a:defRPr>
            </a:lvl1pPr>
            <a:lvl2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800" b="1" noProof="0" dirty="0">
                <a:solidFill>
                  <a:schemeClr val="tx1"/>
                </a:solidFill>
                <a:latin typeface="+mn-lt"/>
              </a:rPr>
              <a:t>Microservice</a:t>
            </a:r>
          </a:p>
        </p:txBody>
      </p:sp>
    </p:spTree>
    <p:extLst>
      <p:ext uri="{BB962C8B-B14F-4D97-AF65-F5344CB8AC3E}">
        <p14:creationId xmlns:p14="http://schemas.microsoft.com/office/powerpoint/2010/main" val="382851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25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5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5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0" grpId="0" animBg="1"/>
      <p:bldP spid="21" grpId="0" animBg="1"/>
      <p:bldP spid="22"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8456-C440-F3D5-028A-4567348396AB}"/>
              </a:ext>
            </a:extLst>
          </p:cNvPr>
          <p:cNvSpPr>
            <a:spLocks noGrp="1"/>
          </p:cNvSpPr>
          <p:nvPr>
            <p:ph type="ctrTitle"/>
          </p:nvPr>
        </p:nvSpPr>
        <p:spPr/>
        <p:txBody>
          <a:bodyPr/>
          <a:lstStyle/>
          <a:p>
            <a:r>
              <a:rPr lang="en-GB" noProof="0" dirty="0"/>
              <a:t>Uniform interface</a:t>
            </a:r>
          </a:p>
        </p:txBody>
      </p:sp>
      <p:sp>
        <p:nvSpPr>
          <p:cNvPr id="4" name="Slide Number Placeholder 3">
            <a:extLst>
              <a:ext uri="{FF2B5EF4-FFF2-40B4-BE49-F238E27FC236}">
                <a16:creationId xmlns:a16="http://schemas.microsoft.com/office/drawing/2014/main" id="{3E0C32A2-6AD8-59A1-6D2A-B3050DEFE1C8}"/>
              </a:ext>
            </a:extLst>
          </p:cNvPr>
          <p:cNvSpPr>
            <a:spLocks noGrp="1"/>
          </p:cNvSpPr>
          <p:nvPr>
            <p:ph type="sldNum" sz="quarter" idx="12"/>
          </p:nvPr>
        </p:nvSpPr>
        <p:spPr/>
        <p:txBody>
          <a:bodyPr/>
          <a:lstStyle/>
          <a:p>
            <a:fld id="{F3469444-D02B-D446-9CF8-19DEDDE073D1}" type="slidenum">
              <a:rPr lang="en-GB" noProof="0" smtClean="0"/>
              <a:pPr/>
              <a:t>12</a:t>
            </a:fld>
            <a:endParaRPr lang="en-GB" noProof="0" dirty="0"/>
          </a:p>
        </p:txBody>
      </p:sp>
      <p:sp>
        <p:nvSpPr>
          <p:cNvPr id="5" name="Rectangle: Rounded Corners 4">
            <a:extLst>
              <a:ext uri="{FF2B5EF4-FFF2-40B4-BE49-F238E27FC236}">
                <a16:creationId xmlns:a16="http://schemas.microsoft.com/office/drawing/2014/main" id="{22FC0DCD-E05D-3F35-3A5A-A76C9CE12158}"/>
              </a:ext>
            </a:extLst>
          </p:cNvPr>
          <p:cNvSpPr/>
          <p:nvPr/>
        </p:nvSpPr>
        <p:spPr>
          <a:xfrm>
            <a:off x="421846" y="3989529"/>
            <a:ext cx="3429001" cy="2024755"/>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2000" b="1" kern="0" dirty="0">
                <a:solidFill>
                  <a:schemeClr val="dk1"/>
                </a:solidFill>
              </a:rPr>
              <a:t>Uniform interface</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2000" kern="0" dirty="0">
              <a:solidFill>
                <a:schemeClr val="dk1"/>
              </a:solidFill>
            </a:endParaRPr>
          </a:p>
          <a:p>
            <a:pPr marL="0" marR="0" lvl="0" indent="0" algn="ctr" defTabSz="914400" eaLnBrk="1" fontAlgn="auto" latinLnBrk="0" hangingPunct="1">
              <a:lnSpc>
                <a:spcPct val="100000"/>
              </a:lnSpc>
              <a:spcBef>
                <a:spcPts val="0"/>
              </a:spcBef>
              <a:spcAft>
                <a:spcPts val="0"/>
              </a:spcAft>
              <a:buClrTx/>
              <a:buSzTx/>
              <a:buFontTx/>
              <a:buNone/>
              <a:tabLst/>
              <a:defRPr/>
            </a:pPr>
            <a:r>
              <a:rPr lang="en-GB" sz="2000" kern="0" dirty="0">
                <a:solidFill>
                  <a:schemeClr val="dk1"/>
                </a:solidFill>
              </a:rPr>
              <a:t>All devices access services via a single consistent interface.</a:t>
            </a:r>
          </a:p>
        </p:txBody>
      </p:sp>
      <p:pic>
        <p:nvPicPr>
          <p:cNvPr id="6" name="Picture 5">
            <a:extLst>
              <a:ext uri="{FF2B5EF4-FFF2-40B4-BE49-F238E27FC236}">
                <a16:creationId xmlns:a16="http://schemas.microsoft.com/office/drawing/2014/main" id="{615A7F2C-A70F-48D3-10B4-13CA83EB2237}"/>
              </a:ext>
            </a:extLst>
          </p:cNvPr>
          <p:cNvPicPr>
            <a:picLocks noChangeAspect="1"/>
          </p:cNvPicPr>
          <p:nvPr/>
        </p:nvPicPr>
        <p:blipFill>
          <a:blip r:embed="rId2"/>
          <a:stretch>
            <a:fillRect/>
          </a:stretch>
        </p:blipFill>
        <p:spPr>
          <a:xfrm>
            <a:off x="6342162" y="3516629"/>
            <a:ext cx="1069946" cy="1069946"/>
          </a:xfrm>
          <a:prstGeom prst="rect">
            <a:avLst/>
          </a:prstGeom>
        </p:spPr>
      </p:pic>
      <p:grpSp>
        <p:nvGrpSpPr>
          <p:cNvPr id="7" name="Group 6">
            <a:extLst>
              <a:ext uri="{FF2B5EF4-FFF2-40B4-BE49-F238E27FC236}">
                <a16:creationId xmlns:a16="http://schemas.microsoft.com/office/drawing/2014/main" id="{31941C68-2159-58CE-7C4E-20AF6112AE8C}"/>
              </a:ext>
            </a:extLst>
          </p:cNvPr>
          <p:cNvGrpSpPr/>
          <p:nvPr/>
        </p:nvGrpSpPr>
        <p:grpSpPr>
          <a:xfrm>
            <a:off x="9826358" y="3876030"/>
            <a:ext cx="1613369" cy="1146143"/>
            <a:chOff x="8966931" y="3003827"/>
            <a:chExt cx="1451830" cy="1146143"/>
          </a:xfrm>
        </p:grpSpPr>
        <p:grpSp>
          <p:nvGrpSpPr>
            <p:cNvPr id="8" name="Group 7">
              <a:extLst>
                <a:ext uri="{FF2B5EF4-FFF2-40B4-BE49-F238E27FC236}">
                  <a16:creationId xmlns:a16="http://schemas.microsoft.com/office/drawing/2014/main" id="{54D75E5A-36C4-8ECE-8024-7A353B114EA5}"/>
                </a:ext>
              </a:extLst>
            </p:cNvPr>
            <p:cNvGrpSpPr/>
            <p:nvPr/>
          </p:nvGrpSpPr>
          <p:grpSpPr>
            <a:xfrm>
              <a:off x="9248639" y="3003827"/>
              <a:ext cx="1170122" cy="1146143"/>
              <a:chOff x="6210896" y="2566150"/>
              <a:chExt cx="1479325" cy="1449009"/>
            </a:xfrm>
          </p:grpSpPr>
          <p:sp>
            <p:nvSpPr>
              <p:cNvPr id="11" name="Rectangle 10">
                <a:extLst>
                  <a:ext uri="{FF2B5EF4-FFF2-40B4-BE49-F238E27FC236}">
                    <a16:creationId xmlns:a16="http://schemas.microsoft.com/office/drawing/2014/main" id="{32109A46-B313-B806-5EAD-0D701C9089A8}"/>
                  </a:ext>
                </a:extLst>
              </p:cNvPr>
              <p:cNvSpPr/>
              <p:nvPr/>
            </p:nvSpPr>
            <p:spPr>
              <a:xfrm>
                <a:off x="6230188" y="2566150"/>
                <a:ext cx="1443152" cy="1449009"/>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noProof="0" dirty="0">
                  <a:solidFill>
                    <a:schemeClr val="bg1"/>
                  </a:solidFill>
                </a:endParaRPr>
              </a:p>
            </p:txBody>
          </p:sp>
          <p:pic>
            <p:nvPicPr>
              <p:cNvPr id="12" name="Picture 11" descr="A picture containing room, gambling house&#10;&#10;Description automatically generated">
                <a:extLst>
                  <a:ext uri="{FF2B5EF4-FFF2-40B4-BE49-F238E27FC236}">
                    <a16:creationId xmlns:a16="http://schemas.microsoft.com/office/drawing/2014/main" id="{AD728634-8D3E-2122-32C6-C46C3A635C2A}"/>
                  </a:ext>
                </a:extLst>
              </p:cNvPr>
              <p:cNvPicPr>
                <a:picLocks noChangeAspect="1"/>
              </p:cNvPicPr>
              <p:nvPr/>
            </p:nvPicPr>
            <p:blipFill>
              <a:blip r:embed="rId3"/>
              <a:stretch>
                <a:fillRect/>
              </a:stretch>
            </p:blipFill>
            <p:spPr>
              <a:xfrm>
                <a:off x="6210896" y="3164171"/>
                <a:ext cx="1479325" cy="823276"/>
              </a:xfrm>
              <a:prstGeom prst="rect">
                <a:avLst/>
              </a:prstGeom>
            </p:spPr>
          </p:pic>
        </p:grpSp>
        <p:sp>
          <p:nvSpPr>
            <p:cNvPr id="9" name="Rectangle 8">
              <a:extLst>
                <a:ext uri="{FF2B5EF4-FFF2-40B4-BE49-F238E27FC236}">
                  <a16:creationId xmlns:a16="http://schemas.microsoft.com/office/drawing/2014/main" id="{A1959D39-0984-1500-C487-30867782DF51}"/>
                </a:ext>
              </a:extLst>
            </p:cNvPr>
            <p:cNvSpPr/>
            <p:nvPr/>
          </p:nvSpPr>
          <p:spPr>
            <a:xfrm>
              <a:off x="9230167" y="3003827"/>
              <a:ext cx="1175244" cy="272773"/>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noProof="0" dirty="0">
                  <a:solidFill>
                    <a:schemeClr val="tx1"/>
                  </a:solidFill>
                </a:rPr>
                <a:t>Microservice</a:t>
              </a:r>
            </a:p>
          </p:txBody>
        </p:sp>
        <p:sp>
          <p:nvSpPr>
            <p:cNvPr id="10" name="Rectangle: Rounded Corners 9">
              <a:extLst>
                <a:ext uri="{FF2B5EF4-FFF2-40B4-BE49-F238E27FC236}">
                  <a16:creationId xmlns:a16="http://schemas.microsoft.com/office/drawing/2014/main" id="{D8CB1B8E-9F2B-EEA2-7B0F-29E5201C7700}"/>
                </a:ext>
              </a:extLst>
            </p:cNvPr>
            <p:cNvSpPr/>
            <p:nvPr/>
          </p:nvSpPr>
          <p:spPr>
            <a:xfrm rot="16200000">
              <a:off x="8551580" y="3419178"/>
              <a:ext cx="1146143" cy="315442"/>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noProof="0" dirty="0">
                  <a:solidFill>
                    <a:srgbClr val="F3622C"/>
                  </a:solidFill>
                </a:rPr>
                <a:t>API</a:t>
              </a:r>
            </a:p>
          </p:txBody>
        </p:sp>
      </p:grpSp>
      <p:grpSp>
        <p:nvGrpSpPr>
          <p:cNvPr id="13" name="Group 12">
            <a:extLst>
              <a:ext uri="{FF2B5EF4-FFF2-40B4-BE49-F238E27FC236}">
                <a16:creationId xmlns:a16="http://schemas.microsoft.com/office/drawing/2014/main" id="{0B1BAA6A-91A1-3304-22B1-4F11312B35A3}"/>
              </a:ext>
            </a:extLst>
          </p:cNvPr>
          <p:cNvGrpSpPr/>
          <p:nvPr/>
        </p:nvGrpSpPr>
        <p:grpSpPr>
          <a:xfrm>
            <a:off x="5584090" y="4887641"/>
            <a:ext cx="1593262" cy="1146143"/>
            <a:chOff x="8966931" y="3003827"/>
            <a:chExt cx="1451830" cy="1146143"/>
          </a:xfrm>
        </p:grpSpPr>
        <p:grpSp>
          <p:nvGrpSpPr>
            <p:cNvPr id="14" name="Group 13">
              <a:extLst>
                <a:ext uri="{FF2B5EF4-FFF2-40B4-BE49-F238E27FC236}">
                  <a16:creationId xmlns:a16="http://schemas.microsoft.com/office/drawing/2014/main" id="{88940AFA-4765-794E-E030-EC97CDE5261A}"/>
                </a:ext>
              </a:extLst>
            </p:cNvPr>
            <p:cNvGrpSpPr/>
            <p:nvPr/>
          </p:nvGrpSpPr>
          <p:grpSpPr>
            <a:xfrm>
              <a:off x="9248639" y="3003827"/>
              <a:ext cx="1170122" cy="1146143"/>
              <a:chOff x="6210896" y="2566150"/>
              <a:chExt cx="1479325" cy="1449009"/>
            </a:xfrm>
          </p:grpSpPr>
          <p:sp>
            <p:nvSpPr>
              <p:cNvPr id="17" name="Rectangle 16">
                <a:extLst>
                  <a:ext uri="{FF2B5EF4-FFF2-40B4-BE49-F238E27FC236}">
                    <a16:creationId xmlns:a16="http://schemas.microsoft.com/office/drawing/2014/main" id="{B513078F-0B4C-CF7B-562A-DAB07F62CADC}"/>
                  </a:ext>
                </a:extLst>
              </p:cNvPr>
              <p:cNvSpPr/>
              <p:nvPr/>
            </p:nvSpPr>
            <p:spPr>
              <a:xfrm>
                <a:off x="6230188" y="2566150"/>
                <a:ext cx="1443152" cy="1449009"/>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noProof="0" dirty="0">
                  <a:solidFill>
                    <a:schemeClr val="bg1"/>
                  </a:solidFill>
                </a:endParaRPr>
              </a:p>
            </p:txBody>
          </p:sp>
          <p:pic>
            <p:nvPicPr>
              <p:cNvPr id="18" name="Picture 17" descr="A picture containing room, gambling house&#10;&#10;Description automatically generated">
                <a:extLst>
                  <a:ext uri="{FF2B5EF4-FFF2-40B4-BE49-F238E27FC236}">
                    <a16:creationId xmlns:a16="http://schemas.microsoft.com/office/drawing/2014/main" id="{8F4157D4-BA55-8405-BFC7-1C8C6BFBDA2E}"/>
                  </a:ext>
                </a:extLst>
              </p:cNvPr>
              <p:cNvPicPr>
                <a:picLocks noChangeAspect="1"/>
              </p:cNvPicPr>
              <p:nvPr/>
            </p:nvPicPr>
            <p:blipFill>
              <a:blip r:embed="rId3"/>
              <a:stretch>
                <a:fillRect/>
              </a:stretch>
            </p:blipFill>
            <p:spPr>
              <a:xfrm>
                <a:off x="6210896" y="3164171"/>
                <a:ext cx="1479325" cy="823276"/>
              </a:xfrm>
              <a:prstGeom prst="rect">
                <a:avLst/>
              </a:prstGeom>
            </p:spPr>
          </p:pic>
        </p:grpSp>
        <p:sp>
          <p:nvSpPr>
            <p:cNvPr id="15" name="Rectangle 14">
              <a:extLst>
                <a:ext uri="{FF2B5EF4-FFF2-40B4-BE49-F238E27FC236}">
                  <a16:creationId xmlns:a16="http://schemas.microsoft.com/office/drawing/2014/main" id="{8EEC95B6-0711-A634-02C1-EFD9484DC6A1}"/>
                </a:ext>
              </a:extLst>
            </p:cNvPr>
            <p:cNvSpPr/>
            <p:nvPr/>
          </p:nvSpPr>
          <p:spPr>
            <a:xfrm>
              <a:off x="9230167" y="3003827"/>
              <a:ext cx="1175244" cy="272773"/>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noProof="0" dirty="0">
                  <a:solidFill>
                    <a:schemeClr val="tx1"/>
                  </a:solidFill>
                </a:rPr>
                <a:t>Microservice</a:t>
              </a:r>
            </a:p>
          </p:txBody>
        </p:sp>
        <p:sp>
          <p:nvSpPr>
            <p:cNvPr id="16" name="Rectangle: Rounded Corners 15">
              <a:extLst>
                <a:ext uri="{FF2B5EF4-FFF2-40B4-BE49-F238E27FC236}">
                  <a16:creationId xmlns:a16="http://schemas.microsoft.com/office/drawing/2014/main" id="{9D9E93B6-7F0C-10B3-43EC-386A24AFED54}"/>
                </a:ext>
              </a:extLst>
            </p:cNvPr>
            <p:cNvSpPr/>
            <p:nvPr/>
          </p:nvSpPr>
          <p:spPr>
            <a:xfrm rot="16200000">
              <a:off x="8551580" y="3419178"/>
              <a:ext cx="1146143" cy="315442"/>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noProof="0" dirty="0">
                  <a:solidFill>
                    <a:srgbClr val="F3622C"/>
                  </a:solidFill>
                </a:rPr>
                <a:t>API</a:t>
              </a:r>
            </a:p>
          </p:txBody>
        </p:sp>
      </p:grpSp>
      <p:graphicFrame>
        <p:nvGraphicFramePr>
          <p:cNvPr id="19" name="Table 39">
            <a:extLst>
              <a:ext uri="{FF2B5EF4-FFF2-40B4-BE49-F238E27FC236}">
                <a16:creationId xmlns:a16="http://schemas.microsoft.com/office/drawing/2014/main" id="{049797A6-2F0B-D59C-576C-1960602D7AC8}"/>
              </a:ext>
            </a:extLst>
          </p:cNvPr>
          <p:cNvGraphicFramePr>
            <a:graphicFrameLocks noGrp="1"/>
          </p:cNvGraphicFramePr>
          <p:nvPr>
            <p:extLst>
              <p:ext uri="{D42A27DB-BD31-4B8C-83A1-F6EECF244321}">
                <p14:modId xmlns:p14="http://schemas.microsoft.com/office/powerpoint/2010/main" val="2922381817"/>
              </p:ext>
            </p:extLst>
          </p:nvPr>
        </p:nvGraphicFramePr>
        <p:xfrm>
          <a:off x="435931" y="1271775"/>
          <a:ext cx="11311567" cy="2194560"/>
        </p:xfrm>
        <a:graphic>
          <a:graphicData uri="http://schemas.openxmlformats.org/drawingml/2006/table">
            <a:tbl>
              <a:tblPr firstRow="1" bandRow="1" bandCol="1">
                <a:tableStyleId>{69012ECD-51FC-41F1-AA8D-1B2483CD663E}</a:tableStyleId>
              </a:tblPr>
              <a:tblGrid>
                <a:gridCol w="6738191">
                  <a:extLst>
                    <a:ext uri="{9D8B030D-6E8A-4147-A177-3AD203B41FA5}">
                      <a16:colId xmlns:a16="http://schemas.microsoft.com/office/drawing/2014/main" val="405392102"/>
                    </a:ext>
                  </a:extLst>
                </a:gridCol>
                <a:gridCol w="1804662">
                  <a:extLst>
                    <a:ext uri="{9D8B030D-6E8A-4147-A177-3AD203B41FA5}">
                      <a16:colId xmlns:a16="http://schemas.microsoft.com/office/drawing/2014/main" val="3834951746"/>
                    </a:ext>
                  </a:extLst>
                </a:gridCol>
                <a:gridCol w="2768714">
                  <a:extLst>
                    <a:ext uri="{9D8B030D-6E8A-4147-A177-3AD203B41FA5}">
                      <a16:colId xmlns:a16="http://schemas.microsoft.com/office/drawing/2014/main" val="4276463092"/>
                    </a:ext>
                  </a:extLst>
                </a:gridCol>
              </a:tblGrid>
              <a:tr h="268454">
                <a:tc>
                  <a:txBody>
                    <a:bodyPr/>
                    <a:lstStyle/>
                    <a:p>
                      <a:pPr algn="ctr"/>
                      <a:r>
                        <a:rPr lang="en-GB" sz="1800" noProof="0" dirty="0">
                          <a:solidFill>
                            <a:schemeClr val="tx1"/>
                          </a:solidFill>
                        </a:rPr>
                        <a:t>Task</a:t>
                      </a:r>
                    </a:p>
                  </a:txBody>
                  <a:tcPr anchor="ctr"/>
                </a:tc>
                <a:tc>
                  <a:txBody>
                    <a:bodyPr/>
                    <a:lstStyle/>
                    <a:p>
                      <a:pPr algn="ctr"/>
                      <a:r>
                        <a:rPr lang="en-GB" sz="1800" noProof="0" dirty="0">
                          <a:solidFill>
                            <a:schemeClr val="tx1"/>
                          </a:solidFill>
                        </a:rPr>
                        <a:t>Method</a:t>
                      </a:r>
                    </a:p>
                  </a:txBody>
                  <a:tcPr/>
                </a:tc>
                <a:tc>
                  <a:txBody>
                    <a:bodyPr/>
                    <a:lstStyle/>
                    <a:p>
                      <a:pPr algn="ctr"/>
                      <a:r>
                        <a:rPr lang="en-GB" sz="1800" noProof="0" dirty="0">
                          <a:solidFill>
                            <a:schemeClr val="tx1"/>
                          </a:solidFill>
                        </a:rPr>
                        <a:t>Path</a:t>
                      </a:r>
                    </a:p>
                  </a:txBody>
                  <a:tcPr/>
                </a:tc>
                <a:extLst>
                  <a:ext uri="{0D108BD9-81ED-4DB2-BD59-A6C34878D82A}">
                    <a16:rowId xmlns:a16="http://schemas.microsoft.com/office/drawing/2014/main" val="3467430926"/>
                  </a:ext>
                </a:extLst>
              </a:tr>
              <a:tr h="268454">
                <a:tc>
                  <a:txBody>
                    <a:bodyPr/>
                    <a:lstStyle/>
                    <a:p>
                      <a:r>
                        <a:rPr lang="en-GB" sz="1800" noProof="0" dirty="0"/>
                        <a:t>Create a new customer</a:t>
                      </a:r>
                    </a:p>
                  </a:txBody>
                  <a:tcPr/>
                </a:tc>
                <a:tc>
                  <a:txBody>
                    <a:bodyPr/>
                    <a:lstStyle/>
                    <a:p>
                      <a:r>
                        <a:rPr lang="en-GB" sz="1800" noProof="0" dirty="0">
                          <a:solidFill>
                            <a:schemeClr val="accent2">
                              <a:lumMod val="50000"/>
                            </a:schemeClr>
                          </a:solidFill>
                        </a:rPr>
                        <a:t>POST</a:t>
                      </a:r>
                    </a:p>
                  </a:txBody>
                  <a:tcPr/>
                </a:tc>
                <a:tc>
                  <a:txBody>
                    <a:bodyPr/>
                    <a:lstStyle/>
                    <a:p>
                      <a:r>
                        <a:rPr lang="en-GB" sz="1800" noProof="0" dirty="0"/>
                        <a:t>/customers</a:t>
                      </a:r>
                    </a:p>
                  </a:txBody>
                  <a:tcPr/>
                </a:tc>
                <a:extLst>
                  <a:ext uri="{0D108BD9-81ED-4DB2-BD59-A6C34878D82A}">
                    <a16:rowId xmlns:a16="http://schemas.microsoft.com/office/drawing/2014/main" val="2886954225"/>
                  </a:ext>
                </a:extLst>
              </a:tr>
              <a:tr h="268454">
                <a:tc>
                  <a:txBody>
                    <a:bodyPr/>
                    <a:lstStyle/>
                    <a:p>
                      <a:r>
                        <a:rPr lang="en-GB" sz="1800" noProof="0" dirty="0"/>
                        <a:t>Get customer by customer </a:t>
                      </a:r>
                      <a:r>
                        <a:rPr lang="en-GB" sz="1800" b="1" noProof="0" dirty="0"/>
                        <a:t>ID</a:t>
                      </a:r>
                    </a:p>
                  </a:txBody>
                  <a:tcPr/>
                </a:tc>
                <a:tc>
                  <a:txBody>
                    <a:bodyPr/>
                    <a:lstStyle/>
                    <a:p>
                      <a:r>
                        <a:rPr lang="en-GB" sz="1800" noProof="0" dirty="0">
                          <a:solidFill>
                            <a:srgbClr val="0070C0"/>
                          </a:solidFill>
                        </a:rPr>
                        <a:t>GET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noProof="0" dirty="0"/>
                        <a:t>/customers /{</a:t>
                      </a:r>
                      <a:r>
                        <a:rPr lang="en-GB" sz="1800" b="1" noProof="0" dirty="0"/>
                        <a:t>ID</a:t>
                      </a:r>
                      <a:r>
                        <a:rPr lang="en-GB" sz="1800" noProof="0" dirty="0"/>
                        <a:t>}</a:t>
                      </a:r>
                    </a:p>
                  </a:txBody>
                  <a:tcPr/>
                </a:tc>
                <a:extLst>
                  <a:ext uri="{0D108BD9-81ED-4DB2-BD59-A6C34878D82A}">
                    <a16:rowId xmlns:a16="http://schemas.microsoft.com/office/drawing/2014/main" val="2338808237"/>
                  </a:ext>
                </a:extLst>
              </a:tr>
              <a:tr h="268454">
                <a:tc>
                  <a:txBody>
                    <a:bodyPr/>
                    <a:lstStyle/>
                    <a:p>
                      <a:r>
                        <a:rPr lang="en-GB" sz="1800" noProof="0" dirty="0"/>
                        <a:t>Search for customers</a:t>
                      </a:r>
                    </a:p>
                  </a:txBody>
                  <a:tcPr/>
                </a:tc>
                <a:tc>
                  <a:txBody>
                    <a:bodyPr/>
                    <a:lstStyle/>
                    <a:p>
                      <a:r>
                        <a:rPr lang="en-GB" sz="1800" noProof="0" dirty="0">
                          <a:solidFill>
                            <a:srgbClr val="0070C0"/>
                          </a:solidFill>
                        </a:rPr>
                        <a:t>GET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noProof="0" dirty="0"/>
                        <a:t>/customers</a:t>
                      </a:r>
                    </a:p>
                  </a:txBody>
                  <a:tcPr/>
                </a:tc>
                <a:extLst>
                  <a:ext uri="{0D108BD9-81ED-4DB2-BD59-A6C34878D82A}">
                    <a16:rowId xmlns:a16="http://schemas.microsoft.com/office/drawing/2014/main" val="1724403723"/>
                  </a:ext>
                </a:extLst>
              </a:tr>
              <a:tr h="268454">
                <a:tc>
                  <a:txBody>
                    <a:bodyPr/>
                    <a:lstStyle/>
                    <a:p>
                      <a:r>
                        <a:rPr lang="en-GB" sz="1800" noProof="0" dirty="0"/>
                        <a:t>Update an existing customer by customer </a:t>
                      </a:r>
                      <a:r>
                        <a:rPr lang="en-GB" sz="1800" b="1" noProof="0" dirty="0"/>
                        <a:t>ID</a:t>
                      </a:r>
                    </a:p>
                  </a:txBody>
                  <a:tcPr/>
                </a:tc>
                <a:tc>
                  <a:txBody>
                    <a:bodyPr/>
                    <a:lstStyle/>
                    <a:p>
                      <a:r>
                        <a:rPr lang="en-GB" sz="1800" noProof="0" dirty="0">
                          <a:solidFill>
                            <a:srgbClr val="FFC000"/>
                          </a:solidFill>
                        </a:rPr>
                        <a:t>PUT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noProof="0" dirty="0"/>
                        <a:t>/customers /{</a:t>
                      </a:r>
                      <a:r>
                        <a:rPr lang="en-GB" sz="1800" b="1" noProof="0" dirty="0"/>
                        <a:t>ID</a:t>
                      </a:r>
                      <a:r>
                        <a:rPr lang="en-GB" sz="1800" noProof="0" dirty="0"/>
                        <a:t>}</a:t>
                      </a:r>
                    </a:p>
                  </a:txBody>
                  <a:tcPr/>
                </a:tc>
                <a:extLst>
                  <a:ext uri="{0D108BD9-81ED-4DB2-BD59-A6C34878D82A}">
                    <a16:rowId xmlns:a16="http://schemas.microsoft.com/office/drawing/2014/main" val="1248658249"/>
                  </a:ext>
                </a:extLst>
              </a:tr>
              <a:tr h="2684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noProof="0" dirty="0"/>
                        <a:t>Delete an existing customer by customer </a:t>
                      </a:r>
                      <a:r>
                        <a:rPr lang="en-GB" sz="1800" b="1" noProof="0" dirty="0"/>
                        <a:t>ID</a:t>
                      </a:r>
                    </a:p>
                  </a:txBody>
                  <a:tcPr/>
                </a:tc>
                <a:tc>
                  <a:txBody>
                    <a:bodyPr/>
                    <a:lstStyle/>
                    <a:p>
                      <a:r>
                        <a:rPr lang="en-GB" sz="1800" noProof="0" dirty="0">
                          <a:solidFill>
                            <a:srgbClr val="C00000"/>
                          </a:solidFill>
                        </a:rPr>
                        <a:t>DELETE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noProof="0" dirty="0"/>
                        <a:t>/customers /{</a:t>
                      </a:r>
                      <a:r>
                        <a:rPr lang="en-GB" sz="1800" b="1" noProof="0" dirty="0"/>
                        <a:t>ID</a:t>
                      </a:r>
                      <a:r>
                        <a:rPr lang="en-GB" sz="1800" noProof="0" dirty="0"/>
                        <a:t>}</a:t>
                      </a:r>
                    </a:p>
                  </a:txBody>
                  <a:tcPr/>
                </a:tc>
                <a:extLst>
                  <a:ext uri="{0D108BD9-81ED-4DB2-BD59-A6C34878D82A}">
                    <a16:rowId xmlns:a16="http://schemas.microsoft.com/office/drawing/2014/main" val="529161618"/>
                  </a:ext>
                </a:extLst>
              </a:tr>
            </a:tbl>
          </a:graphicData>
        </a:graphic>
      </p:graphicFrame>
      <p:cxnSp>
        <p:nvCxnSpPr>
          <p:cNvPr id="20" name="Straight Arrow Connector 19">
            <a:extLst>
              <a:ext uri="{FF2B5EF4-FFF2-40B4-BE49-F238E27FC236}">
                <a16:creationId xmlns:a16="http://schemas.microsoft.com/office/drawing/2014/main" id="{7D127339-A1E7-6761-6361-923F9ABBBDEC}"/>
              </a:ext>
            </a:extLst>
          </p:cNvPr>
          <p:cNvCxnSpPr>
            <a:cxnSpLocks/>
          </p:cNvCxnSpPr>
          <p:nvPr/>
        </p:nvCxnSpPr>
        <p:spPr>
          <a:xfrm>
            <a:off x="7338103" y="4030889"/>
            <a:ext cx="2488255" cy="407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357F5A4-7296-6760-8593-563F365F5A5A}"/>
              </a:ext>
            </a:extLst>
          </p:cNvPr>
          <p:cNvCxnSpPr>
            <a:cxnSpLocks/>
            <a:stCxn id="18" idx="3"/>
          </p:cNvCxnSpPr>
          <p:nvPr/>
        </p:nvCxnSpPr>
        <p:spPr>
          <a:xfrm flipV="1">
            <a:off x="7177352" y="4600202"/>
            <a:ext cx="2634167" cy="1086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65DA1B-BC96-6EF1-D4E4-F9E89DE277CB}"/>
              </a:ext>
            </a:extLst>
          </p:cNvPr>
          <p:cNvCxnSpPr>
            <a:cxnSpLocks/>
            <a:endCxn id="10" idx="1"/>
          </p:cNvCxnSpPr>
          <p:nvPr/>
        </p:nvCxnSpPr>
        <p:spPr>
          <a:xfrm flipV="1">
            <a:off x="8300388" y="5022174"/>
            <a:ext cx="1701240" cy="13212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566EFF8-F049-B668-46E8-08F3438DAAEE}"/>
              </a:ext>
            </a:extLst>
          </p:cNvPr>
          <p:cNvCxnSpPr>
            <a:cxnSpLocks/>
            <a:stCxn id="10" idx="3"/>
          </p:cNvCxnSpPr>
          <p:nvPr/>
        </p:nvCxnSpPr>
        <p:spPr>
          <a:xfrm flipV="1">
            <a:off x="10001628" y="3466335"/>
            <a:ext cx="0" cy="409696"/>
          </a:xfrm>
          <a:prstGeom prst="line">
            <a:avLst/>
          </a:prstGeom>
          <a:ln w="28575">
            <a:solidFill>
              <a:schemeClr val="accent1">
                <a:lumMod val="90000"/>
                <a:lumOff val="10000"/>
              </a:schemeClr>
            </a:solidFill>
          </a:ln>
        </p:spPr>
        <p:style>
          <a:lnRef idx="1">
            <a:schemeClr val="accent6"/>
          </a:lnRef>
          <a:fillRef idx="0">
            <a:schemeClr val="accent6"/>
          </a:fillRef>
          <a:effectRef idx="0">
            <a:schemeClr val="accent6"/>
          </a:effectRef>
          <a:fontRef idx="minor">
            <a:schemeClr val="tx1"/>
          </a:fontRef>
        </p:style>
      </p:cxnSp>
      <p:pic>
        <p:nvPicPr>
          <p:cNvPr id="24" name="Graphic 23">
            <a:extLst>
              <a:ext uri="{FF2B5EF4-FFF2-40B4-BE49-F238E27FC236}">
                <a16:creationId xmlns:a16="http://schemas.microsoft.com/office/drawing/2014/main" id="{65089DF8-DD13-A651-32CC-06A745D882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12108" y="5686265"/>
            <a:ext cx="1170122" cy="1170122"/>
          </a:xfrm>
          <a:prstGeom prst="rect">
            <a:avLst/>
          </a:prstGeom>
        </p:spPr>
      </p:pic>
    </p:spTree>
    <p:extLst>
      <p:ext uri="{BB962C8B-B14F-4D97-AF65-F5344CB8AC3E}">
        <p14:creationId xmlns:p14="http://schemas.microsoft.com/office/powerpoint/2010/main" val="190940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down)">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758E8-02A8-4251-B052-48CD09553B0D}"/>
              </a:ext>
            </a:extLst>
          </p:cNvPr>
          <p:cNvSpPr>
            <a:spLocks noGrp="1"/>
          </p:cNvSpPr>
          <p:nvPr>
            <p:ph type="ctrTitle"/>
          </p:nvPr>
        </p:nvSpPr>
        <p:spPr/>
        <p:txBody>
          <a:bodyPr/>
          <a:lstStyle/>
          <a:p>
            <a:r>
              <a:rPr lang="en-GB" noProof="0" dirty="0"/>
              <a:t>Stateless</a:t>
            </a:r>
          </a:p>
        </p:txBody>
      </p:sp>
      <p:sp>
        <p:nvSpPr>
          <p:cNvPr id="4" name="Slide Number Placeholder 3">
            <a:extLst>
              <a:ext uri="{FF2B5EF4-FFF2-40B4-BE49-F238E27FC236}">
                <a16:creationId xmlns:a16="http://schemas.microsoft.com/office/drawing/2014/main" id="{605DCF6B-3AED-B537-6CF3-1FDDDF40E8C3}"/>
              </a:ext>
            </a:extLst>
          </p:cNvPr>
          <p:cNvSpPr>
            <a:spLocks noGrp="1"/>
          </p:cNvSpPr>
          <p:nvPr>
            <p:ph type="sldNum" sz="quarter" idx="12"/>
          </p:nvPr>
        </p:nvSpPr>
        <p:spPr/>
        <p:txBody>
          <a:bodyPr/>
          <a:lstStyle/>
          <a:p>
            <a:fld id="{F3469444-D02B-D446-9CF8-19DEDDE073D1}" type="slidenum">
              <a:rPr lang="en-GB" noProof="0" smtClean="0"/>
              <a:pPr/>
              <a:t>13</a:t>
            </a:fld>
            <a:endParaRPr lang="en-GB" noProof="0" dirty="0"/>
          </a:p>
        </p:txBody>
      </p:sp>
      <p:sp>
        <p:nvSpPr>
          <p:cNvPr id="5" name="Rectangle: Rounded Corners 4">
            <a:extLst>
              <a:ext uri="{FF2B5EF4-FFF2-40B4-BE49-F238E27FC236}">
                <a16:creationId xmlns:a16="http://schemas.microsoft.com/office/drawing/2014/main" id="{07378254-C722-7C76-6751-BD0BAE0499CB}"/>
              </a:ext>
            </a:extLst>
          </p:cNvPr>
          <p:cNvSpPr/>
          <p:nvPr/>
        </p:nvSpPr>
        <p:spPr>
          <a:xfrm>
            <a:off x="567086" y="2395009"/>
            <a:ext cx="3429001" cy="3170886"/>
          </a:xfrm>
          <a:prstGeom prst="roundRect">
            <a:avLst/>
          </a:prstGeom>
          <a:ln/>
        </p:spPr>
        <p:style>
          <a:lnRef idx="2">
            <a:schemeClr val="accent5"/>
          </a:lnRef>
          <a:fillRef idx="1">
            <a:schemeClr val="lt1"/>
          </a:fillRef>
          <a:effectRef idx="0">
            <a:schemeClr val="accent5"/>
          </a:effectRef>
          <a:fontRef idx="minor">
            <a:schemeClr val="dk1"/>
          </a:fontRef>
        </p:style>
        <p:txBody>
          <a:bodyPr rtlCol="0" anchor="t"/>
          <a:lstStyle/>
          <a:p>
            <a:pPr algn="ctr"/>
            <a:r>
              <a:rPr lang="en-GB" sz="2000" b="1" noProof="0" dirty="0">
                <a:solidFill>
                  <a:schemeClr val="tx1"/>
                </a:solidFill>
              </a:rPr>
              <a:t>Stateless</a:t>
            </a:r>
          </a:p>
          <a:p>
            <a:pPr algn="ctr"/>
            <a:endParaRPr lang="en-GB" sz="2000" b="1" noProof="0" dirty="0">
              <a:solidFill>
                <a:schemeClr val="tx1"/>
              </a:solidFill>
            </a:endParaRPr>
          </a:p>
          <a:p>
            <a:pPr algn="ctr"/>
            <a:r>
              <a:rPr lang="en-GB" sz="2000" noProof="0" dirty="0">
                <a:solidFill>
                  <a:schemeClr val="tx1"/>
                </a:solidFill>
              </a:rPr>
              <a:t>State is contained within the request.</a:t>
            </a:r>
          </a:p>
          <a:p>
            <a:pPr algn="ctr"/>
            <a:endParaRPr lang="en-GB" sz="2000" noProof="0" dirty="0">
              <a:solidFill>
                <a:schemeClr val="tx1"/>
              </a:solidFill>
            </a:endParaRPr>
          </a:p>
          <a:p>
            <a:pPr algn="ctr"/>
            <a:r>
              <a:rPr lang="en-GB" sz="2000" noProof="0" dirty="0">
                <a:solidFill>
                  <a:schemeClr val="tx1"/>
                </a:solidFill>
              </a:rPr>
              <a:t>No states is held on server. The server is stateless.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schemeClr val="tx1"/>
              </a:solidFill>
              <a:effectLst/>
              <a:uLnTx/>
              <a:uFillTx/>
              <a:latin typeface="Montserrat" panose="00000500000000000000" pitchFamily="2" charset="0"/>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schemeClr val="tx1"/>
              </a:solidFill>
              <a:effectLst/>
              <a:uLnTx/>
              <a:uFillTx/>
              <a:latin typeface="Montserrat" panose="00000500000000000000" pitchFamily="2" charset="0"/>
              <a:ea typeface="+mn-ea"/>
              <a:cs typeface="+mn-cs"/>
            </a:endParaRPr>
          </a:p>
        </p:txBody>
      </p:sp>
      <p:graphicFrame>
        <p:nvGraphicFramePr>
          <p:cNvPr id="6" name="Object 5">
            <a:extLst>
              <a:ext uri="{FF2B5EF4-FFF2-40B4-BE49-F238E27FC236}">
                <a16:creationId xmlns:a16="http://schemas.microsoft.com/office/drawing/2014/main" id="{879F93B2-38AD-D1FA-D30C-B6FB8861E9D5}"/>
              </a:ext>
            </a:extLst>
          </p:cNvPr>
          <p:cNvGraphicFramePr>
            <a:graphicFrameLocks noChangeAspect="1"/>
          </p:cNvGraphicFramePr>
          <p:nvPr>
            <p:extLst>
              <p:ext uri="{D42A27DB-BD31-4B8C-83A1-F6EECF244321}">
                <p14:modId xmlns:p14="http://schemas.microsoft.com/office/powerpoint/2010/main" val="4208191732"/>
              </p:ext>
            </p:extLst>
          </p:nvPr>
        </p:nvGraphicFramePr>
        <p:xfrm>
          <a:off x="9159717" y="894568"/>
          <a:ext cx="921385" cy="695497"/>
        </p:xfrm>
        <a:graphic>
          <a:graphicData uri="http://schemas.openxmlformats.org/presentationml/2006/ole">
            <mc:AlternateContent xmlns:mc="http://schemas.openxmlformats.org/markup-compatibility/2006">
              <mc:Choice xmlns:v="urn:schemas-microsoft-com:vml" Requires="v">
                <p:oleObj r:id="rId2" imgW="3936240" imgH="2971080" progId="">
                  <p:embed/>
                </p:oleObj>
              </mc:Choice>
              <mc:Fallback>
                <p:oleObj r:id="rId2" imgW="3936240" imgH="2971080" progId="">
                  <p:embed/>
                  <p:pic>
                    <p:nvPicPr>
                      <p:cNvPr id="6" name="Object 5">
                        <a:extLst>
                          <a:ext uri="{FF2B5EF4-FFF2-40B4-BE49-F238E27FC236}">
                            <a16:creationId xmlns:a16="http://schemas.microsoft.com/office/drawing/2014/main" id="{879F93B2-38AD-D1FA-D30C-B6FB8861E9D5}"/>
                          </a:ext>
                        </a:extLst>
                      </p:cNvPr>
                      <p:cNvPicPr/>
                      <p:nvPr/>
                    </p:nvPicPr>
                    <p:blipFill>
                      <a:blip r:embed="rId3"/>
                      <a:stretch>
                        <a:fillRect/>
                      </a:stretch>
                    </p:blipFill>
                    <p:spPr>
                      <a:xfrm>
                        <a:off x="9159717" y="894568"/>
                        <a:ext cx="921385" cy="695497"/>
                      </a:xfrm>
                      <a:prstGeom prst="rect">
                        <a:avLst/>
                      </a:prstGeom>
                    </p:spPr>
                  </p:pic>
                </p:oleObj>
              </mc:Fallback>
            </mc:AlternateContent>
          </a:graphicData>
        </a:graphic>
      </p:graphicFrame>
      <p:sp>
        <p:nvSpPr>
          <p:cNvPr id="7" name="Arrow: Right 6">
            <a:extLst>
              <a:ext uri="{FF2B5EF4-FFF2-40B4-BE49-F238E27FC236}">
                <a16:creationId xmlns:a16="http://schemas.microsoft.com/office/drawing/2014/main" id="{44E73B15-B473-F8F6-FBFF-3EE74CFF1D63}"/>
              </a:ext>
            </a:extLst>
          </p:cNvPr>
          <p:cNvSpPr/>
          <p:nvPr/>
        </p:nvSpPr>
        <p:spPr>
          <a:xfrm>
            <a:off x="4943916" y="1980871"/>
            <a:ext cx="4665632" cy="495586"/>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REQUEST </a:t>
            </a:r>
            <a:r>
              <a:rPr lang="en-GB" sz="1600" b="1" noProof="0" dirty="0">
                <a:solidFill>
                  <a:schemeClr val="tx1">
                    <a:lumMod val="25000"/>
                    <a:lumOff val="75000"/>
                  </a:schemeClr>
                </a:solidFill>
              </a:rPr>
              <a:t>Next page</a:t>
            </a:r>
          </a:p>
        </p:txBody>
      </p:sp>
      <p:sp>
        <p:nvSpPr>
          <p:cNvPr id="8" name="Arrow: Right 7">
            <a:extLst>
              <a:ext uri="{FF2B5EF4-FFF2-40B4-BE49-F238E27FC236}">
                <a16:creationId xmlns:a16="http://schemas.microsoft.com/office/drawing/2014/main" id="{87ABDFBF-461A-FF2B-B563-66A3C246A992}"/>
              </a:ext>
            </a:extLst>
          </p:cNvPr>
          <p:cNvSpPr/>
          <p:nvPr/>
        </p:nvSpPr>
        <p:spPr>
          <a:xfrm flipH="1">
            <a:off x="4914839" y="2395009"/>
            <a:ext cx="4665632" cy="495586"/>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RESPONSE </a:t>
            </a:r>
            <a:r>
              <a:rPr lang="en-GB" sz="1600" b="1" noProof="0" dirty="0">
                <a:solidFill>
                  <a:schemeClr val="accent5">
                    <a:lumMod val="75000"/>
                  </a:schemeClr>
                </a:solidFill>
              </a:rPr>
              <a:t>Page 1 content</a:t>
            </a:r>
            <a:endParaRPr lang="en-GB" sz="1600" noProof="0" dirty="0">
              <a:solidFill>
                <a:schemeClr val="accent5">
                  <a:lumMod val="75000"/>
                </a:schemeClr>
              </a:solidFill>
            </a:endParaRPr>
          </a:p>
        </p:txBody>
      </p:sp>
      <p:sp>
        <p:nvSpPr>
          <p:cNvPr id="9" name="TextBox 8">
            <a:extLst>
              <a:ext uri="{FF2B5EF4-FFF2-40B4-BE49-F238E27FC236}">
                <a16:creationId xmlns:a16="http://schemas.microsoft.com/office/drawing/2014/main" id="{4AAAB5BC-A94B-6C82-6F43-84396C084D7E}"/>
              </a:ext>
            </a:extLst>
          </p:cNvPr>
          <p:cNvSpPr txBox="1"/>
          <p:nvPr/>
        </p:nvSpPr>
        <p:spPr>
          <a:xfrm>
            <a:off x="4127907" y="1629266"/>
            <a:ext cx="1620913" cy="338554"/>
          </a:xfrm>
          <a:prstGeom prst="rect">
            <a:avLst/>
          </a:prstGeom>
          <a:noFill/>
        </p:spPr>
        <p:txBody>
          <a:bodyPr wrap="square">
            <a:spAutoFit/>
          </a:bodyPr>
          <a:lstStyle/>
          <a:p>
            <a:pPr algn="ctr"/>
            <a:r>
              <a:rPr lang="en-GB" sz="1600" b="1" noProof="0" dirty="0"/>
              <a:t>Client</a:t>
            </a:r>
          </a:p>
        </p:txBody>
      </p:sp>
      <p:sp>
        <p:nvSpPr>
          <p:cNvPr id="10" name="TextBox 9">
            <a:extLst>
              <a:ext uri="{FF2B5EF4-FFF2-40B4-BE49-F238E27FC236}">
                <a16:creationId xmlns:a16="http://schemas.microsoft.com/office/drawing/2014/main" id="{294961F1-B6D2-8B07-30F6-DF003D1FCFC0}"/>
              </a:ext>
            </a:extLst>
          </p:cNvPr>
          <p:cNvSpPr txBox="1"/>
          <p:nvPr/>
        </p:nvSpPr>
        <p:spPr>
          <a:xfrm>
            <a:off x="8809954" y="1622011"/>
            <a:ext cx="1620913" cy="338554"/>
          </a:xfrm>
          <a:prstGeom prst="rect">
            <a:avLst/>
          </a:prstGeom>
          <a:noFill/>
        </p:spPr>
        <p:txBody>
          <a:bodyPr wrap="square">
            <a:spAutoFit/>
          </a:bodyPr>
          <a:lstStyle/>
          <a:p>
            <a:pPr algn="ctr"/>
            <a:r>
              <a:rPr lang="en-GB" sz="1600" b="1" noProof="0" dirty="0"/>
              <a:t>Server</a:t>
            </a:r>
          </a:p>
        </p:txBody>
      </p:sp>
      <p:sp>
        <p:nvSpPr>
          <p:cNvPr id="11" name="Arrow: Right 10">
            <a:extLst>
              <a:ext uri="{FF2B5EF4-FFF2-40B4-BE49-F238E27FC236}">
                <a16:creationId xmlns:a16="http://schemas.microsoft.com/office/drawing/2014/main" id="{05732664-474D-0689-F0F9-AC784E55DD92}"/>
              </a:ext>
            </a:extLst>
          </p:cNvPr>
          <p:cNvSpPr/>
          <p:nvPr/>
        </p:nvSpPr>
        <p:spPr>
          <a:xfrm>
            <a:off x="4952869" y="2989947"/>
            <a:ext cx="4652910" cy="495586"/>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REQUEST </a:t>
            </a:r>
            <a:r>
              <a:rPr lang="en-GB" sz="1600" b="1" noProof="0" dirty="0">
                <a:solidFill>
                  <a:schemeClr val="tx1">
                    <a:lumMod val="25000"/>
                    <a:lumOff val="75000"/>
                  </a:schemeClr>
                </a:solidFill>
              </a:rPr>
              <a:t>Next page</a:t>
            </a:r>
          </a:p>
        </p:txBody>
      </p:sp>
      <p:sp>
        <p:nvSpPr>
          <p:cNvPr id="12" name="Arrow: Right 11">
            <a:extLst>
              <a:ext uri="{FF2B5EF4-FFF2-40B4-BE49-F238E27FC236}">
                <a16:creationId xmlns:a16="http://schemas.microsoft.com/office/drawing/2014/main" id="{0505558B-FACA-D889-E755-5A8F2EDC65C0}"/>
              </a:ext>
            </a:extLst>
          </p:cNvPr>
          <p:cNvSpPr/>
          <p:nvPr/>
        </p:nvSpPr>
        <p:spPr>
          <a:xfrm flipH="1">
            <a:off x="4968014" y="3409439"/>
            <a:ext cx="4652910" cy="495586"/>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RESPONSE </a:t>
            </a:r>
            <a:r>
              <a:rPr lang="en-GB" sz="1600" b="1" noProof="0" dirty="0">
                <a:solidFill>
                  <a:schemeClr val="accent5">
                    <a:lumMod val="75000"/>
                  </a:schemeClr>
                </a:solidFill>
              </a:rPr>
              <a:t>Page 2 content</a:t>
            </a:r>
            <a:endParaRPr lang="en-GB" sz="1600" noProof="0" dirty="0">
              <a:solidFill>
                <a:schemeClr val="accent5">
                  <a:lumMod val="75000"/>
                </a:schemeClr>
              </a:solidFill>
            </a:endParaRPr>
          </a:p>
        </p:txBody>
      </p:sp>
      <p:cxnSp>
        <p:nvCxnSpPr>
          <p:cNvPr id="13" name="Straight Connector 12">
            <a:extLst>
              <a:ext uri="{FF2B5EF4-FFF2-40B4-BE49-F238E27FC236}">
                <a16:creationId xmlns:a16="http://schemas.microsoft.com/office/drawing/2014/main" id="{29B7BDDA-BD90-3EA2-C448-E42CC3E01501}"/>
              </a:ext>
            </a:extLst>
          </p:cNvPr>
          <p:cNvCxnSpPr>
            <a:cxnSpLocks/>
            <a:stCxn id="9" idx="2"/>
          </p:cNvCxnSpPr>
          <p:nvPr/>
        </p:nvCxnSpPr>
        <p:spPr>
          <a:xfrm>
            <a:off x="4938364" y="1967820"/>
            <a:ext cx="393" cy="43899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B87D16-A8C8-57EF-3DDF-79D3A13021B1}"/>
              </a:ext>
            </a:extLst>
          </p:cNvPr>
          <p:cNvCxnSpPr>
            <a:cxnSpLocks/>
            <a:stCxn id="10" idx="2"/>
          </p:cNvCxnSpPr>
          <p:nvPr/>
        </p:nvCxnSpPr>
        <p:spPr>
          <a:xfrm>
            <a:off x="9620411" y="1960565"/>
            <a:ext cx="0" cy="4397241"/>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2B0FBEE4-66E4-B0C5-F360-0189E4C0570A}"/>
              </a:ext>
            </a:extLst>
          </p:cNvPr>
          <p:cNvGrpSpPr/>
          <p:nvPr/>
        </p:nvGrpSpPr>
        <p:grpSpPr>
          <a:xfrm>
            <a:off x="9705570" y="2429508"/>
            <a:ext cx="1620912" cy="419435"/>
            <a:chOff x="6174771" y="3342115"/>
            <a:chExt cx="2336108" cy="735594"/>
          </a:xfrm>
        </p:grpSpPr>
        <p:sp>
          <p:nvSpPr>
            <p:cNvPr id="16" name="Rectangle 15">
              <a:extLst>
                <a:ext uri="{FF2B5EF4-FFF2-40B4-BE49-F238E27FC236}">
                  <a16:creationId xmlns:a16="http://schemas.microsoft.com/office/drawing/2014/main" id="{0DF3F297-9044-DD7A-8C7F-17E6C1DB2215}"/>
                </a:ext>
              </a:extLst>
            </p:cNvPr>
            <p:cNvSpPr/>
            <p:nvPr/>
          </p:nvSpPr>
          <p:spPr>
            <a:xfrm>
              <a:off x="6174771" y="3342115"/>
              <a:ext cx="2267855" cy="700641"/>
            </a:xfrm>
            <a:prstGeom prst="rect">
              <a:avLst/>
            </a:prstGeom>
            <a:solidFill>
              <a:srgbClr val="CCCCFF"/>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TextBox 12">
              <a:extLst>
                <a:ext uri="{FF2B5EF4-FFF2-40B4-BE49-F238E27FC236}">
                  <a16:creationId xmlns:a16="http://schemas.microsoft.com/office/drawing/2014/main" id="{440900A9-7F6A-1948-3260-2FD9CDF3DF0F}"/>
                </a:ext>
              </a:extLst>
            </p:cNvPr>
            <p:cNvSpPr txBox="1"/>
            <p:nvPr/>
          </p:nvSpPr>
          <p:spPr>
            <a:xfrm>
              <a:off x="6614880" y="3483962"/>
              <a:ext cx="1895999" cy="593747"/>
            </a:xfrm>
            <a:prstGeom prst="rect">
              <a:avLst/>
            </a:prstGeom>
            <a:noFill/>
            <a:ln w="12700">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noProof="0" dirty="0"/>
                <a:t>On page 1</a:t>
              </a:r>
              <a:endParaRPr kumimoji="0" lang="en-GB" sz="1600" b="0" i="0" u="none" strike="noStrike" kern="1200" cap="none" spc="0" normalizeH="0" baseline="0" noProof="0" dirty="0">
                <a:ln>
                  <a:noFill/>
                </a:ln>
                <a:effectLst/>
                <a:uLnTx/>
                <a:uFillTx/>
                <a:ea typeface="+mn-ea"/>
                <a:cs typeface="+mn-cs"/>
              </a:endParaRPr>
            </a:p>
          </p:txBody>
        </p:sp>
        <p:pic>
          <p:nvPicPr>
            <p:cNvPr id="18" name="Picture 17" descr="Logo, company name&#10;&#10;Description automatically generated">
              <a:extLst>
                <a:ext uri="{FF2B5EF4-FFF2-40B4-BE49-F238E27FC236}">
                  <a16:creationId xmlns:a16="http://schemas.microsoft.com/office/drawing/2014/main" id="{EF2F67D5-3AB4-8D07-B080-31737451A98B}"/>
                </a:ext>
              </a:extLst>
            </p:cNvPr>
            <p:cNvPicPr>
              <a:picLocks noChangeAspect="1"/>
            </p:cNvPicPr>
            <p:nvPr/>
          </p:nvPicPr>
          <p:blipFill>
            <a:blip r:embed="rId4"/>
            <a:stretch>
              <a:fillRect/>
            </a:stretch>
          </p:blipFill>
          <p:spPr>
            <a:xfrm>
              <a:off x="6174771" y="3342115"/>
              <a:ext cx="656576" cy="656576"/>
            </a:xfrm>
            <a:prstGeom prst="rect">
              <a:avLst/>
            </a:prstGeom>
            <a:ln>
              <a:noFill/>
            </a:ln>
          </p:spPr>
        </p:pic>
      </p:grpSp>
      <p:grpSp>
        <p:nvGrpSpPr>
          <p:cNvPr id="19" name="Group 18">
            <a:extLst>
              <a:ext uri="{FF2B5EF4-FFF2-40B4-BE49-F238E27FC236}">
                <a16:creationId xmlns:a16="http://schemas.microsoft.com/office/drawing/2014/main" id="{74B7F560-6390-ADEA-1E51-F7340C99C854}"/>
              </a:ext>
            </a:extLst>
          </p:cNvPr>
          <p:cNvGrpSpPr/>
          <p:nvPr/>
        </p:nvGrpSpPr>
        <p:grpSpPr>
          <a:xfrm>
            <a:off x="9732728" y="3207795"/>
            <a:ext cx="1520165" cy="419435"/>
            <a:chOff x="6174771" y="3342115"/>
            <a:chExt cx="2267855" cy="735594"/>
          </a:xfrm>
        </p:grpSpPr>
        <p:sp>
          <p:nvSpPr>
            <p:cNvPr id="20" name="Rectangle 19">
              <a:extLst>
                <a:ext uri="{FF2B5EF4-FFF2-40B4-BE49-F238E27FC236}">
                  <a16:creationId xmlns:a16="http://schemas.microsoft.com/office/drawing/2014/main" id="{9B3BC0B3-46E7-2378-2918-2A21D920E5AC}"/>
                </a:ext>
              </a:extLst>
            </p:cNvPr>
            <p:cNvSpPr/>
            <p:nvPr/>
          </p:nvSpPr>
          <p:spPr>
            <a:xfrm>
              <a:off x="6174771" y="3342115"/>
              <a:ext cx="2267855" cy="700641"/>
            </a:xfrm>
            <a:prstGeom prst="rect">
              <a:avLst/>
            </a:prstGeom>
            <a:solidFill>
              <a:srgbClr val="CCCCFF"/>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TextBox 12">
              <a:extLst>
                <a:ext uri="{FF2B5EF4-FFF2-40B4-BE49-F238E27FC236}">
                  <a16:creationId xmlns:a16="http://schemas.microsoft.com/office/drawing/2014/main" id="{CF25A9FD-00C9-B818-F728-5BF4335D530F}"/>
                </a:ext>
              </a:extLst>
            </p:cNvPr>
            <p:cNvSpPr txBox="1"/>
            <p:nvPr/>
          </p:nvSpPr>
          <p:spPr>
            <a:xfrm>
              <a:off x="6614878" y="3483962"/>
              <a:ext cx="1780116" cy="593747"/>
            </a:xfrm>
            <a:prstGeom prst="rect">
              <a:avLst/>
            </a:prstGeom>
            <a:noFill/>
            <a:ln w="12700">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effectLst/>
                  <a:uLnTx/>
                  <a:uFillTx/>
                  <a:ea typeface="+mn-ea"/>
                  <a:cs typeface="+mn-cs"/>
                </a:rPr>
                <a:t>On page 2</a:t>
              </a:r>
            </a:p>
          </p:txBody>
        </p:sp>
        <p:pic>
          <p:nvPicPr>
            <p:cNvPr id="22" name="Picture 21" descr="Logo, company name&#10;&#10;Description automatically generated">
              <a:extLst>
                <a:ext uri="{FF2B5EF4-FFF2-40B4-BE49-F238E27FC236}">
                  <a16:creationId xmlns:a16="http://schemas.microsoft.com/office/drawing/2014/main" id="{CB5F261D-588E-0706-3705-FDD5782D6406}"/>
                </a:ext>
              </a:extLst>
            </p:cNvPr>
            <p:cNvPicPr>
              <a:picLocks noChangeAspect="1"/>
            </p:cNvPicPr>
            <p:nvPr/>
          </p:nvPicPr>
          <p:blipFill>
            <a:blip r:embed="rId4"/>
            <a:stretch>
              <a:fillRect/>
            </a:stretch>
          </p:blipFill>
          <p:spPr>
            <a:xfrm>
              <a:off x="6174771" y="3342115"/>
              <a:ext cx="656576" cy="656576"/>
            </a:xfrm>
            <a:prstGeom prst="rect">
              <a:avLst/>
            </a:prstGeom>
            <a:ln>
              <a:noFill/>
            </a:ln>
          </p:spPr>
        </p:pic>
      </p:grpSp>
      <p:sp>
        <p:nvSpPr>
          <p:cNvPr id="23" name="Text Placeholder 1">
            <a:extLst>
              <a:ext uri="{FF2B5EF4-FFF2-40B4-BE49-F238E27FC236}">
                <a16:creationId xmlns:a16="http://schemas.microsoft.com/office/drawing/2014/main" id="{E60C64E4-F6B0-6586-0DB7-30B5BAABB8A7}"/>
              </a:ext>
            </a:extLst>
          </p:cNvPr>
          <p:cNvSpPr txBox="1">
            <a:spLocks/>
          </p:cNvSpPr>
          <p:nvPr/>
        </p:nvSpPr>
        <p:spPr>
          <a:xfrm>
            <a:off x="6421167" y="1636700"/>
            <a:ext cx="1805642" cy="3400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4000" b="0" i="0" kern="1200" cap="none" baseline="0">
                <a:solidFill>
                  <a:srgbClr val="004050"/>
                </a:solidFill>
                <a:latin typeface="Krana Fat B" panose="00000B00000000000000" pitchFamily="50" charset="0"/>
                <a:ea typeface="+mn-ea"/>
                <a:cs typeface="+mn-cs"/>
              </a:defRPr>
            </a:lvl1pPr>
            <a:lvl2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2000" b="1" dirty="0">
                <a:solidFill>
                  <a:schemeClr val="tx1"/>
                </a:solidFill>
                <a:latin typeface="+mn-lt"/>
              </a:rPr>
              <a:t>Stateful</a:t>
            </a:r>
          </a:p>
        </p:txBody>
      </p:sp>
      <p:sp>
        <p:nvSpPr>
          <p:cNvPr id="24" name="Arrow: Right 23">
            <a:extLst>
              <a:ext uri="{FF2B5EF4-FFF2-40B4-BE49-F238E27FC236}">
                <a16:creationId xmlns:a16="http://schemas.microsoft.com/office/drawing/2014/main" id="{C7DC89C0-08A6-8888-4752-5C248FED95FF}"/>
              </a:ext>
            </a:extLst>
          </p:cNvPr>
          <p:cNvSpPr/>
          <p:nvPr/>
        </p:nvSpPr>
        <p:spPr>
          <a:xfrm>
            <a:off x="4963580" y="4415358"/>
            <a:ext cx="4675464" cy="476369"/>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REQUEST </a:t>
            </a:r>
            <a:r>
              <a:rPr lang="en-GB" sz="1600" b="1" noProof="0" dirty="0">
                <a:solidFill>
                  <a:schemeClr val="tx1">
                    <a:lumMod val="25000"/>
                    <a:lumOff val="75000"/>
                  </a:schemeClr>
                </a:solidFill>
              </a:rPr>
              <a:t>Page 1</a:t>
            </a:r>
          </a:p>
        </p:txBody>
      </p:sp>
      <p:sp>
        <p:nvSpPr>
          <p:cNvPr id="25" name="Arrow: Right 24">
            <a:extLst>
              <a:ext uri="{FF2B5EF4-FFF2-40B4-BE49-F238E27FC236}">
                <a16:creationId xmlns:a16="http://schemas.microsoft.com/office/drawing/2014/main" id="{E47FFC67-9290-3696-BA47-5C3984296130}"/>
              </a:ext>
            </a:extLst>
          </p:cNvPr>
          <p:cNvSpPr/>
          <p:nvPr/>
        </p:nvSpPr>
        <p:spPr>
          <a:xfrm flipH="1">
            <a:off x="4924671" y="4813070"/>
            <a:ext cx="4675464" cy="476369"/>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RESPONSE </a:t>
            </a:r>
            <a:r>
              <a:rPr lang="en-GB" sz="1600" b="1" noProof="0" dirty="0">
                <a:solidFill>
                  <a:schemeClr val="accent5">
                    <a:lumMod val="75000"/>
                  </a:schemeClr>
                </a:solidFill>
              </a:rPr>
              <a:t>Page 1 content</a:t>
            </a:r>
            <a:endParaRPr lang="en-GB" sz="1600" noProof="0" dirty="0">
              <a:solidFill>
                <a:schemeClr val="accent5">
                  <a:lumMod val="75000"/>
                </a:schemeClr>
              </a:solidFill>
            </a:endParaRPr>
          </a:p>
        </p:txBody>
      </p:sp>
      <p:sp>
        <p:nvSpPr>
          <p:cNvPr id="26" name="Text Placeholder 1">
            <a:extLst>
              <a:ext uri="{FF2B5EF4-FFF2-40B4-BE49-F238E27FC236}">
                <a16:creationId xmlns:a16="http://schemas.microsoft.com/office/drawing/2014/main" id="{1A38906F-3983-3E35-00A1-22F01A5E9B18}"/>
              </a:ext>
            </a:extLst>
          </p:cNvPr>
          <p:cNvSpPr txBox="1">
            <a:spLocks/>
          </p:cNvSpPr>
          <p:nvPr/>
        </p:nvSpPr>
        <p:spPr>
          <a:xfrm>
            <a:off x="6272505" y="4126961"/>
            <a:ext cx="2102965" cy="3400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4000" b="0" i="0" kern="1200" cap="none" baseline="0">
                <a:solidFill>
                  <a:srgbClr val="004050"/>
                </a:solidFill>
                <a:latin typeface="Krana Fat B" panose="00000B00000000000000" pitchFamily="50" charset="0"/>
                <a:ea typeface="+mn-ea"/>
                <a:cs typeface="+mn-cs"/>
              </a:defRPr>
            </a:lvl1pPr>
            <a:lvl2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2000" b="1" dirty="0">
                <a:solidFill>
                  <a:schemeClr val="tx1"/>
                </a:solidFill>
                <a:latin typeface="+mn-lt"/>
              </a:rPr>
              <a:t>Stateless</a:t>
            </a:r>
          </a:p>
        </p:txBody>
      </p:sp>
      <p:sp>
        <p:nvSpPr>
          <p:cNvPr id="27" name="Arrow: Right 26">
            <a:extLst>
              <a:ext uri="{FF2B5EF4-FFF2-40B4-BE49-F238E27FC236}">
                <a16:creationId xmlns:a16="http://schemas.microsoft.com/office/drawing/2014/main" id="{C641CBB0-EB74-CE44-2B9C-CFEDDE2CDF7E}"/>
              </a:ext>
            </a:extLst>
          </p:cNvPr>
          <p:cNvSpPr/>
          <p:nvPr/>
        </p:nvSpPr>
        <p:spPr>
          <a:xfrm>
            <a:off x="4945460" y="5427647"/>
            <a:ext cx="4675464" cy="476369"/>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REQUEST </a:t>
            </a:r>
            <a:r>
              <a:rPr lang="en-GB" sz="1600" b="1" noProof="0" dirty="0">
                <a:solidFill>
                  <a:schemeClr val="tx1">
                    <a:lumMod val="25000"/>
                    <a:lumOff val="75000"/>
                  </a:schemeClr>
                </a:solidFill>
              </a:rPr>
              <a:t>Page 2</a:t>
            </a:r>
          </a:p>
        </p:txBody>
      </p:sp>
      <p:sp>
        <p:nvSpPr>
          <p:cNvPr id="28" name="Arrow: Right 27">
            <a:extLst>
              <a:ext uri="{FF2B5EF4-FFF2-40B4-BE49-F238E27FC236}">
                <a16:creationId xmlns:a16="http://schemas.microsoft.com/office/drawing/2014/main" id="{AD4AEC18-976E-8B3B-683F-6589D8D97641}"/>
              </a:ext>
            </a:extLst>
          </p:cNvPr>
          <p:cNvSpPr/>
          <p:nvPr/>
        </p:nvSpPr>
        <p:spPr>
          <a:xfrm flipH="1">
            <a:off x="4906551" y="5825359"/>
            <a:ext cx="4675464" cy="476369"/>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RESPONSE </a:t>
            </a:r>
            <a:r>
              <a:rPr lang="en-GB" sz="1600" b="1" noProof="0" dirty="0">
                <a:solidFill>
                  <a:schemeClr val="accent5">
                    <a:lumMod val="75000"/>
                  </a:schemeClr>
                </a:solidFill>
              </a:rPr>
              <a:t>Page 2 content</a:t>
            </a:r>
            <a:endParaRPr lang="en-GB" sz="1600" noProof="0" dirty="0">
              <a:solidFill>
                <a:schemeClr val="accent5">
                  <a:lumMod val="75000"/>
                </a:schemeClr>
              </a:solidFill>
            </a:endParaRPr>
          </a:p>
        </p:txBody>
      </p:sp>
      <p:pic>
        <p:nvPicPr>
          <p:cNvPr id="29" name="Picture 28">
            <a:extLst>
              <a:ext uri="{FF2B5EF4-FFF2-40B4-BE49-F238E27FC236}">
                <a16:creationId xmlns:a16="http://schemas.microsoft.com/office/drawing/2014/main" id="{9CD31062-4CB4-2694-18D2-62A2CC61B7E0}"/>
              </a:ext>
            </a:extLst>
          </p:cNvPr>
          <p:cNvPicPr>
            <a:picLocks noChangeAspect="1"/>
          </p:cNvPicPr>
          <p:nvPr/>
        </p:nvPicPr>
        <p:blipFill>
          <a:blip r:embed="rId5"/>
          <a:stretch>
            <a:fillRect/>
          </a:stretch>
        </p:blipFill>
        <p:spPr>
          <a:xfrm>
            <a:off x="4445531" y="757809"/>
            <a:ext cx="1036098" cy="1036098"/>
          </a:xfrm>
          <a:prstGeom prst="rect">
            <a:avLst/>
          </a:prstGeom>
        </p:spPr>
      </p:pic>
    </p:spTree>
    <p:extLst>
      <p:ext uri="{BB962C8B-B14F-4D97-AF65-F5344CB8AC3E}">
        <p14:creationId xmlns:p14="http://schemas.microsoft.com/office/powerpoint/2010/main" val="418564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par>
                          <p:cTn id="17" fill="hold">
                            <p:stCondLst>
                              <p:cond delay="1000"/>
                            </p:stCondLst>
                            <p:childTnLst>
                              <p:par>
                                <p:cTn id="18" presetID="22" presetClass="entr" presetSubtype="2"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righ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par>
                          <p:cTn id="30" fill="hold">
                            <p:stCondLst>
                              <p:cond delay="1000"/>
                            </p:stCondLst>
                            <p:childTnLst>
                              <p:par>
                                <p:cTn id="31" presetID="22" presetClass="entr" presetSubtype="2"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left)">
                                      <p:cBhvr>
                                        <p:cTn id="43" dur="500"/>
                                        <p:tgtEl>
                                          <p:spTgt spid="24"/>
                                        </p:tgtEl>
                                      </p:cBhvr>
                                    </p:animEffect>
                                  </p:childTnLst>
                                </p:cTn>
                              </p:par>
                            </p:childTnLst>
                          </p:cTn>
                        </p:par>
                        <p:par>
                          <p:cTn id="44" fill="hold">
                            <p:stCondLst>
                              <p:cond delay="500"/>
                            </p:stCondLst>
                            <p:childTnLst>
                              <p:par>
                                <p:cTn id="45" presetID="22" presetClass="entr" presetSubtype="2"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right)">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left)">
                                      <p:cBhvr>
                                        <p:cTn id="52" dur="500"/>
                                        <p:tgtEl>
                                          <p:spTgt spid="27"/>
                                        </p:tgtEl>
                                      </p:cBhvr>
                                    </p:animEffect>
                                  </p:childTnLst>
                                </p:cTn>
                              </p:par>
                            </p:childTnLst>
                          </p:cTn>
                        </p:par>
                        <p:par>
                          <p:cTn id="53" fill="hold">
                            <p:stCondLst>
                              <p:cond delay="500"/>
                            </p:stCondLst>
                            <p:childTnLst>
                              <p:par>
                                <p:cTn id="54" presetID="22" presetClass="entr" presetSubtype="2" fill="hold" grpId="0"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wipe(right)">
                                      <p:cBhvr>
                                        <p:cTn id="5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23" grpId="0"/>
      <p:bldP spid="24" grpId="0" animBg="1"/>
      <p:bldP spid="25" grpId="0" animBg="1"/>
      <p:bldP spid="26" grpId="0"/>
      <p:bldP spid="27"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D801F-3B0B-5D14-9236-CEB5C6F14B80}"/>
              </a:ext>
            </a:extLst>
          </p:cNvPr>
          <p:cNvSpPr>
            <a:spLocks noGrp="1"/>
          </p:cNvSpPr>
          <p:nvPr>
            <p:ph type="ctrTitle"/>
          </p:nvPr>
        </p:nvSpPr>
        <p:spPr/>
        <p:txBody>
          <a:bodyPr/>
          <a:lstStyle/>
          <a:p>
            <a:r>
              <a:rPr lang="en-GB" noProof="0" dirty="0"/>
              <a:t>Cacheable</a:t>
            </a:r>
          </a:p>
        </p:txBody>
      </p:sp>
      <p:sp>
        <p:nvSpPr>
          <p:cNvPr id="4" name="Slide Number Placeholder 3">
            <a:extLst>
              <a:ext uri="{FF2B5EF4-FFF2-40B4-BE49-F238E27FC236}">
                <a16:creationId xmlns:a16="http://schemas.microsoft.com/office/drawing/2014/main" id="{1E90902E-6A8C-1858-A552-7EA09B6353A1}"/>
              </a:ext>
            </a:extLst>
          </p:cNvPr>
          <p:cNvSpPr>
            <a:spLocks noGrp="1"/>
          </p:cNvSpPr>
          <p:nvPr>
            <p:ph type="sldNum" sz="quarter" idx="12"/>
          </p:nvPr>
        </p:nvSpPr>
        <p:spPr/>
        <p:txBody>
          <a:bodyPr/>
          <a:lstStyle/>
          <a:p>
            <a:fld id="{F3469444-D02B-D446-9CF8-19DEDDE073D1}" type="slidenum">
              <a:rPr lang="en-GB" noProof="0" smtClean="0"/>
              <a:pPr/>
              <a:t>14</a:t>
            </a:fld>
            <a:endParaRPr lang="en-GB" noProof="0" dirty="0"/>
          </a:p>
        </p:txBody>
      </p:sp>
      <p:sp>
        <p:nvSpPr>
          <p:cNvPr id="5" name="Rectangle: Rounded Corners 4">
            <a:extLst>
              <a:ext uri="{FF2B5EF4-FFF2-40B4-BE49-F238E27FC236}">
                <a16:creationId xmlns:a16="http://schemas.microsoft.com/office/drawing/2014/main" id="{34732687-B60C-6F6F-0E1D-C50F4CEDFA46}"/>
              </a:ext>
            </a:extLst>
          </p:cNvPr>
          <p:cNvSpPr/>
          <p:nvPr/>
        </p:nvSpPr>
        <p:spPr>
          <a:xfrm>
            <a:off x="489540" y="2799500"/>
            <a:ext cx="3429001" cy="1858406"/>
          </a:xfrm>
          <a:prstGeom prst="roundRect">
            <a:avLst/>
          </a:prstGeom>
          <a:ln/>
        </p:spPr>
        <p:style>
          <a:lnRef idx="2">
            <a:schemeClr val="accent5"/>
          </a:lnRef>
          <a:fillRef idx="1">
            <a:schemeClr val="lt1"/>
          </a:fillRef>
          <a:effectRef idx="0">
            <a:schemeClr val="accent5"/>
          </a:effectRef>
          <a:fontRef idx="minor">
            <a:schemeClr val="dk1"/>
          </a:fontRef>
        </p:style>
        <p:txBody>
          <a:bodyPr rtlCol="0" anchor="t"/>
          <a:lstStyle/>
          <a:p>
            <a:pPr algn="ctr"/>
            <a:r>
              <a:rPr lang="en-GB" sz="2000" b="1" noProof="0" dirty="0">
                <a:solidFill>
                  <a:schemeClr val="tx1"/>
                </a:solidFill>
              </a:rPr>
              <a:t>Cacheable</a:t>
            </a:r>
          </a:p>
          <a:p>
            <a:pPr algn="ctr"/>
            <a:endParaRPr lang="en-GB" sz="2000" b="1" noProof="0" dirty="0">
              <a:solidFill>
                <a:schemeClr val="tx1"/>
              </a:solidFill>
            </a:endParaRPr>
          </a:p>
          <a:p>
            <a:pPr algn="ctr"/>
            <a:r>
              <a:rPr lang="en-GB" sz="2000" noProof="0" dirty="0">
                <a:solidFill>
                  <a:schemeClr val="tx1"/>
                </a:solidFill>
              </a:rPr>
              <a:t>Each response message must explicitly state if it can be cached or not.</a:t>
            </a:r>
            <a:endParaRPr kumimoji="0" lang="en-GB" sz="2000" b="0" i="0" u="none" strike="noStrike" kern="0" cap="none" spc="0" normalizeH="0" baseline="0" noProof="0" dirty="0">
              <a:ln>
                <a:noFill/>
              </a:ln>
              <a:solidFill>
                <a:schemeClr val="tx1"/>
              </a:solidFill>
              <a:effectLst/>
              <a:uLnTx/>
              <a:uFillTx/>
              <a:latin typeface="Montserrat" panose="00000500000000000000" pitchFamily="2" charset="0"/>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schemeClr val="tx1"/>
              </a:solidFill>
              <a:effectLst/>
              <a:uLnTx/>
              <a:uFillTx/>
              <a:latin typeface="Montserrat" panose="00000500000000000000" pitchFamily="2" charset="0"/>
              <a:ea typeface="+mn-ea"/>
              <a:cs typeface="+mn-cs"/>
            </a:endParaRPr>
          </a:p>
        </p:txBody>
      </p:sp>
      <p:graphicFrame>
        <p:nvGraphicFramePr>
          <p:cNvPr id="6" name="Object 5">
            <a:extLst>
              <a:ext uri="{FF2B5EF4-FFF2-40B4-BE49-F238E27FC236}">
                <a16:creationId xmlns:a16="http://schemas.microsoft.com/office/drawing/2014/main" id="{6642F982-0BD0-067A-CA18-3B4DB6549A8F}"/>
              </a:ext>
            </a:extLst>
          </p:cNvPr>
          <p:cNvGraphicFramePr>
            <a:graphicFrameLocks noChangeAspect="1"/>
          </p:cNvGraphicFramePr>
          <p:nvPr/>
        </p:nvGraphicFramePr>
        <p:xfrm>
          <a:off x="10325901" y="1174228"/>
          <a:ext cx="921385" cy="695497"/>
        </p:xfrm>
        <a:graphic>
          <a:graphicData uri="http://schemas.openxmlformats.org/presentationml/2006/ole">
            <mc:AlternateContent xmlns:mc="http://schemas.openxmlformats.org/markup-compatibility/2006">
              <mc:Choice xmlns:v="urn:schemas-microsoft-com:vml" Requires="v">
                <p:oleObj r:id="rId2" imgW="3936240" imgH="2971080" progId="">
                  <p:embed/>
                </p:oleObj>
              </mc:Choice>
              <mc:Fallback>
                <p:oleObj r:id="rId2" imgW="3936240" imgH="2971080" progId="">
                  <p:embed/>
                  <p:pic>
                    <p:nvPicPr>
                      <p:cNvPr id="6" name="Object 5">
                        <a:extLst>
                          <a:ext uri="{FF2B5EF4-FFF2-40B4-BE49-F238E27FC236}">
                            <a16:creationId xmlns:a16="http://schemas.microsoft.com/office/drawing/2014/main" id="{6642F982-0BD0-067A-CA18-3B4DB6549A8F}"/>
                          </a:ext>
                        </a:extLst>
                      </p:cNvPr>
                      <p:cNvPicPr/>
                      <p:nvPr/>
                    </p:nvPicPr>
                    <p:blipFill>
                      <a:blip r:embed="rId3"/>
                      <a:stretch>
                        <a:fillRect/>
                      </a:stretch>
                    </p:blipFill>
                    <p:spPr>
                      <a:xfrm>
                        <a:off x="10325901" y="1174228"/>
                        <a:ext cx="921385" cy="695497"/>
                      </a:xfrm>
                      <a:prstGeom prst="rect">
                        <a:avLst/>
                      </a:prstGeom>
                    </p:spPr>
                  </p:pic>
                </p:oleObj>
              </mc:Fallback>
            </mc:AlternateContent>
          </a:graphicData>
        </a:graphic>
      </p:graphicFrame>
      <p:sp>
        <p:nvSpPr>
          <p:cNvPr id="7" name="Arrow: Right 6">
            <a:extLst>
              <a:ext uri="{FF2B5EF4-FFF2-40B4-BE49-F238E27FC236}">
                <a16:creationId xmlns:a16="http://schemas.microsoft.com/office/drawing/2014/main" id="{D2DE69B8-2A5F-4FC6-3936-B8CE120B8E78}"/>
              </a:ext>
            </a:extLst>
          </p:cNvPr>
          <p:cNvSpPr/>
          <p:nvPr/>
        </p:nvSpPr>
        <p:spPr>
          <a:xfrm>
            <a:off x="6501556" y="2926764"/>
            <a:ext cx="4285030" cy="399505"/>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REQUEST </a:t>
            </a:r>
            <a:r>
              <a:rPr lang="en-GB" sz="1600" b="1" noProof="0" dirty="0">
                <a:solidFill>
                  <a:schemeClr val="accent5">
                    <a:lumMod val="75000"/>
                  </a:schemeClr>
                </a:solidFill>
              </a:rPr>
              <a:t>Cat photo</a:t>
            </a:r>
          </a:p>
        </p:txBody>
      </p:sp>
      <p:sp>
        <p:nvSpPr>
          <p:cNvPr id="8" name="TextBox 7">
            <a:extLst>
              <a:ext uri="{FF2B5EF4-FFF2-40B4-BE49-F238E27FC236}">
                <a16:creationId xmlns:a16="http://schemas.microsoft.com/office/drawing/2014/main" id="{099F5CB8-F8F3-5DC3-E931-09B56117F83B}"/>
              </a:ext>
            </a:extLst>
          </p:cNvPr>
          <p:cNvSpPr txBox="1"/>
          <p:nvPr/>
        </p:nvSpPr>
        <p:spPr>
          <a:xfrm>
            <a:off x="5653611" y="1908926"/>
            <a:ext cx="1620913" cy="338554"/>
          </a:xfrm>
          <a:prstGeom prst="rect">
            <a:avLst/>
          </a:prstGeom>
          <a:noFill/>
        </p:spPr>
        <p:txBody>
          <a:bodyPr wrap="square">
            <a:spAutoFit/>
          </a:bodyPr>
          <a:lstStyle/>
          <a:p>
            <a:pPr algn="ctr"/>
            <a:r>
              <a:rPr lang="en-GB" sz="1600" b="1" noProof="0" dirty="0"/>
              <a:t>Client</a:t>
            </a:r>
          </a:p>
        </p:txBody>
      </p:sp>
      <p:cxnSp>
        <p:nvCxnSpPr>
          <p:cNvPr id="9" name="Straight Connector 8">
            <a:extLst>
              <a:ext uri="{FF2B5EF4-FFF2-40B4-BE49-F238E27FC236}">
                <a16:creationId xmlns:a16="http://schemas.microsoft.com/office/drawing/2014/main" id="{7B9C72CC-B6E0-F5A1-6183-8E31D970353E}"/>
              </a:ext>
            </a:extLst>
          </p:cNvPr>
          <p:cNvCxnSpPr>
            <a:cxnSpLocks/>
          </p:cNvCxnSpPr>
          <p:nvPr/>
        </p:nvCxnSpPr>
        <p:spPr>
          <a:xfrm>
            <a:off x="6464068" y="2333542"/>
            <a:ext cx="393" cy="43899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D052BC-CDEA-5CE2-DDCF-3D5B0A61E39E}"/>
              </a:ext>
            </a:extLst>
          </p:cNvPr>
          <p:cNvCxnSpPr>
            <a:cxnSpLocks/>
          </p:cNvCxnSpPr>
          <p:nvPr/>
        </p:nvCxnSpPr>
        <p:spPr>
          <a:xfrm>
            <a:off x="10786595" y="2326287"/>
            <a:ext cx="0" cy="4397241"/>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0070E8FF-3C3E-3647-6299-949727743BBC}"/>
              </a:ext>
            </a:extLst>
          </p:cNvPr>
          <p:cNvGrpSpPr/>
          <p:nvPr/>
        </p:nvGrpSpPr>
        <p:grpSpPr>
          <a:xfrm>
            <a:off x="4773536" y="3283773"/>
            <a:ext cx="1713445" cy="827193"/>
            <a:chOff x="4794544" y="3283773"/>
            <a:chExt cx="1713445" cy="827193"/>
          </a:xfrm>
        </p:grpSpPr>
        <p:sp>
          <p:nvSpPr>
            <p:cNvPr id="12" name="Rectangle 11">
              <a:extLst>
                <a:ext uri="{FF2B5EF4-FFF2-40B4-BE49-F238E27FC236}">
                  <a16:creationId xmlns:a16="http://schemas.microsoft.com/office/drawing/2014/main" id="{48035D3A-A3E7-6E3A-FB02-37968E85A46B}"/>
                </a:ext>
              </a:extLst>
            </p:cNvPr>
            <p:cNvSpPr/>
            <p:nvPr/>
          </p:nvSpPr>
          <p:spPr>
            <a:xfrm>
              <a:off x="4794544" y="3569558"/>
              <a:ext cx="1620913" cy="399505"/>
            </a:xfrm>
            <a:prstGeom prst="rect">
              <a:avLst/>
            </a:prstGeom>
            <a:solidFill>
              <a:srgbClr val="CCCCFF"/>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TextBox 12">
              <a:extLst>
                <a:ext uri="{FF2B5EF4-FFF2-40B4-BE49-F238E27FC236}">
                  <a16:creationId xmlns:a16="http://schemas.microsoft.com/office/drawing/2014/main" id="{4F439250-D54C-E566-7551-816574C8A17D}"/>
                </a:ext>
              </a:extLst>
            </p:cNvPr>
            <p:cNvSpPr txBox="1"/>
            <p:nvPr/>
          </p:nvSpPr>
          <p:spPr>
            <a:xfrm>
              <a:off x="5045496" y="3596649"/>
              <a:ext cx="904244" cy="338554"/>
            </a:xfrm>
            <a:prstGeom prst="rect">
              <a:avLst/>
            </a:prstGeom>
            <a:noFill/>
            <a:ln w="12700">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effectLst/>
                  <a:uLnTx/>
                  <a:uFillTx/>
                  <a:ea typeface="+mn-ea"/>
                  <a:cs typeface="+mn-cs"/>
                </a:rPr>
                <a:t>Cache</a:t>
              </a:r>
            </a:p>
          </p:txBody>
        </p:sp>
        <p:pic>
          <p:nvPicPr>
            <p:cNvPr id="14" name="Picture 13" descr="Logo, company name&#10;&#10;Description automatically generated">
              <a:extLst>
                <a:ext uri="{FF2B5EF4-FFF2-40B4-BE49-F238E27FC236}">
                  <a16:creationId xmlns:a16="http://schemas.microsoft.com/office/drawing/2014/main" id="{63718A8D-0573-8D6A-907A-0040DCD04854}"/>
                </a:ext>
              </a:extLst>
            </p:cNvPr>
            <p:cNvPicPr>
              <a:picLocks noChangeAspect="1"/>
            </p:cNvPicPr>
            <p:nvPr/>
          </p:nvPicPr>
          <p:blipFill>
            <a:blip r:embed="rId4"/>
            <a:stretch>
              <a:fillRect/>
            </a:stretch>
          </p:blipFill>
          <p:spPr>
            <a:xfrm>
              <a:off x="4805304" y="3569558"/>
              <a:ext cx="374380" cy="374379"/>
            </a:xfrm>
            <a:prstGeom prst="rect">
              <a:avLst/>
            </a:prstGeom>
            <a:ln>
              <a:noFill/>
            </a:ln>
          </p:spPr>
        </p:pic>
        <p:pic>
          <p:nvPicPr>
            <p:cNvPr id="15" name="Picture 14" descr="Icon&#10;&#10;Description automatically generated">
              <a:extLst>
                <a:ext uri="{FF2B5EF4-FFF2-40B4-BE49-F238E27FC236}">
                  <a16:creationId xmlns:a16="http://schemas.microsoft.com/office/drawing/2014/main" id="{FF8E362D-EF6D-3998-0456-CF79B7300498}"/>
                </a:ext>
              </a:extLst>
            </p:cNvPr>
            <p:cNvPicPr>
              <a:picLocks noChangeAspect="1"/>
            </p:cNvPicPr>
            <p:nvPr/>
          </p:nvPicPr>
          <p:blipFill>
            <a:blip r:embed="rId5"/>
            <a:stretch>
              <a:fillRect/>
            </a:stretch>
          </p:blipFill>
          <p:spPr>
            <a:xfrm flipH="1">
              <a:off x="5680796" y="3283773"/>
              <a:ext cx="827193" cy="827193"/>
            </a:xfrm>
            <a:prstGeom prst="rect">
              <a:avLst/>
            </a:prstGeom>
          </p:spPr>
        </p:pic>
      </p:grpSp>
      <p:cxnSp>
        <p:nvCxnSpPr>
          <p:cNvPr id="16" name="Straight Connector 15">
            <a:extLst>
              <a:ext uri="{FF2B5EF4-FFF2-40B4-BE49-F238E27FC236}">
                <a16:creationId xmlns:a16="http://schemas.microsoft.com/office/drawing/2014/main" id="{2E5E8E7C-0FA1-3EEC-7A10-B06AC79872B4}"/>
              </a:ext>
            </a:extLst>
          </p:cNvPr>
          <p:cNvCxnSpPr>
            <a:cxnSpLocks/>
          </p:cNvCxnSpPr>
          <p:nvPr/>
        </p:nvCxnSpPr>
        <p:spPr>
          <a:xfrm>
            <a:off x="6464461" y="2571076"/>
            <a:ext cx="1345591"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4BDE0F71-DF8A-01C6-11AB-04A045B1C942}"/>
              </a:ext>
            </a:extLst>
          </p:cNvPr>
          <p:cNvCxnSpPr/>
          <p:nvPr/>
        </p:nvCxnSpPr>
        <p:spPr>
          <a:xfrm rot="10800000" flipV="1">
            <a:off x="6443166" y="2571076"/>
            <a:ext cx="1366887" cy="301214"/>
          </a:xfrm>
          <a:prstGeom prst="bentConnector3">
            <a:avLst>
              <a:gd name="adj1" fmla="val 1205"/>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8" name="Speech Bubble: Rectangle 17">
            <a:extLst>
              <a:ext uri="{FF2B5EF4-FFF2-40B4-BE49-F238E27FC236}">
                <a16:creationId xmlns:a16="http://schemas.microsoft.com/office/drawing/2014/main" id="{8417E9FA-86F2-9297-D2C4-61BB1802555A}"/>
              </a:ext>
            </a:extLst>
          </p:cNvPr>
          <p:cNvSpPr/>
          <p:nvPr/>
        </p:nvSpPr>
        <p:spPr>
          <a:xfrm flipH="1">
            <a:off x="7989129" y="2519433"/>
            <a:ext cx="1509731" cy="289320"/>
          </a:xfrm>
          <a:prstGeom prst="wedgeRectCallout">
            <a:avLst>
              <a:gd name="adj1" fmla="val 58973"/>
              <a:gd name="adj2" fmla="val -16351"/>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tx1"/>
                </a:solidFill>
              </a:rPr>
              <a:t>Get cat photo</a:t>
            </a:r>
          </a:p>
        </p:txBody>
      </p:sp>
      <p:grpSp>
        <p:nvGrpSpPr>
          <p:cNvPr id="19" name="Group 18">
            <a:extLst>
              <a:ext uri="{FF2B5EF4-FFF2-40B4-BE49-F238E27FC236}">
                <a16:creationId xmlns:a16="http://schemas.microsoft.com/office/drawing/2014/main" id="{F2FA5286-D93D-DBDB-5787-A0705AFFA4AB}"/>
              </a:ext>
            </a:extLst>
          </p:cNvPr>
          <p:cNvGrpSpPr/>
          <p:nvPr/>
        </p:nvGrpSpPr>
        <p:grpSpPr>
          <a:xfrm>
            <a:off x="6462647" y="3157720"/>
            <a:ext cx="4285030" cy="827193"/>
            <a:chOff x="6462647" y="3157720"/>
            <a:chExt cx="4285030" cy="827193"/>
          </a:xfrm>
        </p:grpSpPr>
        <p:sp>
          <p:nvSpPr>
            <p:cNvPr id="20" name="Arrow: Right 19">
              <a:extLst>
                <a:ext uri="{FF2B5EF4-FFF2-40B4-BE49-F238E27FC236}">
                  <a16:creationId xmlns:a16="http://schemas.microsoft.com/office/drawing/2014/main" id="{7030CC77-0AE7-C3E7-58FE-3FC1306932D1}"/>
                </a:ext>
              </a:extLst>
            </p:cNvPr>
            <p:cNvSpPr/>
            <p:nvPr/>
          </p:nvSpPr>
          <p:spPr>
            <a:xfrm flipH="1">
              <a:off x="6462647" y="3392370"/>
              <a:ext cx="4285030" cy="399505"/>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noProof="0" dirty="0"/>
                <a:t>RESPONSE - </a:t>
              </a:r>
              <a:r>
                <a:rPr lang="en-GB" sz="1600" b="1" noProof="0" dirty="0">
                  <a:solidFill>
                    <a:schemeClr val="tx1">
                      <a:lumMod val="25000"/>
                      <a:lumOff val="75000"/>
                    </a:schemeClr>
                  </a:solidFill>
                </a:rPr>
                <a:t>Cacheable</a:t>
              </a:r>
              <a:endParaRPr lang="en-GB" sz="1600" noProof="0" dirty="0">
                <a:solidFill>
                  <a:schemeClr val="tx1">
                    <a:lumMod val="25000"/>
                    <a:lumOff val="75000"/>
                  </a:schemeClr>
                </a:solidFill>
              </a:endParaRPr>
            </a:p>
          </p:txBody>
        </p:sp>
        <p:pic>
          <p:nvPicPr>
            <p:cNvPr id="21" name="Picture 20" descr="Icon&#10;&#10;Description automatically generated">
              <a:extLst>
                <a:ext uri="{FF2B5EF4-FFF2-40B4-BE49-F238E27FC236}">
                  <a16:creationId xmlns:a16="http://schemas.microsoft.com/office/drawing/2014/main" id="{34F103F6-E6EA-6AEB-3342-612F301A4BD5}"/>
                </a:ext>
              </a:extLst>
            </p:cNvPr>
            <p:cNvPicPr>
              <a:picLocks noChangeAspect="1"/>
            </p:cNvPicPr>
            <p:nvPr/>
          </p:nvPicPr>
          <p:blipFill>
            <a:blip r:embed="rId5"/>
            <a:stretch>
              <a:fillRect/>
            </a:stretch>
          </p:blipFill>
          <p:spPr>
            <a:xfrm flipH="1">
              <a:off x="9905909" y="3157720"/>
              <a:ext cx="827193" cy="827193"/>
            </a:xfrm>
            <a:prstGeom prst="rect">
              <a:avLst/>
            </a:prstGeom>
          </p:spPr>
          <p:style>
            <a:lnRef idx="2">
              <a:schemeClr val="accent1"/>
            </a:lnRef>
            <a:fillRef idx="1">
              <a:schemeClr val="lt1"/>
            </a:fillRef>
            <a:effectRef idx="0">
              <a:schemeClr val="accent1"/>
            </a:effectRef>
            <a:fontRef idx="minor">
              <a:schemeClr val="dk1"/>
            </a:fontRef>
          </p:style>
        </p:pic>
      </p:grpSp>
      <p:sp>
        <p:nvSpPr>
          <p:cNvPr id="22" name="Text Placeholder 1">
            <a:extLst>
              <a:ext uri="{FF2B5EF4-FFF2-40B4-BE49-F238E27FC236}">
                <a16:creationId xmlns:a16="http://schemas.microsoft.com/office/drawing/2014/main" id="{DFF74364-9CF8-E6C4-47D5-DCEA059DA9AB}"/>
              </a:ext>
            </a:extLst>
          </p:cNvPr>
          <p:cNvSpPr txBox="1">
            <a:spLocks/>
          </p:cNvSpPr>
          <p:nvPr/>
        </p:nvSpPr>
        <p:spPr>
          <a:xfrm>
            <a:off x="7723184" y="1600051"/>
            <a:ext cx="1841773" cy="3400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4000" b="0" i="0" kern="1200" cap="none" baseline="0">
                <a:solidFill>
                  <a:srgbClr val="004050"/>
                </a:solidFill>
                <a:latin typeface="Krana Fat B" panose="00000B00000000000000" pitchFamily="50" charset="0"/>
                <a:ea typeface="+mn-ea"/>
                <a:cs typeface="+mn-cs"/>
              </a:defRPr>
            </a:lvl1pPr>
            <a:lvl2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ct val="1000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ct val="100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2000" b="1" dirty="0">
                <a:solidFill>
                  <a:schemeClr val="tx1"/>
                </a:solidFill>
                <a:latin typeface="+mn-lt"/>
              </a:rPr>
              <a:t>Cacheable</a:t>
            </a:r>
          </a:p>
        </p:txBody>
      </p:sp>
      <p:cxnSp>
        <p:nvCxnSpPr>
          <p:cNvPr id="23" name="Straight Connector 22">
            <a:extLst>
              <a:ext uri="{FF2B5EF4-FFF2-40B4-BE49-F238E27FC236}">
                <a16:creationId xmlns:a16="http://schemas.microsoft.com/office/drawing/2014/main" id="{6339ADFE-4756-8960-21DB-41AFCEF1BE71}"/>
              </a:ext>
            </a:extLst>
          </p:cNvPr>
          <p:cNvCxnSpPr>
            <a:cxnSpLocks/>
          </p:cNvCxnSpPr>
          <p:nvPr/>
        </p:nvCxnSpPr>
        <p:spPr>
          <a:xfrm>
            <a:off x="6467916" y="4762197"/>
            <a:ext cx="1345591"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47A3D214-6DFE-6627-EAF5-3B9A984C649B}"/>
              </a:ext>
            </a:extLst>
          </p:cNvPr>
          <p:cNvCxnSpPr/>
          <p:nvPr/>
        </p:nvCxnSpPr>
        <p:spPr>
          <a:xfrm rot="10800000" flipV="1">
            <a:off x="6446621" y="4762197"/>
            <a:ext cx="1366887" cy="301214"/>
          </a:xfrm>
          <a:prstGeom prst="bentConnector3">
            <a:avLst>
              <a:gd name="adj1" fmla="val 1205"/>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5" name="Speech Bubble: Rectangle 24">
            <a:extLst>
              <a:ext uri="{FF2B5EF4-FFF2-40B4-BE49-F238E27FC236}">
                <a16:creationId xmlns:a16="http://schemas.microsoft.com/office/drawing/2014/main" id="{F104DA0A-F159-12D1-AA52-64AA4A88DF80}"/>
              </a:ext>
            </a:extLst>
          </p:cNvPr>
          <p:cNvSpPr/>
          <p:nvPr/>
        </p:nvSpPr>
        <p:spPr>
          <a:xfrm flipH="1">
            <a:off x="7992584" y="4710554"/>
            <a:ext cx="1509731" cy="289320"/>
          </a:xfrm>
          <a:prstGeom prst="wedgeRectCallout">
            <a:avLst>
              <a:gd name="adj1" fmla="val 58973"/>
              <a:gd name="adj2" fmla="val -16351"/>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tx1"/>
                </a:solidFill>
              </a:rPr>
              <a:t>Get cat photo</a:t>
            </a:r>
          </a:p>
        </p:txBody>
      </p:sp>
      <p:sp>
        <p:nvSpPr>
          <p:cNvPr id="26" name="Speech Bubble: Rectangle 25">
            <a:extLst>
              <a:ext uri="{FF2B5EF4-FFF2-40B4-BE49-F238E27FC236}">
                <a16:creationId xmlns:a16="http://schemas.microsoft.com/office/drawing/2014/main" id="{1D0AE067-09AC-7F3E-D844-C023BF972675}"/>
              </a:ext>
            </a:extLst>
          </p:cNvPr>
          <p:cNvSpPr/>
          <p:nvPr/>
        </p:nvSpPr>
        <p:spPr>
          <a:xfrm flipH="1">
            <a:off x="4783798" y="4657906"/>
            <a:ext cx="1509731" cy="399505"/>
          </a:xfrm>
          <a:prstGeom prst="wedgeRectCallou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tx1"/>
                </a:solidFill>
              </a:rPr>
              <a:t>Cat photo </a:t>
            </a:r>
            <a:r>
              <a:rPr lang="en-GB" sz="1200" b="1" noProof="0" dirty="0">
                <a:solidFill>
                  <a:schemeClr val="tx1"/>
                </a:solidFill>
              </a:rPr>
              <a:t>is</a:t>
            </a:r>
            <a:r>
              <a:rPr lang="en-GB" sz="1200" noProof="0" dirty="0">
                <a:solidFill>
                  <a:schemeClr val="tx1"/>
                </a:solidFill>
              </a:rPr>
              <a:t> in local cache.  </a:t>
            </a:r>
          </a:p>
        </p:txBody>
      </p:sp>
      <p:sp>
        <p:nvSpPr>
          <p:cNvPr id="27" name="Rectangle 26">
            <a:extLst>
              <a:ext uri="{FF2B5EF4-FFF2-40B4-BE49-F238E27FC236}">
                <a16:creationId xmlns:a16="http://schemas.microsoft.com/office/drawing/2014/main" id="{42CB553C-4A17-95DB-6EF1-3F1AFFD05B3E}"/>
              </a:ext>
            </a:extLst>
          </p:cNvPr>
          <p:cNvSpPr/>
          <p:nvPr/>
        </p:nvSpPr>
        <p:spPr>
          <a:xfrm>
            <a:off x="4797200" y="5160343"/>
            <a:ext cx="1620913" cy="399505"/>
          </a:xfrm>
          <a:prstGeom prst="rect">
            <a:avLst/>
          </a:prstGeom>
          <a:solidFill>
            <a:srgbClr val="CCCCFF"/>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TextBox 12">
            <a:extLst>
              <a:ext uri="{FF2B5EF4-FFF2-40B4-BE49-F238E27FC236}">
                <a16:creationId xmlns:a16="http://schemas.microsoft.com/office/drawing/2014/main" id="{8079946B-E956-6FB2-EEA3-5DF696CA36B4}"/>
              </a:ext>
            </a:extLst>
          </p:cNvPr>
          <p:cNvSpPr txBox="1"/>
          <p:nvPr/>
        </p:nvSpPr>
        <p:spPr>
          <a:xfrm>
            <a:off x="5048152" y="5187434"/>
            <a:ext cx="830541" cy="338554"/>
          </a:xfrm>
          <a:prstGeom prst="rect">
            <a:avLst/>
          </a:prstGeom>
          <a:noFill/>
          <a:ln w="12700">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effectLst/>
                <a:uLnTx/>
                <a:uFillTx/>
                <a:ea typeface="+mn-ea"/>
                <a:cs typeface="+mn-cs"/>
              </a:rPr>
              <a:t>Cache</a:t>
            </a:r>
          </a:p>
        </p:txBody>
      </p:sp>
      <p:pic>
        <p:nvPicPr>
          <p:cNvPr id="29" name="Picture 28" descr="Logo, company name&#10;&#10;Description automatically generated">
            <a:extLst>
              <a:ext uri="{FF2B5EF4-FFF2-40B4-BE49-F238E27FC236}">
                <a16:creationId xmlns:a16="http://schemas.microsoft.com/office/drawing/2014/main" id="{0E9A0097-65D7-9E3E-362F-314F2FFD5A3E}"/>
              </a:ext>
            </a:extLst>
          </p:cNvPr>
          <p:cNvPicPr>
            <a:picLocks noChangeAspect="1"/>
          </p:cNvPicPr>
          <p:nvPr/>
        </p:nvPicPr>
        <p:blipFill>
          <a:blip r:embed="rId4"/>
          <a:stretch>
            <a:fillRect/>
          </a:stretch>
        </p:blipFill>
        <p:spPr>
          <a:xfrm>
            <a:off x="4807960" y="5160343"/>
            <a:ext cx="374380" cy="374379"/>
          </a:xfrm>
          <a:prstGeom prst="rect">
            <a:avLst/>
          </a:prstGeom>
          <a:ln>
            <a:noFill/>
          </a:ln>
        </p:spPr>
      </p:pic>
      <p:pic>
        <p:nvPicPr>
          <p:cNvPr id="30" name="Picture 29" descr="Icon&#10;&#10;Description automatically generated">
            <a:extLst>
              <a:ext uri="{FF2B5EF4-FFF2-40B4-BE49-F238E27FC236}">
                <a16:creationId xmlns:a16="http://schemas.microsoft.com/office/drawing/2014/main" id="{02B5BB0B-EF1D-3DE8-F135-95D7A8FA42B9}"/>
              </a:ext>
            </a:extLst>
          </p:cNvPr>
          <p:cNvPicPr>
            <a:picLocks noChangeAspect="1"/>
          </p:cNvPicPr>
          <p:nvPr/>
        </p:nvPicPr>
        <p:blipFill>
          <a:blip r:embed="rId5"/>
          <a:stretch>
            <a:fillRect/>
          </a:stretch>
        </p:blipFill>
        <p:spPr>
          <a:xfrm flipH="1">
            <a:off x="5694143" y="4872353"/>
            <a:ext cx="827193" cy="827193"/>
          </a:xfrm>
          <a:prstGeom prst="rect">
            <a:avLst/>
          </a:prstGeom>
        </p:spPr>
      </p:pic>
      <p:cxnSp>
        <p:nvCxnSpPr>
          <p:cNvPr id="31" name="Straight Connector 30">
            <a:extLst>
              <a:ext uri="{FF2B5EF4-FFF2-40B4-BE49-F238E27FC236}">
                <a16:creationId xmlns:a16="http://schemas.microsoft.com/office/drawing/2014/main" id="{8B6AB660-D35A-F235-A39A-DE9F9401E0C0}"/>
              </a:ext>
            </a:extLst>
          </p:cNvPr>
          <p:cNvCxnSpPr>
            <a:cxnSpLocks/>
          </p:cNvCxnSpPr>
          <p:nvPr/>
        </p:nvCxnSpPr>
        <p:spPr>
          <a:xfrm>
            <a:off x="6489290" y="5622097"/>
            <a:ext cx="1345591"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C93650D7-4871-F4AF-7C0C-9D471C127B85}"/>
              </a:ext>
            </a:extLst>
          </p:cNvPr>
          <p:cNvCxnSpPr/>
          <p:nvPr/>
        </p:nvCxnSpPr>
        <p:spPr>
          <a:xfrm rot="10800000" flipV="1">
            <a:off x="6467995" y="5622097"/>
            <a:ext cx="1366887" cy="301214"/>
          </a:xfrm>
          <a:prstGeom prst="bentConnector3">
            <a:avLst>
              <a:gd name="adj1" fmla="val 1205"/>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3" name="Speech Bubble: Rectangle 32">
            <a:extLst>
              <a:ext uri="{FF2B5EF4-FFF2-40B4-BE49-F238E27FC236}">
                <a16:creationId xmlns:a16="http://schemas.microsoft.com/office/drawing/2014/main" id="{4CEECB5D-9B56-9732-CF7D-119E1174F3CE}"/>
              </a:ext>
            </a:extLst>
          </p:cNvPr>
          <p:cNvSpPr/>
          <p:nvPr/>
        </p:nvSpPr>
        <p:spPr>
          <a:xfrm flipH="1">
            <a:off x="8013957" y="5570453"/>
            <a:ext cx="1509731" cy="487949"/>
          </a:xfrm>
          <a:prstGeom prst="wedgeRectCallout">
            <a:avLst>
              <a:gd name="adj1" fmla="val 58973"/>
              <a:gd name="adj2" fmla="val -16351"/>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tx1"/>
                </a:solidFill>
              </a:rPr>
              <a:t>Get cat photo from cache</a:t>
            </a:r>
          </a:p>
        </p:txBody>
      </p:sp>
      <p:grpSp>
        <p:nvGrpSpPr>
          <p:cNvPr id="34" name="Group 33">
            <a:extLst>
              <a:ext uri="{FF2B5EF4-FFF2-40B4-BE49-F238E27FC236}">
                <a16:creationId xmlns:a16="http://schemas.microsoft.com/office/drawing/2014/main" id="{F652E473-57FA-57C2-4FFE-D028BA22428D}"/>
              </a:ext>
            </a:extLst>
          </p:cNvPr>
          <p:cNvGrpSpPr/>
          <p:nvPr/>
        </p:nvGrpSpPr>
        <p:grpSpPr>
          <a:xfrm>
            <a:off x="4753617" y="2369147"/>
            <a:ext cx="1620913" cy="891700"/>
            <a:chOff x="4801337" y="2348775"/>
            <a:chExt cx="1620913" cy="891700"/>
          </a:xfrm>
        </p:grpSpPr>
        <p:sp>
          <p:nvSpPr>
            <p:cNvPr id="35" name="Speech Bubble: Rectangle 34">
              <a:extLst>
                <a:ext uri="{FF2B5EF4-FFF2-40B4-BE49-F238E27FC236}">
                  <a16:creationId xmlns:a16="http://schemas.microsoft.com/office/drawing/2014/main" id="{8DA5BD43-35AE-838E-4BC8-8728D467C4CA}"/>
                </a:ext>
              </a:extLst>
            </p:cNvPr>
            <p:cNvSpPr/>
            <p:nvPr/>
          </p:nvSpPr>
          <p:spPr>
            <a:xfrm flipH="1">
              <a:off x="4811110" y="2348775"/>
              <a:ext cx="1509731" cy="399505"/>
            </a:xfrm>
            <a:prstGeom prst="wedgeRectCallou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tx1"/>
                  </a:solidFill>
                </a:rPr>
                <a:t>Cat photo </a:t>
              </a:r>
              <a:r>
                <a:rPr lang="en-GB" sz="1200" b="1" noProof="0" dirty="0">
                  <a:solidFill>
                    <a:schemeClr val="tx1"/>
                  </a:solidFill>
                </a:rPr>
                <a:t>not</a:t>
              </a:r>
              <a:r>
                <a:rPr lang="en-GB" sz="1200" noProof="0" dirty="0">
                  <a:solidFill>
                    <a:schemeClr val="tx1"/>
                  </a:solidFill>
                </a:rPr>
                <a:t> in local cache.  </a:t>
              </a:r>
            </a:p>
          </p:txBody>
        </p:sp>
        <p:sp>
          <p:nvSpPr>
            <p:cNvPr id="36" name="Rectangle 35">
              <a:extLst>
                <a:ext uri="{FF2B5EF4-FFF2-40B4-BE49-F238E27FC236}">
                  <a16:creationId xmlns:a16="http://schemas.microsoft.com/office/drawing/2014/main" id="{026D54FC-C68E-7ACD-9EE4-D269D2163399}"/>
                </a:ext>
              </a:extLst>
            </p:cNvPr>
            <p:cNvSpPr/>
            <p:nvPr/>
          </p:nvSpPr>
          <p:spPr>
            <a:xfrm>
              <a:off x="4801337" y="2840970"/>
              <a:ext cx="1620913" cy="399505"/>
            </a:xfrm>
            <a:prstGeom prst="rect">
              <a:avLst/>
            </a:prstGeom>
            <a:solidFill>
              <a:srgbClr val="CCCCFF"/>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7" name="TextBox 12">
              <a:extLst>
                <a:ext uri="{FF2B5EF4-FFF2-40B4-BE49-F238E27FC236}">
                  <a16:creationId xmlns:a16="http://schemas.microsoft.com/office/drawing/2014/main" id="{49854B79-7AA5-D6B7-146F-A68FB906694A}"/>
                </a:ext>
              </a:extLst>
            </p:cNvPr>
            <p:cNvSpPr txBox="1"/>
            <p:nvPr/>
          </p:nvSpPr>
          <p:spPr>
            <a:xfrm>
              <a:off x="5052289" y="2868061"/>
              <a:ext cx="826799" cy="338554"/>
            </a:xfrm>
            <a:prstGeom prst="rect">
              <a:avLst/>
            </a:prstGeom>
            <a:noFill/>
            <a:ln w="12700">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effectLst/>
                  <a:uLnTx/>
                  <a:uFillTx/>
                  <a:ea typeface="+mn-ea"/>
                  <a:cs typeface="+mn-cs"/>
                </a:rPr>
                <a:t>Cache</a:t>
              </a:r>
            </a:p>
          </p:txBody>
        </p:sp>
        <p:pic>
          <p:nvPicPr>
            <p:cNvPr id="38" name="Picture 37" descr="Logo, company name&#10;&#10;Description automatically generated">
              <a:extLst>
                <a:ext uri="{FF2B5EF4-FFF2-40B4-BE49-F238E27FC236}">
                  <a16:creationId xmlns:a16="http://schemas.microsoft.com/office/drawing/2014/main" id="{5FC67A07-3D76-3ACF-264D-08B6F1F69CC6}"/>
                </a:ext>
              </a:extLst>
            </p:cNvPr>
            <p:cNvPicPr>
              <a:picLocks noChangeAspect="1"/>
            </p:cNvPicPr>
            <p:nvPr/>
          </p:nvPicPr>
          <p:blipFill>
            <a:blip r:embed="rId4"/>
            <a:stretch>
              <a:fillRect/>
            </a:stretch>
          </p:blipFill>
          <p:spPr>
            <a:xfrm>
              <a:off x="4812097" y="2840970"/>
              <a:ext cx="374380" cy="374379"/>
            </a:xfrm>
            <a:prstGeom prst="rect">
              <a:avLst/>
            </a:prstGeom>
            <a:ln>
              <a:noFill/>
            </a:ln>
          </p:spPr>
        </p:pic>
      </p:grpSp>
      <p:pic>
        <p:nvPicPr>
          <p:cNvPr id="39" name="Picture 38">
            <a:extLst>
              <a:ext uri="{FF2B5EF4-FFF2-40B4-BE49-F238E27FC236}">
                <a16:creationId xmlns:a16="http://schemas.microsoft.com/office/drawing/2014/main" id="{4D35CAEE-6313-8B4A-E33F-5525AB1977CE}"/>
              </a:ext>
            </a:extLst>
          </p:cNvPr>
          <p:cNvPicPr>
            <a:picLocks noChangeAspect="1"/>
          </p:cNvPicPr>
          <p:nvPr/>
        </p:nvPicPr>
        <p:blipFill>
          <a:blip r:embed="rId6"/>
          <a:stretch>
            <a:fillRect/>
          </a:stretch>
        </p:blipFill>
        <p:spPr>
          <a:xfrm>
            <a:off x="5929372" y="1002229"/>
            <a:ext cx="1036098" cy="1036098"/>
          </a:xfrm>
          <a:prstGeom prst="rect">
            <a:avLst/>
          </a:prstGeom>
        </p:spPr>
      </p:pic>
      <p:sp>
        <p:nvSpPr>
          <p:cNvPr id="40" name="TextBox 39">
            <a:extLst>
              <a:ext uri="{FF2B5EF4-FFF2-40B4-BE49-F238E27FC236}">
                <a16:creationId xmlns:a16="http://schemas.microsoft.com/office/drawing/2014/main" id="{0C7D6686-13C3-7B94-2A2F-87C2FCA7EB58}"/>
              </a:ext>
            </a:extLst>
          </p:cNvPr>
          <p:cNvSpPr txBox="1"/>
          <p:nvPr/>
        </p:nvSpPr>
        <p:spPr>
          <a:xfrm>
            <a:off x="9976138" y="1901671"/>
            <a:ext cx="1620913" cy="338554"/>
          </a:xfrm>
          <a:prstGeom prst="rect">
            <a:avLst/>
          </a:prstGeom>
          <a:noFill/>
        </p:spPr>
        <p:txBody>
          <a:bodyPr wrap="square">
            <a:spAutoFit/>
          </a:bodyPr>
          <a:lstStyle/>
          <a:p>
            <a:pPr algn="ctr"/>
            <a:r>
              <a:rPr lang="en-GB" sz="1600" b="1" noProof="0" dirty="0"/>
              <a:t>Server</a:t>
            </a:r>
          </a:p>
        </p:txBody>
      </p:sp>
    </p:spTree>
    <p:extLst>
      <p:ext uri="{BB962C8B-B14F-4D97-AF65-F5344CB8AC3E}">
        <p14:creationId xmlns:p14="http://schemas.microsoft.com/office/powerpoint/2010/main" val="31219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par>
                          <p:cTn id="23" fill="hold">
                            <p:stCondLst>
                              <p:cond delay="500"/>
                            </p:stCondLst>
                            <p:childTnLst>
                              <p:par>
                                <p:cTn id="24" presetID="22" presetClass="entr" presetSubtype="2" fill="hold"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right)">
                                      <p:cBhvr>
                                        <p:cTn id="26" dur="500"/>
                                        <p:tgtEl>
                                          <p:spTgt spid="19"/>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par>
                                <p:cTn id="55" presetID="10" presetClass="entr" presetSubtype="0" fill="hold"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500"/>
                                        <p:tgtEl>
                                          <p:spTgt spid="31"/>
                                        </p:tgtEl>
                                      </p:cBhvr>
                                    </p:animEffect>
                                  </p:childTnLst>
                                </p:cTn>
                              </p:par>
                              <p:par>
                                <p:cTn id="63" presetID="10" presetClass="entr" presetSubtype="0" fill="hold" nodeType="with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00"/>
                                        <p:tgtEl>
                                          <p:spTgt spid="3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animBg="1"/>
      <p:bldP spid="25" grpId="0" animBg="1"/>
      <p:bldP spid="26" grpId="0" animBg="1"/>
      <p:bldP spid="27" grpId="0" animBg="1"/>
      <p:bldP spid="28" grpId="0"/>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154AC-9F2B-DD15-DD5D-16E1DCC6D9E9}"/>
              </a:ext>
            </a:extLst>
          </p:cNvPr>
          <p:cNvSpPr>
            <a:spLocks noGrp="1"/>
          </p:cNvSpPr>
          <p:nvPr>
            <p:ph type="ctrTitle"/>
          </p:nvPr>
        </p:nvSpPr>
        <p:spPr/>
        <p:txBody>
          <a:bodyPr/>
          <a:lstStyle/>
          <a:p>
            <a:r>
              <a:rPr lang="en-GB" noProof="0" dirty="0"/>
              <a:t>Layered</a:t>
            </a:r>
          </a:p>
        </p:txBody>
      </p:sp>
      <p:sp>
        <p:nvSpPr>
          <p:cNvPr id="4" name="Slide Number Placeholder 3">
            <a:extLst>
              <a:ext uri="{FF2B5EF4-FFF2-40B4-BE49-F238E27FC236}">
                <a16:creationId xmlns:a16="http://schemas.microsoft.com/office/drawing/2014/main" id="{A4492CF3-BB9C-CD80-3C2D-9EE83D83D9B9}"/>
              </a:ext>
            </a:extLst>
          </p:cNvPr>
          <p:cNvSpPr>
            <a:spLocks noGrp="1"/>
          </p:cNvSpPr>
          <p:nvPr>
            <p:ph type="sldNum" sz="quarter" idx="12"/>
          </p:nvPr>
        </p:nvSpPr>
        <p:spPr/>
        <p:txBody>
          <a:bodyPr/>
          <a:lstStyle/>
          <a:p>
            <a:fld id="{F3469444-D02B-D446-9CF8-19DEDDE073D1}" type="slidenum">
              <a:rPr lang="en-GB" noProof="0" smtClean="0"/>
              <a:pPr/>
              <a:t>15</a:t>
            </a:fld>
            <a:endParaRPr lang="en-GB" noProof="0" dirty="0"/>
          </a:p>
        </p:txBody>
      </p:sp>
      <p:sp>
        <p:nvSpPr>
          <p:cNvPr id="32" name="Rectangle: Rounded Corners 31">
            <a:extLst>
              <a:ext uri="{FF2B5EF4-FFF2-40B4-BE49-F238E27FC236}">
                <a16:creationId xmlns:a16="http://schemas.microsoft.com/office/drawing/2014/main" id="{553DC568-94A3-8B4D-2090-9D7BE2DA801C}"/>
              </a:ext>
            </a:extLst>
          </p:cNvPr>
          <p:cNvSpPr/>
          <p:nvPr/>
        </p:nvSpPr>
        <p:spPr>
          <a:xfrm>
            <a:off x="443922" y="2079073"/>
            <a:ext cx="3429001" cy="2774282"/>
          </a:xfrm>
          <a:prstGeom prst="roundRect">
            <a:avLst/>
          </a:prstGeom>
          <a:ln/>
        </p:spPr>
        <p:style>
          <a:lnRef idx="2">
            <a:schemeClr val="accent3"/>
          </a:lnRef>
          <a:fillRef idx="1">
            <a:schemeClr val="lt1"/>
          </a:fillRef>
          <a:effectRef idx="0">
            <a:schemeClr val="accent3"/>
          </a:effectRef>
          <a:fontRef idx="minor">
            <a:schemeClr val="dk1"/>
          </a:fontRef>
        </p:style>
        <p:txBody>
          <a:bodyPr rtlCol="0" anchor="t"/>
          <a:lstStyle/>
          <a:p>
            <a:pPr algn="ctr"/>
            <a:r>
              <a:rPr lang="en-GB" sz="2000" b="1" noProof="0" dirty="0">
                <a:solidFill>
                  <a:schemeClr val="tx1"/>
                </a:solidFill>
              </a:rPr>
              <a:t>Layered</a:t>
            </a:r>
          </a:p>
          <a:p>
            <a:pPr algn="ctr"/>
            <a:endParaRPr lang="en-GB" sz="2000" b="1" noProof="0" dirty="0">
              <a:solidFill>
                <a:schemeClr val="tx1"/>
              </a:solidFill>
            </a:endParaRPr>
          </a:p>
          <a:p>
            <a:pPr algn="ctr"/>
            <a:r>
              <a:rPr lang="en-GB" sz="2000" noProof="0" dirty="0">
                <a:solidFill>
                  <a:schemeClr val="tx1"/>
                </a:solidFill>
              </a:rPr>
              <a:t>Each layer is transparent to the client and server.  The client and server should not be aware of any intermediates servers.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schemeClr val="tx1"/>
              </a:solidFill>
              <a:effectLst/>
              <a:uLnTx/>
              <a:uFillTx/>
              <a:latin typeface="Montserrat" panose="00000500000000000000" pitchFamily="2" charset="0"/>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schemeClr val="tx1"/>
              </a:solidFill>
              <a:effectLst/>
              <a:uLnTx/>
              <a:uFillTx/>
              <a:latin typeface="Montserrat" panose="00000500000000000000" pitchFamily="2" charset="0"/>
              <a:ea typeface="+mn-ea"/>
              <a:cs typeface="+mn-cs"/>
            </a:endParaRPr>
          </a:p>
        </p:txBody>
      </p:sp>
      <p:graphicFrame>
        <p:nvGraphicFramePr>
          <p:cNvPr id="33" name="Object 32">
            <a:extLst>
              <a:ext uri="{FF2B5EF4-FFF2-40B4-BE49-F238E27FC236}">
                <a16:creationId xmlns:a16="http://schemas.microsoft.com/office/drawing/2014/main" id="{55F7818A-68D9-48D6-21F6-959F4FE3C5F3}"/>
              </a:ext>
            </a:extLst>
          </p:cNvPr>
          <p:cNvGraphicFramePr>
            <a:graphicFrameLocks noChangeAspect="1"/>
          </p:cNvGraphicFramePr>
          <p:nvPr/>
        </p:nvGraphicFramePr>
        <p:xfrm>
          <a:off x="10436142" y="1174228"/>
          <a:ext cx="921385" cy="695497"/>
        </p:xfrm>
        <a:graphic>
          <a:graphicData uri="http://schemas.openxmlformats.org/presentationml/2006/ole">
            <mc:AlternateContent xmlns:mc="http://schemas.openxmlformats.org/markup-compatibility/2006">
              <mc:Choice xmlns:v="urn:schemas-microsoft-com:vml" Requires="v">
                <p:oleObj r:id="rId3" imgW="3936240" imgH="2971080" progId="">
                  <p:embed/>
                </p:oleObj>
              </mc:Choice>
              <mc:Fallback>
                <p:oleObj r:id="rId3" imgW="3936240" imgH="2971080" progId="">
                  <p:embed/>
                  <p:pic>
                    <p:nvPicPr>
                      <p:cNvPr id="33" name="Object 32">
                        <a:extLst>
                          <a:ext uri="{FF2B5EF4-FFF2-40B4-BE49-F238E27FC236}">
                            <a16:creationId xmlns:a16="http://schemas.microsoft.com/office/drawing/2014/main" id="{55F7818A-68D9-48D6-21F6-959F4FE3C5F3}"/>
                          </a:ext>
                        </a:extLst>
                      </p:cNvPr>
                      <p:cNvPicPr/>
                      <p:nvPr/>
                    </p:nvPicPr>
                    <p:blipFill>
                      <a:blip r:embed="rId4"/>
                      <a:stretch>
                        <a:fillRect/>
                      </a:stretch>
                    </p:blipFill>
                    <p:spPr>
                      <a:xfrm>
                        <a:off x="10436142" y="1174228"/>
                        <a:ext cx="921385" cy="695497"/>
                      </a:xfrm>
                      <a:prstGeom prst="rect">
                        <a:avLst/>
                      </a:prstGeom>
                    </p:spPr>
                  </p:pic>
                </p:oleObj>
              </mc:Fallback>
            </mc:AlternateContent>
          </a:graphicData>
        </a:graphic>
      </p:graphicFrame>
      <p:sp>
        <p:nvSpPr>
          <p:cNvPr id="34" name="Arrow: Right 33">
            <a:extLst>
              <a:ext uri="{FF2B5EF4-FFF2-40B4-BE49-F238E27FC236}">
                <a16:creationId xmlns:a16="http://schemas.microsoft.com/office/drawing/2014/main" id="{89F0DAA3-B322-C9FA-48D3-D310C956A20F}"/>
              </a:ext>
            </a:extLst>
          </p:cNvPr>
          <p:cNvSpPr/>
          <p:nvPr/>
        </p:nvSpPr>
        <p:spPr>
          <a:xfrm>
            <a:off x="5490669" y="2260531"/>
            <a:ext cx="5350369"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noProof="0" dirty="0"/>
              <a:t>REQUEST</a:t>
            </a:r>
            <a:endParaRPr lang="en-GB" sz="1600" b="1" noProof="0" dirty="0">
              <a:solidFill>
                <a:schemeClr val="tx1">
                  <a:lumMod val="25000"/>
                  <a:lumOff val="75000"/>
                </a:schemeClr>
              </a:solidFill>
            </a:endParaRPr>
          </a:p>
        </p:txBody>
      </p:sp>
      <p:sp>
        <p:nvSpPr>
          <p:cNvPr id="35" name="Arrow: Right 34">
            <a:extLst>
              <a:ext uri="{FF2B5EF4-FFF2-40B4-BE49-F238E27FC236}">
                <a16:creationId xmlns:a16="http://schemas.microsoft.com/office/drawing/2014/main" id="{D2D08673-AD62-8A77-C93B-A6B9898F3573}"/>
              </a:ext>
            </a:extLst>
          </p:cNvPr>
          <p:cNvSpPr/>
          <p:nvPr/>
        </p:nvSpPr>
        <p:spPr>
          <a:xfrm flipH="1">
            <a:off x="5461592" y="2674669"/>
            <a:ext cx="5350369"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noProof="0" dirty="0"/>
              <a:t>RESPONSE</a:t>
            </a:r>
          </a:p>
        </p:txBody>
      </p:sp>
      <p:sp>
        <p:nvSpPr>
          <p:cNvPr id="36" name="TextBox 35">
            <a:extLst>
              <a:ext uri="{FF2B5EF4-FFF2-40B4-BE49-F238E27FC236}">
                <a16:creationId xmlns:a16="http://schemas.microsoft.com/office/drawing/2014/main" id="{7F9E0A64-DFA1-B317-85C1-5659DDA27088}"/>
              </a:ext>
            </a:extLst>
          </p:cNvPr>
          <p:cNvSpPr txBox="1"/>
          <p:nvPr/>
        </p:nvSpPr>
        <p:spPr>
          <a:xfrm>
            <a:off x="4674661" y="1869725"/>
            <a:ext cx="1620913" cy="338554"/>
          </a:xfrm>
          <a:prstGeom prst="rect">
            <a:avLst/>
          </a:prstGeom>
          <a:noFill/>
        </p:spPr>
        <p:txBody>
          <a:bodyPr wrap="square">
            <a:spAutoFit/>
          </a:bodyPr>
          <a:lstStyle/>
          <a:p>
            <a:pPr algn="ctr"/>
            <a:r>
              <a:rPr lang="en-GB" sz="1600" b="1" noProof="0" dirty="0"/>
              <a:t>Client</a:t>
            </a:r>
          </a:p>
        </p:txBody>
      </p:sp>
      <p:sp>
        <p:nvSpPr>
          <p:cNvPr id="37" name="TextBox 36">
            <a:extLst>
              <a:ext uri="{FF2B5EF4-FFF2-40B4-BE49-F238E27FC236}">
                <a16:creationId xmlns:a16="http://schemas.microsoft.com/office/drawing/2014/main" id="{14AC4A35-29B2-1BFE-3DEA-EC57A34B42C4}"/>
              </a:ext>
            </a:extLst>
          </p:cNvPr>
          <p:cNvSpPr txBox="1"/>
          <p:nvPr/>
        </p:nvSpPr>
        <p:spPr>
          <a:xfrm>
            <a:off x="10086379" y="1861409"/>
            <a:ext cx="1620913" cy="338554"/>
          </a:xfrm>
          <a:prstGeom prst="rect">
            <a:avLst/>
          </a:prstGeom>
          <a:noFill/>
        </p:spPr>
        <p:txBody>
          <a:bodyPr wrap="square">
            <a:spAutoFit/>
          </a:bodyPr>
          <a:lstStyle/>
          <a:p>
            <a:pPr algn="ctr"/>
            <a:r>
              <a:rPr lang="en-GB" sz="1600" b="1" noProof="0" dirty="0"/>
              <a:t>Server</a:t>
            </a:r>
          </a:p>
        </p:txBody>
      </p:sp>
      <p:pic>
        <p:nvPicPr>
          <p:cNvPr id="38" name="Picture 37">
            <a:extLst>
              <a:ext uri="{FF2B5EF4-FFF2-40B4-BE49-F238E27FC236}">
                <a16:creationId xmlns:a16="http://schemas.microsoft.com/office/drawing/2014/main" id="{176D30ED-4A47-FB81-2F73-18ED5644C0F7}"/>
              </a:ext>
            </a:extLst>
          </p:cNvPr>
          <p:cNvPicPr>
            <a:picLocks noChangeAspect="1"/>
          </p:cNvPicPr>
          <p:nvPr/>
        </p:nvPicPr>
        <p:blipFill>
          <a:blip r:embed="rId5"/>
          <a:stretch>
            <a:fillRect/>
          </a:stretch>
        </p:blipFill>
        <p:spPr>
          <a:xfrm>
            <a:off x="4950422" y="1002229"/>
            <a:ext cx="1036098" cy="1036098"/>
          </a:xfrm>
          <a:prstGeom prst="rect">
            <a:avLst/>
          </a:prstGeom>
        </p:spPr>
      </p:pic>
      <p:sp>
        <p:nvSpPr>
          <p:cNvPr id="39" name="Arrow: Right 38">
            <a:extLst>
              <a:ext uri="{FF2B5EF4-FFF2-40B4-BE49-F238E27FC236}">
                <a16:creationId xmlns:a16="http://schemas.microsoft.com/office/drawing/2014/main" id="{35FEB960-699F-C48F-0A17-30D252E20DFF}"/>
              </a:ext>
            </a:extLst>
          </p:cNvPr>
          <p:cNvSpPr/>
          <p:nvPr/>
        </p:nvSpPr>
        <p:spPr>
          <a:xfrm>
            <a:off x="5499622" y="3648296"/>
            <a:ext cx="5397213"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noProof="0" dirty="0"/>
              <a:t>REQUEST</a:t>
            </a:r>
            <a:endParaRPr lang="en-GB" sz="1600" b="1" noProof="0" dirty="0">
              <a:solidFill>
                <a:schemeClr val="tx1">
                  <a:lumMod val="25000"/>
                  <a:lumOff val="75000"/>
                </a:schemeClr>
              </a:solidFill>
            </a:endParaRPr>
          </a:p>
        </p:txBody>
      </p:sp>
      <p:sp>
        <p:nvSpPr>
          <p:cNvPr id="40" name="Arrow: Right 39">
            <a:extLst>
              <a:ext uri="{FF2B5EF4-FFF2-40B4-BE49-F238E27FC236}">
                <a16:creationId xmlns:a16="http://schemas.microsoft.com/office/drawing/2014/main" id="{68B778CA-2CB1-5955-B0B0-543FC8C16436}"/>
              </a:ext>
            </a:extLst>
          </p:cNvPr>
          <p:cNvSpPr/>
          <p:nvPr/>
        </p:nvSpPr>
        <p:spPr>
          <a:xfrm flipH="1">
            <a:off x="5514767" y="4067788"/>
            <a:ext cx="5397213"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noProof="0" dirty="0"/>
              <a:t>RESPONSE</a:t>
            </a:r>
          </a:p>
        </p:txBody>
      </p:sp>
      <p:cxnSp>
        <p:nvCxnSpPr>
          <p:cNvPr id="41" name="Straight Connector 40">
            <a:extLst>
              <a:ext uri="{FF2B5EF4-FFF2-40B4-BE49-F238E27FC236}">
                <a16:creationId xmlns:a16="http://schemas.microsoft.com/office/drawing/2014/main" id="{FC1E6809-52FD-0160-6C61-AF3101A51237}"/>
              </a:ext>
            </a:extLst>
          </p:cNvPr>
          <p:cNvCxnSpPr>
            <a:cxnSpLocks/>
            <a:stCxn id="36" idx="2"/>
          </p:cNvCxnSpPr>
          <p:nvPr/>
        </p:nvCxnSpPr>
        <p:spPr>
          <a:xfrm>
            <a:off x="5485118" y="2208279"/>
            <a:ext cx="393" cy="43899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CA9B5D4-BE71-3251-DF24-5C750D7A955B}"/>
              </a:ext>
            </a:extLst>
          </p:cNvPr>
          <p:cNvCxnSpPr>
            <a:cxnSpLocks/>
            <a:stCxn id="37" idx="2"/>
          </p:cNvCxnSpPr>
          <p:nvPr/>
        </p:nvCxnSpPr>
        <p:spPr>
          <a:xfrm>
            <a:off x="10896836" y="2199963"/>
            <a:ext cx="0" cy="4397241"/>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4D4EB8DB-8BE0-475F-6788-F657AB490C5F}"/>
              </a:ext>
            </a:extLst>
          </p:cNvPr>
          <p:cNvGrpSpPr/>
          <p:nvPr/>
        </p:nvGrpSpPr>
        <p:grpSpPr>
          <a:xfrm>
            <a:off x="6438751" y="849487"/>
            <a:ext cx="1267971" cy="5774928"/>
            <a:chOff x="6438751" y="849487"/>
            <a:chExt cx="1267971" cy="5774928"/>
          </a:xfrm>
        </p:grpSpPr>
        <p:pic>
          <p:nvPicPr>
            <p:cNvPr id="44" name="Picture 43" descr="Logo, icon&#10;&#10;Description automatically generated">
              <a:extLst>
                <a:ext uri="{FF2B5EF4-FFF2-40B4-BE49-F238E27FC236}">
                  <a16:creationId xmlns:a16="http://schemas.microsoft.com/office/drawing/2014/main" id="{3759A2E9-DEBD-434D-0A2D-3C6AB3C12809}"/>
                </a:ext>
              </a:extLst>
            </p:cNvPr>
            <p:cNvPicPr>
              <a:picLocks noChangeAspect="1"/>
            </p:cNvPicPr>
            <p:nvPr/>
          </p:nvPicPr>
          <p:blipFill>
            <a:blip r:embed="rId6"/>
            <a:stretch>
              <a:fillRect/>
            </a:stretch>
          </p:blipFill>
          <p:spPr>
            <a:xfrm>
              <a:off x="6438751" y="849487"/>
              <a:ext cx="1267971" cy="1267971"/>
            </a:xfrm>
            <a:prstGeom prst="rect">
              <a:avLst/>
            </a:prstGeom>
          </p:spPr>
        </p:pic>
        <p:sp>
          <p:nvSpPr>
            <p:cNvPr id="45" name="TextBox 44">
              <a:extLst>
                <a:ext uri="{FF2B5EF4-FFF2-40B4-BE49-F238E27FC236}">
                  <a16:creationId xmlns:a16="http://schemas.microsoft.com/office/drawing/2014/main" id="{045C6293-0FC7-0FE8-8B1A-E9E51824126A}"/>
                </a:ext>
              </a:extLst>
            </p:cNvPr>
            <p:cNvSpPr txBox="1"/>
            <p:nvPr/>
          </p:nvSpPr>
          <p:spPr>
            <a:xfrm>
              <a:off x="6548824" y="1858083"/>
              <a:ext cx="1065075" cy="338554"/>
            </a:xfrm>
            <a:prstGeom prst="rect">
              <a:avLst/>
            </a:prstGeom>
            <a:noFill/>
          </p:spPr>
          <p:txBody>
            <a:bodyPr wrap="square">
              <a:spAutoFit/>
            </a:bodyPr>
            <a:lstStyle/>
            <a:p>
              <a:pPr algn="ctr"/>
              <a:r>
                <a:rPr lang="en-GB" sz="1600" b="1" noProof="0" dirty="0"/>
                <a:t>Proxy</a:t>
              </a:r>
            </a:p>
          </p:txBody>
        </p:sp>
        <p:cxnSp>
          <p:nvCxnSpPr>
            <p:cNvPr id="46" name="Straight Connector 45">
              <a:extLst>
                <a:ext uri="{FF2B5EF4-FFF2-40B4-BE49-F238E27FC236}">
                  <a16:creationId xmlns:a16="http://schemas.microsoft.com/office/drawing/2014/main" id="{DBBF9F7E-AAB4-C5F0-490A-E8F8BB79B4A1}"/>
                </a:ext>
              </a:extLst>
            </p:cNvPr>
            <p:cNvCxnSpPr>
              <a:cxnSpLocks/>
            </p:cNvCxnSpPr>
            <p:nvPr/>
          </p:nvCxnSpPr>
          <p:spPr>
            <a:xfrm>
              <a:off x="7072540" y="2234429"/>
              <a:ext cx="393" cy="4389986"/>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6FFBDE3F-1D87-5CE4-1559-693A3B2447D2}"/>
              </a:ext>
            </a:extLst>
          </p:cNvPr>
          <p:cNvGrpSpPr/>
          <p:nvPr/>
        </p:nvGrpSpPr>
        <p:grpSpPr>
          <a:xfrm>
            <a:off x="8063195" y="1110204"/>
            <a:ext cx="1716278" cy="5458154"/>
            <a:chOff x="8063195" y="1110204"/>
            <a:chExt cx="1716278" cy="5458154"/>
          </a:xfrm>
        </p:grpSpPr>
        <p:pic>
          <p:nvPicPr>
            <p:cNvPr id="48" name="Picture 47" descr="Icon&#10;&#10;Description automatically generated">
              <a:extLst>
                <a:ext uri="{FF2B5EF4-FFF2-40B4-BE49-F238E27FC236}">
                  <a16:creationId xmlns:a16="http://schemas.microsoft.com/office/drawing/2014/main" id="{83C79FB4-379D-C425-EE8E-5325EF60AD35}"/>
                </a:ext>
              </a:extLst>
            </p:cNvPr>
            <p:cNvPicPr>
              <a:picLocks noChangeAspect="1"/>
            </p:cNvPicPr>
            <p:nvPr/>
          </p:nvPicPr>
          <p:blipFill>
            <a:blip r:embed="rId7"/>
            <a:stretch>
              <a:fillRect/>
            </a:stretch>
          </p:blipFill>
          <p:spPr>
            <a:xfrm>
              <a:off x="8192314" y="1110204"/>
              <a:ext cx="1458040" cy="820147"/>
            </a:xfrm>
            <a:prstGeom prst="rect">
              <a:avLst/>
            </a:prstGeom>
          </p:spPr>
        </p:pic>
        <p:sp>
          <p:nvSpPr>
            <p:cNvPr id="49" name="TextBox 48">
              <a:extLst>
                <a:ext uri="{FF2B5EF4-FFF2-40B4-BE49-F238E27FC236}">
                  <a16:creationId xmlns:a16="http://schemas.microsoft.com/office/drawing/2014/main" id="{8D6397E0-8A1E-7624-09F6-AA662FCD93A5}"/>
                </a:ext>
              </a:extLst>
            </p:cNvPr>
            <p:cNvSpPr txBox="1"/>
            <p:nvPr/>
          </p:nvSpPr>
          <p:spPr>
            <a:xfrm>
              <a:off x="8063195" y="1861409"/>
              <a:ext cx="1716278" cy="338554"/>
            </a:xfrm>
            <a:prstGeom prst="rect">
              <a:avLst/>
            </a:prstGeom>
            <a:noFill/>
          </p:spPr>
          <p:txBody>
            <a:bodyPr wrap="square">
              <a:spAutoFit/>
            </a:bodyPr>
            <a:lstStyle/>
            <a:p>
              <a:pPr algn="ctr"/>
              <a:r>
                <a:rPr lang="en-GB" sz="1600" b="1" noProof="0" dirty="0"/>
                <a:t>Load balancer</a:t>
              </a:r>
            </a:p>
          </p:txBody>
        </p:sp>
        <p:cxnSp>
          <p:nvCxnSpPr>
            <p:cNvPr id="50" name="Straight Connector 49">
              <a:extLst>
                <a:ext uri="{FF2B5EF4-FFF2-40B4-BE49-F238E27FC236}">
                  <a16:creationId xmlns:a16="http://schemas.microsoft.com/office/drawing/2014/main" id="{3D591235-AD68-3F8B-97D9-A720BC6EDC01}"/>
                </a:ext>
              </a:extLst>
            </p:cNvPr>
            <p:cNvCxnSpPr>
              <a:cxnSpLocks/>
            </p:cNvCxnSpPr>
            <p:nvPr/>
          </p:nvCxnSpPr>
          <p:spPr>
            <a:xfrm>
              <a:off x="8921138" y="2178372"/>
              <a:ext cx="393" cy="4389986"/>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51" name="Arrow: Right 50">
            <a:extLst>
              <a:ext uri="{FF2B5EF4-FFF2-40B4-BE49-F238E27FC236}">
                <a16:creationId xmlns:a16="http://schemas.microsoft.com/office/drawing/2014/main" id="{FECE6851-63BD-9624-625F-5B38B8E1D277}"/>
              </a:ext>
            </a:extLst>
          </p:cNvPr>
          <p:cNvSpPr/>
          <p:nvPr/>
        </p:nvSpPr>
        <p:spPr>
          <a:xfrm>
            <a:off x="5514767" y="5142881"/>
            <a:ext cx="5397213"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noProof="0" dirty="0"/>
              <a:t>REQUEST</a:t>
            </a:r>
            <a:endParaRPr lang="en-GB" sz="1600" b="1" noProof="0" dirty="0">
              <a:solidFill>
                <a:schemeClr val="tx1">
                  <a:lumMod val="25000"/>
                  <a:lumOff val="75000"/>
                </a:schemeClr>
              </a:solidFill>
            </a:endParaRPr>
          </a:p>
        </p:txBody>
      </p:sp>
      <p:sp>
        <p:nvSpPr>
          <p:cNvPr id="52" name="Arrow: Right 51">
            <a:extLst>
              <a:ext uri="{FF2B5EF4-FFF2-40B4-BE49-F238E27FC236}">
                <a16:creationId xmlns:a16="http://schemas.microsoft.com/office/drawing/2014/main" id="{D35BA344-8C84-991C-EAF0-0C3011967D97}"/>
              </a:ext>
            </a:extLst>
          </p:cNvPr>
          <p:cNvSpPr/>
          <p:nvPr/>
        </p:nvSpPr>
        <p:spPr>
          <a:xfrm flipH="1">
            <a:off x="5529912" y="5562373"/>
            <a:ext cx="5397213"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noProof="0" dirty="0"/>
              <a:t>RESPONSE</a:t>
            </a:r>
          </a:p>
        </p:txBody>
      </p:sp>
    </p:spTree>
    <p:extLst>
      <p:ext uri="{BB962C8B-B14F-4D97-AF65-F5344CB8AC3E}">
        <p14:creationId xmlns:p14="http://schemas.microsoft.com/office/powerpoint/2010/main" val="100394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right)">
                                      <p:cBhvr>
                                        <p:cTn id="11" dur="500"/>
                                        <p:tgtEl>
                                          <p:spTgt spid="3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childTnLst>
                          </p:cTn>
                        </p:par>
                        <p:par>
                          <p:cTn id="21" fill="hold">
                            <p:stCondLst>
                              <p:cond delay="1000"/>
                            </p:stCondLst>
                            <p:childTnLst>
                              <p:par>
                                <p:cTn id="22" presetID="22" presetClass="entr" presetSubtype="2" fill="hold" grpId="0" nodeType="after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right)">
                                      <p:cBhvr>
                                        <p:cTn id="24" dur="500"/>
                                        <p:tgtEl>
                                          <p:spTgt spid="4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fade">
                                      <p:cBhvr>
                                        <p:cTn id="29" dur="500"/>
                                        <p:tgtEl>
                                          <p:spTgt spid="47"/>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left)">
                                      <p:cBhvr>
                                        <p:cTn id="33" dur="500"/>
                                        <p:tgtEl>
                                          <p:spTgt spid="51"/>
                                        </p:tgtEl>
                                      </p:cBhvr>
                                    </p:animEffect>
                                  </p:childTnLst>
                                </p:cTn>
                              </p:par>
                            </p:childTnLst>
                          </p:cTn>
                        </p:par>
                        <p:par>
                          <p:cTn id="34" fill="hold">
                            <p:stCondLst>
                              <p:cond delay="1000"/>
                            </p:stCondLst>
                            <p:childTnLst>
                              <p:par>
                                <p:cTn id="35" presetID="22" presetClass="entr" presetSubtype="2" fill="hold" grpId="0" nodeType="after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ipe(right)">
                                      <p:cBhvr>
                                        <p:cTn id="3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9" grpId="0" animBg="1"/>
      <p:bldP spid="40" grpId="0" animBg="1"/>
      <p:bldP spid="51" grpId="0" animBg="1"/>
      <p:bldP spid="5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BE5B8-0FCB-41E8-3C36-B5FCF522CF7C}"/>
              </a:ext>
            </a:extLst>
          </p:cNvPr>
          <p:cNvSpPr>
            <a:spLocks noGrp="1"/>
          </p:cNvSpPr>
          <p:nvPr>
            <p:ph type="ctrTitle"/>
          </p:nvPr>
        </p:nvSpPr>
        <p:spPr/>
        <p:txBody>
          <a:bodyPr/>
          <a:lstStyle/>
          <a:p>
            <a:r>
              <a:rPr lang="en-GB" noProof="0" dirty="0"/>
              <a:t>Code-on-demand</a:t>
            </a:r>
          </a:p>
        </p:txBody>
      </p:sp>
      <p:sp>
        <p:nvSpPr>
          <p:cNvPr id="4" name="Slide Number Placeholder 3">
            <a:extLst>
              <a:ext uri="{FF2B5EF4-FFF2-40B4-BE49-F238E27FC236}">
                <a16:creationId xmlns:a16="http://schemas.microsoft.com/office/drawing/2014/main" id="{DA5C6BC9-C2E5-CD36-16C6-F63CDEC47B1C}"/>
              </a:ext>
            </a:extLst>
          </p:cNvPr>
          <p:cNvSpPr>
            <a:spLocks noGrp="1"/>
          </p:cNvSpPr>
          <p:nvPr>
            <p:ph type="sldNum" sz="quarter" idx="12"/>
          </p:nvPr>
        </p:nvSpPr>
        <p:spPr/>
        <p:txBody>
          <a:bodyPr/>
          <a:lstStyle/>
          <a:p>
            <a:fld id="{F3469444-D02B-D446-9CF8-19DEDDE073D1}" type="slidenum">
              <a:rPr lang="en-GB" noProof="0" smtClean="0"/>
              <a:pPr/>
              <a:t>16</a:t>
            </a:fld>
            <a:endParaRPr lang="en-GB" noProof="0" dirty="0"/>
          </a:p>
        </p:txBody>
      </p:sp>
      <p:sp>
        <p:nvSpPr>
          <p:cNvPr id="5" name="Rectangle: Rounded Corners 4">
            <a:extLst>
              <a:ext uri="{FF2B5EF4-FFF2-40B4-BE49-F238E27FC236}">
                <a16:creationId xmlns:a16="http://schemas.microsoft.com/office/drawing/2014/main" id="{4D36E124-71BA-868B-2DD1-B4BDF627D7ED}"/>
              </a:ext>
            </a:extLst>
          </p:cNvPr>
          <p:cNvSpPr/>
          <p:nvPr/>
        </p:nvSpPr>
        <p:spPr>
          <a:xfrm>
            <a:off x="477407" y="2211790"/>
            <a:ext cx="3429001" cy="2135016"/>
          </a:xfrm>
          <a:prstGeom prst="roundRect">
            <a:avLst/>
          </a:prstGeom>
          <a:ln/>
        </p:spPr>
        <p:style>
          <a:lnRef idx="2">
            <a:schemeClr val="accent2"/>
          </a:lnRef>
          <a:fillRef idx="1">
            <a:schemeClr val="lt1"/>
          </a:fillRef>
          <a:effectRef idx="0">
            <a:schemeClr val="accent2"/>
          </a:effectRef>
          <a:fontRef idx="minor">
            <a:schemeClr val="dk1"/>
          </a:fontRef>
        </p:style>
        <p:txBody>
          <a:bodyPr rtlCol="0" anchor="t"/>
          <a:lstStyle/>
          <a:p>
            <a:pPr algn="ctr"/>
            <a:r>
              <a:rPr lang="en-GB" sz="2000" b="1" noProof="0" dirty="0">
                <a:solidFill>
                  <a:schemeClr val="tx1"/>
                </a:solidFill>
              </a:rPr>
              <a:t>Code-on-demand</a:t>
            </a:r>
          </a:p>
          <a:p>
            <a:pPr algn="ctr"/>
            <a:endParaRPr lang="en-GB" sz="2000" b="1" noProof="0" dirty="0">
              <a:solidFill>
                <a:schemeClr val="tx1"/>
              </a:solidFill>
            </a:endParaRPr>
          </a:p>
          <a:p>
            <a:pPr algn="ctr">
              <a:defRPr/>
            </a:pPr>
            <a:r>
              <a:rPr lang="en-GB" sz="2000" noProof="0" dirty="0">
                <a:solidFill>
                  <a:schemeClr val="tx1"/>
                </a:solidFill>
              </a:rPr>
              <a:t>Allow the server to extend an application functionality by sending code to client.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schemeClr val="tx1"/>
              </a:solidFill>
              <a:effectLst/>
              <a:uLnTx/>
              <a:uFillTx/>
              <a:latin typeface="Montserrat" panose="00000500000000000000" pitchFamily="2" charset="0"/>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schemeClr val="tx1"/>
              </a:solidFill>
              <a:effectLst/>
              <a:uLnTx/>
              <a:uFillTx/>
              <a:latin typeface="Montserrat" panose="00000500000000000000" pitchFamily="2" charset="0"/>
              <a:ea typeface="+mn-ea"/>
              <a:cs typeface="+mn-cs"/>
            </a:endParaRPr>
          </a:p>
        </p:txBody>
      </p:sp>
      <p:pic>
        <p:nvPicPr>
          <p:cNvPr id="6" name="Picture 5">
            <a:extLst>
              <a:ext uri="{FF2B5EF4-FFF2-40B4-BE49-F238E27FC236}">
                <a16:creationId xmlns:a16="http://schemas.microsoft.com/office/drawing/2014/main" id="{3EDEBE4B-9BEA-0BA6-5D59-A01224C909D5}"/>
              </a:ext>
            </a:extLst>
          </p:cNvPr>
          <p:cNvPicPr>
            <a:picLocks noChangeAspect="1"/>
          </p:cNvPicPr>
          <p:nvPr/>
        </p:nvPicPr>
        <p:blipFill>
          <a:blip r:embed="rId3"/>
          <a:stretch>
            <a:fillRect/>
          </a:stretch>
        </p:blipFill>
        <p:spPr>
          <a:xfrm>
            <a:off x="4659334" y="2583555"/>
            <a:ext cx="1690889" cy="1690889"/>
          </a:xfrm>
          <a:prstGeom prst="rect">
            <a:avLst/>
          </a:prstGeom>
        </p:spPr>
      </p:pic>
      <p:graphicFrame>
        <p:nvGraphicFramePr>
          <p:cNvPr id="7" name="Object 6">
            <a:extLst>
              <a:ext uri="{FF2B5EF4-FFF2-40B4-BE49-F238E27FC236}">
                <a16:creationId xmlns:a16="http://schemas.microsoft.com/office/drawing/2014/main" id="{828E4ECD-5F7E-92E3-CC21-A9BD0C8FF887}"/>
              </a:ext>
            </a:extLst>
          </p:cNvPr>
          <p:cNvGraphicFramePr>
            <a:graphicFrameLocks noChangeAspect="1"/>
          </p:cNvGraphicFramePr>
          <p:nvPr/>
        </p:nvGraphicFramePr>
        <p:xfrm>
          <a:off x="9374575" y="2861481"/>
          <a:ext cx="1503680" cy="1135036"/>
        </p:xfrm>
        <a:graphic>
          <a:graphicData uri="http://schemas.openxmlformats.org/presentationml/2006/ole">
            <mc:AlternateContent xmlns:mc="http://schemas.openxmlformats.org/markup-compatibility/2006">
              <mc:Choice xmlns:v="urn:schemas-microsoft-com:vml" Requires="v">
                <p:oleObj r:id="rId4" imgW="3936240" imgH="2971080" progId="">
                  <p:embed/>
                </p:oleObj>
              </mc:Choice>
              <mc:Fallback>
                <p:oleObj r:id="rId4" imgW="3936240" imgH="2971080" progId="">
                  <p:embed/>
                  <p:pic>
                    <p:nvPicPr>
                      <p:cNvPr id="7" name="Object 6">
                        <a:extLst>
                          <a:ext uri="{FF2B5EF4-FFF2-40B4-BE49-F238E27FC236}">
                            <a16:creationId xmlns:a16="http://schemas.microsoft.com/office/drawing/2014/main" id="{828E4ECD-5F7E-92E3-CC21-A9BD0C8FF887}"/>
                          </a:ext>
                        </a:extLst>
                      </p:cNvPr>
                      <p:cNvPicPr/>
                      <p:nvPr/>
                    </p:nvPicPr>
                    <p:blipFill>
                      <a:blip r:embed="rId5"/>
                      <a:stretch>
                        <a:fillRect/>
                      </a:stretch>
                    </p:blipFill>
                    <p:spPr>
                      <a:xfrm>
                        <a:off x="9374575" y="2861481"/>
                        <a:ext cx="1503680" cy="1135036"/>
                      </a:xfrm>
                      <a:prstGeom prst="rect">
                        <a:avLst/>
                      </a:prstGeom>
                    </p:spPr>
                  </p:pic>
                </p:oleObj>
              </mc:Fallback>
            </mc:AlternateContent>
          </a:graphicData>
        </a:graphic>
      </p:graphicFrame>
      <p:sp>
        <p:nvSpPr>
          <p:cNvPr id="8" name="Arrow: Right 7">
            <a:extLst>
              <a:ext uri="{FF2B5EF4-FFF2-40B4-BE49-F238E27FC236}">
                <a16:creationId xmlns:a16="http://schemas.microsoft.com/office/drawing/2014/main" id="{BD3DF0FE-E1FC-A470-493D-6FB379403D95}"/>
              </a:ext>
            </a:extLst>
          </p:cNvPr>
          <p:cNvSpPr/>
          <p:nvPr/>
        </p:nvSpPr>
        <p:spPr>
          <a:xfrm>
            <a:off x="6665781" y="2783712"/>
            <a:ext cx="2364226"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noProof="0" dirty="0"/>
              <a:t>REQUEST</a:t>
            </a:r>
          </a:p>
        </p:txBody>
      </p:sp>
      <p:sp>
        <p:nvSpPr>
          <p:cNvPr id="9" name="Arrow: Right 8">
            <a:extLst>
              <a:ext uri="{FF2B5EF4-FFF2-40B4-BE49-F238E27FC236}">
                <a16:creationId xmlns:a16="http://schemas.microsoft.com/office/drawing/2014/main" id="{3BAFAA96-9D79-0103-38AA-ABC7A9FB8380}"/>
              </a:ext>
            </a:extLst>
          </p:cNvPr>
          <p:cNvSpPr/>
          <p:nvPr/>
        </p:nvSpPr>
        <p:spPr>
          <a:xfrm flipH="1">
            <a:off x="6680286" y="3384038"/>
            <a:ext cx="2364226" cy="495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noProof="0" dirty="0"/>
              <a:t>RESPONSE</a:t>
            </a:r>
          </a:p>
        </p:txBody>
      </p:sp>
      <p:sp>
        <p:nvSpPr>
          <p:cNvPr id="10" name="TextBox 9">
            <a:extLst>
              <a:ext uri="{FF2B5EF4-FFF2-40B4-BE49-F238E27FC236}">
                <a16:creationId xmlns:a16="http://schemas.microsoft.com/office/drawing/2014/main" id="{7C5D2990-5BDE-369C-CF88-A7BF02FCF1F8}"/>
              </a:ext>
            </a:extLst>
          </p:cNvPr>
          <p:cNvSpPr txBox="1"/>
          <p:nvPr/>
        </p:nvSpPr>
        <p:spPr>
          <a:xfrm>
            <a:off x="4729310" y="4125298"/>
            <a:ext cx="1620913" cy="369332"/>
          </a:xfrm>
          <a:prstGeom prst="rect">
            <a:avLst/>
          </a:prstGeom>
          <a:noFill/>
        </p:spPr>
        <p:txBody>
          <a:bodyPr wrap="square">
            <a:spAutoFit/>
          </a:bodyPr>
          <a:lstStyle/>
          <a:p>
            <a:pPr algn="ctr"/>
            <a:r>
              <a:rPr lang="en-GB" b="1" noProof="0" dirty="0"/>
              <a:t>Browser</a:t>
            </a:r>
          </a:p>
        </p:txBody>
      </p:sp>
      <p:sp>
        <p:nvSpPr>
          <p:cNvPr id="11" name="TextBox 10">
            <a:extLst>
              <a:ext uri="{FF2B5EF4-FFF2-40B4-BE49-F238E27FC236}">
                <a16:creationId xmlns:a16="http://schemas.microsoft.com/office/drawing/2014/main" id="{98F6AB75-66FC-3D01-4F61-CB5132814B39}"/>
              </a:ext>
            </a:extLst>
          </p:cNvPr>
          <p:cNvSpPr txBox="1"/>
          <p:nvPr/>
        </p:nvSpPr>
        <p:spPr>
          <a:xfrm>
            <a:off x="9315958" y="4125298"/>
            <a:ext cx="1620913" cy="369332"/>
          </a:xfrm>
          <a:prstGeom prst="rect">
            <a:avLst/>
          </a:prstGeom>
          <a:noFill/>
        </p:spPr>
        <p:txBody>
          <a:bodyPr wrap="square">
            <a:spAutoFit/>
          </a:bodyPr>
          <a:lstStyle/>
          <a:p>
            <a:pPr algn="ctr"/>
            <a:r>
              <a:rPr lang="en-GB" b="1" noProof="0" dirty="0"/>
              <a:t>Server</a:t>
            </a:r>
          </a:p>
        </p:txBody>
      </p:sp>
      <p:pic>
        <p:nvPicPr>
          <p:cNvPr id="12" name="Picture 11" descr="Shape&#10;&#10;Description automatically generated">
            <a:extLst>
              <a:ext uri="{FF2B5EF4-FFF2-40B4-BE49-F238E27FC236}">
                <a16:creationId xmlns:a16="http://schemas.microsoft.com/office/drawing/2014/main" id="{5F3943F1-B80D-DAF7-E98F-2FCD3C175DDD}"/>
              </a:ext>
            </a:extLst>
          </p:cNvPr>
          <p:cNvPicPr>
            <a:picLocks noChangeAspect="1"/>
          </p:cNvPicPr>
          <p:nvPr/>
        </p:nvPicPr>
        <p:blipFill>
          <a:blip r:embed="rId6"/>
          <a:stretch>
            <a:fillRect/>
          </a:stretch>
        </p:blipFill>
        <p:spPr>
          <a:xfrm>
            <a:off x="6420199" y="3937609"/>
            <a:ext cx="1297177" cy="884896"/>
          </a:xfrm>
          <a:prstGeom prst="rect">
            <a:avLst/>
          </a:prstGeom>
        </p:spPr>
      </p:pic>
      <p:sp>
        <p:nvSpPr>
          <p:cNvPr id="13" name="TextBox 12">
            <a:extLst>
              <a:ext uri="{FF2B5EF4-FFF2-40B4-BE49-F238E27FC236}">
                <a16:creationId xmlns:a16="http://schemas.microsoft.com/office/drawing/2014/main" id="{BE3E941C-8822-1061-8AFE-4AFD5C74CA2E}"/>
              </a:ext>
            </a:extLst>
          </p:cNvPr>
          <p:cNvSpPr txBox="1"/>
          <p:nvPr/>
        </p:nvSpPr>
        <p:spPr>
          <a:xfrm>
            <a:off x="5788002" y="4822505"/>
            <a:ext cx="2567853" cy="646331"/>
          </a:xfrm>
          <a:prstGeom prst="rect">
            <a:avLst/>
          </a:prstGeom>
          <a:noFill/>
        </p:spPr>
        <p:txBody>
          <a:bodyPr wrap="square">
            <a:spAutoFit/>
          </a:bodyPr>
          <a:lstStyle/>
          <a:p>
            <a:pPr algn="ctr"/>
            <a:r>
              <a:rPr lang="en-GB" b="1" noProof="0" dirty="0"/>
              <a:t>For example, Applet, JavaScript</a:t>
            </a:r>
          </a:p>
        </p:txBody>
      </p:sp>
    </p:spTree>
    <p:extLst>
      <p:ext uri="{BB962C8B-B14F-4D97-AF65-F5344CB8AC3E}">
        <p14:creationId xmlns:p14="http://schemas.microsoft.com/office/powerpoint/2010/main" val="404755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500"/>
                                        <p:tgtEl>
                                          <p:spTgt spid="9"/>
                                        </p:tgtEl>
                                      </p:cBhvr>
                                    </p:animEffect>
                                  </p:childTnLst>
                                </p:cTn>
                              </p:par>
                              <p:par>
                                <p:cTn id="12" presetID="22" presetClass="entr" presetSubtype="2"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right)">
                                      <p:cBhvr>
                                        <p:cTn id="14" dur="500"/>
                                        <p:tgtEl>
                                          <p:spTgt spid="12"/>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right)">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907E71-4F04-31B5-BDFE-0F941F0551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D6F3B3-2DC6-D214-4F83-34ADE4ADD047}"/>
              </a:ext>
            </a:extLst>
          </p:cNvPr>
          <p:cNvSpPr>
            <a:spLocks noGrp="1"/>
          </p:cNvSpPr>
          <p:nvPr>
            <p:ph type="ctrTitle"/>
          </p:nvPr>
        </p:nvSpPr>
        <p:spPr/>
        <p:txBody>
          <a:bodyPr/>
          <a:lstStyle/>
          <a:p>
            <a:r>
              <a:rPr lang="en-GB" noProof="0" dirty="0"/>
              <a:t>JSON</a:t>
            </a:r>
          </a:p>
        </p:txBody>
      </p:sp>
      <p:sp>
        <p:nvSpPr>
          <p:cNvPr id="5" name="Subtitle 4">
            <a:extLst>
              <a:ext uri="{FF2B5EF4-FFF2-40B4-BE49-F238E27FC236}">
                <a16:creationId xmlns:a16="http://schemas.microsoft.com/office/drawing/2014/main" id="{B8BAC3E8-ADAB-AB98-267D-B494EE3E4D01}"/>
              </a:ext>
            </a:extLst>
          </p:cNvPr>
          <p:cNvSpPr>
            <a:spLocks noGrp="1"/>
          </p:cNvSpPr>
          <p:nvPr>
            <p:ph type="subTitle" idx="1"/>
          </p:nvPr>
        </p:nvSpPr>
        <p:spPr/>
        <p:txBody>
          <a:bodyPr/>
          <a:lstStyle/>
          <a:p>
            <a:r>
              <a:rPr lang="en-GB" sz="1800" noProof="0" dirty="0"/>
              <a:t>AC0 Landing Zone</a:t>
            </a:r>
          </a:p>
        </p:txBody>
      </p:sp>
    </p:spTree>
    <p:extLst>
      <p:ext uri="{BB962C8B-B14F-4D97-AF65-F5344CB8AC3E}">
        <p14:creationId xmlns:p14="http://schemas.microsoft.com/office/powerpoint/2010/main" val="424104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295750-91AA-B380-4116-0EC31E7299DB}"/>
              </a:ext>
            </a:extLst>
          </p:cNvPr>
          <p:cNvSpPr>
            <a:spLocks noGrp="1"/>
          </p:cNvSpPr>
          <p:nvPr>
            <p:ph type="ctrTitle"/>
          </p:nvPr>
        </p:nvSpPr>
        <p:spPr/>
        <p:txBody>
          <a:bodyPr/>
          <a:lstStyle/>
          <a:p>
            <a:r>
              <a:rPr lang="en-GB" noProof="0" dirty="0"/>
              <a:t>What is JSON?</a:t>
            </a:r>
          </a:p>
        </p:txBody>
      </p:sp>
      <p:sp>
        <p:nvSpPr>
          <p:cNvPr id="5" name="Text Placeholder 4">
            <a:extLst>
              <a:ext uri="{FF2B5EF4-FFF2-40B4-BE49-F238E27FC236}">
                <a16:creationId xmlns:a16="http://schemas.microsoft.com/office/drawing/2014/main" id="{3E1D64AD-66F6-ABC9-D741-D036D41C2D32}"/>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JavaScript object notation.</a:t>
            </a:r>
          </a:p>
          <a:p>
            <a:pPr marL="285750" indent="-285750">
              <a:buFont typeface="Arial" panose="020B0604020202020204" pitchFamily="34" charset="0"/>
              <a:buChar char="•"/>
            </a:pPr>
            <a:r>
              <a:rPr lang="en-GB" noProof="0" dirty="0"/>
              <a:t>Used for creating objects in JavaScript.</a:t>
            </a:r>
          </a:p>
          <a:p>
            <a:pPr marL="285750" indent="-285750">
              <a:buFont typeface="Arial" panose="020B0604020202020204" pitchFamily="34" charset="0"/>
              <a:buChar char="•"/>
            </a:pPr>
            <a:r>
              <a:rPr lang="en-GB" noProof="0" dirty="0"/>
              <a:t>Started being used to transmit data in 2001.</a:t>
            </a:r>
          </a:p>
          <a:p>
            <a:pPr marL="285750" indent="-285750">
              <a:buFont typeface="Arial" panose="020B0604020202020204" pitchFamily="34" charset="0"/>
              <a:buChar char="•"/>
            </a:pPr>
            <a:r>
              <a:rPr lang="en-GB" noProof="0" dirty="0"/>
              <a:t>Popularised with REST APIs.</a:t>
            </a:r>
          </a:p>
        </p:txBody>
      </p:sp>
      <p:sp>
        <p:nvSpPr>
          <p:cNvPr id="2" name="Slide Number Placeholder 3">
            <a:extLst>
              <a:ext uri="{FF2B5EF4-FFF2-40B4-BE49-F238E27FC236}">
                <a16:creationId xmlns:a16="http://schemas.microsoft.com/office/drawing/2014/main" id="{FA38E4AC-1C32-46FA-B17A-3282A4D936C4}"/>
              </a:ext>
            </a:extLst>
          </p:cNvPr>
          <p:cNvSpPr>
            <a:spLocks noGrp="1"/>
          </p:cNvSpPr>
          <p:nvPr>
            <p:ph type="sldNum" sz="quarter" idx="12"/>
          </p:nvPr>
        </p:nvSpPr>
        <p:spPr>
          <a:xfrm>
            <a:off x="9365513" y="6398855"/>
            <a:ext cx="2743200" cy="365125"/>
          </a:xfrm>
        </p:spPr>
        <p:txBody>
          <a:bodyPr/>
          <a:lstStyle/>
          <a:p>
            <a:fld id="{F3469444-D02B-D446-9CF8-19DEDDE073D1}" type="slidenum">
              <a:rPr lang="en-GB" noProof="0" smtClean="0"/>
              <a:pPr/>
              <a:t>18</a:t>
            </a:fld>
            <a:endParaRPr lang="en-GB" noProof="0" dirty="0"/>
          </a:p>
        </p:txBody>
      </p:sp>
    </p:spTree>
    <p:extLst>
      <p:ext uri="{BB962C8B-B14F-4D97-AF65-F5344CB8AC3E}">
        <p14:creationId xmlns:p14="http://schemas.microsoft.com/office/powerpoint/2010/main" val="2465062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DC319-C8CA-3CCB-7844-1A8EE16A5602}"/>
              </a:ext>
            </a:extLst>
          </p:cNvPr>
          <p:cNvSpPr>
            <a:spLocks noGrp="1"/>
          </p:cNvSpPr>
          <p:nvPr>
            <p:ph type="ctrTitle"/>
          </p:nvPr>
        </p:nvSpPr>
        <p:spPr/>
        <p:txBody>
          <a:bodyPr/>
          <a:lstStyle/>
          <a:p>
            <a:r>
              <a:rPr lang="en-GB" noProof="0" dirty="0"/>
              <a:t>Structure</a:t>
            </a:r>
          </a:p>
        </p:txBody>
      </p:sp>
      <p:sp>
        <p:nvSpPr>
          <p:cNvPr id="3" name="Text Placeholder 2">
            <a:extLst>
              <a:ext uri="{FF2B5EF4-FFF2-40B4-BE49-F238E27FC236}">
                <a16:creationId xmlns:a16="http://schemas.microsoft.com/office/drawing/2014/main" id="{88F4CCA2-EDF0-F769-9954-2AC483FAC9D2}"/>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Key/Value pairs separated by a </a:t>
            </a:r>
            <a:r>
              <a:rPr lang="en-GB" b="1" noProof="0" dirty="0"/>
              <a:t>:</a:t>
            </a:r>
          </a:p>
          <a:p>
            <a:pPr marL="285750" indent="-285750">
              <a:buFont typeface="Arial" panose="020B0604020202020204" pitchFamily="34" charset="0"/>
              <a:buChar char="•"/>
            </a:pPr>
            <a:endParaRPr lang="en-GB" b="1" noProof="0" dirty="0"/>
          </a:p>
          <a:p>
            <a:pPr marL="285750" indent="-285750">
              <a:buFont typeface="Arial" panose="020B0604020202020204" pitchFamily="34" charset="0"/>
              <a:buChar char="•"/>
            </a:pPr>
            <a:r>
              <a:rPr lang="en-GB" noProof="0" dirty="0"/>
              <a:t>Bracketed by </a:t>
            </a:r>
            <a:r>
              <a:rPr lang="en-GB" b="1" noProof="0" dirty="0"/>
              <a:t>{ }</a:t>
            </a:r>
          </a:p>
          <a:p>
            <a:pPr marL="285750" indent="-285750">
              <a:buFont typeface="Arial" panose="020B0604020202020204" pitchFamily="34" charset="0"/>
              <a:buChar char="•"/>
            </a:pPr>
            <a:endParaRPr lang="en-GB" b="1" noProof="0" dirty="0"/>
          </a:p>
          <a:p>
            <a:pPr marL="285750" indent="-285750">
              <a:buFont typeface="Arial" panose="020B0604020202020204" pitchFamily="34" charset="0"/>
              <a:buChar char="•"/>
            </a:pPr>
            <a:r>
              <a:rPr lang="en-GB" b="1" noProof="0" dirty="0"/>
              <a:t>[ ] </a:t>
            </a:r>
            <a:r>
              <a:rPr lang="en-GB" noProof="0" dirty="0"/>
              <a:t>are used for arrays </a:t>
            </a:r>
            <a:endParaRPr lang="en-GB" b="1" noProof="0" dirty="0"/>
          </a:p>
        </p:txBody>
      </p:sp>
      <p:sp>
        <p:nvSpPr>
          <p:cNvPr id="4" name="Slide Number Placeholder 3">
            <a:extLst>
              <a:ext uri="{FF2B5EF4-FFF2-40B4-BE49-F238E27FC236}">
                <a16:creationId xmlns:a16="http://schemas.microsoft.com/office/drawing/2014/main" id="{C75591D4-6D47-4AD4-EE0D-7F045911D762}"/>
              </a:ext>
            </a:extLst>
          </p:cNvPr>
          <p:cNvSpPr>
            <a:spLocks noGrp="1"/>
          </p:cNvSpPr>
          <p:nvPr>
            <p:ph type="sldNum" sz="quarter" idx="12"/>
          </p:nvPr>
        </p:nvSpPr>
        <p:spPr/>
        <p:txBody>
          <a:bodyPr/>
          <a:lstStyle/>
          <a:p>
            <a:fld id="{F3469444-D02B-D446-9CF8-19DEDDE073D1}" type="slidenum">
              <a:rPr lang="en-GB" noProof="0" smtClean="0"/>
              <a:pPr/>
              <a:t>19</a:t>
            </a:fld>
            <a:endParaRPr lang="en-GB" noProof="0" dirty="0"/>
          </a:p>
        </p:txBody>
      </p:sp>
    </p:spTree>
    <p:extLst>
      <p:ext uri="{BB962C8B-B14F-4D97-AF65-F5344CB8AC3E}">
        <p14:creationId xmlns:p14="http://schemas.microsoft.com/office/powerpoint/2010/main" val="3484294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DBBA-A071-BB2C-748C-7FAA2DFAF24E}"/>
              </a:ext>
            </a:extLst>
          </p:cNvPr>
          <p:cNvSpPr>
            <a:spLocks noGrp="1"/>
          </p:cNvSpPr>
          <p:nvPr>
            <p:ph type="ctrTitle"/>
          </p:nvPr>
        </p:nvSpPr>
        <p:spPr/>
        <p:txBody>
          <a:bodyPr/>
          <a:lstStyle/>
          <a:p>
            <a:r>
              <a:rPr lang="en-GB" noProof="0" dirty="0"/>
              <a:t>Examples</a:t>
            </a:r>
          </a:p>
        </p:txBody>
      </p:sp>
      <p:sp>
        <p:nvSpPr>
          <p:cNvPr id="3" name="Text Placeholder 2">
            <a:extLst>
              <a:ext uri="{FF2B5EF4-FFF2-40B4-BE49-F238E27FC236}">
                <a16:creationId xmlns:a16="http://schemas.microsoft.com/office/drawing/2014/main" id="{DA7E294C-D176-C092-2F62-8B23AEE19765}"/>
              </a:ext>
            </a:extLst>
          </p:cNvPr>
          <p:cNvSpPr>
            <a:spLocks noGrp="1"/>
          </p:cNvSpPr>
          <p:nvPr>
            <p:ph type="body" sz="quarter" idx="14"/>
          </p:nvPr>
        </p:nvSpPr>
        <p:spPr/>
        <p:txBody>
          <a:bodyPr/>
          <a:lstStyle/>
          <a:p>
            <a:r>
              <a:rPr lang="en-GB" noProof="0" dirty="0"/>
              <a:t>{</a:t>
            </a:r>
          </a:p>
          <a:p>
            <a:r>
              <a:rPr lang="en-GB" noProof="0" dirty="0"/>
              <a:t>    “name”: “Jordan”,</a:t>
            </a:r>
          </a:p>
          <a:p>
            <a:r>
              <a:rPr lang="en-GB" noProof="0" dirty="0"/>
              <a:t>    “age”: 32,</a:t>
            </a:r>
          </a:p>
          <a:p>
            <a:r>
              <a:rPr lang="en-GB" noProof="0" dirty="0"/>
              <a:t>     “specialism”: “Java”</a:t>
            </a:r>
          </a:p>
          <a:p>
            <a:r>
              <a:rPr lang="en-GB" noProof="0" dirty="0"/>
              <a:t>}</a:t>
            </a:r>
          </a:p>
        </p:txBody>
      </p:sp>
      <p:sp>
        <p:nvSpPr>
          <p:cNvPr id="4" name="Text Placeholder 3">
            <a:extLst>
              <a:ext uri="{FF2B5EF4-FFF2-40B4-BE49-F238E27FC236}">
                <a16:creationId xmlns:a16="http://schemas.microsoft.com/office/drawing/2014/main" id="{5BD0DDF6-E824-FF99-0D42-963EEC4D5CC2}"/>
              </a:ext>
            </a:extLst>
          </p:cNvPr>
          <p:cNvSpPr>
            <a:spLocks noGrp="1"/>
          </p:cNvSpPr>
          <p:nvPr>
            <p:ph type="body" sz="quarter" idx="15"/>
          </p:nvPr>
        </p:nvSpPr>
        <p:spPr/>
        <p:txBody>
          <a:bodyPr/>
          <a:lstStyle/>
          <a:p>
            <a:r>
              <a:rPr lang="en-GB" noProof="0" dirty="0"/>
              <a:t>[  </a:t>
            </a:r>
          </a:p>
          <a:p>
            <a:r>
              <a:rPr lang="en-GB" noProof="0" dirty="0"/>
              <a:t>     {</a:t>
            </a:r>
          </a:p>
          <a:p>
            <a:r>
              <a:rPr lang="en-GB" noProof="0" dirty="0"/>
              <a:t>        “name”: “Jordan”,</a:t>
            </a:r>
          </a:p>
          <a:p>
            <a:r>
              <a:rPr lang="en-GB" noProof="0" dirty="0"/>
              <a:t>        “age”: 32,</a:t>
            </a:r>
          </a:p>
          <a:p>
            <a:r>
              <a:rPr lang="en-GB" noProof="0" dirty="0"/>
              <a:t>        “specialism”: “Java”</a:t>
            </a:r>
          </a:p>
          <a:p>
            <a:r>
              <a:rPr lang="en-GB" noProof="0" dirty="0"/>
              <a:t>    },</a:t>
            </a:r>
          </a:p>
          <a:p>
            <a:r>
              <a:rPr lang="en-GB" noProof="0" dirty="0"/>
              <a:t>    {</a:t>
            </a:r>
          </a:p>
          <a:p>
            <a:r>
              <a:rPr lang="en-GB" noProof="0" dirty="0"/>
              <a:t>        “name”: “Cameron”,</a:t>
            </a:r>
          </a:p>
          <a:p>
            <a:r>
              <a:rPr lang="en-GB" noProof="0" dirty="0"/>
              <a:t>        “age”: 31,</a:t>
            </a:r>
          </a:p>
          <a:p>
            <a:r>
              <a:rPr lang="en-GB" noProof="0" dirty="0"/>
              <a:t>        “specialism”: “Web”</a:t>
            </a:r>
          </a:p>
          <a:p>
            <a:r>
              <a:rPr lang="en-GB" noProof="0" dirty="0"/>
              <a:t>    }</a:t>
            </a:r>
          </a:p>
          <a:p>
            <a:r>
              <a:rPr lang="en-GB" noProof="0" dirty="0"/>
              <a:t>]</a:t>
            </a:r>
          </a:p>
          <a:p>
            <a:endParaRPr lang="en-GB" noProof="0" dirty="0"/>
          </a:p>
        </p:txBody>
      </p:sp>
      <p:sp>
        <p:nvSpPr>
          <p:cNvPr id="5" name="Slide Number Placeholder 4">
            <a:extLst>
              <a:ext uri="{FF2B5EF4-FFF2-40B4-BE49-F238E27FC236}">
                <a16:creationId xmlns:a16="http://schemas.microsoft.com/office/drawing/2014/main" id="{063D7535-1B58-DD52-F89D-514EB29E1A20}"/>
              </a:ext>
            </a:extLst>
          </p:cNvPr>
          <p:cNvSpPr>
            <a:spLocks noGrp="1"/>
          </p:cNvSpPr>
          <p:nvPr>
            <p:ph type="sldNum" sz="quarter" idx="12"/>
          </p:nvPr>
        </p:nvSpPr>
        <p:spPr/>
        <p:txBody>
          <a:bodyPr/>
          <a:lstStyle/>
          <a:p>
            <a:fld id="{F3469444-D02B-D446-9CF8-19DEDDE073D1}" type="slidenum">
              <a:rPr lang="en-GB" noProof="0" smtClean="0"/>
              <a:pPr/>
              <a:t>20</a:t>
            </a:fld>
            <a:endParaRPr lang="en-GB" noProof="0" dirty="0"/>
          </a:p>
        </p:txBody>
      </p:sp>
    </p:spTree>
    <p:extLst>
      <p:ext uri="{BB962C8B-B14F-4D97-AF65-F5344CB8AC3E}">
        <p14:creationId xmlns:p14="http://schemas.microsoft.com/office/powerpoint/2010/main" val="283491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FAF3C-A1B2-949F-CE35-199EA0BEE5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57D79A-915C-4202-0951-5D1D5A26DA69}"/>
              </a:ext>
            </a:extLst>
          </p:cNvPr>
          <p:cNvSpPr>
            <a:spLocks noGrp="1"/>
          </p:cNvSpPr>
          <p:nvPr>
            <p:ph type="ctrTitle"/>
          </p:nvPr>
        </p:nvSpPr>
        <p:spPr/>
        <p:txBody>
          <a:bodyPr/>
          <a:lstStyle/>
          <a:p>
            <a:r>
              <a:rPr lang="en-GB" noProof="0" dirty="0"/>
              <a:t>Postman</a:t>
            </a:r>
          </a:p>
        </p:txBody>
      </p:sp>
      <p:sp>
        <p:nvSpPr>
          <p:cNvPr id="5" name="Subtitle 4">
            <a:extLst>
              <a:ext uri="{FF2B5EF4-FFF2-40B4-BE49-F238E27FC236}">
                <a16:creationId xmlns:a16="http://schemas.microsoft.com/office/drawing/2014/main" id="{163232CA-9D3E-60A5-C272-597D2FB49FB9}"/>
              </a:ext>
            </a:extLst>
          </p:cNvPr>
          <p:cNvSpPr>
            <a:spLocks noGrp="1"/>
          </p:cNvSpPr>
          <p:nvPr>
            <p:ph type="subTitle" idx="1"/>
          </p:nvPr>
        </p:nvSpPr>
        <p:spPr/>
        <p:txBody>
          <a:bodyPr/>
          <a:lstStyle/>
          <a:p>
            <a:r>
              <a:rPr lang="en-GB" sz="1800" noProof="0" dirty="0"/>
              <a:t>AC0 Landing Zone</a:t>
            </a:r>
          </a:p>
        </p:txBody>
      </p:sp>
    </p:spTree>
    <p:extLst>
      <p:ext uri="{BB962C8B-B14F-4D97-AF65-F5344CB8AC3E}">
        <p14:creationId xmlns:p14="http://schemas.microsoft.com/office/powerpoint/2010/main" val="1342865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1015F-1DFB-AF74-A3D2-B79BD3E29A64}"/>
              </a:ext>
            </a:extLst>
          </p:cNvPr>
          <p:cNvSpPr>
            <a:spLocks noGrp="1"/>
          </p:cNvSpPr>
          <p:nvPr>
            <p:ph type="ctrTitle"/>
          </p:nvPr>
        </p:nvSpPr>
        <p:spPr/>
        <p:txBody>
          <a:bodyPr/>
          <a:lstStyle/>
          <a:p>
            <a:r>
              <a:rPr lang="en-GB" noProof="0" dirty="0"/>
              <a:t>What is Postman?</a:t>
            </a:r>
          </a:p>
        </p:txBody>
      </p:sp>
      <p:sp>
        <p:nvSpPr>
          <p:cNvPr id="3" name="Text Placeholder 2">
            <a:extLst>
              <a:ext uri="{FF2B5EF4-FFF2-40B4-BE49-F238E27FC236}">
                <a16:creationId xmlns:a16="http://schemas.microsoft.com/office/drawing/2014/main" id="{316035DD-5FB6-3CA1-6473-3B49FD617472}"/>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Free tool.</a:t>
            </a:r>
          </a:p>
          <a:p>
            <a:pPr marL="285750" indent="-285750">
              <a:buFont typeface="Arial" panose="020B0604020202020204" pitchFamily="34" charset="0"/>
              <a:buChar char="•"/>
            </a:pPr>
            <a:r>
              <a:rPr lang="en-GB" noProof="0" dirty="0"/>
              <a:t>Used to send requests and review responses.</a:t>
            </a:r>
          </a:p>
          <a:p>
            <a:pPr marL="285750" indent="-285750">
              <a:buFont typeface="Arial" panose="020B0604020202020204" pitchFamily="34" charset="0"/>
              <a:buChar char="•"/>
            </a:pPr>
            <a:r>
              <a:rPr lang="en-GB" noProof="0" dirty="0"/>
              <a:t>Extremely useful for testing any kind of API.</a:t>
            </a:r>
          </a:p>
          <a:p>
            <a:endParaRPr lang="en-GB" noProof="0" dirty="0"/>
          </a:p>
        </p:txBody>
      </p:sp>
      <p:sp>
        <p:nvSpPr>
          <p:cNvPr id="5" name="Slide Number Placeholder 4">
            <a:extLst>
              <a:ext uri="{FF2B5EF4-FFF2-40B4-BE49-F238E27FC236}">
                <a16:creationId xmlns:a16="http://schemas.microsoft.com/office/drawing/2014/main" id="{BD046A27-2199-807C-9828-3C64EEFE1431}"/>
              </a:ext>
            </a:extLst>
          </p:cNvPr>
          <p:cNvSpPr>
            <a:spLocks noGrp="1"/>
          </p:cNvSpPr>
          <p:nvPr>
            <p:ph type="sldNum" sz="quarter" idx="12"/>
          </p:nvPr>
        </p:nvSpPr>
        <p:spPr/>
        <p:txBody>
          <a:bodyPr/>
          <a:lstStyle/>
          <a:p>
            <a:fld id="{F3469444-D02B-D446-9CF8-19DEDDE073D1}" type="slidenum">
              <a:rPr lang="en-GB" noProof="0" smtClean="0"/>
              <a:pPr/>
              <a:t>22</a:t>
            </a:fld>
            <a:endParaRPr lang="en-GB" noProof="0" dirty="0"/>
          </a:p>
        </p:txBody>
      </p:sp>
    </p:spTree>
    <p:extLst>
      <p:ext uri="{BB962C8B-B14F-4D97-AF65-F5344CB8AC3E}">
        <p14:creationId xmlns:p14="http://schemas.microsoft.com/office/powerpoint/2010/main" val="42876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FA3B17-8680-7276-7E9E-EB668D8F94FD}"/>
              </a:ext>
            </a:extLst>
          </p:cNvPr>
          <p:cNvSpPr>
            <a:spLocks noGrp="1"/>
          </p:cNvSpPr>
          <p:nvPr>
            <p:ph type="ctrTitle"/>
          </p:nvPr>
        </p:nvSpPr>
        <p:spPr/>
        <p:txBody>
          <a:bodyPr/>
          <a:lstStyle/>
          <a:p>
            <a:r>
              <a:rPr lang="en-GB" noProof="0" dirty="0"/>
              <a:t>Lab: Postman</a:t>
            </a:r>
          </a:p>
        </p:txBody>
      </p:sp>
      <p:sp>
        <p:nvSpPr>
          <p:cNvPr id="6" name="Text Placeholder 5">
            <a:extLst>
              <a:ext uri="{FF2B5EF4-FFF2-40B4-BE49-F238E27FC236}">
                <a16:creationId xmlns:a16="http://schemas.microsoft.com/office/drawing/2014/main" id="{47F7AD0E-A147-1DC2-A78F-7539CF1C3D7E}"/>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Install Postman.</a:t>
            </a:r>
          </a:p>
          <a:p>
            <a:pPr marL="285750" indent="-285750">
              <a:buFont typeface="Arial" panose="020B0604020202020204" pitchFamily="34" charset="0"/>
              <a:buChar char="•"/>
            </a:pPr>
            <a:r>
              <a:rPr lang="en-GB" noProof="0" dirty="0"/>
              <a:t>Use Postman to interact with a public API and view responses.</a:t>
            </a:r>
          </a:p>
        </p:txBody>
      </p:sp>
      <p:sp>
        <p:nvSpPr>
          <p:cNvPr id="4" name="Slide Number Placeholder 3">
            <a:extLst>
              <a:ext uri="{FF2B5EF4-FFF2-40B4-BE49-F238E27FC236}">
                <a16:creationId xmlns:a16="http://schemas.microsoft.com/office/drawing/2014/main" id="{F7307E01-6A17-0400-60BC-80D5340F2F3A}"/>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GB" noProof="0" smtClean="0"/>
              <a:pPr/>
              <a:t>23</a:t>
            </a:fld>
            <a:endParaRPr lang="en-GB" noProof="0" dirty="0"/>
          </a:p>
        </p:txBody>
      </p:sp>
    </p:spTree>
    <p:extLst>
      <p:ext uri="{BB962C8B-B14F-4D97-AF65-F5344CB8AC3E}">
        <p14:creationId xmlns:p14="http://schemas.microsoft.com/office/powerpoint/2010/main" val="16660067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B8CBA-DD7C-F576-15A4-BD5EA7EDEC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0CC3C3-68E8-6A95-586F-0BA2750E47D3}"/>
              </a:ext>
            </a:extLst>
          </p:cNvPr>
          <p:cNvSpPr>
            <a:spLocks noGrp="1"/>
          </p:cNvSpPr>
          <p:nvPr>
            <p:ph type="ctrTitle"/>
          </p:nvPr>
        </p:nvSpPr>
        <p:spPr/>
        <p:txBody>
          <a:bodyPr/>
          <a:lstStyle/>
          <a:p>
            <a:r>
              <a:rPr lang="en-GB" noProof="0" dirty="0"/>
              <a:t>Making requests in Python</a:t>
            </a:r>
          </a:p>
        </p:txBody>
      </p:sp>
      <p:sp>
        <p:nvSpPr>
          <p:cNvPr id="5" name="Subtitle 4">
            <a:extLst>
              <a:ext uri="{FF2B5EF4-FFF2-40B4-BE49-F238E27FC236}">
                <a16:creationId xmlns:a16="http://schemas.microsoft.com/office/drawing/2014/main" id="{33CDA552-01A6-71E6-D8EF-EEBEF7BAA613}"/>
              </a:ext>
            </a:extLst>
          </p:cNvPr>
          <p:cNvSpPr>
            <a:spLocks noGrp="1"/>
          </p:cNvSpPr>
          <p:nvPr>
            <p:ph type="subTitle" idx="1"/>
          </p:nvPr>
        </p:nvSpPr>
        <p:spPr/>
        <p:txBody>
          <a:bodyPr/>
          <a:lstStyle/>
          <a:p>
            <a:r>
              <a:rPr lang="en-GB" sz="1800" noProof="0" dirty="0"/>
              <a:t>AC0 Landing Zone</a:t>
            </a:r>
          </a:p>
        </p:txBody>
      </p:sp>
    </p:spTree>
    <p:extLst>
      <p:ext uri="{BB962C8B-B14F-4D97-AF65-F5344CB8AC3E}">
        <p14:creationId xmlns:p14="http://schemas.microsoft.com/office/powerpoint/2010/main" val="3315062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D203E4-66BF-5F67-B9E6-35EDE0D5A9C9}"/>
              </a:ext>
            </a:extLst>
          </p:cNvPr>
          <p:cNvSpPr>
            <a:spLocks noGrp="1"/>
          </p:cNvSpPr>
          <p:nvPr>
            <p:ph type="ctrTitle"/>
          </p:nvPr>
        </p:nvSpPr>
        <p:spPr/>
        <p:txBody>
          <a:bodyPr/>
          <a:lstStyle/>
          <a:p>
            <a:r>
              <a:rPr lang="en-GB" noProof="0" dirty="0"/>
              <a:t>Requests library</a:t>
            </a:r>
          </a:p>
        </p:txBody>
      </p:sp>
      <p:sp>
        <p:nvSpPr>
          <p:cNvPr id="5" name="Text Placeholder 4">
            <a:extLst>
              <a:ext uri="{FF2B5EF4-FFF2-40B4-BE49-F238E27FC236}">
                <a16:creationId xmlns:a16="http://schemas.microsoft.com/office/drawing/2014/main" id="{5538A209-CAD3-AE51-45D3-4795703C580B}"/>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Python library for creating and sending HTTP requests.</a:t>
            </a:r>
          </a:p>
          <a:p>
            <a:pPr marL="285750" indent="-285750">
              <a:buFont typeface="Arial" panose="020B0604020202020204" pitchFamily="34" charset="0"/>
              <a:buChar char="•"/>
            </a:pPr>
            <a:r>
              <a:rPr lang="en-GB" noProof="0" dirty="0"/>
              <a:t>Created by the Python software foundation.</a:t>
            </a:r>
          </a:p>
          <a:p>
            <a:pPr marL="285750" indent="-285750">
              <a:buFont typeface="Arial" panose="020B0604020202020204" pitchFamily="34" charset="0"/>
              <a:buChar char="•"/>
            </a:pPr>
            <a:r>
              <a:rPr lang="en-GB" noProof="0" dirty="0"/>
              <a:t>Installed via Pip.</a:t>
            </a:r>
          </a:p>
        </p:txBody>
      </p:sp>
      <p:sp>
        <p:nvSpPr>
          <p:cNvPr id="2" name="Slide Number Placeholder 3">
            <a:extLst>
              <a:ext uri="{FF2B5EF4-FFF2-40B4-BE49-F238E27FC236}">
                <a16:creationId xmlns:a16="http://schemas.microsoft.com/office/drawing/2014/main" id="{6276AD8F-2E35-7B70-BBC6-4716E09F383A}"/>
              </a:ext>
            </a:extLst>
          </p:cNvPr>
          <p:cNvSpPr>
            <a:spLocks noGrp="1"/>
          </p:cNvSpPr>
          <p:nvPr>
            <p:ph type="sldNum" sz="quarter" idx="12"/>
          </p:nvPr>
        </p:nvSpPr>
        <p:spPr/>
        <p:txBody>
          <a:bodyPr/>
          <a:lstStyle/>
          <a:p>
            <a:fld id="{F3469444-D02B-D446-9CF8-19DEDDE073D1}" type="slidenum">
              <a:rPr lang="en-GB" noProof="0" smtClean="0"/>
              <a:pPr/>
              <a:t>25</a:t>
            </a:fld>
            <a:endParaRPr lang="en-GB" noProof="0" dirty="0"/>
          </a:p>
        </p:txBody>
      </p:sp>
      <p:sp>
        <p:nvSpPr>
          <p:cNvPr id="8" name="Text Placeholder 5">
            <a:extLst>
              <a:ext uri="{FF2B5EF4-FFF2-40B4-BE49-F238E27FC236}">
                <a16:creationId xmlns:a16="http://schemas.microsoft.com/office/drawing/2014/main" id="{903ADEE4-DDAB-1901-66FD-71EF2E3B86AD}"/>
              </a:ext>
            </a:extLst>
          </p:cNvPr>
          <p:cNvSpPr txBox="1">
            <a:spLocks/>
          </p:cNvSpPr>
          <p:nvPr/>
        </p:nvSpPr>
        <p:spPr>
          <a:xfrm>
            <a:off x="443920" y="3244465"/>
            <a:ext cx="4590303" cy="369069"/>
          </a:xfrm>
          <a:prstGeom prst="rect">
            <a:avLst/>
          </a:prstGeom>
          <a:solidFill>
            <a:schemeClr val="tx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solidFill>
                  <a:schemeClr val="bg1"/>
                </a:solidFill>
                <a:latin typeface="Consolas" panose="020B0609020204030204" pitchFamily="49" charset="0"/>
              </a:rPr>
              <a:t>$ python -m pip install requests</a:t>
            </a:r>
          </a:p>
          <a:p>
            <a:pPr marL="0" indent="0">
              <a:buNone/>
            </a:pPr>
            <a:endParaRPr lang="en-GB" dirty="0">
              <a:solidFill>
                <a:schemeClr val="bg1"/>
              </a:solidFill>
              <a:latin typeface="Consolas" panose="020B0609020204030204" pitchFamily="49" charset="0"/>
            </a:endParaRPr>
          </a:p>
        </p:txBody>
      </p:sp>
    </p:spTree>
    <p:extLst>
      <p:ext uri="{BB962C8B-B14F-4D97-AF65-F5344CB8AC3E}">
        <p14:creationId xmlns:p14="http://schemas.microsoft.com/office/powerpoint/2010/main" val="869403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F852E-FC23-46CE-08D7-71B36A4BFFFE}"/>
              </a:ext>
            </a:extLst>
          </p:cNvPr>
          <p:cNvSpPr>
            <a:spLocks noGrp="1"/>
          </p:cNvSpPr>
          <p:nvPr>
            <p:ph type="ctrTitle"/>
          </p:nvPr>
        </p:nvSpPr>
        <p:spPr/>
        <p:txBody>
          <a:bodyPr/>
          <a:lstStyle/>
          <a:p>
            <a:r>
              <a:rPr lang="en-GB" noProof="0" dirty="0"/>
              <a:t>Requests: Sending a GET request</a:t>
            </a:r>
          </a:p>
        </p:txBody>
      </p:sp>
      <p:sp>
        <p:nvSpPr>
          <p:cNvPr id="3" name="Text Placeholder 2">
            <a:extLst>
              <a:ext uri="{FF2B5EF4-FFF2-40B4-BE49-F238E27FC236}">
                <a16:creationId xmlns:a16="http://schemas.microsoft.com/office/drawing/2014/main" id="{FD6D21DB-C6FE-4CE1-36C0-763C072BEC8A}"/>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Import the </a:t>
            </a:r>
            <a:r>
              <a:rPr lang="en-GB" b="1" noProof="0" dirty="0"/>
              <a:t>request </a:t>
            </a:r>
            <a:r>
              <a:rPr lang="en-GB" noProof="0" dirty="0"/>
              <a:t>library.</a:t>
            </a:r>
          </a:p>
          <a:p>
            <a:pPr marL="285750" indent="-285750">
              <a:buFont typeface="Arial" panose="020B0604020202020204" pitchFamily="34" charset="0"/>
              <a:buChar char="•"/>
            </a:pPr>
            <a:r>
              <a:rPr lang="en-GB" noProof="0" dirty="0"/>
              <a:t>Create the </a:t>
            </a:r>
            <a:r>
              <a:rPr lang="en-GB" b="1" noProof="0" dirty="0"/>
              <a:t>URL</a:t>
            </a:r>
            <a:r>
              <a:rPr lang="en-GB" noProof="0" dirty="0"/>
              <a:t>.</a:t>
            </a:r>
          </a:p>
          <a:p>
            <a:pPr marL="285750" indent="-285750">
              <a:buFont typeface="Arial" panose="020B0604020202020204" pitchFamily="34" charset="0"/>
              <a:buChar char="•"/>
            </a:pPr>
            <a:r>
              <a:rPr lang="en-GB" noProof="0" dirty="0"/>
              <a:t>Use </a:t>
            </a:r>
            <a:r>
              <a:rPr lang="en-GB" b="1" noProof="0" dirty="0" err="1"/>
              <a:t>requests.get</a:t>
            </a:r>
            <a:r>
              <a:rPr lang="en-GB" b="1" noProof="0" dirty="0"/>
              <a:t>(</a:t>
            </a:r>
            <a:r>
              <a:rPr lang="en-GB" b="1" noProof="0" dirty="0" err="1"/>
              <a:t>url</a:t>
            </a:r>
            <a:r>
              <a:rPr lang="en-GB" b="1" noProof="0" dirty="0"/>
              <a:t>) </a:t>
            </a:r>
            <a:r>
              <a:rPr lang="en-GB" noProof="0" dirty="0"/>
              <a:t>to send the request.</a:t>
            </a:r>
          </a:p>
        </p:txBody>
      </p:sp>
      <p:sp>
        <p:nvSpPr>
          <p:cNvPr id="5" name="Slide Number Placeholder 4">
            <a:extLst>
              <a:ext uri="{FF2B5EF4-FFF2-40B4-BE49-F238E27FC236}">
                <a16:creationId xmlns:a16="http://schemas.microsoft.com/office/drawing/2014/main" id="{8866A678-D5A9-D41B-940E-F571C1F944BD}"/>
              </a:ext>
            </a:extLst>
          </p:cNvPr>
          <p:cNvSpPr>
            <a:spLocks noGrp="1"/>
          </p:cNvSpPr>
          <p:nvPr>
            <p:ph type="sldNum" sz="quarter" idx="12"/>
          </p:nvPr>
        </p:nvSpPr>
        <p:spPr/>
        <p:txBody>
          <a:bodyPr/>
          <a:lstStyle/>
          <a:p>
            <a:fld id="{F3469444-D02B-D446-9CF8-19DEDDE073D1}" type="slidenum">
              <a:rPr lang="en-GB" noProof="0" smtClean="0"/>
              <a:pPr/>
              <a:t>26</a:t>
            </a:fld>
            <a:endParaRPr lang="en-GB" noProof="0" dirty="0"/>
          </a:p>
        </p:txBody>
      </p:sp>
      <p:sp>
        <p:nvSpPr>
          <p:cNvPr id="8" name="Text Placeholder 3">
            <a:extLst>
              <a:ext uri="{FF2B5EF4-FFF2-40B4-BE49-F238E27FC236}">
                <a16:creationId xmlns:a16="http://schemas.microsoft.com/office/drawing/2014/main" id="{A37E5B93-C64A-6A53-697A-3FCF4998B230}"/>
              </a:ext>
            </a:extLst>
          </p:cNvPr>
          <p:cNvSpPr txBox="1">
            <a:spLocks/>
          </p:cNvSpPr>
          <p:nvPr/>
        </p:nvSpPr>
        <p:spPr>
          <a:xfrm>
            <a:off x="456042" y="3293950"/>
            <a:ext cx="5639958" cy="2179016"/>
          </a:xfrm>
          <a:prstGeom prst="rect">
            <a:avLst/>
          </a:prstGeom>
          <a:solidFill>
            <a:schemeClr val="tx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solidFill>
                  <a:schemeClr val="bg1"/>
                </a:solidFill>
                <a:latin typeface="Consolas" panose="020B0609020204030204" pitchFamily="49" charset="0"/>
              </a:rPr>
              <a:t>import requests</a:t>
            </a:r>
          </a:p>
          <a:p>
            <a:pPr marL="0" indent="0">
              <a:buNone/>
            </a:pPr>
            <a:endParaRPr lang="en-GB">
              <a:solidFill>
                <a:schemeClr val="bg1"/>
              </a:solidFill>
              <a:latin typeface="Consolas" panose="020B0609020204030204" pitchFamily="49" charset="0"/>
            </a:endParaRPr>
          </a:p>
          <a:p>
            <a:pPr marL="0" indent="0">
              <a:buNone/>
            </a:pPr>
            <a:r>
              <a:rPr lang="en-GB">
                <a:solidFill>
                  <a:schemeClr val="bg1"/>
                </a:solidFill>
                <a:latin typeface="Consolas" panose="020B0609020204030204" pitchFamily="49" charset="0"/>
              </a:rPr>
              <a:t>url = "https://api.restful-api.dev/objects"</a:t>
            </a:r>
          </a:p>
          <a:p>
            <a:pPr marL="0" indent="0">
              <a:buNone/>
            </a:pPr>
            <a:endParaRPr lang="en-GB">
              <a:solidFill>
                <a:schemeClr val="bg1"/>
              </a:solidFill>
              <a:latin typeface="Consolas" panose="020B0609020204030204" pitchFamily="49" charset="0"/>
            </a:endParaRPr>
          </a:p>
          <a:p>
            <a:pPr marL="0" indent="0">
              <a:buNone/>
            </a:pPr>
            <a:r>
              <a:rPr lang="en-GB">
                <a:solidFill>
                  <a:schemeClr val="bg1"/>
                </a:solidFill>
                <a:latin typeface="Consolas" panose="020B0609020204030204" pitchFamily="49" charset="0"/>
              </a:rPr>
              <a:t>res = requests.get(url)</a:t>
            </a:r>
            <a:endParaRPr lang="en-GB" dirty="0">
              <a:solidFill>
                <a:schemeClr val="bg1"/>
              </a:solidFill>
              <a:latin typeface="Consolas" panose="020B0609020204030204" pitchFamily="49" charset="0"/>
            </a:endParaRPr>
          </a:p>
        </p:txBody>
      </p:sp>
    </p:spTree>
    <p:extLst>
      <p:ext uri="{BB962C8B-B14F-4D97-AF65-F5344CB8AC3E}">
        <p14:creationId xmlns:p14="http://schemas.microsoft.com/office/powerpoint/2010/main" val="1628803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46D5-A958-2255-0A6C-ADC444B7CE1F}"/>
              </a:ext>
            </a:extLst>
          </p:cNvPr>
          <p:cNvSpPr>
            <a:spLocks noGrp="1"/>
          </p:cNvSpPr>
          <p:nvPr>
            <p:ph type="ctrTitle"/>
          </p:nvPr>
        </p:nvSpPr>
        <p:spPr/>
        <p:txBody>
          <a:bodyPr/>
          <a:lstStyle/>
          <a:p>
            <a:r>
              <a:rPr lang="en-GB" noProof="0" dirty="0"/>
              <a:t>Requests: Accessing the response</a:t>
            </a:r>
          </a:p>
        </p:txBody>
      </p:sp>
      <p:sp>
        <p:nvSpPr>
          <p:cNvPr id="3" name="Text Placeholder 2">
            <a:extLst>
              <a:ext uri="{FF2B5EF4-FFF2-40B4-BE49-F238E27FC236}">
                <a16:creationId xmlns:a16="http://schemas.microsoft.com/office/drawing/2014/main" id="{413C5132-3DFD-8894-0E43-A442DBDF763A}"/>
              </a:ext>
            </a:extLst>
          </p:cNvPr>
          <p:cNvSpPr>
            <a:spLocks noGrp="1"/>
          </p:cNvSpPr>
          <p:nvPr>
            <p:ph type="body" sz="quarter" idx="14"/>
          </p:nvPr>
        </p:nvSpPr>
        <p:spPr/>
        <p:txBody>
          <a:bodyPr/>
          <a:lstStyle/>
          <a:p>
            <a:r>
              <a:rPr lang="en-GB" noProof="0" dirty="0"/>
              <a:t>From the response, we can access the:</a:t>
            </a:r>
          </a:p>
          <a:p>
            <a:pPr marL="285750" indent="-285750">
              <a:buFont typeface="Arial" panose="020B0604020202020204" pitchFamily="34" charset="0"/>
              <a:buChar char="•"/>
            </a:pPr>
            <a:r>
              <a:rPr lang="en-GB" noProof="0" dirty="0"/>
              <a:t>Status code.</a:t>
            </a:r>
          </a:p>
          <a:p>
            <a:pPr marL="285750" indent="-285750">
              <a:buFont typeface="Arial" panose="020B0604020202020204" pitchFamily="34" charset="0"/>
              <a:buChar char="•"/>
            </a:pPr>
            <a:r>
              <a:rPr lang="en-GB" noProof="0" dirty="0"/>
              <a:t>Headers.</a:t>
            </a:r>
          </a:p>
          <a:p>
            <a:pPr marL="285750" indent="-285750">
              <a:buFont typeface="Arial" panose="020B0604020202020204" pitchFamily="34" charset="0"/>
              <a:buChar char="•"/>
            </a:pPr>
            <a:r>
              <a:rPr lang="en-GB" noProof="0" dirty="0"/>
              <a:t>Body.</a:t>
            </a:r>
          </a:p>
          <a:p>
            <a:pPr marL="285750" indent="-285750">
              <a:buFont typeface="Arial" panose="020B0604020202020204" pitchFamily="34" charset="0"/>
              <a:buChar char="•"/>
            </a:pPr>
            <a:endParaRPr lang="en-GB" noProof="0" dirty="0"/>
          </a:p>
          <a:p>
            <a:r>
              <a:rPr lang="en-GB" noProof="0" dirty="0"/>
              <a:t>The response body is a </a:t>
            </a:r>
            <a:r>
              <a:rPr lang="en-GB" b="1" noProof="0" dirty="0"/>
              <a:t>list </a:t>
            </a:r>
            <a:r>
              <a:rPr lang="en-GB" noProof="0" dirty="0"/>
              <a:t>and can therefore be interacted with the same ways we saw earlier in the week.</a:t>
            </a:r>
          </a:p>
        </p:txBody>
      </p:sp>
      <p:sp>
        <p:nvSpPr>
          <p:cNvPr id="4" name="Text Placeholder 3">
            <a:extLst>
              <a:ext uri="{FF2B5EF4-FFF2-40B4-BE49-F238E27FC236}">
                <a16:creationId xmlns:a16="http://schemas.microsoft.com/office/drawing/2014/main" id="{C209FAA1-2D07-FF21-0946-D0441F82E0AD}"/>
              </a:ext>
            </a:extLst>
          </p:cNvPr>
          <p:cNvSpPr>
            <a:spLocks noGrp="1"/>
          </p:cNvSpPr>
          <p:nvPr>
            <p:ph type="body" sz="quarter" idx="15"/>
          </p:nvPr>
        </p:nvSpPr>
        <p:spPr>
          <a:xfrm>
            <a:off x="6108121" y="1733108"/>
            <a:ext cx="6000592" cy="4061405"/>
          </a:xfrm>
          <a:solidFill>
            <a:schemeClr val="tx1"/>
          </a:solidFill>
        </p:spPr>
        <p:txBody>
          <a:bodyPr/>
          <a:lstStyle/>
          <a:p>
            <a:r>
              <a:rPr lang="en-GB" noProof="0" dirty="0">
                <a:solidFill>
                  <a:schemeClr val="bg1"/>
                </a:solidFill>
                <a:latin typeface="Consolas" panose="020B0609020204030204" pitchFamily="49" charset="0"/>
              </a:rPr>
              <a:t>print("Status:", </a:t>
            </a:r>
            <a:r>
              <a:rPr lang="en-GB" noProof="0" dirty="0" err="1">
                <a:solidFill>
                  <a:schemeClr val="bg1"/>
                </a:solidFill>
                <a:latin typeface="Consolas" panose="020B0609020204030204" pitchFamily="49" charset="0"/>
              </a:rPr>
              <a:t>res.status_code</a:t>
            </a:r>
            <a:r>
              <a:rPr lang="en-GB" noProof="0" dirty="0">
                <a:solidFill>
                  <a:schemeClr val="bg1"/>
                </a:solidFill>
                <a:latin typeface="Consolas" panose="020B0609020204030204" pitchFamily="49" charset="0"/>
              </a:rPr>
              <a:t>)</a:t>
            </a:r>
          </a:p>
          <a:p>
            <a:endParaRPr lang="en-GB" noProof="0" dirty="0">
              <a:solidFill>
                <a:schemeClr val="bg1"/>
              </a:solidFill>
              <a:latin typeface="Consolas" panose="020B0609020204030204" pitchFamily="49" charset="0"/>
            </a:endParaRPr>
          </a:p>
          <a:p>
            <a:r>
              <a:rPr lang="en-GB" noProof="0" dirty="0">
                <a:solidFill>
                  <a:schemeClr val="bg1"/>
                </a:solidFill>
                <a:latin typeface="Consolas" panose="020B0609020204030204" pitchFamily="49" charset="0"/>
              </a:rPr>
              <a:t>print("Headers:", </a:t>
            </a:r>
            <a:r>
              <a:rPr lang="en-GB" noProof="0" dirty="0" err="1">
                <a:solidFill>
                  <a:schemeClr val="bg1"/>
                </a:solidFill>
                <a:latin typeface="Consolas" panose="020B0609020204030204" pitchFamily="49" charset="0"/>
              </a:rPr>
              <a:t>res.headers</a:t>
            </a:r>
            <a:r>
              <a:rPr lang="en-GB" noProof="0" dirty="0">
                <a:solidFill>
                  <a:schemeClr val="bg1"/>
                </a:solidFill>
                <a:latin typeface="Consolas" panose="020B0609020204030204" pitchFamily="49" charset="0"/>
              </a:rPr>
              <a:t>['Content-Type'])</a:t>
            </a:r>
          </a:p>
          <a:p>
            <a:endParaRPr lang="en-GB" noProof="0" dirty="0">
              <a:solidFill>
                <a:schemeClr val="bg1"/>
              </a:solidFill>
              <a:latin typeface="Consolas" panose="020B0609020204030204" pitchFamily="49" charset="0"/>
            </a:endParaRPr>
          </a:p>
          <a:p>
            <a:r>
              <a:rPr lang="en-GB" noProof="0" dirty="0">
                <a:solidFill>
                  <a:schemeClr val="bg1"/>
                </a:solidFill>
                <a:latin typeface="Consolas" panose="020B0609020204030204" pitchFamily="49" charset="0"/>
              </a:rPr>
              <a:t>print("JSON:", </a:t>
            </a:r>
            <a:r>
              <a:rPr lang="en-GB" noProof="0" dirty="0" err="1">
                <a:solidFill>
                  <a:schemeClr val="bg1"/>
                </a:solidFill>
                <a:latin typeface="Consolas" panose="020B0609020204030204" pitchFamily="49" charset="0"/>
              </a:rPr>
              <a:t>res.json</a:t>
            </a:r>
            <a:r>
              <a:rPr lang="en-GB" noProof="0" dirty="0">
                <a:solidFill>
                  <a:schemeClr val="bg1"/>
                </a:solidFill>
                <a:latin typeface="Consolas" panose="020B0609020204030204" pitchFamily="49" charset="0"/>
              </a:rPr>
              <a:t>())</a:t>
            </a:r>
          </a:p>
          <a:p>
            <a:endParaRPr lang="en-GB" noProof="0" dirty="0">
              <a:solidFill>
                <a:schemeClr val="bg1"/>
              </a:solidFill>
              <a:latin typeface="Consolas" panose="020B0609020204030204" pitchFamily="49" charset="0"/>
            </a:endParaRPr>
          </a:p>
          <a:p>
            <a:r>
              <a:rPr lang="en-GB" noProof="0" dirty="0">
                <a:solidFill>
                  <a:schemeClr val="bg1"/>
                </a:solidFill>
                <a:latin typeface="Consolas" panose="020B0609020204030204" pitchFamily="49" charset="0"/>
              </a:rPr>
              <a:t>data = </a:t>
            </a:r>
            <a:r>
              <a:rPr lang="en-GB" noProof="0" dirty="0" err="1">
                <a:solidFill>
                  <a:schemeClr val="bg1"/>
                </a:solidFill>
                <a:latin typeface="Consolas" panose="020B0609020204030204" pitchFamily="49" charset="0"/>
              </a:rPr>
              <a:t>res.json</a:t>
            </a:r>
            <a:r>
              <a:rPr lang="en-GB" noProof="0" dirty="0">
                <a:solidFill>
                  <a:schemeClr val="bg1"/>
                </a:solidFill>
                <a:latin typeface="Consolas" panose="020B0609020204030204" pitchFamily="49" charset="0"/>
              </a:rPr>
              <a:t>()</a:t>
            </a:r>
          </a:p>
          <a:p>
            <a:endParaRPr lang="en-GB" noProof="0" dirty="0">
              <a:solidFill>
                <a:schemeClr val="bg1"/>
              </a:solidFill>
              <a:latin typeface="Consolas" panose="020B0609020204030204" pitchFamily="49" charset="0"/>
            </a:endParaRPr>
          </a:p>
          <a:p>
            <a:r>
              <a:rPr lang="en-GB" noProof="0" dirty="0">
                <a:solidFill>
                  <a:schemeClr val="bg1"/>
                </a:solidFill>
                <a:latin typeface="Consolas" panose="020B0609020204030204" pitchFamily="49" charset="0"/>
              </a:rPr>
              <a:t>for item in data:</a:t>
            </a:r>
          </a:p>
          <a:p>
            <a:r>
              <a:rPr lang="en-GB" noProof="0" dirty="0">
                <a:solidFill>
                  <a:schemeClr val="bg1"/>
                </a:solidFill>
                <a:latin typeface="Consolas" panose="020B0609020204030204" pitchFamily="49" charset="0"/>
              </a:rPr>
              <a:t>    print(item)</a:t>
            </a:r>
          </a:p>
        </p:txBody>
      </p:sp>
      <p:sp>
        <p:nvSpPr>
          <p:cNvPr id="5" name="Slide Number Placeholder 4">
            <a:extLst>
              <a:ext uri="{FF2B5EF4-FFF2-40B4-BE49-F238E27FC236}">
                <a16:creationId xmlns:a16="http://schemas.microsoft.com/office/drawing/2014/main" id="{9C238878-AA0D-971B-2615-22968967B724}"/>
              </a:ext>
            </a:extLst>
          </p:cNvPr>
          <p:cNvSpPr>
            <a:spLocks noGrp="1"/>
          </p:cNvSpPr>
          <p:nvPr>
            <p:ph type="sldNum" sz="quarter" idx="12"/>
          </p:nvPr>
        </p:nvSpPr>
        <p:spPr/>
        <p:txBody>
          <a:bodyPr/>
          <a:lstStyle/>
          <a:p>
            <a:fld id="{F3469444-D02B-D446-9CF8-19DEDDE073D1}" type="slidenum">
              <a:rPr lang="en-GB" noProof="0" smtClean="0"/>
              <a:pPr/>
              <a:t>27</a:t>
            </a:fld>
            <a:endParaRPr lang="en-GB" noProof="0" dirty="0"/>
          </a:p>
        </p:txBody>
      </p:sp>
    </p:spTree>
    <p:extLst>
      <p:ext uri="{BB962C8B-B14F-4D97-AF65-F5344CB8AC3E}">
        <p14:creationId xmlns:p14="http://schemas.microsoft.com/office/powerpoint/2010/main" val="1471556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9B98D-9BE9-B82E-C05A-741A0149C46C}"/>
              </a:ext>
            </a:extLst>
          </p:cNvPr>
          <p:cNvSpPr>
            <a:spLocks noGrp="1"/>
          </p:cNvSpPr>
          <p:nvPr>
            <p:ph type="ctrTitle"/>
          </p:nvPr>
        </p:nvSpPr>
        <p:spPr/>
        <p:txBody>
          <a:bodyPr/>
          <a:lstStyle/>
          <a:p>
            <a:r>
              <a:rPr lang="en-GB" noProof="0" dirty="0"/>
              <a:t>Requests: POST</a:t>
            </a:r>
          </a:p>
        </p:txBody>
      </p:sp>
      <p:sp>
        <p:nvSpPr>
          <p:cNvPr id="3" name="Text Placeholder 2">
            <a:extLst>
              <a:ext uri="{FF2B5EF4-FFF2-40B4-BE49-F238E27FC236}">
                <a16:creationId xmlns:a16="http://schemas.microsoft.com/office/drawing/2014/main" id="{966F691F-7638-2683-308F-21C90D44A21E}"/>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Similar to sending a GET request.</a:t>
            </a:r>
          </a:p>
          <a:p>
            <a:pPr marL="285750" indent="-285750">
              <a:buFont typeface="Arial" panose="020B0604020202020204" pitchFamily="34" charset="0"/>
              <a:buChar char="•"/>
            </a:pPr>
            <a:r>
              <a:rPr lang="en-GB" noProof="0" dirty="0"/>
              <a:t>Save the request body as a dictionary.</a:t>
            </a:r>
          </a:p>
          <a:p>
            <a:pPr marL="285750" indent="-285750">
              <a:buFont typeface="Arial" panose="020B0604020202020204" pitchFamily="34" charset="0"/>
              <a:buChar char="•"/>
            </a:pPr>
            <a:r>
              <a:rPr lang="en-GB" noProof="0" dirty="0"/>
              <a:t>Pass the body into the request using the </a:t>
            </a:r>
            <a:r>
              <a:rPr lang="en-GB" b="1" noProof="0" dirty="0"/>
              <a:t>JSON </a:t>
            </a:r>
            <a:r>
              <a:rPr lang="en-GB" noProof="0" dirty="0"/>
              <a:t>parameter.</a:t>
            </a:r>
          </a:p>
        </p:txBody>
      </p:sp>
      <p:sp>
        <p:nvSpPr>
          <p:cNvPr id="4" name="Text Placeholder 3">
            <a:extLst>
              <a:ext uri="{FF2B5EF4-FFF2-40B4-BE49-F238E27FC236}">
                <a16:creationId xmlns:a16="http://schemas.microsoft.com/office/drawing/2014/main" id="{349A1451-5075-25D9-6BB0-019A9397EDA3}"/>
              </a:ext>
            </a:extLst>
          </p:cNvPr>
          <p:cNvSpPr>
            <a:spLocks noGrp="1"/>
          </p:cNvSpPr>
          <p:nvPr>
            <p:ph type="body" sz="quarter" idx="15"/>
          </p:nvPr>
        </p:nvSpPr>
        <p:spPr>
          <a:xfrm>
            <a:off x="6108120" y="1733108"/>
            <a:ext cx="5807359" cy="4752533"/>
          </a:xfrm>
          <a:solidFill>
            <a:schemeClr val="tx1"/>
          </a:solidFill>
        </p:spPr>
        <p:txBody>
          <a:bodyPr/>
          <a:lstStyle/>
          <a:p>
            <a:r>
              <a:rPr lang="en-GB" noProof="0" dirty="0">
                <a:solidFill>
                  <a:schemeClr val="bg1"/>
                </a:solidFill>
                <a:latin typeface="Consolas" panose="020B0609020204030204" pitchFamily="49" charset="0"/>
              </a:rPr>
              <a:t>body = {</a:t>
            </a:r>
          </a:p>
          <a:p>
            <a:r>
              <a:rPr lang="en-GB" noProof="0" dirty="0">
                <a:solidFill>
                  <a:schemeClr val="bg1"/>
                </a:solidFill>
                <a:latin typeface="Consolas" panose="020B0609020204030204" pitchFamily="49" charset="0"/>
              </a:rPr>
              <a:t>  "name": "Apple MacBook Pro 16",</a:t>
            </a:r>
          </a:p>
          <a:p>
            <a:r>
              <a:rPr lang="en-GB" noProof="0" dirty="0">
                <a:solidFill>
                  <a:schemeClr val="bg1"/>
                </a:solidFill>
                <a:latin typeface="Consolas" panose="020B0609020204030204" pitchFamily="49" charset="0"/>
              </a:rPr>
              <a:t>  "data": {</a:t>
            </a:r>
          </a:p>
          <a:p>
            <a:r>
              <a:rPr lang="en-GB" noProof="0" dirty="0">
                <a:solidFill>
                  <a:schemeClr val="bg1"/>
                </a:solidFill>
                <a:latin typeface="Consolas" panose="020B0609020204030204" pitchFamily="49" charset="0"/>
              </a:rPr>
              <a:t>    "year": 2019,</a:t>
            </a:r>
          </a:p>
          <a:p>
            <a:r>
              <a:rPr lang="en-GB" noProof="0" dirty="0">
                <a:solidFill>
                  <a:schemeClr val="bg1"/>
                </a:solidFill>
                <a:latin typeface="Consolas" panose="020B0609020204030204" pitchFamily="49" charset="0"/>
              </a:rPr>
              <a:t>    "price": 1849.99,</a:t>
            </a:r>
          </a:p>
          <a:p>
            <a:r>
              <a:rPr lang="en-GB" noProof="0" dirty="0">
                <a:solidFill>
                  <a:schemeClr val="bg1"/>
                </a:solidFill>
                <a:latin typeface="Consolas" panose="020B0609020204030204" pitchFamily="49" charset="0"/>
              </a:rPr>
              <a:t>    "CPU model": "Intel Core i9",</a:t>
            </a:r>
          </a:p>
          <a:p>
            <a:r>
              <a:rPr lang="en-GB" noProof="0" dirty="0">
                <a:solidFill>
                  <a:schemeClr val="bg1"/>
                </a:solidFill>
                <a:latin typeface="Consolas" panose="020B0609020204030204" pitchFamily="49" charset="0"/>
              </a:rPr>
              <a:t>    "Hard disk size": "1 TB"</a:t>
            </a:r>
          </a:p>
          <a:p>
            <a:r>
              <a:rPr lang="en-GB" noProof="0" dirty="0">
                <a:solidFill>
                  <a:schemeClr val="bg1"/>
                </a:solidFill>
                <a:latin typeface="Consolas" panose="020B0609020204030204" pitchFamily="49" charset="0"/>
              </a:rPr>
              <a:t>  }</a:t>
            </a:r>
          </a:p>
          <a:p>
            <a:r>
              <a:rPr lang="en-GB" noProof="0" dirty="0">
                <a:solidFill>
                  <a:schemeClr val="bg1"/>
                </a:solidFill>
                <a:latin typeface="Consolas" panose="020B0609020204030204" pitchFamily="49" charset="0"/>
              </a:rPr>
              <a:t>}</a:t>
            </a:r>
          </a:p>
          <a:p>
            <a:r>
              <a:rPr lang="en-GB" noProof="0" dirty="0">
                <a:solidFill>
                  <a:schemeClr val="bg1"/>
                </a:solidFill>
                <a:latin typeface="Consolas" panose="020B0609020204030204" pitchFamily="49" charset="0"/>
              </a:rPr>
              <a:t>print("Sending POST request:")</a:t>
            </a:r>
          </a:p>
          <a:p>
            <a:r>
              <a:rPr lang="en-GB" noProof="0" dirty="0">
                <a:solidFill>
                  <a:schemeClr val="bg1"/>
                </a:solidFill>
                <a:latin typeface="Consolas" panose="020B0609020204030204" pitchFamily="49" charset="0"/>
              </a:rPr>
              <a:t>res2 = </a:t>
            </a:r>
            <a:r>
              <a:rPr lang="en-GB" noProof="0" dirty="0" err="1">
                <a:solidFill>
                  <a:schemeClr val="bg1"/>
                </a:solidFill>
                <a:latin typeface="Consolas" panose="020B0609020204030204" pitchFamily="49" charset="0"/>
              </a:rPr>
              <a:t>requests.post</a:t>
            </a:r>
            <a:r>
              <a:rPr lang="en-GB" noProof="0" dirty="0">
                <a:solidFill>
                  <a:schemeClr val="bg1"/>
                </a:solidFill>
                <a:latin typeface="Consolas" panose="020B0609020204030204" pitchFamily="49" charset="0"/>
              </a:rPr>
              <a:t>(</a:t>
            </a:r>
            <a:r>
              <a:rPr lang="en-GB" noProof="0" dirty="0" err="1">
                <a:solidFill>
                  <a:schemeClr val="bg1"/>
                </a:solidFill>
                <a:latin typeface="Consolas" panose="020B0609020204030204" pitchFamily="49" charset="0"/>
              </a:rPr>
              <a:t>url</a:t>
            </a:r>
            <a:r>
              <a:rPr lang="en-GB" noProof="0" dirty="0">
                <a:solidFill>
                  <a:schemeClr val="bg1"/>
                </a:solidFill>
                <a:latin typeface="Consolas" panose="020B0609020204030204" pitchFamily="49" charset="0"/>
              </a:rPr>
              <a:t>, </a:t>
            </a:r>
            <a:r>
              <a:rPr lang="en-GB" noProof="0" dirty="0" err="1">
                <a:solidFill>
                  <a:schemeClr val="bg1"/>
                </a:solidFill>
                <a:latin typeface="Consolas" panose="020B0609020204030204" pitchFamily="49" charset="0"/>
              </a:rPr>
              <a:t>json</a:t>
            </a:r>
            <a:r>
              <a:rPr lang="en-GB" noProof="0" dirty="0">
                <a:solidFill>
                  <a:schemeClr val="bg1"/>
                </a:solidFill>
                <a:latin typeface="Consolas" panose="020B0609020204030204" pitchFamily="49" charset="0"/>
              </a:rPr>
              <a:t>=body)</a:t>
            </a:r>
          </a:p>
        </p:txBody>
      </p:sp>
      <p:sp>
        <p:nvSpPr>
          <p:cNvPr id="5" name="Slide Number Placeholder 4">
            <a:extLst>
              <a:ext uri="{FF2B5EF4-FFF2-40B4-BE49-F238E27FC236}">
                <a16:creationId xmlns:a16="http://schemas.microsoft.com/office/drawing/2014/main" id="{766AB94E-ADC1-4461-08CC-6E23863C3833}"/>
              </a:ext>
            </a:extLst>
          </p:cNvPr>
          <p:cNvSpPr>
            <a:spLocks noGrp="1"/>
          </p:cNvSpPr>
          <p:nvPr>
            <p:ph type="sldNum" sz="quarter" idx="12"/>
          </p:nvPr>
        </p:nvSpPr>
        <p:spPr/>
        <p:txBody>
          <a:bodyPr/>
          <a:lstStyle/>
          <a:p>
            <a:fld id="{F3469444-D02B-D446-9CF8-19DEDDE073D1}" type="slidenum">
              <a:rPr lang="en-GB" noProof="0" smtClean="0"/>
              <a:pPr/>
              <a:t>28</a:t>
            </a:fld>
            <a:endParaRPr lang="en-GB" noProof="0" dirty="0"/>
          </a:p>
        </p:txBody>
      </p:sp>
    </p:spTree>
    <p:extLst>
      <p:ext uri="{BB962C8B-B14F-4D97-AF65-F5344CB8AC3E}">
        <p14:creationId xmlns:p14="http://schemas.microsoft.com/office/powerpoint/2010/main" val="3963747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33413D-D274-51A0-7A2C-2B9BAE8B5672}"/>
              </a:ext>
            </a:extLst>
          </p:cNvPr>
          <p:cNvSpPr>
            <a:spLocks noGrp="1"/>
          </p:cNvSpPr>
          <p:nvPr>
            <p:ph type="body" sz="quarter" idx="13"/>
          </p:nvPr>
        </p:nvSpPr>
        <p:spPr/>
        <p:txBody>
          <a:bodyPr/>
          <a:lstStyle/>
          <a:p>
            <a:r>
              <a:rPr lang="en-GB" noProof="0" dirty="0"/>
              <a:t>Course recap</a:t>
            </a:r>
          </a:p>
        </p:txBody>
      </p:sp>
    </p:spTree>
    <p:extLst>
      <p:ext uri="{BB962C8B-B14F-4D97-AF65-F5344CB8AC3E}">
        <p14:creationId xmlns:p14="http://schemas.microsoft.com/office/powerpoint/2010/main" val="3469744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0EB6C1-7C70-C823-9FBA-1580E525EE7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E194CE2-F339-10F0-5A21-5ECF34DE70A8}"/>
              </a:ext>
            </a:extLst>
          </p:cNvPr>
          <p:cNvSpPr>
            <a:spLocks noGrp="1"/>
          </p:cNvSpPr>
          <p:nvPr>
            <p:ph type="body" sz="quarter" idx="13"/>
          </p:nvPr>
        </p:nvSpPr>
        <p:spPr/>
        <p:txBody>
          <a:bodyPr/>
          <a:lstStyle/>
          <a:p>
            <a:r>
              <a:rPr lang="en-GB" noProof="0" dirty="0"/>
              <a:t>What’s next?</a:t>
            </a:r>
          </a:p>
        </p:txBody>
      </p:sp>
    </p:spTree>
    <p:extLst>
      <p:ext uri="{BB962C8B-B14F-4D97-AF65-F5344CB8AC3E}">
        <p14:creationId xmlns:p14="http://schemas.microsoft.com/office/powerpoint/2010/main" val="4228028031"/>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03C9DAE7-4CE2-4F1B-B631-569693C850E8}"/>
    </a:ext>
  </a:extLst>
</a:theme>
</file>

<file path=ppt/theme/theme2.xml><?xml version="1.0" encoding="utf-8"?>
<a:theme xmlns:a="http://schemas.openxmlformats.org/drawingml/2006/main" name="Intro Blu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67E3283C-8A64-4B1D-A61E-795298BB5830}"/>
    </a:ext>
  </a:extLst>
</a:theme>
</file>

<file path=ppt/theme/theme3.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43D45BDA-7479-44BF-9440-3BC6B5C0450F}"/>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16DAB981-2881-4CDA-A635-5AD4D7BB4B83}"/>
    </a:ext>
  </a:extLst>
</a:theme>
</file>

<file path=ppt/theme/theme5.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E47488F8-EDFA-4EFE-9550-1F65B6FE3BA0}"/>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1b58b7f-359e-418a-8fc0-c5d77d026bdc" xsi:nil="true"/>
    <lcf76f155ced4ddcb4097134ff3c332f xmlns="04dd4f8b-4e55-4b0f-90ae-c416a13e2e6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88ECE2E70AB8B46B2C449C81E540480" ma:contentTypeVersion="18" ma:contentTypeDescription="Create a new document." ma:contentTypeScope="" ma:versionID="d9ffd49c04fc9c0865ce7004c993e985">
  <xsd:schema xmlns:xsd="http://www.w3.org/2001/XMLSchema" xmlns:xs="http://www.w3.org/2001/XMLSchema" xmlns:p="http://schemas.microsoft.com/office/2006/metadata/properties" xmlns:ns2="04dd4f8b-4e55-4b0f-90ae-c416a13e2e63" xmlns:ns3="51b58b7f-359e-418a-8fc0-c5d77d026bdc" targetNamespace="http://schemas.microsoft.com/office/2006/metadata/properties" ma:root="true" ma:fieldsID="ccdc2107fd520bd49719624c78f55497" ns2:_="" ns3:_="">
    <xsd:import namespace="04dd4f8b-4e55-4b0f-90ae-c416a13e2e63"/>
    <xsd:import namespace="51b58b7f-359e-418a-8fc0-c5d77d026b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dd4f8b-4e55-4b0f-90ae-c416a13e2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b58b7f-359e-418a-8fc0-c5d77d026bd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6cab36d1-5858-4ca2-a0c9-f8a3e3f82027}" ma:internalName="TaxCatchAll" ma:showField="CatchAllData" ma:web="51b58b7f-359e-418a-8fc0-c5d77d026b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C71F1D-A98C-43DF-A986-061295C23702}">
  <ds:schemaRefs>
    <ds:schemaRef ds:uri="http://purl.org/dc/terms/"/>
    <ds:schemaRef ds:uri="9e706368-9a73-4dcc-9221-b8fc62424fbc"/>
    <ds:schemaRef ds:uri="http://purl.org/dc/elements/1.1/"/>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eb7c3fc1-ccd5-477b-94a4-7b6dc96a8d59"/>
    <ds:schemaRef ds:uri="51b58b7f-359e-418a-8fc0-c5d77d026bdc"/>
    <ds:schemaRef ds:uri="04dd4f8b-4e55-4b0f-90ae-c416a13e2e63"/>
  </ds:schemaRefs>
</ds:datastoreItem>
</file>

<file path=customXml/itemProps2.xml><?xml version="1.0" encoding="utf-8"?>
<ds:datastoreItem xmlns:ds="http://schemas.openxmlformats.org/officeDocument/2006/customXml" ds:itemID="{96DB0BAA-79A9-4600-8AC4-2F7398275B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dd4f8b-4e55-4b0f-90ae-c416a13e2e63"/>
    <ds:schemaRef ds:uri="51b58b7f-359e-418a-8fc0-c5d77d026b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Marketing</Template>
  <TotalTime>11517</TotalTime>
  <Words>2288</Words>
  <Application>Microsoft Office PowerPoint</Application>
  <PresentationFormat>Widescreen</PresentationFormat>
  <Paragraphs>353</Paragraphs>
  <Slides>30</Slides>
  <Notes>17</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0</vt:i4>
      </vt:variant>
      <vt:variant>
        <vt:lpstr>Slide Titles</vt:lpstr>
      </vt:variant>
      <vt:variant>
        <vt:i4>30</vt:i4>
      </vt:variant>
    </vt:vector>
  </HeadingPairs>
  <TitlesOfParts>
    <vt:vector size="41" baseType="lpstr">
      <vt:lpstr>Figtree Light</vt:lpstr>
      <vt:lpstr>Arial</vt:lpstr>
      <vt:lpstr>Figtree</vt:lpstr>
      <vt:lpstr>Montserrat</vt:lpstr>
      <vt:lpstr>Aptos</vt:lpstr>
      <vt:lpstr>Consolas</vt:lpstr>
      <vt:lpstr>Cover Slides - Business/Marketing</vt:lpstr>
      <vt:lpstr>Intro Blue</vt:lpstr>
      <vt:lpstr>Divider Slides</vt:lpstr>
      <vt:lpstr>Yellow Module</vt:lpstr>
      <vt:lpstr>Green Module</vt:lpstr>
      <vt:lpstr>APIs: HTTP and JSON</vt:lpstr>
      <vt:lpstr>PowerPoint Presentation</vt:lpstr>
      <vt:lpstr>APIs</vt:lpstr>
      <vt:lpstr>What is an API?</vt:lpstr>
      <vt:lpstr>API: Variations</vt:lpstr>
      <vt:lpstr>SOAP</vt:lpstr>
      <vt:lpstr>GRAPHQL</vt:lpstr>
      <vt:lpstr>WebSocket</vt:lpstr>
      <vt:lpstr>REST</vt:lpstr>
      <vt:lpstr>REST (over HTTP)</vt:lpstr>
      <vt:lpstr>REST principles: Client-server decoupling</vt:lpstr>
      <vt:lpstr>Uniform interface</vt:lpstr>
      <vt:lpstr>Stateless</vt:lpstr>
      <vt:lpstr>Cacheable</vt:lpstr>
      <vt:lpstr>Layered</vt:lpstr>
      <vt:lpstr>Code-on-demand</vt:lpstr>
      <vt:lpstr>JSON</vt:lpstr>
      <vt:lpstr>What is JSON?</vt:lpstr>
      <vt:lpstr>Structure</vt:lpstr>
      <vt:lpstr>Examples</vt:lpstr>
      <vt:lpstr>Postman</vt:lpstr>
      <vt:lpstr>What is Postman?</vt:lpstr>
      <vt:lpstr>Lab: Postman</vt:lpstr>
      <vt:lpstr>Making requests in Python</vt:lpstr>
      <vt:lpstr>Requests library</vt:lpstr>
      <vt:lpstr>Requests: Sending a GET request</vt:lpstr>
      <vt:lpstr>Requests: Accessing the response</vt:lpstr>
      <vt:lpstr>Requests: POST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Posada</dc:creator>
  <cp:lastModifiedBy>Mike Howell</cp:lastModifiedBy>
  <cp:revision>21</cp:revision>
  <dcterms:created xsi:type="dcterms:W3CDTF">2025-11-06T15:23:35Z</dcterms:created>
  <dcterms:modified xsi:type="dcterms:W3CDTF">2026-09-26T20:54:41Z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0x010100488ECE2E70AB8B46B2C449C81E540480</vt:lpwstr>
  </property>
  <property fmtid="{D5CDD505-2E9C-101B-9397-08002B2CF9AE}" pid="3" name="MediaServiceImageTags">
    <vt:lpwstr/>
  </property>
</Properties>
</file>