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3.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4.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5.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6.xml" ContentType="application/vnd.openxmlformats-officedocument.theme+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7.xml" ContentType="application/vnd.openxmlformats-officedocument.theme+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8.xml" ContentType="application/vnd.openxmlformats-officedocument.theme+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theme/theme9.xml" ContentType="application/vnd.openxmlformats-officedocument.theme+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82" r:id="rId4"/>
    <p:sldMasterId id="2147483799" r:id="rId5"/>
    <p:sldMasterId id="2147483821" r:id="rId6"/>
    <p:sldMasterId id="2147483809" r:id="rId7"/>
    <p:sldMasterId id="2147483660" r:id="rId8"/>
    <p:sldMasterId id="2147483874" r:id="rId9"/>
    <p:sldMasterId id="2147483885" r:id="rId10"/>
    <p:sldMasterId id="2147483897" r:id="rId11"/>
    <p:sldMasterId id="2147483908" r:id="rId12"/>
    <p:sldMasterId id="2147483919" r:id="rId13"/>
  </p:sldMasterIdLst>
  <p:notesMasterIdLst>
    <p:notesMasterId r:id="rId99"/>
  </p:notesMasterIdLst>
  <p:handoutMasterIdLst>
    <p:handoutMasterId r:id="rId100"/>
  </p:handoutMasterIdLst>
  <p:sldIdLst>
    <p:sldId id="256" r:id="rId14"/>
    <p:sldId id="257" r:id="rId15"/>
    <p:sldId id="313" r:id="rId16"/>
    <p:sldId id="258" r:id="rId17"/>
    <p:sldId id="259" r:id="rId18"/>
    <p:sldId id="260" r:id="rId19"/>
    <p:sldId id="283" r:id="rId20"/>
    <p:sldId id="284" r:id="rId21"/>
    <p:sldId id="285" r:id="rId22"/>
    <p:sldId id="287" r:id="rId23"/>
    <p:sldId id="290" r:id="rId24"/>
    <p:sldId id="291" r:id="rId25"/>
    <p:sldId id="292" r:id="rId26"/>
    <p:sldId id="293" r:id="rId27"/>
    <p:sldId id="297" r:id="rId28"/>
    <p:sldId id="295" r:id="rId29"/>
    <p:sldId id="296" r:id="rId30"/>
    <p:sldId id="314" r:id="rId31"/>
    <p:sldId id="425" r:id="rId32"/>
    <p:sldId id="270" r:id="rId33"/>
    <p:sldId id="271" r:id="rId34"/>
    <p:sldId id="272" r:id="rId35"/>
    <p:sldId id="273" r:id="rId36"/>
    <p:sldId id="274" r:id="rId37"/>
    <p:sldId id="275" r:id="rId38"/>
    <p:sldId id="276" r:id="rId39"/>
    <p:sldId id="277" r:id="rId40"/>
    <p:sldId id="426" r:id="rId41"/>
    <p:sldId id="263" r:id="rId42"/>
    <p:sldId id="317" r:id="rId43"/>
    <p:sldId id="265" r:id="rId44"/>
    <p:sldId id="266" r:id="rId45"/>
    <p:sldId id="267" r:id="rId46"/>
    <p:sldId id="268" r:id="rId47"/>
    <p:sldId id="269" r:id="rId48"/>
    <p:sldId id="318" r:id="rId49"/>
    <p:sldId id="324" r:id="rId50"/>
    <p:sldId id="427" r:id="rId51"/>
    <p:sldId id="327" r:id="rId52"/>
    <p:sldId id="428" r:id="rId53"/>
    <p:sldId id="429" r:id="rId54"/>
    <p:sldId id="329" r:id="rId55"/>
    <p:sldId id="330" r:id="rId56"/>
    <p:sldId id="331" r:id="rId57"/>
    <p:sldId id="332" r:id="rId58"/>
    <p:sldId id="333" r:id="rId59"/>
    <p:sldId id="334" r:id="rId60"/>
    <p:sldId id="430" r:id="rId61"/>
    <p:sldId id="431" r:id="rId62"/>
    <p:sldId id="432" r:id="rId63"/>
    <p:sldId id="433" r:id="rId64"/>
    <p:sldId id="282" r:id="rId65"/>
    <p:sldId id="434" r:id="rId66"/>
    <p:sldId id="435" r:id="rId67"/>
    <p:sldId id="436" r:id="rId68"/>
    <p:sldId id="437" r:id="rId69"/>
    <p:sldId id="438" r:id="rId70"/>
    <p:sldId id="439" r:id="rId71"/>
    <p:sldId id="440" r:id="rId72"/>
    <p:sldId id="441" r:id="rId73"/>
    <p:sldId id="442" r:id="rId74"/>
    <p:sldId id="350" r:id="rId75"/>
    <p:sldId id="443" r:id="rId76"/>
    <p:sldId id="444" r:id="rId77"/>
    <p:sldId id="445" r:id="rId78"/>
    <p:sldId id="446" r:id="rId79"/>
    <p:sldId id="447" r:id="rId80"/>
    <p:sldId id="448" r:id="rId81"/>
    <p:sldId id="449" r:id="rId82"/>
    <p:sldId id="450" r:id="rId83"/>
    <p:sldId id="278" r:id="rId84"/>
    <p:sldId id="424" r:id="rId85"/>
    <p:sldId id="280" r:id="rId86"/>
    <p:sldId id="281" r:id="rId87"/>
    <p:sldId id="451" r:id="rId88"/>
    <p:sldId id="452" r:id="rId89"/>
    <p:sldId id="453" r:id="rId90"/>
    <p:sldId id="454" r:id="rId91"/>
    <p:sldId id="286" r:id="rId92"/>
    <p:sldId id="455" r:id="rId93"/>
    <p:sldId id="288" r:id="rId94"/>
    <p:sldId id="289" r:id="rId95"/>
    <p:sldId id="456" r:id="rId96"/>
    <p:sldId id="457" r:id="rId97"/>
    <p:sldId id="458" r:id="rId98"/>
  </p:sldIdLst>
  <p:sldSz cx="12192000" cy="6858000"/>
  <p:notesSz cx="6858000" cy="9144000"/>
  <p:embeddedFontLst>
    <p:embeddedFont>
      <p:font typeface="Figtree" pitchFamily="2" charset="0"/>
      <p:regular r:id="rId101"/>
      <p:bold r:id="rId102"/>
      <p:italic r:id="rId103"/>
      <p:boldItalic r:id="rId104"/>
    </p:embeddedFont>
    <p:embeddedFont>
      <p:font typeface="Figtree ExtraBold" pitchFamily="2" charset="0"/>
      <p:bold r:id="rId105"/>
      <p:boldItalic r:id="rId106"/>
    </p:embeddedFont>
    <p:embeddedFont>
      <p:font typeface="Figtree Light" pitchFamily="2" charset="0"/>
      <p:regular r:id="rId107"/>
      <p:italic r:id="rId108"/>
    </p:embeddedFont>
    <p:embeddedFont>
      <p:font typeface="Lucida Console" panose="020B0609040504020204" pitchFamily="49" charset="0"/>
      <p:regular r:id="rId109"/>
    </p:embeddedFont>
    <p:embeddedFont>
      <p:font typeface="Source Code Pro" panose="020B0509030403020204" pitchFamily="49" charset="0"/>
      <p:regular r:id="rId110"/>
      <p:bold r:id="rId111"/>
      <p:italic r:id="rId112"/>
      <p:boldItalic r:id="rId1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ntent Slides" id="{05C53EB9-C633-4D6D-B3BC-F573E1DB951E}">
          <p14:sldIdLst>
            <p14:sldId id="256"/>
            <p14:sldId id="257"/>
            <p14:sldId id="313"/>
            <p14:sldId id="258"/>
            <p14:sldId id="259"/>
            <p14:sldId id="260"/>
            <p14:sldId id="283"/>
            <p14:sldId id="284"/>
            <p14:sldId id="285"/>
            <p14:sldId id="287"/>
            <p14:sldId id="290"/>
            <p14:sldId id="291"/>
            <p14:sldId id="292"/>
            <p14:sldId id="293"/>
            <p14:sldId id="297"/>
            <p14:sldId id="295"/>
            <p14:sldId id="296"/>
            <p14:sldId id="314"/>
            <p14:sldId id="425"/>
            <p14:sldId id="270"/>
            <p14:sldId id="271"/>
            <p14:sldId id="272"/>
            <p14:sldId id="273"/>
            <p14:sldId id="274"/>
            <p14:sldId id="275"/>
            <p14:sldId id="276"/>
            <p14:sldId id="277"/>
            <p14:sldId id="426"/>
            <p14:sldId id="263"/>
            <p14:sldId id="317"/>
            <p14:sldId id="265"/>
            <p14:sldId id="266"/>
            <p14:sldId id="267"/>
            <p14:sldId id="268"/>
            <p14:sldId id="269"/>
            <p14:sldId id="318"/>
            <p14:sldId id="324"/>
            <p14:sldId id="427"/>
            <p14:sldId id="327"/>
            <p14:sldId id="428"/>
            <p14:sldId id="429"/>
            <p14:sldId id="329"/>
            <p14:sldId id="330"/>
            <p14:sldId id="331"/>
            <p14:sldId id="332"/>
            <p14:sldId id="333"/>
            <p14:sldId id="334"/>
            <p14:sldId id="430"/>
            <p14:sldId id="431"/>
            <p14:sldId id="432"/>
            <p14:sldId id="433"/>
            <p14:sldId id="282"/>
            <p14:sldId id="434"/>
            <p14:sldId id="435"/>
            <p14:sldId id="436"/>
            <p14:sldId id="437"/>
            <p14:sldId id="438"/>
            <p14:sldId id="439"/>
            <p14:sldId id="440"/>
            <p14:sldId id="441"/>
            <p14:sldId id="442"/>
            <p14:sldId id="350"/>
            <p14:sldId id="443"/>
            <p14:sldId id="444"/>
            <p14:sldId id="445"/>
            <p14:sldId id="446"/>
            <p14:sldId id="447"/>
            <p14:sldId id="448"/>
            <p14:sldId id="449"/>
            <p14:sldId id="450"/>
            <p14:sldId id="278"/>
            <p14:sldId id="424"/>
            <p14:sldId id="280"/>
            <p14:sldId id="281"/>
            <p14:sldId id="451"/>
            <p14:sldId id="452"/>
            <p14:sldId id="453"/>
            <p14:sldId id="454"/>
            <p14:sldId id="286"/>
            <p14:sldId id="455"/>
            <p14:sldId id="288"/>
            <p14:sldId id="289"/>
            <p14:sldId id="456"/>
            <p14:sldId id="457"/>
            <p14:sldId id="458"/>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B038381-4C18-EEB2-D798-E55F33345695}" name="Haynes, Amanda" initials="HA" userId="S::ahaynes@qa.com::f3044909-ea02-4a80-b124-5c683d29f1e5" providerId="AD"/>
  <p188:author id="{34F02186-A83D-147B-1AD3-CAE41537E927}" name="O'Flynn, Sarah" initials="SO" userId="S::SOFlynn@qa.com::c5bd941b-3572-499d-9953-9da6030055ca" providerId="AD"/>
  <p188:author id="{570EC78B-0B85-CC25-1293-AD5F30C7BB59}" name="Huskisson, Harry" initials="HH" userId="S::HHuskisson@qa.com::5d0a9b6a-71d8-408a-a551-20cf3a498200" providerId="AD"/>
  <p188:author id="{29DB2DE1-A6DA-284A-0775-8BA18A27BFDD}" name="Renang, Antonia" initials="AR" userId="S::ARenang@qa.com::6d248bc4-c380-4929-8d38-4b7a6af76729" providerId="AD"/>
  <p188:author id="{14A6B2E2-577F-2DC9-8598-664F7D3C9407}" name="Evans, Josie" initials="JE" userId="S::JEvans3@qa.com::aaea60dd-eaa6-4fde-a2ae-3576d6b832c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2D2D2"/>
    <a:srgbClr val="D2EDE3"/>
    <a:srgbClr val="FFD3AC"/>
    <a:srgbClr val="DACEFF"/>
    <a:srgbClr val="FFBAC0"/>
    <a:srgbClr val="FFE98E"/>
    <a:srgbClr val="9EE5F2"/>
    <a:srgbClr val="5F5F5F"/>
    <a:srgbClr val="333333"/>
    <a:srgbClr val="57575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76AAD5-47AC-420C-B421-45B41154B053}" v="85" dt="2026-09-09T08:42:26.523"/>
  </p1510:revLst>
</p1510:revInfo>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1404" autoAdjust="0"/>
  </p:normalViewPr>
  <p:slideViewPr>
    <p:cSldViewPr snapToGrid="0">
      <p:cViewPr varScale="1">
        <p:scale>
          <a:sx n="101" d="100"/>
          <a:sy n="101" d="100"/>
        </p:scale>
        <p:origin x="990" y="108"/>
      </p:cViewPr>
      <p:guideLst/>
    </p:cSldViewPr>
  </p:slideViewPr>
  <p:outlineViewPr>
    <p:cViewPr>
      <p:scale>
        <a:sx n="33" d="100"/>
        <a:sy n="33" d="100"/>
      </p:scale>
      <p:origin x="0" y="-15912"/>
    </p:cViewPr>
  </p:outlineViewPr>
  <p:notesTextViewPr>
    <p:cViewPr>
      <p:scale>
        <a:sx n="1" d="1"/>
        <a:sy n="1" d="1"/>
      </p:scale>
      <p:origin x="0" y="0"/>
    </p:cViewPr>
  </p:notesTextViewPr>
  <p:notesViewPr>
    <p:cSldViewPr snapToGrid="0">
      <p:cViewPr varScale="1">
        <p:scale>
          <a:sx n="84" d="100"/>
          <a:sy n="84" d="100"/>
        </p:scale>
        <p:origin x="3084" y="96"/>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3.xml"/><Relationship Id="rId117" Type="http://schemas.openxmlformats.org/officeDocument/2006/relationships/tableStyles" Target="tableStyles.xml"/><Relationship Id="rId21" Type="http://schemas.openxmlformats.org/officeDocument/2006/relationships/slide" Target="slides/slide8.xml"/><Relationship Id="rId42" Type="http://schemas.openxmlformats.org/officeDocument/2006/relationships/slide" Target="slides/slide29.xml"/><Relationship Id="rId47" Type="http://schemas.openxmlformats.org/officeDocument/2006/relationships/slide" Target="slides/slide34.xml"/><Relationship Id="rId63" Type="http://schemas.openxmlformats.org/officeDocument/2006/relationships/slide" Target="slides/slide50.xml"/><Relationship Id="rId68" Type="http://schemas.openxmlformats.org/officeDocument/2006/relationships/slide" Target="slides/slide55.xml"/><Relationship Id="rId84" Type="http://schemas.openxmlformats.org/officeDocument/2006/relationships/slide" Target="slides/slide71.xml"/><Relationship Id="rId89" Type="http://schemas.openxmlformats.org/officeDocument/2006/relationships/slide" Target="slides/slide76.xml"/><Relationship Id="rId112" Type="http://schemas.openxmlformats.org/officeDocument/2006/relationships/font" Target="fonts/font12.fntdata"/><Relationship Id="rId16" Type="http://schemas.openxmlformats.org/officeDocument/2006/relationships/slide" Target="slides/slide3.xml"/><Relationship Id="rId107" Type="http://schemas.openxmlformats.org/officeDocument/2006/relationships/font" Target="fonts/font7.fntdata"/><Relationship Id="rId11" Type="http://schemas.openxmlformats.org/officeDocument/2006/relationships/slideMaster" Target="slideMasters/slideMaster8.xml"/><Relationship Id="rId24" Type="http://schemas.openxmlformats.org/officeDocument/2006/relationships/slide" Target="slides/slide11.xml"/><Relationship Id="rId32" Type="http://schemas.openxmlformats.org/officeDocument/2006/relationships/slide" Target="slides/slide19.xml"/><Relationship Id="rId37" Type="http://schemas.openxmlformats.org/officeDocument/2006/relationships/slide" Target="slides/slide24.xml"/><Relationship Id="rId40" Type="http://schemas.openxmlformats.org/officeDocument/2006/relationships/slide" Target="slides/slide27.xml"/><Relationship Id="rId45" Type="http://schemas.openxmlformats.org/officeDocument/2006/relationships/slide" Target="slides/slide32.xml"/><Relationship Id="rId53" Type="http://schemas.openxmlformats.org/officeDocument/2006/relationships/slide" Target="slides/slide40.xml"/><Relationship Id="rId58" Type="http://schemas.openxmlformats.org/officeDocument/2006/relationships/slide" Target="slides/slide45.xml"/><Relationship Id="rId66" Type="http://schemas.openxmlformats.org/officeDocument/2006/relationships/slide" Target="slides/slide53.xml"/><Relationship Id="rId74" Type="http://schemas.openxmlformats.org/officeDocument/2006/relationships/slide" Target="slides/slide61.xml"/><Relationship Id="rId79" Type="http://schemas.openxmlformats.org/officeDocument/2006/relationships/slide" Target="slides/slide66.xml"/><Relationship Id="rId87" Type="http://schemas.openxmlformats.org/officeDocument/2006/relationships/slide" Target="slides/slide74.xml"/><Relationship Id="rId102" Type="http://schemas.openxmlformats.org/officeDocument/2006/relationships/font" Target="fonts/font2.fntdata"/><Relationship Id="rId110" Type="http://schemas.openxmlformats.org/officeDocument/2006/relationships/font" Target="fonts/font10.fntdata"/><Relationship Id="rId115" Type="http://schemas.openxmlformats.org/officeDocument/2006/relationships/viewProps" Target="viewProps.xml"/><Relationship Id="rId5" Type="http://schemas.openxmlformats.org/officeDocument/2006/relationships/slideMaster" Target="slideMasters/slideMaster2.xml"/><Relationship Id="rId61" Type="http://schemas.openxmlformats.org/officeDocument/2006/relationships/slide" Target="slides/slide48.xml"/><Relationship Id="rId82" Type="http://schemas.openxmlformats.org/officeDocument/2006/relationships/slide" Target="slides/slide69.xml"/><Relationship Id="rId90" Type="http://schemas.openxmlformats.org/officeDocument/2006/relationships/slide" Target="slides/slide77.xml"/><Relationship Id="rId95" Type="http://schemas.openxmlformats.org/officeDocument/2006/relationships/slide" Target="slides/slide82.xml"/><Relationship Id="rId19" Type="http://schemas.openxmlformats.org/officeDocument/2006/relationships/slide" Target="slides/slide6.xml"/><Relationship Id="rId14" Type="http://schemas.openxmlformats.org/officeDocument/2006/relationships/slide" Target="slides/slide1.xml"/><Relationship Id="rId22" Type="http://schemas.openxmlformats.org/officeDocument/2006/relationships/slide" Target="slides/slide9.xml"/><Relationship Id="rId27" Type="http://schemas.openxmlformats.org/officeDocument/2006/relationships/slide" Target="slides/slide14.xml"/><Relationship Id="rId30" Type="http://schemas.openxmlformats.org/officeDocument/2006/relationships/slide" Target="slides/slide17.xml"/><Relationship Id="rId35" Type="http://schemas.openxmlformats.org/officeDocument/2006/relationships/slide" Target="slides/slide22.xml"/><Relationship Id="rId43" Type="http://schemas.openxmlformats.org/officeDocument/2006/relationships/slide" Target="slides/slide30.xml"/><Relationship Id="rId48" Type="http://schemas.openxmlformats.org/officeDocument/2006/relationships/slide" Target="slides/slide35.xml"/><Relationship Id="rId56" Type="http://schemas.openxmlformats.org/officeDocument/2006/relationships/slide" Target="slides/slide43.xml"/><Relationship Id="rId64" Type="http://schemas.openxmlformats.org/officeDocument/2006/relationships/slide" Target="slides/slide51.xml"/><Relationship Id="rId69" Type="http://schemas.openxmlformats.org/officeDocument/2006/relationships/slide" Target="slides/slide56.xml"/><Relationship Id="rId77" Type="http://schemas.openxmlformats.org/officeDocument/2006/relationships/slide" Target="slides/slide64.xml"/><Relationship Id="rId100" Type="http://schemas.openxmlformats.org/officeDocument/2006/relationships/handoutMaster" Target="handoutMasters/handoutMaster1.xml"/><Relationship Id="rId105" Type="http://schemas.openxmlformats.org/officeDocument/2006/relationships/font" Target="fonts/font5.fntdata"/><Relationship Id="rId113" Type="http://schemas.openxmlformats.org/officeDocument/2006/relationships/font" Target="fonts/font13.fntdata"/><Relationship Id="rId118" Type="http://schemas.microsoft.com/office/2016/11/relationships/changesInfo" Target="changesInfos/changesInfo1.xml"/><Relationship Id="rId8" Type="http://schemas.openxmlformats.org/officeDocument/2006/relationships/slideMaster" Target="slideMasters/slideMaster5.xml"/><Relationship Id="rId51" Type="http://schemas.openxmlformats.org/officeDocument/2006/relationships/slide" Target="slides/slide38.xml"/><Relationship Id="rId72" Type="http://schemas.openxmlformats.org/officeDocument/2006/relationships/slide" Target="slides/slide59.xml"/><Relationship Id="rId80" Type="http://schemas.openxmlformats.org/officeDocument/2006/relationships/slide" Target="slides/slide67.xml"/><Relationship Id="rId85" Type="http://schemas.openxmlformats.org/officeDocument/2006/relationships/slide" Target="slides/slide72.xml"/><Relationship Id="rId93" Type="http://schemas.openxmlformats.org/officeDocument/2006/relationships/slide" Target="slides/slide80.xml"/><Relationship Id="rId98" Type="http://schemas.openxmlformats.org/officeDocument/2006/relationships/slide" Target="slides/slide85.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4.xml"/><Relationship Id="rId25" Type="http://schemas.openxmlformats.org/officeDocument/2006/relationships/slide" Target="slides/slide12.xml"/><Relationship Id="rId33" Type="http://schemas.openxmlformats.org/officeDocument/2006/relationships/slide" Target="slides/slide20.xml"/><Relationship Id="rId38" Type="http://schemas.openxmlformats.org/officeDocument/2006/relationships/slide" Target="slides/slide25.xml"/><Relationship Id="rId46" Type="http://schemas.openxmlformats.org/officeDocument/2006/relationships/slide" Target="slides/slide33.xml"/><Relationship Id="rId59" Type="http://schemas.openxmlformats.org/officeDocument/2006/relationships/slide" Target="slides/slide46.xml"/><Relationship Id="rId67" Type="http://schemas.openxmlformats.org/officeDocument/2006/relationships/slide" Target="slides/slide54.xml"/><Relationship Id="rId103" Type="http://schemas.openxmlformats.org/officeDocument/2006/relationships/font" Target="fonts/font3.fntdata"/><Relationship Id="rId108" Type="http://schemas.openxmlformats.org/officeDocument/2006/relationships/font" Target="fonts/font8.fntdata"/><Relationship Id="rId116" Type="http://schemas.openxmlformats.org/officeDocument/2006/relationships/theme" Target="theme/theme1.xml"/><Relationship Id="rId20" Type="http://schemas.openxmlformats.org/officeDocument/2006/relationships/slide" Target="slides/slide7.xml"/><Relationship Id="rId41" Type="http://schemas.openxmlformats.org/officeDocument/2006/relationships/slide" Target="slides/slide28.xml"/><Relationship Id="rId54" Type="http://schemas.openxmlformats.org/officeDocument/2006/relationships/slide" Target="slides/slide41.xml"/><Relationship Id="rId62" Type="http://schemas.openxmlformats.org/officeDocument/2006/relationships/slide" Target="slides/slide49.xml"/><Relationship Id="rId70" Type="http://schemas.openxmlformats.org/officeDocument/2006/relationships/slide" Target="slides/slide57.xml"/><Relationship Id="rId75" Type="http://schemas.openxmlformats.org/officeDocument/2006/relationships/slide" Target="slides/slide62.xml"/><Relationship Id="rId83" Type="http://schemas.openxmlformats.org/officeDocument/2006/relationships/slide" Target="slides/slide70.xml"/><Relationship Id="rId88" Type="http://schemas.openxmlformats.org/officeDocument/2006/relationships/slide" Target="slides/slide75.xml"/><Relationship Id="rId91" Type="http://schemas.openxmlformats.org/officeDocument/2006/relationships/slide" Target="slides/slide78.xml"/><Relationship Id="rId96" Type="http://schemas.openxmlformats.org/officeDocument/2006/relationships/slide" Target="slides/slide83.xml"/><Relationship Id="rId111" Type="http://schemas.openxmlformats.org/officeDocument/2006/relationships/font" Target="fonts/font11.fntdata"/><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2.xml"/><Relationship Id="rId23" Type="http://schemas.openxmlformats.org/officeDocument/2006/relationships/slide" Target="slides/slide10.xml"/><Relationship Id="rId28" Type="http://schemas.openxmlformats.org/officeDocument/2006/relationships/slide" Target="slides/slide15.xml"/><Relationship Id="rId36" Type="http://schemas.openxmlformats.org/officeDocument/2006/relationships/slide" Target="slides/slide23.xml"/><Relationship Id="rId49" Type="http://schemas.openxmlformats.org/officeDocument/2006/relationships/slide" Target="slides/slide36.xml"/><Relationship Id="rId57" Type="http://schemas.openxmlformats.org/officeDocument/2006/relationships/slide" Target="slides/slide44.xml"/><Relationship Id="rId106" Type="http://schemas.openxmlformats.org/officeDocument/2006/relationships/font" Target="fonts/font6.fntdata"/><Relationship Id="rId114" Type="http://schemas.openxmlformats.org/officeDocument/2006/relationships/presProps" Target="presProps.xml"/><Relationship Id="rId119" Type="http://schemas.microsoft.com/office/2015/10/relationships/revisionInfo" Target="revisionInfo.xml"/><Relationship Id="rId10" Type="http://schemas.openxmlformats.org/officeDocument/2006/relationships/slideMaster" Target="slideMasters/slideMaster7.xml"/><Relationship Id="rId31" Type="http://schemas.openxmlformats.org/officeDocument/2006/relationships/slide" Target="slides/slide18.xml"/><Relationship Id="rId44" Type="http://schemas.openxmlformats.org/officeDocument/2006/relationships/slide" Target="slides/slide31.xml"/><Relationship Id="rId52" Type="http://schemas.openxmlformats.org/officeDocument/2006/relationships/slide" Target="slides/slide39.xml"/><Relationship Id="rId60" Type="http://schemas.openxmlformats.org/officeDocument/2006/relationships/slide" Target="slides/slide47.xml"/><Relationship Id="rId65" Type="http://schemas.openxmlformats.org/officeDocument/2006/relationships/slide" Target="slides/slide52.xml"/><Relationship Id="rId73" Type="http://schemas.openxmlformats.org/officeDocument/2006/relationships/slide" Target="slides/slide60.xml"/><Relationship Id="rId78" Type="http://schemas.openxmlformats.org/officeDocument/2006/relationships/slide" Target="slides/slide65.xml"/><Relationship Id="rId81" Type="http://schemas.openxmlformats.org/officeDocument/2006/relationships/slide" Target="slides/slide68.xml"/><Relationship Id="rId86" Type="http://schemas.openxmlformats.org/officeDocument/2006/relationships/slide" Target="slides/slide73.xml"/><Relationship Id="rId94" Type="http://schemas.openxmlformats.org/officeDocument/2006/relationships/slide" Target="slides/slide81.xml"/><Relationship Id="rId99" Type="http://schemas.openxmlformats.org/officeDocument/2006/relationships/notesMaster" Target="notesMasters/notesMaster1.xml"/><Relationship Id="rId101" Type="http://schemas.openxmlformats.org/officeDocument/2006/relationships/font" Target="fonts/font1.fntdata"/><Relationship Id="rId4" Type="http://schemas.openxmlformats.org/officeDocument/2006/relationships/slideMaster" Target="slideMasters/slideMaster1.xml"/><Relationship Id="rId9" Type="http://schemas.openxmlformats.org/officeDocument/2006/relationships/slideMaster" Target="slideMasters/slideMaster6.xml"/><Relationship Id="rId13" Type="http://schemas.openxmlformats.org/officeDocument/2006/relationships/slideMaster" Target="slideMasters/slideMaster10.xml"/><Relationship Id="rId18" Type="http://schemas.openxmlformats.org/officeDocument/2006/relationships/slide" Target="slides/slide5.xml"/><Relationship Id="rId39" Type="http://schemas.openxmlformats.org/officeDocument/2006/relationships/slide" Target="slides/slide26.xml"/><Relationship Id="rId109" Type="http://schemas.openxmlformats.org/officeDocument/2006/relationships/font" Target="fonts/font9.fntdata"/><Relationship Id="rId34" Type="http://schemas.openxmlformats.org/officeDocument/2006/relationships/slide" Target="slides/slide21.xml"/><Relationship Id="rId50" Type="http://schemas.openxmlformats.org/officeDocument/2006/relationships/slide" Target="slides/slide37.xml"/><Relationship Id="rId55" Type="http://schemas.openxmlformats.org/officeDocument/2006/relationships/slide" Target="slides/slide42.xml"/><Relationship Id="rId76" Type="http://schemas.openxmlformats.org/officeDocument/2006/relationships/slide" Target="slides/slide63.xml"/><Relationship Id="rId97" Type="http://schemas.openxmlformats.org/officeDocument/2006/relationships/slide" Target="slides/slide84.xml"/><Relationship Id="rId104" Type="http://schemas.openxmlformats.org/officeDocument/2006/relationships/font" Target="fonts/font4.fntdata"/><Relationship Id="rId120" Type="http://schemas.microsoft.com/office/2018/10/relationships/authors" Target="authors.xml"/><Relationship Id="rId7" Type="http://schemas.openxmlformats.org/officeDocument/2006/relationships/slideMaster" Target="slideMasters/slideMaster4.xml"/><Relationship Id="rId71" Type="http://schemas.openxmlformats.org/officeDocument/2006/relationships/slide" Target="slides/slide58.xml"/><Relationship Id="rId92" Type="http://schemas.openxmlformats.org/officeDocument/2006/relationships/slide" Target="slides/slide79.xml"/><Relationship Id="rId2" Type="http://schemas.openxmlformats.org/officeDocument/2006/relationships/customXml" Target="../customXml/item2.xml"/><Relationship Id="rId29" Type="http://schemas.openxmlformats.org/officeDocument/2006/relationships/slide" Target="slides/slide1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eist, Ella" userId="992bbaf2-811d-42cb-a4d6-e7fc45e325e8" providerId="ADAL" clId="{EEEAA5E7-5892-4C22-B4B9-91834BD409A7}"/>
    <pc:docChg chg="undo custSel modSld delMainMaster">
      <pc:chgData name="Feist, Ella" userId="992bbaf2-811d-42cb-a4d6-e7fc45e325e8" providerId="ADAL" clId="{EEEAA5E7-5892-4C22-B4B9-91834BD409A7}" dt="2026-09-09T08:42:09.640" v="830"/>
      <pc:docMkLst>
        <pc:docMk/>
      </pc:docMkLst>
      <pc:sldChg chg="modSp mod">
        <pc:chgData name="Feist, Ella" userId="992bbaf2-811d-42cb-a4d6-e7fc45e325e8" providerId="ADAL" clId="{EEEAA5E7-5892-4C22-B4B9-91834BD409A7}" dt="2026-09-09T08:13:03.876" v="36" actId="790"/>
        <pc:sldMkLst>
          <pc:docMk/>
          <pc:sldMk cId="3392066884" sldId="256"/>
        </pc:sldMkLst>
        <pc:spChg chg="mod">
          <ac:chgData name="Feist, Ella" userId="992bbaf2-811d-42cb-a4d6-e7fc45e325e8" providerId="ADAL" clId="{EEEAA5E7-5892-4C22-B4B9-91834BD409A7}" dt="2026-09-09T08:13:03.876" v="36" actId="790"/>
          <ac:spMkLst>
            <pc:docMk/>
            <pc:sldMk cId="3392066884" sldId="256"/>
            <ac:spMk id="2" creationId="{BEF15C94-E510-DA4B-A6A2-9B94F77B7ED9}"/>
          </ac:spMkLst>
        </pc:spChg>
        <pc:spChg chg="mod">
          <ac:chgData name="Feist, Ella" userId="992bbaf2-811d-42cb-a4d6-e7fc45e325e8" providerId="ADAL" clId="{EEEAA5E7-5892-4C22-B4B9-91834BD409A7}" dt="2026-09-09T08:13:03.876" v="36" actId="790"/>
          <ac:spMkLst>
            <pc:docMk/>
            <pc:sldMk cId="3392066884" sldId="256"/>
            <ac:spMk id="3" creationId="{D3CFD387-7556-814F-AD0A-1B3E621201B2}"/>
          </ac:spMkLst>
        </pc:spChg>
      </pc:sldChg>
      <pc:sldChg chg="modSp mod">
        <pc:chgData name="Feist, Ella" userId="992bbaf2-811d-42cb-a4d6-e7fc45e325e8" providerId="ADAL" clId="{EEEAA5E7-5892-4C22-B4B9-91834BD409A7}" dt="2026-09-09T08:13:03.876" v="36" actId="790"/>
        <pc:sldMkLst>
          <pc:docMk/>
          <pc:sldMk cId="2062496655" sldId="257"/>
        </pc:sldMkLst>
        <pc:spChg chg="mod">
          <ac:chgData name="Feist, Ella" userId="992bbaf2-811d-42cb-a4d6-e7fc45e325e8" providerId="ADAL" clId="{EEEAA5E7-5892-4C22-B4B9-91834BD409A7}" dt="2026-09-09T08:13:03.876" v="36" actId="790"/>
          <ac:spMkLst>
            <pc:docMk/>
            <pc:sldMk cId="2062496655" sldId="257"/>
            <ac:spMk id="6" creationId="{1E080FF3-D772-EA4B-5651-25B78BB13E22}"/>
          </ac:spMkLst>
        </pc:spChg>
      </pc:sldChg>
      <pc:sldChg chg="modSp mod">
        <pc:chgData name="Feist, Ella" userId="992bbaf2-811d-42cb-a4d6-e7fc45e325e8" providerId="ADAL" clId="{EEEAA5E7-5892-4C22-B4B9-91834BD409A7}" dt="2026-09-09T08:13:03.876" v="36" actId="790"/>
        <pc:sldMkLst>
          <pc:docMk/>
          <pc:sldMk cId="3554763934" sldId="258"/>
        </pc:sldMkLst>
        <pc:spChg chg="mod">
          <ac:chgData name="Feist, Ella" userId="992bbaf2-811d-42cb-a4d6-e7fc45e325e8" providerId="ADAL" clId="{EEEAA5E7-5892-4C22-B4B9-91834BD409A7}" dt="2026-09-09T08:13:03.876" v="36" actId="790"/>
          <ac:spMkLst>
            <pc:docMk/>
            <pc:sldMk cId="3554763934" sldId="258"/>
            <ac:spMk id="3" creationId="{0D89557C-43DB-1C47-8B86-E5C14C44F01C}"/>
          </ac:spMkLst>
        </pc:spChg>
        <pc:spChg chg="mod">
          <ac:chgData name="Feist, Ella" userId="992bbaf2-811d-42cb-a4d6-e7fc45e325e8" providerId="ADAL" clId="{EEEAA5E7-5892-4C22-B4B9-91834BD409A7}" dt="2026-09-09T08:13:03.876" v="36" actId="790"/>
          <ac:spMkLst>
            <pc:docMk/>
            <pc:sldMk cId="3554763934" sldId="258"/>
            <ac:spMk id="12" creationId="{D2F86B44-9F9E-0143-B51E-40121AB55AE8}"/>
          </ac:spMkLst>
        </pc:spChg>
        <pc:spChg chg="mod">
          <ac:chgData name="Feist, Ella" userId="992bbaf2-811d-42cb-a4d6-e7fc45e325e8" providerId="ADAL" clId="{EEEAA5E7-5892-4C22-B4B9-91834BD409A7}" dt="2026-09-09T08:13:03.876" v="36" actId="790"/>
          <ac:spMkLst>
            <pc:docMk/>
            <pc:sldMk cId="3554763934" sldId="258"/>
            <ac:spMk id="14" creationId="{012D2D8C-5950-B144-8471-BB4DBD64E7F1}"/>
          </ac:spMkLst>
        </pc:spChg>
        <pc:spChg chg="mod">
          <ac:chgData name="Feist, Ella" userId="992bbaf2-811d-42cb-a4d6-e7fc45e325e8" providerId="ADAL" clId="{EEEAA5E7-5892-4C22-B4B9-91834BD409A7}" dt="2026-09-09T08:13:03.876" v="36" actId="790"/>
          <ac:spMkLst>
            <pc:docMk/>
            <pc:sldMk cId="3554763934" sldId="258"/>
            <ac:spMk id="16" creationId="{FA104C5B-E54A-6DE4-B1CB-C0AAED74993C}"/>
          </ac:spMkLst>
        </pc:spChg>
        <pc:spChg chg="mod">
          <ac:chgData name="Feist, Ella" userId="992bbaf2-811d-42cb-a4d6-e7fc45e325e8" providerId="ADAL" clId="{EEEAA5E7-5892-4C22-B4B9-91834BD409A7}" dt="2026-09-09T08:13:03.876" v="36" actId="790"/>
          <ac:spMkLst>
            <pc:docMk/>
            <pc:sldMk cId="3554763934" sldId="258"/>
            <ac:spMk id="17" creationId="{632AA055-6D92-5B40-8853-BBAAAC2EEDE1}"/>
          </ac:spMkLst>
        </pc:spChg>
        <pc:spChg chg="mod">
          <ac:chgData name="Feist, Ella" userId="992bbaf2-811d-42cb-a4d6-e7fc45e325e8" providerId="ADAL" clId="{EEEAA5E7-5892-4C22-B4B9-91834BD409A7}" dt="2026-09-09T08:13:03.876" v="36" actId="790"/>
          <ac:spMkLst>
            <pc:docMk/>
            <pc:sldMk cId="3554763934" sldId="258"/>
            <ac:spMk id="18" creationId="{9E978EC7-5F8A-7546-8DB1-9BE86AA9BA38}"/>
          </ac:spMkLst>
        </pc:spChg>
        <pc:spChg chg="mod">
          <ac:chgData name="Feist, Ella" userId="992bbaf2-811d-42cb-a4d6-e7fc45e325e8" providerId="ADAL" clId="{EEEAA5E7-5892-4C22-B4B9-91834BD409A7}" dt="2026-09-09T08:13:03.876" v="36" actId="790"/>
          <ac:spMkLst>
            <pc:docMk/>
            <pc:sldMk cId="3554763934" sldId="258"/>
            <ac:spMk id="21" creationId="{D364C181-4AE9-1745-BD53-88986BF5AA4A}"/>
          </ac:spMkLst>
        </pc:spChg>
        <pc:picChg chg="mod">
          <ac:chgData name="Feist, Ella" userId="992bbaf2-811d-42cb-a4d6-e7fc45e325e8" providerId="ADAL" clId="{EEEAA5E7-5892-4C22-B4B9-91834BD409A7}" dt="2026-09-09T08:11:28.814" v="23" actId="13822"/>
          <ac:picMkLst>
            <pc:docMk/>
            <pc:sldMk cId="3554763934" sldId="258"/>
            <ac:picMk id="5" creationId="{C7BA9F38-2D42-184B-A2F6-691922E2C73C}"/>
          </ac:picMkLst>
        </pc:picChg>
        <pc:picChg chg="mod">
          <ac:chgData name="Feist, Ella" userId="992bbaf2-811d-42cb-a4d6-e7fc45e325e8" providerId="ADAL" clId="{EEEAA5E7-5892-4C22-B4B9-91834BD409A7}" dt="2026-09-09T08:11:28.814" v="23" actId="13822"/>
          <ac:picMkLst>
            <pc:docMk/>
            <pc:sldMk cId="3554763934" sldId="258"/>
            <ac:picMk id="7" creationId="{7E9279C8-95D0-8A47-B478-E4A8B9607107}"/>
          </ac:picMkLst>
        </pc:picChg>
        <pc:picChg chg="mod">
          <ac:chgData name="Feist, Ella" userId="992bbaf2-811d-42cb-a4d6-e7fc45e325e8" providerId="ADAL" clId="{EEEAA5E7-5892-4C22-B4B9-91834BD409A7}" dt="2026-09-09T08:11:28.814" v="23" actId="13822"/>
          <ac:picMkLst>
            <pc:docMk/>
            <pc:sldMk cId="3554763934" sldId="258"/>
            <ac:picMk id="9" creationId="{28783999-C32C-A943-836C-0B3E4B16B381}"/>
          </ac:picMkLst>
        </pc:picChg>
        <pc:picChg chg="mod">
          <ac:chgData name="Feist, Ella" userId="992bbaf2-811d-42cb-a4d6-e7fc45e325e8" providerId="ADAL" clId="{EEEAA5E7-5892-4C22-B4B9-91834BD409A7}" dt="2026-09-09T08:11:28.814" v="23" actId="13822"/>
          <ac:picMkLst>
            <pc:docMk/>
            <pc:sldMk cId="3554763934" sldId="258"/>
            <ac:picMk id="11" creationId="{52CEFEF0-682D-7C42-AB7E-F3DFF0CD95E8}"/>
          </ac:picMkLst>
        </pc:picChg>
      </pc:sldChg>
      <pc:sldChg chg="modSp mod">
        <pc:chgData name="Feist, Ella" userId="992bbaf2-811d-42cb-a4d6-e7fc45e325e8" providerId="ADAL" clId="{EEEAA5E7-5892-4C22-B4B9-91834BD409A7}" dt="2026-09-09T08:13:03.876" v="36" actId="790"/>
        <pc:sldMkLst>
          <pc:docMk/>
          <pc:sldMk cId="620145406" sldId="259"/>
        </pc:sldMkLst>
        <pc:spChg chg="mod">
          <ac:chgData name="Feist, Ella" userId="992bbaf2-811d-42cb-a4d6-e7fc45e325e8" providerId="ADAL" clId="{EEEAA5E7-5892-4C22-B4B9-91834BD409A7}" dt="2026-09-09T08:13:03.876" v="36" actId="790"/>
          <ac:spMkLst>
            <pc:docMk/>
            <pc:sldMk cId="620145406" sldId="259"/>
            <ac:spMk id="3" creationId="{429C038A-4889-2695-A93A-FCFAAC0D7910}"/>
          </ac:spMkLst>
        </pc:spChg>
        <pc:spChg chg="mod">
          <ac:chgData name="Feist, Ella" userId="992bbaf2-811d-42cb-a4d6-e7fc45e325e8" providerId="ADAL" clId="{EEEAA5E7-5892-4C22-B4B9-91834BD409A7}" dt="2026-09-09T08:13:03.876" v="36" actId="790"/>
          <ac:spMkLst>
            <pc:docMk/>
            <pc:sldMk cId="620145406" sldId="259"/>
            <ac:spMk id="7" creationId="{D21702A1-C037-4085-93EE-3063CFB346A6}"/>
          </ac:spMkLst>
        </pc:spChg>
        <pc:spChg chg="mod">
          <ac:chgData name="Feist, Ella" userId="992bbaf2-811d-42cb-a4d6-e7fc45e325e8" providerId="ADAL" clId="{EEEAA5E7-5892-4C22-B4B9-91834BD409A7}" dt="2026-09-09T08:13:03.876" v="36" actId="790"/>
          <ac:spMkLst>
            <pc:docMk/>
            <pc:sldMk cId="620145406" sldId="259"/>
            <ac:spMk id="8" creationId="{735373E3-1FC2-9729-1D67-E76626076E3E}"/>
          </ac:spMkLst>
        </pc:spChg>
      </pc:sldChg>
      <pc:sldChg chg="modSp mod">
        <pc:chgData name="Feist, Ella" userId="992bbaf2-811d-42cb-a4d6-e7fc45e325e8" providerId="ADAL" clId="{EEEAA5E7-5892-4C22-B4B9-91834BD409A7}" dt="2026-09-09T08:13:03.876" v="36" actId="790"/>
        <pc:sldMkLst>
          <pc:docMk/>
          <pc:sldMk cId="123455404" sldId="260"/>
        </pc:sldMkLst>
        <pc:spChg chg="mod">
          <ac:chgData name="Feist, Ella" userId="992bbaf2-811d-42cb-a4d6-e7fc45e325e8" providerId="ADAL" clId="{EEEAA5E7-5892-4C22-B4B9-91834BD409A7}" dt="2026-09-09T08:13:03.876" v="36" actId="790"/>
          <ac:spMkLst>
            <pc:docMk/>
            <pc:sldMk cId="123455404" sldId="260"/>
            <ac:spMk id="2" creationId="{29CACAF6-E7AF-AB4B-3F5F-F5CA98066155}"/>
          </ac:spMkLst>
        </pc:spChg>
        <pc:spChg chg="mod">
          <ac:chgData name="Feist, Ella" userId="992bbaf2-811d-42cb-a4d6-e7fc45e325e8" providerId="ADAL" clId="{EEEAA5E7-5892-4C22-B4B9-91834BD409A7}" dt="2026-09-09T08:13:03.876" v="36" actId="790"/>
          <ac:spMkLst>
            <pc:docMk/>
            <pc:sldMk cId="123455404" sldId="260"/>
            <ac:spMk id="3" creationId="{6F2E9E64-B528-4442-98C2-C40ABBF1DB8B}"/>
          </ac:spMkLst>
        </pc:spChg>
        <pc:spChg chg="mod">
          <ac:chgData name="Feist, Ella" userId="992bbaf2-811d-42cb-a4d6-e7fc45e325e8" providerId="ADAL" clId="{EEEAA5E7-5892-4C22-B4B9-91834BD409A7}" dt="2026-09-09T08:13:03.876" v="36" actId="790"/>
          <ac:spMkLst>
            <pc:docMk/>
            <pc:sldMk cId="123455404" sldId="260"/>
            <ac:spMk id="7" creationId="{57C20293-24CE-CA83-A097-2B1BC264CD33}"/>
          </ac:spMkLst>
        </pc:spChg>
      </pc:sldChg>
      <pc:sldChg chg="modSp mod">
        <pc:chgData name="Feist, Ella" userId="992bbaf2-811d-42cb-a4d6-e7fc45e325e8" providerId="ADAL" clId="{EEEAA5E7-5892-4C22-B4B9-91834BD409A7}" dt="2026-09-09T08:13:03.876" v="36" actId="790"/>
        <pc:sldMkLst>
          <pc:docMk/>
          <pc:sldMk cId="4261457665" sldId="263"/>
        </pc:sldMkLst>
        <pc:spChg chg="mod">
          <ac:chgData name="Feist, Ella" userId="992bbaf2-811d-42cb-a4d6-e7fc45e325e8" providerId="ADAL" clId="{EEEAA5E7-5892-4C22-B4B9-91834BD409A7}" dt="2026-09-09T08:13:03.876" v="36" actId="790"/>
          <ac:spMkLst>
            <pc:docMk/>
            <pc:sldMk cId="4261457665" sldId="263"/>
            <ac:spMk id="2" creationId="{00000000-0000-0000-0000-000000000000}"/>
          </ac:spMkLst>
        </pc:spChg>
        <pc:spChg chg="mod">
          <ac:chgData name="Feist, Ella" userId="992bbaf2-811d-42cb-a4d6-e7fc45e325e8" providerId="ADAL" clId="{EEEAA5E7-5892-4C22-B4B9-91834BD409A7}" dt="2026-09-09T08:13:03.876" v="36" actId="790"/>
          <ac:spMkLst>
            <pc:docMk/>
            <pc:sldMk cId="4261457665" sldId="263"/>
            <ac:spMk id="8" creationId="{E166E9A4-86E2-B3BE-2561-C7723CEB2C83}"/>
          </ac:spMkLst>
        </pc:spChg>
        <pc:spChg chg="mod">
          <ac:chgData name="Feist, Ella" userId="992bbaf2-811d-42cb-a4d6-e7fc45e325e8" providerId="ADAL" clId="{EEEAA5E7-5892-4C22-B4B9-91834BD409A7}" dt="2026-09-09T08:13:03.876" v="36" actId="790"/>
          <ac:spMkLst>
            <pc:docMk/>
            <pc:sldMk cId="4261457665" sldId="263"/>
            <ac:spMk id="14" creationId="{F19A3703-77EB-A8F4-1A6A-564107D8C68F}"/>
          </ac:spMkLst>
        </pc:spChg>
      </pc:sldChg>
      <pc:sldChg chg="modSp mod">
        <pc:chgData name="Feist, Ella" userId="992bbaf2-811d-42cb-a4d6-e7fc45e325e8" providerId="ADAL" clId="{EEEAA5E7-5892-4C22-B4B9-91834BD409A7}" dt="2026-09-09T08:14:01.739" v="50" actId="20577"/>
        <pc:sldMkLst>
          <pc:docMk/>
          <pc:sldMk cId="3255493345" sldId="265"/>
        </pc:sldMkLst>
        <pc:spChg chg="mod">
          <ac:chgData name="Feist, Ella" userId="992bbaf2-811d-42cb-a4d6-e7fc45e325e8" providerId="ADAL" clId="{EEEAA5E7-5892-4C22-B4B9-91834BD409A7}" dt="2026-09-09T08:13:03.876" v="36" actId="790"/>
          <ac:spMkLst>
            <pc:docMk/>
            <pc:sldMk cId="3255493345" sldId="265"/>
            <ac:spMk id="2" creationId="{E7445CAD-1BFA-66D2-AC19-587B04EFBAD9}"/>
          </ac:spMkLst>
        </pc:spChg>
        <pc:spChg chg="mod">
          <ac:chgData name="Feist, Ella" userId="992bbaf2-811d-42cb-a4d6-e7fc45e325e8" providerId="ADAL" clId="{EEEAA5E7-5892-4C22-B4B9-91834BD409A7}" dt="2026-09-09T08:13:03.876" v="36" actId="790"/>
          <ac:spMkLst>
            <pc:docMk/>
            <pc:sldMk cId="3255493345" sldId="265"/>
            <ac:spMk id="4" creationId="{00000000-0000-0000-0000-000000000000}"/>
          </ac:spMkLst>
        </pc:spChg>
        <pc:spChg chg="mod">
          <ac:chgData name="Feist, Ella" userId="992bbaf2-811d-42cb-a4d6-e7fc45e325e8" providerId="ADAL" clId="{EEEAA5E7-5892-4C22-B4B9-91834BD409A7}" dt="2026-09-09T08:14:01.739" v="50" actId="20577"/>
          <ac:spMkLst>
            <pc:docMk/>
            <pc:sldMk cId="3255493345" sldId="265"/>
            <ac:spMk id="7" creationId="{11F2A1B1-7F67-E9D3-2380-8E5EE9E666C4}"/>
          </ac:spMkLst>
        </pc:spChg>
        <pc:spChg chg="mod">
          <ac:chgData name="Feist, Ella" userId="992bbaf2-811d-42cb-a4d6-e7fc45e325e8" providerId="ADAL" clId="{EEEAA5E7-5892-4C22-B4B9-91834BD409A7}" dt="2026-09-09T08:13:03.876" v="36" actId="790"/>
          <ac:spMkLst>
            <pc:docMk/>
            <pc:sldMk cId="3255493345" sldId="265"/>
            <ac:spMk id="11" creationId="{299A66A0-9A9F-6739-88DB-B32014A13BD3}"/>
          </ac:spMkLst>
        </pc:spChg>
      </pc:sldChg>
      <pc:sldChg chg="modSp mod">
        <pc:chgData name="Feist, Ella" userId="992bbaf2-811d-42cb-a4d6-e7fc45e325e8" providerId="ADAL" clId="{EEEAA5E7-5892-4C22-B4B9-91834BD409A7}" dt="2026-09-09T08:13:03.876" v="36" actId="790"/>
        <pc:sldMkLst>
          <pc:docMk/>
          <pc:sldMk cId="3265112308" sldId="266"/>
        </pc:sldMkLst>
        <pc:spChg chg="mod">
          <ac:chgData name="Feist, Ella" userId="992bbaf2-811d-42cb-a4d6-e7fc45e325e8" providerId="ADAL" clId="{EEEAA5E7-5892-4C22-B4B9-91834BD409A7}" dt="2026-09-09T08:13:03.876" v="36" actId="790"/>
          <ac:spMkLst>
            <pc:docMk/>
            <pc:sldMk cId="3265112308" sldId="266"/>
            <ac:spMk id="2" creationId="{839D6AFE-C081-C751-AFA2-63CDAFD6F6E5}"/>
          </ac:spMkLst>
        </pc:spChg>
        <pc:spChg chg="mod">
          <ac:chgData name="Feist, Ella" userId="992bbaf2-811d-42cb-a4d6-e7fc45e325e8" providerId="ADAL" clId="{EEEAA5E7-5892-4C22-B4B9-91834BD409A7}" dt="2026-09-09T08:13:03.876" v="36" actId="790"/>
          <ac:spMkLst>
            <pc:docMk/>
            <pc:sldMk cId="3265112308" sldId="266"/>
            <ac:spMk id="4" creationId="{00000000-0000-0000-0000-000000000000}"/>
          </ac:spMkLst>
        </pc:spChg>
        <pc:spChg chg="mod">
          <ac:chgData name="Feist, Ella" userId="992bbaf2-811d-42cb-a4d6-e7fc45e325e8" providerId="ADAL" clId="{EEEAA5E7-5892-4C22-B4B9-91834BD409A7}" dt="2026-09-09T08:13:03.876" v="36" actId="790"/>
          <ac:spMkLst>
            <pc:docMk/>
            <pc:sldMk cId="3265112308" sldId="266"/>
            <ac:spMk id="7" creationId="{CA11DC57-B2B0-A59B-640B-12BC912E5C4C}"/>
          </ac:spMkLst>
        </pc:spChg>
        <pc:spChg chg="mod">
          <ac:chgData name="Feist, Ella" userId="992bbaf2-811d-42cb-a4d6-e7fc45e325e8" providerId="ADAL" clId="{EEEAA5E7-5892-4C22-B4B9-91834BD409A7}" dt="2026-09-09T08:13:03.876" v="36" actId="790"/>
          <ac:spMkLst>
            <pc:docMk/>
            <pc:sldMk cId="3265112308" sldId="266"/>
            <ac:spMk id="8" creationId="{D2DF1159-F4FC-37BC-7BE5-0970227CB347}"/>
          </ac:spMkLst>
        </pc:spChg>
      </pc:sldChg>
      <pc:sldChg chg="modSp mod">
        <pc:chgData name="Feist, Ella" userId="992bbaf2-811d-42cb-a4d6-e7fc45e325e8" providerId="ADAL" clId="{EEEAA5E7-5892-4C22-B4B9-91834BD409A7}" dt="2026-09-09T08:13:03.876" v="36" actId="790"/>
        <pc:sldMkLst>
          <pc:docMk/>
          <pc:sldMk cId="2268872533" sldId="267"/>
        </pc:sldMkLst>
        <pc:spChg chg="mod">
          <ac:chgData name="Feist, Ella" userId="992bbaf2-811d-42cb-a4d6-e7fc45e325e8" providerId="ADAL" clId="{EEEAA5E7-5892-4C22-B4B9-91834BD409A7}" dt="2026-09-09T08:13:03.876" v="36" actId="790"/>
          <ac:spMkLst>
            <pc:docMk/>
            <pc:sldMk cId="2268872533" sldId="267"/>
            <ac:spMk id="2" creationId="{9671F63E-5343-750B-5A5B-0586953D581D}"/>
          </ac:spMkLst>
        </pc:spChg>
        <pc:spChg chg="mod">
          <ac:chgData name="Feist, Ella" userId="992bbaf2-811d-42cb-a4d6-e7fc45e325e8" providerId="ADAL" clId="{EEEAA5E7-5892-4C22-B4B9-91834BD409A7}" dt="2026-09-09T08:13:03.876" v="36" actId="790"/>
          <ac:spMkLst>
            <pc:docMk/>
            <pc:sldMk cId="2268872533" sldId="267"/>
            <ac:spMk id="4" creationId="{00000000-0000-0000-0000-000000000000}"/>
          </ac:spMkLst>
        </pc:spChg>
        <pc:spChg chg="mod">
          <ac:chgData name="Feist, Ella" userId="992bbaf2-811d-42cb-a4d6-e7fc45e325e8" providerId="ADAL" clId="{EEEAA5E7-5892-4C22-B4B9-91834BD409A7}" dt="2026-09-09T08:13:03.876" v="36" actId="790"/>
          <ac:spMkLst>
            <pc:docMk/>
            <pc:sldMk cId="2268872533" sldId="267"/>
            <ac:spMk id="5" creationId="{7DE27EDB-5335-0077-5A6D-8551CF0D1A24}"/>
          </ac:spMkLst>
        </pc:spChg>
        <pc:spChg chg="mod">
          <ac:chgData name="Feist, Ella" userId="992bbaf2-811d-42cb-a4d6-e7fc45e325e8" providerId="ADAL" clId="{EEEAA5E7-5892-4C22-B4B9-91834BD409A7}" dt="2026-09-09T08:13:03.876" v="36" actId="790"/>
          <ac:spMkLst>
            <pc:docMk/>
            <pc:sldMk cId="2268872533" sldId="267"/>
            <ac:spMk id="7" creationId="{16B0E09C-EACA-D491-7038-34A72362A62A}"/>
          </ac:spMkLst>
        </pc:spChg>
      </pc:sldChg>
      <pc:sldChg chg="modSp mod">
        <pc:chgData name="Feist, Ella" userId="992bbaf2-811d-42cb-a4d6-e7fc45e325e8" providerId="ADAL" clId="{EEEAA5E7-5892-4C22-B4B9-91834BD409A7}" dt="2026-09-09T08:13:03.876" v="36" actId="790"/>
        <pc:sldMkLst>
          <pc:docMk/>
          <pc:sldMk cId="4223482198" sldId="268"/>
        </pc:sldMkLst>
        <pc:spChg chg="mod">
          <ac:chgData name="Feist, Ella" userId="992bbaf2-811d-42cb-a4d6-e7fc45e325e8" providerId="ADAL" clId="{EEEAA5E7-5892-4C22-B4B9-91834BD409A7}" dt="2026-09-09T08:13:03.876" v="36" actId="790"/>
          <ac:spMkLst>
            <pc:docMk/>
            <pc:sldMk cId="4223482198" sldId="268"/>
            <ac:spMk id="2" creationId="{0A7E3B9F-3CD7-F23B-B4E3-A03D21BE878C}"/>
          </ac:spMkLst>
        </pc:spChg>
        <pc:spChg chg="mod">
          <ac:chgData name="Feist, Ella" userId="992bbaf2-811d-42cb-a4d6-e7fc45e325e8" providerId="ADAL" clId="{EEEAA5E7-5892-4C22-B4B9-91834BD409A7}" dt="2026-09-09T08:13:03.876" v="36" actId="790"/>
          <ac:spMkLst>
            <pc:docMk/>
            <pc:sldMk cId="4223482198" sldId="268"/>
            <ac:spMk id="4" creationId="{00000000-0000-0000-0000-000000000000}"/>
          </ac:spMkLst>
        </pc:spChg>
        <pc:spChg chg="mod">
          <ac:chgData name="Feist, Ella" userId="992bbaf2-811d-42cb-a4d6-e7fc45e325e8" providerId="ADAL" clId="{EEEAA5E7-5892-4C22-B4B9-91834BD409A7}" dt="2026-09-09T08:13:03.876" v="36" actId="790"/>
          <ac:spMkLst>
            <pc:docMk/>
            <pc:sldMk cId="4223482198" sldId="268"/>
            <ac:spMk id="10" creationId="{81090961-E73E-B857-FEDA-0EFB800498CD}"/>
          </ac:spMkLst>
        </pc:spChg>
        <pc:spChg chg="mod">
          <ac:chgData name="Feist, Ella" userId="992bbaf2-811d-42cb-a4d6-e7fc45e325e8" providerId="ADAL" clId="{EEEAA5E7-5892-4C22-B4B9-91834BD409A7}" dt="2026-09-09T08:13:03.876" v="36" actId="790"/>
          <ac:spMkLst>
            <pc:docMk/>
            <pc:sldMk cId="4223482198" sldId="268"/>
            <ac:spMk id="14" creationId="{9986297D-BC6D-C125-256E-7AA88306F50B}"/>
          </ac:spMkLst>
        </pc:spChg>
      </pc:sldChg>
      <pc:sldChg chg="modSp mod">
        <pc:chgData name="Feist, Ella" userId="992bbaf2-811d-42cb-a4d6-e7fc45e325e8" providerId="ADAL" clId="{EEEAA5E7-5892-4C22-B4B9-91834BD409A7}" dt="2026-09-09T08:14:13.126" v="51" actId="20577"/>
        <pc:sldMkLst>
          <pc:docMk/>
          <pc:sldMk cId="1748408730" sldId="269"/>
        </pc:sldMkLst>
        <pc:spChg chg="mod">
          <ac:chgData name="Feist, Ella" userId="992bbaf2-811d-42cb-a4d6-e7fc45e325e8" providerId="ADAL" clId="{EEEAA5E7-5892-4C22-B4B9-91834BD409A7}" dt="2026-09-09T08:14:13.126" v="51" actId="20577"/>
          <ac:spMkLst>
            <pc:docMk/>
            <pc:sldMk cId="1748408730" sldId="269"/>
            <ac:spMk id="2" creationId="{8EC06E95-0031-6F1F-5E27-12219D1C0554}"/>
          </ac:spMkLst>
        </pc:spChg>
        <pc:spChg chg="mod">
          <ac:chgData name="Feist, Ella" userId="992bbaf2-811d-42cb-a4d6-e7fc45e325e8" providerId="ADAL" clId="{EEEAA5E7-5892-4C22-B4B9-91834BD409A7}" dt="2026-09-09T08:13:03.876" v="36" actId="790"/>
          <ac:spMkLst>
            <pc:docMk/>
            <pc:sldMk cId="1748408730" sldId="269"/>
            <ac:spMk id="4" creationId="{00000000-0000-0000-0000-000000000000}"/>
          </ac:spMkLst>
        </pc:spChg>
        <pc:spChg chg="mod">
          <ac:chgData name="Feist, Ella" userId="992bbaf2-811d-42cb-a4d6-e7fc45e325e8" providerId="ADAL" clId="{EEEAA5E7-5892-4C22-B4B9-91834BD409A7}" dt="2026-09-09T08:13:03.876" v="36" actId="790"/>
          <ac:spMkLst>
            <pc:docMk/>
            <pc:sldMk cId="1748408730" sldId="269"/>
            <ac:spMk id="5" creationId="{00000000-0000-0000-0000-000000000000}"/>
          </ac:spMkLst>
        </pc:spChg>
        <pc:spChg chg="mod">
          <ac:chgData name="Feist, Ella" userId="992bbaf2-811d-42cb-a4d6-e7fc45e325e8" providerId="ADAL" clId="{EEEAA5E7-5892-4C22-B4B9-91834BD409A7}" dt="2026-09-09T08:13:03.876" v="36" actId="790"/>
          <ac:spMkLst>
            <pc:docMk/>
            <pc:sldMk cId="1748408730" sldId="269"/>
            <ac:spMk id="11" creationId="{2B6753E4-040E-B5BA-BE28-C6890AF1388C}"/>
          </ac:spMkLst>
        </pc:spChg>
        <pc:spChg chg="mod">
          <ac:chgData name="Feist, Ella" userId="992bbaf2-811d-42cb-a4d6-e7fc45e325e8" providerId="ADAL" clId="{EEEAA5E7-5892-4C22-B4B9-91834BD409A7}" dt="2026-09-09T08:13:03.876" v="36" actId="790"/>
          <ac:spMkLst>
            <pc:docMk/>
            <pc:sldMk cId="1748408730" sldId="269"/>
            <ac:spMk id="12" creationId="{5F5DD733-DD0A-76FF-3195-016F534CD537}"/>
          </ac:spMkLst>
        </pc:spChg>
      </pc:sldChg>
      <pc:sldChg chg="modSp mod">
        <pc:chgData name="Feist, Ella" userId="992bbaf2-811d-42cb-a4d6-e7fc45e325e8" providerId="ADAL" clId="{EEEAA5E7-5892-4C22-B4B9-91834BD409A7}" dt="2026-09-09T08:13:03.876" v="36" actId="790"/>
        <pc:sldMkLst>
          <pc:docMk/>
          <pc:sldMk cId="1150151158" sldId="270"/>
        </pc:sldMkLst>
        <pc:spChg chg="mod">
          <ac:chgData name="Feist, Ella" userId="992bbaf2-811d-42cb-a4d6-e7fc45e325e8" providerId="ADAL" clId="{EEEAA5E7-5892-4C22-B4B9-91834BD409A7}" dt="2026-09-09T08:13:03.876" v="36" actId="790"/>
          <ac:spMkLst>
            <pc:docMk/>
            <pc:sldMk cId="1150151158" sldId="270"/>
            <ac:spMk id="3" creationId="{1D74EC68-13FD-D9F1-BEDF-FADF1A02EF86}"/>
          </ac:spMkLst>
        </pc:spChg>
        <pc:spChg chg="mod">
          <ac:chgData name="Feist, Ella" userId="992bbaf2-811d-42cb-a4d6-e7fc45e325e8" providerId="ADAL" clId="{EEEAA5E7-5892-4C22-B4B9-91834BD409A7}" dt="2026-09-09T08:13:03.876" v="36" actId="790"/>
          <ac:spMkLst>
            <pc:docMk/>
            <pc:sldMk cId="1150151158" sldId="270"/>
            <ac:spMk id="6" creationId="{3353144F-AB63-8A49-BF50-BE14C0530FD0}"/>
          </ac:spMkLst>
        </pc:spChg>
        <pc:spChg chg="mod">
          <ac:chgData name="Feist, Ella" userId="992bbaf2-811d-42cb-a4d6-e7fc45e325e8" providerId="ADAL" clId="{EEEAA5E7-5892-4C22-B4B9-91834BD409A7}" dt="2026-09-09T08:13:03.876" v="36" actId="790"/>
          <ac:spMkLst>
            <pc:docMk/>
            <pc:sldMk cId="1150151158" sldId="270"/>
            <ac:spMk id="12" creationId="{D2957D7A-C015-29AE-A4C9-48271DC49409}"/>
          </ac:spMkLst>
        </pc:spChg>
      </pc:sldChg>
      <pc:sldChg chg="modSp mod">
        <pc:chgData name="Feist, Ella" userId="992bbaf2-811d-42cb-a4d6-e7fc45e325e8" providerId="ADAL" clId="{EEEAA5E7-5892-4C22-B4B9-91834BD409A7}" dt="2026-09-09T08:13:03.876" v="36" actId="790"/>
        <pc:sldMkLst>
          <pc:docMk/>
          <pc:sldMk cId="93277132" sldId="271"/>
        </pc:sldMkLst>
        <pc:spChg chg="mod">
          <ac:chgData name="Feist, Ella" userId="992bbaf2-811d-42cb-a4d6-e7fc45e325e8" providerId="ADAL" clId="{EEEAA5E7-5892-4C22-B4B9-91834BD409A7}" dt="2026-09-09T08:13:03.876" v="36" actId="790"/>
          <ac:spMkLst>
            <pc:docMk/>
            <pc:sldMk cId="93277132" sldId="271"/>
            <ac:spMk id="4" creationId="{D1BE961B-7C28-64E9-2987-9B385155A850}"/>
          </ac:spMkLst>
        </pc:spChg>
        <pc:spChg chg="mod">
          <ac:chgData name="Feist, Ella" userId="992bbaf2-811d-42cb-a4d6-e7fc45e325e8" providerId="ADAL" clId="{EEEAA5E7-5892-4C22-B4B9-91834BD409A7}" dt="2026-09-09T08:13:03.876" v="36" actId="790"/>
          <ac:spMkLst>
            <pc:docMk/>
            <pc:sldMk cId="93277132" sldId="271"/>
            <ac:spMk id="6" creationId="{59A24103-CA98-0519-1BDD-F8BCB0CACC8E}"/>
          </ac:spMkLst>
        </pc:spChg>
        <pc:spChg chg="mod">
          <ac:chgData name="Feist, Ella" userId="992bbaf2-811d-42cb-a4d6-e7fc45e325e8" providerId="ADAL" clId="{EEEAA5E7-5892-4C22-B4B9-91834BD409A7}" dt="2026-09-09T08:13:03.876" v="36" actId="790"/>
          <ac:spMkLst>
            <pc:docMk/>
            <pc:sldMk cId="93277132" sldId="271"/>
            <ac:spMk id="13316" creationId="{00000000-0000-0000-0000-000000000000}"/>
          </ac:spMkLst>
        </pc:spChg>
        <pc:spChg chg="mod">
          <ac:chgData name="Feist, Ella" userId="992bbaf2-811d-42cb-a4d6-e7fc45e325e8" providerId="ADAL" clId="{EEEAA5E7-5892-4C22-B4B9-91834BD409A7}" dt="2026-09-09T08:13:03.876" v="36" actId="790"/>
          <ac:spMkLst>
            <pc:docMk/>
            <pc:sldMk cId="93277132" sldId="271"/>
            <ac:spMk id="14338" creationId="{00000000-0000-0000-0000-000000000000}"/>
          </ac:spMkLst>
        </pc:spChg>
      </pc:sldChg>
      <pc:sldChg chg="modSp mod">
        <pc:chgData name="Feist, Ella" userId="992bbaf2-811d-42cb-a4d6-e7fc45e325e8" providerId="ADAL" clId="{EEEAA5E7-5892-4C22-B4B9-91834BD409A7}" dt="2026-09-09T08:13:03.876" v="36" actId="790"/>
        <pc:sldMkLst>
          <pc:docMk/>
          <pc:sldMk cId="4065783222" sldId="272"/>
        </pc:sldMkLst>
        <pc:spChg chg="mod">
          <ac:chgData name="Feist, Ella" userId="992bbaf2-811d-42cb-a4d6-e7fc45e325e8" providerId="ADAL" clId="{EEEAA5E7-5892-4C22-B4B9-91834BD409A7}" dt="2026-09-09T08:13:03.876" v="36" actId="790"/>
          <ac:spMkLst>
            <pc:docMk/>
            <pc:sldMk cId="4065783222" sldId="272"/>
            <ac:spMk id="6" creationId="{E1232BF0-F1D6-D246-4F62-CE8698525297}"/>
          </ac:spMkLst>
        </pc:spChg>
        <pc:spChg chg="mod">
          <ac:chgData name="Feist, Ella" userId="992bbaf2-811d-42cb-a4d6-e7fc45e325e8" providerId="ADAL" clId="{EEEAA5E7-5892-4C22-B4B9-91834BD409A7}" dt="2026-09-09T08:13:03.876" v="36" actId="790"/>
          <ac:spMkLst>
            <pc:docMk/>
            <pc:sldMk cId="4065783222" sldId="272"/>
            <ac:spMk id="13314" creationId="{00000000-0000-0000-0000-000000000000}"/>
          </ac:spMkLst>
        </pc:spChg>
        <pc:spChg chg="mod">
          <ac:chgData name="Feist, Ella" userId="992bbaf2-811d-42cb-a4d6-e7fc45e325e8" providerId="ADAL" clId="{EEEAA5E7-5892-4C22-B4B9-91834BD409A7}" dt="2026-09-09T08:13:03.876" v="36" actId="790"/>
          <ac:spMkLst>
            <pc:docMk/>
            <pc:sldMk cId="4065783222" sldId="272"/>
            <ac:spMk id="15362" creationId="{00000000-0000-0000-0000-000000000000}"/>
          </ac:spMkLst>
        </pc:spChg>
        <pc:spChg chg="mod">
          <ac:chgData name="Feist, Ella" userId="992bbaf2-811d-42cb-a4d6-e7fc45e325e8" providerId="ADAL" clId="{EEEAA5E7-5892-4C22-B4B9-91834BD409A7}" dt="2026-09-09T08:13:03.876" v="36" actId="790"/>
          <ac:spMkLst>
            <pc:docMk/>
            <pc:sldMk cId="4065783222" sldId="272"/>
            <ac:spMk id="15364" creationId="{00000000-0000-0000-0000-000000000000}"/>
          </ac:spMkLst>
        </pc:spChg>
        <pc:spChg chg="mod">
          <ac:chgData name="Feist, Ella" userId="992bbaf2-811d-42cb-a4d6-e7fc45e325e8" providerId="ADAL" clId="{EEEAA5E7-5892-4C22-B4B9-91834BD409A7}" dt="2026-09-09T08:13:03.876" v="36" actId="790"/>
          <ac:spMkLst>
            <pc:docMk/>
            <pc:sldMk cId="4065783222" sldId="272"/>
            <ac:spMk id="15365" creationId="{00000000-0000-0000-0000-000000000000}"/>
          </ac:spMkLst>
        </pc:spChg>
        <pc:spChg chg="mod">
          <ac:chgData name="Feist, Ella" userId="992bbaf2-811d-42cb-a4d6-e7fc45e325e8" providerId="ADAL" clId="{EEEAA5E7-5892-4C22-B4B9-91834BD409A7}" dt="2026-09-09T08:13:03.876" v="36" actId="790"/>
          <ac:spMkLst>
            <pc:docMk/>
            <pc:sldMk cId="4065783222" sldId="272"/>
            <ac:spMk id="15366" creationId="{00000000-0000-0000-0000-000000000000}"/>
          </ac:spMkLst>
        </pc:spChg>
      </pc:sldChg>
      <pc:sldChg chg="modSp mod">
        <pc:chgData name="Feist, Ella" userId="992bbaf2-811d-42cb-a4d6-e7fc45e325e8" providerId="ADAL" clId="{EEEAA5E7-5892-4C22-B4B9-91834BD409A7}" dt="2026-09-09T08:13:03.876" v="36" actId="790"/>
        <pc:sldMkLst>
          <pc:docMk/>
          <pc:sldMk cId="2312216253" sldId="273"/>
        </pc:sldMkLst>
        <pc:spChg chg="mod">
          <ac:chgData name="Feist, Ella" userId="992bbaf2-811d-42cb-a4d6-e7fc45e325e8" providerId="ADAL" clId="{EEEAA5E7-5892-4C22-B4B9-91834BD409A7}" dt="2026-09-09T08:13:03.876" v="36" actId="790"/>
          <ac:spMkLst>
            <pc:docMk/>
            <pc:sldMk cId="2312216253" sldId="273"/>
            <ac:spMk id="5" creationId="{96CBA6E0-6137-D3E8-B746-A793E0674354}"/>
          </ac:spMkLst>
        </pc:spChg>
        <pc:spChg chg="mod">
          <ac:chgData name="Feist, Ella" userId="992bbaf2-811d-42cb-a4d6-e7fc45e325e8" providerId="ADAL" clId="{EEEAA5E7-5892-4C22-B4B9-91834BD409A7}" dt="2026-09-09T08:13:03.876" v="36" actId="790"/>
          <ac:spMkLst>
            <pc:docMk/>
            <pc:sldMk cId="2312216253" sldId="273"/>
            <ac:spMk id="6" creationId="{3692599C-C308-38B8-C7AF-D762F1778EAF}"/>
          </ac:spMkLst>
        </pc:spChg>
        <pc:spChg chg="mod">
          <ac:chgData name="Feist, Ella" userId="992bbaf2-811d-42cb-a4d6-e7fc45e325e8" providerId="ADAL" clId="{EEEAA5E7-5892-4C22-B4B9-91834BD409A7}" dt="2026-09-09T08:13:03.876" v="36" actId="790"/>
          <ac:spMkLst>
            <pc:docMk/>
            <pc:sldMk cId="2312216253" sldId="273"/>
            <ac:spMk id="15362" creationId="{00000000-0000-0000-0000-000000000000}"/>
          </ac:spMkLst>
        </pc:spChg>
        <pc:spChg chg="mod">
          <ac:chgData name="Feist, Ella" userId="992bbaf2-811d-42cb-a4d6-e7fc45e325e8" providerId="ADAL" clId="{EEEAA5E7-5892-4C22-B4B9-91834BD409A7}" dt="2026-09-09T08:13:03.876" v="36" actId="790"/>
          <ac:spMkLst>
            <pc:docMk/>
            <pc:sldMk cId="2312216253" sldId="273"/>
            <ac:spMk id="17412" creationId="{00000000-0000-0000-0000-000000000000}"/>
          </ac:spMkLst>
        </pc:spChg>
        <pc:spChg chg="mod">
          <ac:chgData name="Feist, Ella" userId="992bbaf2-811d-42cb-a4d6-e7fc45e325e8" providerId="ADAL" clId="{EEEAA5E7-5892-4C22-B4B9-91834BD409A7}" dt="2026-09-09T08:13:03.876" v="36" actId="790"/>
          <ac:spMkLst>
            <pc:docMk/>
            <pc:sldMk cId="2312216253" sldId="273"/>
            <ac:spMk id="17413" creationId="{00000000-0000-0000-0000-000000000000}"/>
          </ac:spMkLst>
        </pc:spChg>
      </pc:sldChg>
      <pc:sldChg chg="modSp mod">
        <pc:chgData name="Feist, Ella" userId="992bbaf2-811d-42cb-a4d6-e7fc45e325e8" providerId="ADAL" clId="{EEEAA5E7-5892-4C22-B4B9-91834BD409A7}" dt="2026-09-09T08:13:03.876" v="36" actId="790"/>
        <pc:sldMkLst>
          <pc:docMk/>
          <pc:sldMk cId="3087526808" sldId="274"/>
        </pc:sldMkLst>
        <pc:spChg chg="mod">
          <ac:chgData name="Feist, Ella" userId="992bbaf2-811d-42cb-a4d6-e7fc45e325e8" providerId="ADAL" clId="{EEEAA5E7-5892-4C22-B4B9-91834BD409A7}" dt="2026-09-09T08:13:03.876" v="36" actId="790"/>
          <ac:spMkLst>
            <pc:docMk/>
            <pc:sldMk cId="3087526808" sldId="274"/>
            <ac:spMk id="6" creationId="{968F135B-AB3F-A813-D2D3-0E5DFDEAF25E}"/>
          </ac:spMkLst>
        </pc:spChg>
        <pc:spChg chg="mod">
          <ac:chgData name="Feist, Ella" userId="992bbaf2-811d-42cb-a4d6-e7fc45e325e8" providerId="ADAL" clId="{EEEAA5E7-5892-4C22-B4B9-91834BD409A7}" dt="2026-09-09T08:13:03.876" v="36" actId="790"/>
          <ac:spMkLst>
            <pc:docMk/>
            <pc:sldMk cId="3087526808" sldId="274"/>
            <ac:spMk id="19458" creationId="{00000000-0000-0000-0000-000000000000}"/>
          </ac:spMkLst>
        </pc:spChg>
        <pc:spChg chg="mod">
          <ac:chgData name="Feist, Ella" userId="992bbaf2-811d-42cb-a4d6-e7fc45e325e8" providerId="ADAL" clId="{EEEAA5E7-5892-4C22-B4B9-91834BD409A7}" dt="2026-09-09T08:13:03.876" v="36" actId="790"/>
          <ac:spMkLst>
            <pc:docMk/>
            <pc:sldMk cId="3087526808" sldId="274"/>
            <ac:spMk id="19460" creationId="{00000000-0000-0000-0000-000000000000}"/>
          </ac:spMkLst>
        </pc:spChg>
        <pc:spChg chg="mod">
          <ac:chgData name="Feist, Ella" userId="992bbaf2-811d-42cb-a4d6-e7fc45e325e8" providerId="ADAL" clId="{EEEAA5E7-5892-4C22-B4B9-91834BD409A7}" dt="2026-09-09T08:13:03.876" v="36" actId="790"/>
          <ac:spMkLst>
            <pc:docMk/>
            <pc:sldMk cId="3087526808" sldId="274"/>
            <ac:spMk id="20482" creationId="{00000000-0000-0000-0000-000000000000}"/>
          </ac:spMkLst>
        </pc:spChg>
      </pc:sldChg>
      <pc:sldChg chg="modSp mod">
        <pc:chgData name="Feist, Ella" userId="992bbaf2-811d-42cb-a4d6-e7fc45e325e8" providerId="ADAL" clId="{EEEAA5E7-5892-4C22-B4B9-91834BD409A7}" dt="2026-09-09T08:13:03.876" v="36" actId="790"/>
        <pc:sldMkLst>
          <pc:docMk/>
          <pc:sldMk cId="3770867040" sldId="275"/>
        </pc:sldMkLst>
        <pc:spChg chg="mod">
          <ac:chgData name="Feist, Ella" userId="992bbaf2-811d-42cb-a4d6-e7fc45e325e8" providerId="ADAL" clId="{EEEAA5E7-5892-4C22-B4B9-91834BD409A7}" dt="2026-09-09T08:13:03.876" v="36" actId="790"/>
          <ac:spMkLst>
            <pc:docMk/>
            <pc:sldMk cId="3770867040" sldId="275"/>
            <ac:spMk id="6" creationId="{CF7023DD-CF8E-8089-7DB7-17234DF43FEC}"/>
          </ac:spMkLst>
        </pc:spChg>
        <pc:spChg chg="mod">
          <ac:chgData name="Feist, Ella" userId="992bbaf2-811d-42cb-a4d6-e7fc45e325e8" providerId="ADAL" clId="{EEEAA5E7-5892-4C22-B4B9-91834BD409A7}" dt="2026-09-09T08:13:03.876" v="36" actId="790"/>
          <ac:spMkLst>
            <pc:docMk/>
            <pc:sldMk cId="3770867040" sldId="275"/>
            <ac:spMk id="19458" creationId="{00000000-0000-0000-0000-000000000000}"/>
          </ac:spMkLst>
        </pc:spChg>
        <pc:spChg chg="mod">
          <ac:chgData name="Feist, Ella" userId="992bbaf2-811d-42cb-a4d6-e7fc45e325e8" providerId="ADAL" clId="{EEEAA5E7-5892-4C22-B4B9-91834BD409A7}" dt="2026-09-09T08:13:03.876" v="36" actId="790"/>
          <ac:spMkLst>
            <pc:docMk/>
            <pc:sldMk cId="3770867040" sldId="275"/>
            <ac:spMk id="21506" creationId="{00000000-0000-0000-0000-000000000000}"/>
          </ac:spMkLst>
        </pc:spChg>
        <pc:spChg chg="mod">
          <ac:chgData name="Feist, Ella" userId="992bbaf2-811d-42cb-a4d6-e7fc45e325e8" providerId="ADAL" clId="{EEEAA5E7-5892-4C22-B4B9-91834BD409A7}" dt="2026-09-09T08:13:03.876" v="36" actId="790"/>
          <ac:spMkLst>
            <pc:docMk/>
            <pc:sldMk cId="3770867040" sldId="275"/>
            <ac:spMk id="21508" creationId="{00000000-0000-0000-0000-000000000000}"/>
          </ac:spMkLst>
        </pc:spChg>
        <pc:spChg chg="mod">
          <ac:chgData name="Feist, Ella" userId="992bbaf2-811d-42cb-a4d6-e7fc45e325e8" providerId="ADAL" clId="{EEEAA5E7-5892-4C22-B4B9-91834BD409A7}" dt="2026-09-09T08:13:03.876" v="36" actId="790"/>
          <ac:spMkLst>
            <pc:docMk/>
            <pc:sldMk cId="3770867040" sldId="275"/>
            <ac:spMk id="21509" creationId="{00000000-0000-0000-0000-000000000000}"/>
          </ac:spMkLst>
        </pc:spChg>
        <pc:spChg chg="mod">
          <ac:chgData name="Feist, Ella" userId="992bbaf2-811d-42cb-a4d6-e7fc45e325e8" providerId="ADAL" clId="{EEEAA5E7-5892-4C22-B4B9-91834BD409A7}" dt="2026-09-09T08:13:03.876" v="36" actId="790"/>
          <ac:spMkLst>
            <pc:docMk/>
            <pc:sldMk cId="3770867040" sldId="275"/>
            <ac:spMk id="21510" creationId="{00000000-0000-0000-0000-000000000000}"/>
          </ac:spMkLst>
        </pc:spChg>
      </pc:sldChg>
      <pc:sldChg chg="modSp mod">
        <pc:chgData name="Feist, Ella" userId="992bbaf2-811d-42cb-a4d6-e7fc45e325e8" providerId="ADAL" clId="{EEEAA5E7-5892-4C22-B4B9-91834BD409A7}" dt="2026-09-09T08:13:29.303" v="44" actId="313"/>
        <pc:sldMkLst>
          <pc:docMk/>
          <pc:sldMk cId="942046957" sldId="276"/>
        </pc:sldMkLst>
        <pc:spChg chg="mod">
          <ac:chgData name="Feist, Ella" userId="992bbaf2-811d-42cb-a4d6-e7fc45e325e8" providerId="ADAL" clId="{EEEAA5E7-5892-4C22-B4B9-91834BD409A7}" dt="2026-09-09T08:13:03.876" v="36" actId="790"/>
          <ac:spMkLst>
            <pc:docMk/>
            <pc:sldMk cId="942046957" sldId="276"/>
            <ac:spMk id="9" creationId="{E354D05B-B247-E0B2-34D4-33E77508A10A}"/>
          </ac:spMkLst>
        </pc:spChg>
        <pc:spChg chg="mod">
          <ac:chgData name="Feist, Ella" userId="992bbaf2-811d-42cb-a4d6-e7fc45e325e8" providerId="ADAL" clId="{EEEAA5E7-5892-4C22-B4B9-91834BD409A7}" dt="2026-09-09T08:13:29.303" v="44" actId="313"/>
          <ac:spMkLst>
            <pc:docMk/>
            <pc:sldMk cId="942046957" sldId="276"/>
            <ac:spMk id="23554" creationId="{00000000-0000-0000-0000-000000000000}"/>
          </ac:spMkLst>
        </pc:spChg>
        <pc:spChg chg="mod">
          <ac:chgData name="Feist, Ella" userId="992bbaf2-811d-42cb-a4d6-e7fc45e325e8" providerId="ADAL" clId="{EEEAA5E7-5892-4C22-B4B9-91834BD409A7}" dt="2026-09-09T08:13:03.876" v="36" actId="790"/>
          <ac:spMkLst>
            <pc:docMk/>
            <pc:sldMk cId="942046957" sldId="276"/>
            <ac:spMk id="23556" creationId="{00000000-0000-0000-0000-000000000000}"/>
          </ac:spMkLst>
        </pc:spChg>
        <pc:spChg chg="mod">
          <ac:chgData name="Feist, Ella" userId="992bbaf2-811d-42cb-a4d6-e7fc45e325e8" providerId="ADAL" clId="{EEEAA5E7-5892-4C22-B4B9-91834BD409A7}" dt="2026-09-09T08:13:03.876" v="36" actId="790"/>
          <ac:spMkLst>
            <pc:docMk/>
            <pc:sldMk cId="942046957" sldId="276"/>
            <ac:spMk id="23557" creationId="{00000000-0000-0000-0000-000000000000}"/>
          </ac:spMkLst>
        </pc:spChg>
        <pc:spChg chg="mod">
          <ac:chgData name="Feist, Ella" userId="992bbaf2-811d-42cb-a4d6-e7fc45e325e8" providerId="ADAL" clId="{EEEAA5E7-5892-4C22-B4B9-91834BD409A7}" dt="2026-09-09T08:13:03.876" v="36" actId="790"/>
          <ac:spMkLst>
            <pc:docMk/>
            <pc:sldMk cId="942046957" sldId="276"/>
            <ac:spMk id="24578" creationId="{00000000-0000-0000-0000-000000000000}"/>
          </ac:spMkLst>
        </pc:spChg>
        <pc:graphicFrameChg chg="modGraphic">
          <ac:chgData name="Feist, Ella" userId="992bbaf2-811d-42cb-a4d6-e7fc45e325e8" providerId="ADAL" clId="{EEEAA5E7-5892-4C22-B4B9-91834BD409A7}" dt="2026-09-09T08:13:03.876" v="36" actId="790"/>
          <ac:graphicFrameMkLst>
            <pc:docMk/>
            <pc:sldMk cId="942046957" sldId="276"/>
            <ac:graphicFrameMk id="8" creationId="{490B65A6-B9CF-EC96-5D3D-F0B60D95A2A8}"/>
          </ac:graphicFrameMkLst>
        </pc:graphicFrameChg>
      </pc:sldChg>
      <pc:sldChg chg="modSp mod">
        <pc:chgData name="Feist, Ella" userId="992bbaf2-811d-42cb-a4d6-e7fc45e325e8" providerId="ADAL" clId="{EEEAA5E7-5892-4C22-B4B9-91834BD409A7}" dt="2026-09-09T08:13:35.767" v="45" actId="20577"/>
        <pc:sldMkLst>
          <pc:docMk/>
          <pc:sldMk cId="2329226382" sldId="277"/>
        </pc:sldMkLst>
        <pc:spChg chg="mod">
          <ac:chgData name="Feist, Ella" userId="992bbaf2-811d-42cb-a4d6-e7fc45e325e8" providerId="ADAL" clId="{EEEAA5E7-5892-4C22-B4B9-91834BD409A7}" dt="2026-09-09T08:13:03.876" v="36" actId="790"/>
          <ac:spMkLst>
            <pc:docMk/>
            <pc:sldMk cId="2329226382" sldId="277"/>
            <ac:spMk id="4" creationId="{A4F29EDF-F891-0692-529F-FA3AD49C0E79}"/>
          </ac:spMkLst>
        </pc:spChg>
        <pc:spChg chg="mod">
          <ac:chgData name="Feist, Ella" userId="992bbaf2-811d-42cb-a4d6-e7fc45e325e8" providerId="ADAL" clId="{EEEAA5E7-5892-4C22-B4B9-91834BD409A7}" dt="2026-09-09T08:13:03.876" v="36" actId="790"/>
          <ac:spMkLst>
            <pc:docMk/>
            <pc:sldMk cId="2329226382" sldId="277"/>
            <ac:spMk id="23554" creationId="{00000000-0000-0000-0000-000000000000}"/>
          </ac:spMkLst>
        </pc:spChg>
        <pc:spChg chg="mod">
          <ac:chgData name="Feist, Ella" userId="992bbaf2-811d-42cb-a4d6-e7fc45e325e8" providerId="ADAL" clId="{EEEAA5E7-5892-4C22-B4B9-91834BD409A7}" dt="2026-09-09T08:13:35.767" v="45" actId="20577"/>
          <ac:spMkLst>
            <pc:docMk/>
            <pc:sldMk cId="2329226382" sldId="277"/>
            <ac:spMk id="25602" creationId="{00000000-0000-0000-0000-000000000000}"/>
          </ac:spMkLst>
        </pc:spChg>
        <pc:spChg chg="mod">
          <ac:chgData name="Feist, Ella" userId="992bbaf2-811d-42cb-a4d6-e7fc45e325e8" providerId="ADAL" clId="{EEEAA5E7-5892-4C22-B4B9-91834BD409A7}" dt="2026-09-09T08:13:03.876" v="36" actId="790"/>
          <ac:spMkLst>
            <pc:docMk/>
            <pc:sldMk cId="2329226382" sldId="277"/>
            <ac:spMk id="25604" creationId="{00000000-0000-0000-0000-000000000000}"/>
          </ac:spMkLst>
        </pc:spChg>
        <pc:spChg chg="mod">
          <ac:chgData name="Feist, Ella" userId="992bbaf2-811d-42cb-a4d6-e7fc45e325e8" providerId="ADAL" clId="{EEEAA5E7-5892-4C22-B4B9-91834BD409A7}" dt="2026-09-09T08:13:03.876" v="36" actId="790"/>
          <ac:spMkLst>
            <pc:docMk/>
            <pc:sldMk cId="2329226382" sldId="277"/>
            <ac:spMk id="25605" creationId="{00000000-0000-0000-0000-000000000000}"/>
          </ac:spMkLst>
        </pc:spChg>
      </pc:sldChg>
      <pc:sldChg chg="addSp delSp modSp mod modClrScheme chgLayout">
        <pc:chgData name="Feist, Ella" userId="992bbaf2-811d-42cb-a4d6-e7fc45e325e8" providerId="ADAL" clId="{EEEAA5E7-5892-4C22-B4B9-91834BD409A7}" dt="2026-09-09T08:39:50.087" v="735"/>
        <pc:sldMkLst>
          <pc:docMk/>
          <pc:sldMk cId="789619662" sldId="278"/>
        </pc:sldMkLst>
        <pc:spChg chg="mod ord">
          <ac:chgData name="Feist, Ella" userId="992bbaf2-811d-42cb-a4d6-e7fc45e325e8" providerId="ADAL" clId="{EEEAA5E7-5892-4C22-B4B9-91834BD409A7}" dt="2026-09-09T08:26:16.801" v="251" actId="6264"/>
          <ac:spMkLst>
            <pc:docMk/>
            <pc:sldMk cId="789619662" sldId="278"/>
            <ac:spMk id="2" creationId="{00000000-0000-0000-0000-000000000000}"/>
          </ac:spMkLst>
        </pc:spChg>
        <pc:spChg chg="add del mod ord">
          <ac:chgData name="Feist, Ella" userId="992bbaf2-811d-42cb-a4d6-e7fc45e325e8" providerId="ADAL" clId="{EEEAA5E7-5892-4C22-B4B9-91834BD409A7}" dt="2026-09-09T08:26:03.493" v="248" actId="22"/>
          <ac:spMkLst>
            <pc:docMk/>
            <pc:sldMk cId="789619662" sldId="278"/>
            <ac:spMk id="3" creationId="{5FDFED99-B687-E651-A1F3-CBCE5BE8816B}"/>
          </ac:spMkLst>
        </pc:spChg>
        <pc:spChg chg="mod ord">
          <ac:chgData name="Feist, Ella" userId="992bbaf2-811d-42cb-a4d6-e7fc45e325e8" providerId="ADAL" clId="{EEEAA5E7-5892-4C22-B4B9-91834BD409A7}" dt="2026-09-09T08:27:03.333" v="282" actId="948"/>
          <ac:spMkLst>
            <pc:docMk/>
            <pc:sldMk cId="789619662" sldId="278"/>
            <ac:spMk id="6" creationId="{00000000-0000-0000-0000-000000000000}"/>
          </ac:spMkLst>
        </pc:spChg>
        <pc:spChg chg="mod">
          <ac:chgData name="Feist, Ella" userId="992bbaf2-811d-42cb-a4d6-e7fc45e325e8" providerId="ADAL" clId="{EEEAA5E7-5892-4C22-B4B9-91834BD409A7}" dt="2026-09-09T08:26:11.518" v="250" actId="1076"/>
          <ac:spMkLst>
            <pc:docMk/>
            <pc:sldMk cId="789619662" sldId="278"/>
            <ac:spMk id="7" creationId="{00000000-0000-0000-0000-000000000000}"/>
          </ac:spMkLst>
        </pc:spChg>
        <pc:spChg chg="del mod">
          <ac:chgData name="Feist, Ella" userId="992bbaf2-811d-42cb-a4d6-e7fc45e325e8" providerId="ADAL" clId="{EEEAA5E7-5892-4C22-B4B9-91834BD409A7}" dt="2026-09-09T08:26:22.125" v="252" actId="478"/>
          <ac:spMkLst>
            <pc:docMk/>
            <pc:sldMk cId="789619662" sldId="278"/>
            <ac:spMk id="9" creationId="{668DF014-57FA-434E-87D9-E50C480C1344}"/>
          </ac:spMkLst>
        </pc:spChg>
        <pc:spChg chg="add del mod">
          <ac:chgData name="Feist, Ella" userId="992bbaf2-811d-42cb-a4d6-e7fc45e325e8" providerId="ADAL" clId="{EEEAA5E7-5892-4C22-B4B9-91834BD409A7}" dt="2026-09-09T08:26:16.801" v="251" actId="6264"/>
          <ac:spMkLst>
            <pc:docMk/>
            <pc:sldMk cId="789619662" sldId="278"/>
            <ac:spMk id="10" creationId="{04ADB658-CC5C-F615-73FA-AEF409166FF0}"/>
          </ac:spMkLst>
        </pc:spChg>
        <pc:spChg chg="add del mod">
          <ac:chgData name="Feist, Ella" userId="992bbaf2-811d-42cb-a4d6-e7fc45e325e8" providerId="ADAL" clId="{EEEAA5E7-5892-4C22-B4B9-91834BD409A7}" dt="2026-09-09T08:26:16.801" v="251" actId="6264"/>
          <ac:spMkLst>
            <pc:docMk/>
            <pc:sldMk cId="789619662" sldId="278"/>
            <ac:spMk id="11" creationId="{6966E893-24D1-9BB0-26A4-9A5CBD8E69F6}"/>
          </ac:spMkLst>
        </pc:spChg>
        <pc:spChg chg="add del mod">
          <ac:chgData name="Feist, Ella" userId="992bbaf2-811d-42cb-a4d6-e7fc45e325e8" providerId="ADAL" clId="{EEEAA5E7-5892-4C22-B4B9-91834BD409A7}" dt="2026-09-09T08:26:16.801" v="251" actId="6264"/>
          <ac:spMkLst>
            <pc:docMk/>
            <pc:sldMk cId="789619662" sldId="278"/>
            <ac:spMk id="12" creationId="{3227E11A-521A-29EE-EB35-262ADE79FE2D}"/>
          </ac:spMkLst>
        </pc:spChg>
        <pc:spChg chg="add mod">
          <ac:chgData name="Feist, Ella" userId="992bbaf2-811d-42cb-a4d6-e7fc45e325e8" providerId="ADAL" clId="{EEEAA5E7-5892-4C22-B4B9-91834BD409A7}" dt="2026-09-09T08:39:50.087" v="735"/>
          <ac:spMkLst>
            <pc:docMk/>
            <pc:sldMk cId="789619662" sldId="278"/>
            <ac:spMk id="13" creationId="{BE0BDD49-12E5-5C8C-CC01-B1E95BE95D1A}"/>
          </ac:spMkLst>
        </pc:spChg>
        <pc:picChg chg="add mod ord">
          <ac:chgData name="Feist, Ella" userId="992bbaf2-811d-42cb-a4d6-e7fc45e325e8" providerId="ADAL" clId="{EEEAA5E7-5892-4C22-B4B9-91834BD409A7}" dt="2026-09-09T08:26:16.801" v="251" actId="6264"/>
          <ac:picMkLst>
            <pc:docMk/>
            <pc:sldMk cId="789619662" sldId="278"/>
            <ac:picMk id="5" creationId="{9935A829-801B-D069-66A4-C49BD61EA5D2}"/>
          </ac:picMkLst>
        </pc:picChg>
        <pc:picChg chg="del">
          <ac:chgData name="Feist, Ella" userId="992bbaf2-811d-42cb-a4d6-e7fc45e325e8" providerId="ADAL" clId="{EEEAA5E7-5892-4C22-B4B9-91834BD409A7}" dt="2026-09-09T08:26:01.609" v="247" actId="478"/>
          <ac:picMkLst>
            <pc:docMk/>
            <pc:sldMk cId="789619662" sldId="278"/>
            <ac:picMk id="8" creationId="{00000000-0000-0000-0000-000000000000}"/>
          </ac:picMkLst>
        </pc:picChg>
      </pc:sldChg>
      <pc:sldChg chg="addSp delSp modSp mod modClrScheme chgLayout">
        <pc:chgData name="Feist, Ella" userId="992bbaf2-811d-42cb-a4d6-e7fc45e325e8" providerId="ADAL" clId="{EEEAA5E7-5892-4C22-B4B9-91834BD409A7}" dt="2026-09-09T08:39:51.437" v="737"/>
        <pc:sldMkLst>
          <pc:docMk/>
          <pc:sldMk cId="2349270380" sldId="280"/>
        </pc:sldMkLst>
        <pc:spChg chg="mod ord">
          <ac:chgData name="Feist, Ella" userId="992bbaf2-811d-42cb-a4d6-e7fc45e325e8" providerId="ADAL" clId="{EEEAA5E7-5892-4C22-B4B9-91834BD409A7}" dt="2026-09-09T08:28:44.107" v="340" actId="6264"/>
          <ac:spMkLst>
            <pc:docMk/>
            <pc:sldMk cId="2349270380" sldId="280"/>
            <ac:spMk id="2" creationId="{00000000-0000-0000-0000-000000000000}"/>
          </ac:spMkLst>
        </pc:spChg>
        <pc:spChg chg="mod ord">
          <ac:chgData name="Feist, Ella" userId="992bbaf2-811d-42cb-a4d6-e7fc45e325e8" providerId="ADAL" clId="{EEEAA5E7-5892-4C22-B4B9-91834BD409A7}" dt="2026-09-09T08:30:28.051" v="421" actId="20577"/>
          <ac:spMkLst>
            <pc:docMk/>
            <pc:sldMk cId="2349270380" sldId="280"/>
            <ac:spMk id="3" creationId="{00000000-0000-0000-0000-000000000000}"/>
          </ac:spMkLst>
        </pc:spChg>
        <pc:spChg chg="del mod">
          <ac:chgData name="Feist, Ella" userId="992bbaf2-811d-42cb-a4d6-e7fc45e325e8" providerId="ADAL" clId="{EEEAA5E7-5892-4C22-B4B9-91834BD409A7}" dt="2026-09-09T08:28:48.217" v="341" actId="478"/>
          <ac:spMkLst>
            <pc:docMk/>
            <pc:sldMk cId="2349270380" sldId="280"/>
            <ac:spMk id="4" creationId="{00000000-0000-0000-0000-000000000000}"/>
          </ac:spMkLst>
        </pc:spChg>
        <pc:spChg chg="add del mod ord">
          <ac:chgData name="Feist, Ella" userId="992bbaf2-811d-42cb-a4d6-e7fc45e325e8" providerId="ADAL" clId="{EEEAA5E7-5892-4C22-B4B9-91834BD409A7}" dt="2026-09-09T08:28:38.087" v="337" actId="22"/>
          <ac:spMkLst>
            <pc:docMk/>
            <pc:sldMk cId="2349270380" sldId="280"/>
            <ac:spMk id="6" creationId="{8C24B096-7AED-3B55-B2A7-18C0B7C2D543}"/>
          </ac:spMkLst>
        </pc:spChg>
        <pc:spChg chg="add del mod">
          <ac:chgData name="Feist, Ella" userId="992bbaf2-811d-42cb-a4d6-e7fc45e325e8" providerId="ADAL" clId="{EEEAA5E7-5892-4C22-B4B9-91834BD409A7}" dt="2026-09-09T08:28:44.107" v="340" actId="6264"/>
          <ac:spMkLst>
            <pc:docMk/>
            <pc:sldMk cId="2349270380" sldId="280"/>
            <ac:spMk id="9" creationId="{6F963342-3ABA-300A-C1A7-51E82B2C580C}"/>
          </ac:spMkLst>
        </pc:spChg>
        <pc:spChg chg="add del mod">
          <ac:chgData name="Feist, Ella" userId="992bbaf2-811d-42cb-a4d6-e7fc45e325e8" providerId="ADAL" clId="{EEEAA5E7-5892-4C22-B4B9-91834BD409A7}" dt="2026-09-09T08:28:44.107" v="340" actId="6264"/>
          <ac:spMkLst>
            <pc:docMk/>
            <pc:sldMk cId="2349270380" sldId="280"/>
            <ac:spMk id="10" creationId="{227D4CC3-51A3-6A61-78B8-D126C0B5A7CD}"/>
          </ac:spMkLst>
        </pc:spChg>
        <pc:spChg chg="add del mod">
          <ac:chgData name="Feist, Ella" userId="992bbaf2-811d-42cb-a4d6-e7fc45e325e8" providerId="ADAL" clId="{EEEAA5E7-5892-4C22-B4B9-91834BD409A7}" dt="2026-09-09T08:28:44.107" v="340" actId="6264"/>
          <ac:spMkLst>
            <pc:docMk/>
            <pc:sldMk cId="2349270380" sldId="280"/>
            <ac:spMk id="11" creationId="{C109ED68-124D-4B2E-C727-BB9A17C70240}"/>
          </ac:spMkLst>
        </pc:spChg>
        <pc:spChg chg="add mod">
          <ac:chgData name="Feist, Ella" userId="992bbaf2-811d-42cb-a4d6-e7fc45e325e8" providerId="ADAL" clId="{EEEAA5E7-5892-4C22-B4B9-91834BD409A7}" dt="2026-09-09T08:39:51.437" v="737"/>
          <ac:spMkLst>
            <pc:docMk/>
            <pc:sldMk cId="2349270380" sldId="280"/>
            <ac:spMk id="12" creationId="{4F5DB0A3-ED54-F811-0E4D-381464B1782D}"/>
          </ac:spMkLst>
        </pc:spChg>
        <pc:picChg chg="del">
          <ac:chgData name="Feist, Ella" userId="992bbaf2-811d-42cb-a4d6-e7fc45e325e8" providerId="ADAL" clId="{EEEAA5E7-5892-4C22-B4B9-91834BD409A7}" dt="2026-09-09T08:28:36.909" v="336" actId="478"/>
          <ac:picMkLst>
            <pc:docMk/>
            <pc:sldMk cId="2349270380" sldId="280"/>
            <ac:picMk id="5" creationId="{00000000-0000-0000-0000-000000000000}"/>
          </ac:picMkLst>
        </pc:picChg>
        <pc:picChg chg="add mod ord">
          <ac:chgData name="Feist, Ella" userId="992bbaf2-811d-42cb-a4d6-e7fc45e325e8" providerId="ADAL" clId="{EEEAA5E7-5892-4C22-B4B9-91834BD409A7}" dt="2026-09-09T08:29:41.591" v="386" actId="1076"/>
          <ac:picMkLst>
            <pc:docMk/>
            <pc:sldMk cId="2349270380" sldId="280"/>
            <ac:picMk id="8" creationId="{9697BE95-57CF-BAE6-FCB8-11D79012AD00}"/>
          </ac:picMkLst>
        </pc:picChg>
      </pc:sldChg>
      <pc:sldChg chg="addSp delSp modSp mod modClrScheme chgLayout">
        <pc:chgData name="Feist, Ella" userId="992bbaf2-811d-42cb-a4d6-e7fc45e325e8" providerId="ADAL" clId="{EEEAA5E7-5892-4C22-B4B9-91834BD409A7}" dt="2026-09-09T08:39:52.083" v="738"/>
        <pc:sldMkLst>
          <pc:docMk/>
          <pc:sldMk cId="1155271306" sldId="281"/>
        </pc:sldMkLst>
        <pc:spChg chg="mod ord">
          <ac:chgData name="Feist, Ella" userId="992bbaf2-811d-42cb-a4d6-e7fc45e325e8" providerId="ADAL" clId="{EEEAA5E7-5892-4C22-B4B9-91834BD409A7}" dt="2026-09-09T08:30:41.381" v="422" actId="700"/>
          <ac:spMkLst>
            <pc:docMk/>
            <pc:sldMk cId="1155271306" sldId="281"/>
            <ac:spMk id="2" creationId="{00000000-0000-0000-0000-000000000000}"/>
          </ac:spMkLst>
        </pc:spChg>
        <pc:spChg chg="mod ord">
          <ac:chgData name="Feist, Ella" userId="992bbaf2-811d-42cb-a4d6-e7fc45e325e8" providerId="ADAL" clId="{EEEAA5E7-5892-4C22-B4B9-91834BD409A7}" dt="2026-09-09T08:31:48.480" v="476" actId="20577"/>
          <ac:spMkLst>
            <pc:docMk/>
            <pc:sldMk cId="1155271306" sldId="281"/>
            <ac:spMk id="3" creationId="{00000000-0000-0000-0000-000000000000}"/>
          </ac:spMkLst>
        </pc:spChg>
        <pc:spChg chg="del mod">
          <ac:chgData name="Feist, Ella" userId="992bbaf2-811d-42cb-a4d6-e7fc45e325e8" providerId="ADAL" clId="{EEEAA5E7-5892-4C22-B4B9-91834BD409A7}" dt="2026-09-09T08:30:52.969" v="427" actId="478"/>
          <ac:spMkLst>
            <pc:docMk/>
            <pc:sldMk cId="1155271306" sldId="281"/>
            <ac:spMk id="4" creationId="{00000000-0000-0000-0000-000000000000}"/>
          </ac:spMkLst>
        </pc:spChg>
        <pc:spChg chg="add del mod ord">
          <ac:chgData name="Feist, Ella" userId="992bbaf2-811d-42cb-a4d6-e7fc45e325e8" providerId="ADAL" clId="{EEEAA5E7-5892-4C22-B4B9-91834BD409A7}" dt="2026-09-09T08:30:45.812" v="424" actId="22"/>
          <ac:spMkLst>
            <pc:docMk/>
            <pc:sldMk cId="1155271306" sldId="281"/>
            <ac:spMk id="5" creationId="{71DA635A-8427-3DAC-ADF3-3A5683EC71E5}"/>
          </ac:spMkLst>
        </pc:spChg>
        <pc:spChg chg="del mod">
          <ac:chgData name="Feist, Ella" userId="992bbaf2-811d-42cb-a4d6-e7fc45e325e8" providerId="ADAL" clId="{EEEAA5E7-5892-4C22-B4B9-91834BD409A7}" dt="2026-09-09T08:31:01.064" v="432" actId="478"/>
          <ac:spMkLst>
            <pc:docMk/>
            <pc:sldMk cId="1155271306" sldId="281"/>
            <ac:spMk id="7" creationId="{C65ED47B-502F-47B4-B0CE-A1621071F948}"/>
          </ac:spMkLst>
        </pc:spChg>
        <pc:spChg chg="add mod">
          <ac:chgData name="Feist, Ella" userId="992bbaf2-811d-42cb-a4d6-e7fc45e325e8" providerId="ADAL" clId="{EEEAA5E7-5892-4C22-B4B9-91834BD409A7}" dt="2026-09-09T08:39:52.083" v="738"/>
          <ac:spMkLst>
            <pc:docMk/>
            <pc:sldMk cId="1155271306" sldId="281"/>
            <ac:spMk id="9" creationId="{098205D1-F5BA-CEE7-2B79-EBF7BFBC29D8}"/>
          </ac:spMkLst>
        </pc:spChg>
        <pc:picChg chg="add mod">
          <ac:chgData name="Feist, Ella" userId="992bbaf2-811d-42cb-a4d6-e7fc45e325e8" providerId="ADAL" clId="{EEEAA5E7-5892-4C22-B4B9-91834BD409A7}" dt="2026-09-09T08:31:26.284" v="447" actId="14100"/>
          <ac:picMkLst>
            <pc:docMk/>
            <pc:sldMk cId="1155271306" sldId="281"/>
            <ac:picMk id="8" creationId="{55B9BC97-2C9A-D678-6FF1-CE314AA9F99F}"/>
          </ac:picMkLst>
        </pc:picChg>
        <pc:picChg chg="del">
          <ac:chgData name="Feist, Ella" userId="992bbaf2-811d-42cb-a4d6-e7fc45e325e8" providerId="ADAL" clId="{EEEAA5E7-5892-4C22-B4B9-91834BD409A7}" dt="2026-09-09T08:30:43.215" v="423" actId="478"/>
          <ac:picMkLst>
            <pc:docMk/>
            <pc:sldMk cId="1155271306" sldId="281"/>
            <ac:picMk id="13314" creationId="{00000000-0000-0000-0000-000000000000}"/>
          </ac:picMkLst>
        </pc:picChg>
      </pc:sldChg>
      <pc:sldChg chg="modSp mod">
        <pc:chgData name="Feist, Ella" userId="992bbaf2-811d-42cb-a4d6-e7fc45e325e8" providerId="ADAL" clId="{EEEAA5E7-5892-4C22-B4B9-91834BD409A7}" dt="2026-09-09T08:13:03.876" v="36" actId="790"/>
        <pc:sldMkLst>
          <pc:docMk/>
          <pc:sldMk cId="1258222872" sldId="282"/>
        </pc:sldMkLst>
        <pc:spChg chg="mod">
          <ac:chgData name="Feist, Ella" userId="992bbaf2-811d-42cb-a4d6-e7fc45e325e8" providerId="ADAL" clId="{EEEAA5E7-5892-4C22-B4B9-91834BD409A7}" dt="2026-09-09T08:13:03.876" v="36" actId="790"/>
          <ac:spMkLst>
            <pc:docMk/>
            <pc:sldMk cId="1258222872" sldId="282"/>
            <ac:spMk id="9" creationId="{AA797758-344B-7CD6-5D42-7BF8A7BFCBF0}"/>
          </ac:spMkLst>
        </pc:spChg>
        <pc:spChg chg="mod">
          <ac:chgData name="Feist, Ella" userId="992bbaf2-811d-42cb-a4d6-e7fc45e325e8" providerId="ADAL" clId="{EEEAA5E7-5892-4C22-B4B9-91834BD409A7}" dt="2026-09-09T08:13:03.876" v="36" actId="790"/>
          <ac:spMkLst>
            <pc:docMk/>
            <pc:sldMk cId="1258222872" sldId="282"/>
            <ac:spMk id="10" creationId="{D88003F6-DA16-A588-A413-F43D290AB049}"/>
          </ac:spMkLst>
        </pc:spChg>
        <pc:spChg chg="mod">
          <ac:chgData name="Feist, Ella" userId="992bbaf2-811d-42cb-a4d6-e7fc45e325e8" providerId="ADAL" clId="{EEEAA5E7-5892-4C22-B4B9-91834BD409A7}" dt="2026-09-09T08:13:03.876" v="36" actId="790"/>
          <ac:spMkLst>
            <pc:docMk/>
            <pc:sldMk cId="1258222872" sldId="282"/>
            <ac:spMk id="30722" creationId="{00000000-0000-0000-0000-000000000000}"/>
          </ac:spMkLst>
        </pc:spChg>
      </pc:sldChg>
      <pc:sldChg chg="modSp mod">
        <pc:chgData name="Feist, Ella" userId="992bbaf2-811d-42cb-a4d6-e7fc45e325e8" providerId="ADAL" clId="{EEEAA5E7-5892-4C22-B4B9-91834BD409A7}" dt="2026-09-09T08:13:03.876" v="36" actId="790"/>
        <pc:sldMkLst>
          <pc:docMk/>
          <pc:sldMk cId="1399637593" sldId="283"/>
        </pc:sldMkLst>
        <pc:spChg chg="mod">
          <ac:chgData name="Feist, Ella" userId="992bbaf2-811d-42cb-a4d6-e7fc45e325e8" providerId="ADAL" clId="{EEEAA5E7-5892-4C22-B4B9-91834BD409A7}" dt="2026-09-09T08:13:03.876" v="36" actId="790"/>
          <ac:spMkLst>
            <pc:docMk/>
            <pc:sldMk cId="1399637593" sldId="283"/>
            <ac:spMk id="3" creationId="{4E91DFDA-B60F-35FF-D5E5-AB981EDEFB6D}"/>
          </ac:spMkLst>
        </pc:spChg>
        <pc:spChg chg="mod">
          <ac:chgData name="Feist, Ella" userId="992bbaf2-811d-42cb-a4d6-e7fc45e325e8" providerId="ADAL" clId="{EEEAA5E7-5892-4C22-B4B9-91834BD409A7}" dt="2026-09-09T08:13:03.876" v="36" actId="790"/>
          <ac:spMkLst>
            <pc:docMk/>
            <pc:sldMk cId="1399637593" sldId="283"/>
            <ac:spMk id="4" creationId="{6BD5DD48-30BE-0E14-6924-4D21B30F4B2C}"/>
          </ac:spMkLst>
        </pc:spChg>
        <pc:spChg chg="mod">
          <ac:chgData name="Feist, Ella" userId="992bbaf2-811d-42cb-a4d6-e7fc45e325e8" providerId="ADAL" clId="{EEEAA5E7-5892-4C22-B4B9-91834BD409A7}" dt="2026-09-09T08:13:03.876" v="36" actId="790"/>
          <ac:spMkLst>
            <pc:docMk/>
            <pc:sldMk cId="1399637593" sldId="283"/>
            <ac:spMk id="11" creationId="{1565CB95-7915-E5E7-FE66-30F620B812A0}"/>
          </ac:spMkLst>
        </pc:spChg>
      </pc:sldChg>
      <pc:sldChg chg="modSp mod">
        <pc:chgData name="Feist, Ella" userId="992bbaf2-811d-42cb-a4d6-e7fc45e325e8" providerId="ADAL" clId="{EEEAA5E7-5892-4C22-B4B9-91834BD409A7}" dt="2026-09-09T08:13:03.876" v="36" actId="790"/>
        <pc:sldMkLst>
          <pc:docMk/>
          <pc:sldMk cId="249578507" sldId="284"/>
        </pc:sldMkLst>
        <pc:spChg chg="mod">
          <ac:chgData name="Feist, Ella" userId="992bbaf2-811d-42cb-a4d6-e7fc45e325e8" providerId="ADAL" clId="{EEEAA5E7-5892-4C22-B4B9-91834BD409A7}" dt="2026-09-09T08:13:03.876" v="36" actId="790"/>
          <ac:spMkLst>
            <pc:docMk/>
            <pc:sldMk cId="249578507" sldId="284"/>
            <ac:spMk id="3" creationId="{3317946A-3CD3-0388-11FA-2A21E32DA7B2}"/>
          </ac:spMkLst>
        </pc:spChg>
        <pc:spChg chg="mod">
          <ac:chgData name="Feist, Ella" userId="992bbaf2-811d-42cb-a4d6-e7fc45e325e8" providerId="ADAL" clId="{EEEAA5E7-5892-4C22-B4B9-91834BD409A7}" dt="2026-09-09T08:13:03.876" v="36" actId="790"/>
          <ac:spMkLst>
            <pc:docMk/>
            <pc:sldMk cId="249578507" sldId="284"/>
            <ac:spMk id="14338" creationId="{00000000-0000-0000-0000-000000000000}"/>
          </ac:spMkLst>
        </pc:spChg>
        <pc:spChg chg="mod">
          <ac:chgData name="Feist, Ella" userId="992bbaf2-811d-42cb-a4d6-e7fc45e325e8" providerId="ADAL" clId="{EEEAA5E7-5892-4C22-B4B9-91834BD409A7}" dt="2026-09-09T08:13:03.876" v="36" actId="790"/>
          <ac:spMkLst>
            <pc:docMk/>
            <pc:sldMk cId="249578507" sldId="284"/>
            <ac:spMk id="14339" creationId="{00000000-0000-0000-0000-000000000000}"/>
          </ac:spMkLst>
        </pc:spChg>
        <pc:spChg chg="mod">
          <ac:chgData name="Feist, Ella" userId="992bbaf2-811d-42cb-a4d6-e7fc45e325e8" providerId="ADAL" clId="{EEEAA5E7-5892-4C22-B4B9-91834BD409A7}" dt="2026-09-09T08:13:03.876" v="36" actId="790"/>
          <ac:spMkLst>
            <pc:docMk/>
            <pc:sldMk cId="249578507" sldId="284"/>
            <ac:spMk id="14342" creationId="{00000000-0000-0000-0000-000000000000}"/>
          </ac:spMkLst>
        </pc:spChg>
        <pc:spChg chg="mod">
          <ac:chgData name="Feist, Ella" userId="992bbaf2-811d-42cb-a4d6-e7fc45e325e8" providerId="ADAL" clId="{EEEAA5E7-5892-4C22-B4B9-91834BD409A7}" dt="2026-09-09T08:13:03.876" v="36" actId="790"/>
          <ac:spMkLst>
            <pc:docMk/>
            <pc:sldMk cId="249578507" sldId="284"/>
            <ac:spMk id="14343" creationId="{00000000-0000-0000-0000-000000000000}"/>
          </ac:spMkLst>
        </pc:spChg>
        <pc:spChg chg="mod">
          <ac:chgData name="Feist, Ella" userId="992bbaf2-811d-42cb-a4d6-e7fc45e325e8" providerId="ADAL" clId="{EEEAA5E7-5892-4C22-B4B9-91834BD409A7}" dt="2026-09-09T08:13:03.876" v="36" actId="790"/>
          <ac:spMkLst>
            <pc:docMk/>
            <pc:sldMk cId="249578507" sldId="284"/>
            <ac:spMk id="14344" creationId="{00000000-0000-0000-0000-000000000000}"/>
          </ac:spMkLst>
        </pc:spChg>
        <pc:spChg chg="mod">
          <ac:chgData name="Feist, Ella" userId="992bbaf2-811d-42cb-a4d6-e7fc45e325e8" providerId="ADAL" clId="{EEEAA5E7-5892-4C22-B4B9-91834BD409A7}" dt="2026-09-09T08:13:03.876" v="36" actId="790"/>
          <ac:spMkLst>
            <pc:docMk/>
            <pc:sldMk cId="249578507" sldId="284"/>
            <ac:spMk id="14345" creationId="{00000000-0000-0000-0000-000000000000}"/>
          </ac:spMkLst>
        </pc:spChg>
        <pc:spChg chg="mod">
          <ac:chgData name="Feist, Ella" userId="992bbaf2-811d-42cb-a4d6-e7fc45e325e8" providerId="ADAL" clId="{EEEAA5E7-5892-4C22-B4B9-91834BD409A7}" dt="2026-09-09T08:13:03.876" v="36" actId="790"/>
          <ac:spMkLst>
            <pc:docMk/>
            <pc:sldMk cId="249578507" sldId="284"/>
            <ac:spMk id="14346" creationId="{00000000-0000-0000-0000-000000000000}"/>
          </ac:spMkLst>
        </pc:spChg>
        <pc:spChg chg="mod">
          <ac:chgData name="Feist, Ella" userId="992bbaf2-811d-42cb-a4d6-e7fc45e325e8" providerId="ADAL" clId="{EEEAA5E7-5892-4C22-B4B9-91834BD409A7}" dt="2026-09-09T08:13:03.876" v="36" actId="790"/>
          <ac:spMkLst>
            <pc:docMk/>
            <pc:sldMk cId="249578507" sldId="284"/>
            <ac:spMk id="14347" creationId="{00000000-0000-0000-0000-000000000000}"/>
          </ac:spMkLst>
        </pc:spChg>
        <pc:spChg chg="mod">
          <ac:chgData name="Feist, Ella" userId="992bbaf2-811d-42cb-a4d6-e7fc45e325e8" providerId="ADAL" clId="{EEEAA5E7-5892-4C22-B4B9-91834BD409A7}" dt="2026-09-09T08:13:03.876" v="36" actId="790"/>
          <ac:spMkLst>
            <pc:docMk/>
            <pc:sldMk cId="249578507" sldId="284"/>
            <ac:spMk id="14350" creationId="{00000000-0000-0000-0000-000000000000}"/>
          </ac:spMkLst>
        </pc:spChg>
      </pc:sldChg>
      <pc:sldChg chg="modSp mod">
        <pc:chgData name="Feist, Ella" userId="992bbaf2-811d-42cb-a4d6-e7fc45e325e8" providerId="ADAL" clId="{EEEAA5E7-5892-4C22-B4B9-91834BD409A7}" dt="2026-09-09T08:13:03.876" v="36" actId="790"/>
        <pc:sldMkLst>
          <pc:docMk/>
          <pc:sldMk cId="2049613977" sldId="285"/>
        </pc:sldMkLst>
        <pc:spChg chg="mod">
          <ac:chgData name="Feist, Ella" userId="992bbaf2-811d-42cb-a4d6-e7fc45e325e8" providerId="ADAL" clId="{EEEAA5E7-5892-4C22-B4B9-91834BD409A7}" dt="2026-09-09T08:13:03.876" v="36" actId="790"/>
          <ac:spMkLst>
            <pc:docMk/>
            <pc:sldMk cId="2049613977" sldId="285"/>
            <ac:spMk id="16386" creationId="{00000000-0000-0000-0000-000000000000}"/>
          </ac:spMkLst>
        </pc:spChg>
        <pc:spChg chg="mod">
          <ac:chgData name="Feist, Ella" userId="992bbaf2-811d-42cb-a4d6-e7fc45e325e8" providerId="ADAL" clId="{EEEAA5E7-5892-4C22-B4B9-91834BD409A7}" dt="2026-09-09T08:13:03.876" v="36" actId="790"/>
          <ac:spMkLst>
            <pc:docMk/>
            <pc:sldMk cId="2049613977" sldId="285"/>
            <ac:spMk id="16387" creationId="{00000000-0000-0000-0000-000000000000}"/>
          </ac:spMkLst>
        </pc:spChg>
        <pc:spChg chg="mod">
          <ac:chgData name="Feist, Ella" userId="992bbaf2-811d-42cb-a4d6-e7fc45e325e8" providerId="ADAL" clId="{EEEAA5E7-5892-4C22-B4B9-91834BD409A7}" dt="2026-09-09T08:13:03.876" v="36" actId="790"/>
          <ac:spMkLst>
            <pc:docMk/>
            <pc:sldMk cId="2049613977" sldId="285"/>
            <ac:spMk id="16389" creationId="{00000000-0000-0000-0000-000000000000}"/>
          </ac:spMkLst>
        </pc:spChg>
        <pc:spChg chg="mod">
          <ac:chgData name="Feist, Ella" userId="992bbaf2-811d-42cb-a4d6-e7fc45e325e8" providerId="ADAL" clId="{EEEAA5E7-5892-4C22-B4B9-91834BD409A7}" dt="2026-09-09T08:13:03.876" v="36" actId="790"/>
          <ac:spMkLst>
            <pc:docMk/>
            <pc:sldMk cId="2049613977" sldId="285"/>
            <ac:spMk id="16390" creationId="{00000000-0000-0000-0000-000000000000}"/>
          </ac:spMkLst>
        </pc:spChg>
        <pc:spChg chg="mod">
          <ac:chgData name="Feist, Ella" userId="992bbaf2-811d-42cb-a4d6-e7fc45e325e8" providerId="ADAL" clId="{EEEAA5E7-5892-4C22-B4B9-91834BD409A7}" dt="2026-09-09T08:13:03.876" v="36" actId="790"/>
          <ac:spMkLst>
            <pc:docMk/>
            <pc:sldMk cId="2049613977" sldId="285"/>
            <ac:spMk id="16392" creationId="{00000000-0000-0000-0000-000000000000}"/>
          </ac:spMkLst>
        </pc:spChg>
        <pc:spChg chg="mod">
          <ac:chgData name="Feist, Ella" userId="992bbaf2-811d-42cb-a4d6-e7fc45e325e8" providerId="ADAL" clId="{EEEAA5E7-5892-4C22-B4B9-91834BD409A7}" dt="2026-09-09T08:13:03.876" v="36" actId="790"/>
          <ac:spMkLst>
            <pc:docMk/>
            <pc:sldMk cId="2049613977" sldId="285"/>
            <ac:spMk id="16393" creationId="{00000000-0000-0000-0000-000000000000}"/>
          </ac:spMkLst>
        </pc:spChg>
        <pc:spChg chg="mod">
          <ac:chgData name="Feist, Ella" userId="992bbaf2-811d-42cb-a4d6-e7fc45e325e8" providerId="ADAL" clId="{EEEAA5E7-5892-4C22-B4B9-91834BD409A7}" dt="2026-09-09T08:13:03.876" v="36" actId="790"/>
          <ac:spMkLst>
            <pc:docMk/>
            <pc:sldMk cId="2049613977" sldId="285"/>
            <ac:spMk id="16395" creationId="{00000000-0000-0000-0000-000000000000}"/>
          </ac:spMkLst>
        </pc:spChg>
        <pc:spChg chg="mod">
          <ac:chgData name="Feist, Ella" userId="992bbaf2-811d-42cb-a4d6-e7fc45e325e8" providerId="ADAL" clId="{EEEAA5E7-5892-4C22-B4B9-91834BD409A7}" dt="2026-09-09T08:13:03.876" v="36" actId="790"/>
          <ac:spMkLst>
            <pc:docMk/>
            <pc:sldMk cId="2049613977" sldId="285"/>
            <ac:spMk id="16396" creationId="{00000000-0000-0000-0000-000000000000}"/>
          </ac:spMkLst>
        </pc:spChg>
        <pc:spChg chg="mod">
          <ac:chgData name="Feist, Ella" userId="992bbaf2-811d-42cb-a4d6-e7fc45e325e8" providerId="ADAL" clId="{EEEAA5E7-5892-4C22-B4B9-91834BD409A7}" dt="2026-09-09T08:13:03.876" v="36" actId="790"/>
          <ac:spMkLst>
            <pc:docMk/>
            <pc:sldMk cId="2049613977" sldId="285"/>
            <ac:spMk id="16397" creationId="{00000000-0000-0000-0000-000000000000}"/>
          </ac:spMkLst>
        </pc:spChg>
        <pc:spChg chg="mod">
          <ac:chgData name="Feist, Ella" userId="992bbaf2-811d-42cb-a4d6-e7fc45e325e8" providerId="ADAL" clId="{EEEAA5E7-5892-4C22-B4B9-91834BD409A7}" dt="2026-09-09T08:13:03.876" v="36" actId="790"/>
          <ac:spMkLst>
            <pc:docMk/>
            <pc:sldMk cId="2049613977" sldId="285"/>
            <ac:spMk id="16398" creationId="{00000000-0000-0000-0000-000000000000}"/>
          </ac:spMkLst>
        </pc:spChg>
      </pc:sldChg>
      <pc:sldChg chg="addSp delSp modSp mod modClrScheme chgLayout">
        <pc:chgData name="Feist, Ella" userId="992bbaf2-811d-42cb-a4d6-e7fc45e325e8" providerId="ADAL" clId="{EEEAA5E7-5892-4C22-B4B9-91834BD409A7}" dt="2026-09-09T08:39:55.345" v="743"/>
        <pc:sldMkLst>
          <pc:docMk/>
          <pc:sldMk cId="24723350" sldId="286"/>
        </pc:sldMkLst>
        <pc:spChg chg="mod ord">
          <ac:chgData name="Feist, Ella" userId="992bbaf2-811d-42cb-a4d6-e7fc45e325e8" providerId="ADAL" clId="{EEEAA5E7-5892-4C22-B4B9-91834BD409A7}" dt="2026-09-09T08:35:50.420" v="621" actId="700"/>
          <ac:spMkLst>
            <pc:docMk/>
            <pc:sldMk cId="24723350" sldId="286"/>
            <ac:spMk id="2" creationId="{00000000-0000-0000-0000-000000000000}"/>
          </ac:spMkLst>
        </pc:spChg>
        <pc:spChg chg="mod ord">
          <ac:chgData name="Feist, Ella" userId="992bbaf2-811d-42cb-a4d6-e7fc45e325e8" providerId="ADAL" clId="{EEEAA5E7-5892-4C22-B4B9-91834BD409A7}" dt="2026-09-09T08:37:10.118" v="658" actId="20577"/>
          <ac:spMkLst>
            <pc:docMk/>
            <pc:sldMk cId="24723350" sldId="286"/>
            <ac:spMk id="3" creationId="{00000000-0000-0000-0000-000000000000}"/>
          </ac:spMkLst>
        </pc:spChg>
        <pc:spChg chg="add mod">
          <ac:chgData name="Feist, Ella" userId="992bbaf2-811d-42cb-a4d6-e7fc45e325e8" providerId="ADAL" clId="{EEEAA5E7-5892-4C22-B4B9-91834BD409A7}" dt="2026-09-09T08:39:55.345" v="743"/>
          <ac:spMkLst>
            <pc:docMk/>
            <pc:sldMk cId="24723350" sldId="286"/>
            <ac:spMk id="4" creationId="{8EFB20E3-ADF4-31A8-6E9C-6BBADD55E095}"/>
          </ac:spMkLst>
        </pc:spChg>
        <pc:spChg chg="del mod">
          <ac:chgData name="Feist, Ella" userId="992bbaf2-811d-42cb-a4d6-e7fc45e325e8" providerId="ADAL" clId="{EEEAA5E7-5892-4C22-B4B9-91834BD409A7}" dt="2026-09-09T08:36:10.643" v="633" actId="478"/>
          <ac:spMkLst>
            <pc:docMk/>
            <pc:sldMk cId="24723350" sldId="286"/>
            <ac:spMk id="7" creationId="{00000000-0000-0000-0000-000000000000}"/>
          </ac:spMkLst>
        </pc:spChg>
      </pc:sldChg>
      <pc:sldChg chg="modSp mod">
        <pc:chgData name="Feist, Ella" userId="992bbaf2-811d-42cb-a4d6-e7fc45e325e8" providerId="ADAL" clId="{EEEAA5E7-5892-4C22-B4B9-91834BD409A7}" dt="2026-09-09T08:13:03.876" v="36" actId="790"/>
        <pc:sldMkLst>
          <pc:docMk/>
          <pc:sldMk cId="1118429550" sldId="287"/>
        </pc:sldMkLst>
        <pc:spChg chg="mod">
          <ac:chgData name="Feist, Ella" userId="992bbaf2-811d-42cb-a4d6-e7fc45e325e8" providerId="ADAL" clId="{EEEAA5E7-5892-4C22-B4B9-91834BD409A7}" dt="2026-09-09T08:12:18.517" v="34" actId="20577"/>
          <ac:spMkLst>
            <pc:docMk/>
            <pc:sldMk cId="1118429550" sldId="287"/>
            <ac:spMk id="20483" creationId="{00000000-0000-0000-0000-000000000000}"/>
          </ac:spMkLst>
        </pc:spChg>
        <pc:spChg chg="mod">
          <ac:chgData name="Feist, Ella" userId="992bbaf2-811d-42cb-a4d6-e7fc45e325e8" providerId="ADAL" clId="{EEEAA5E7-5892-4C22-B4B9-91834BD409A7}" dt="2026-09-09T08:13:03.876" v="36" actId="790"/>
          <ac:spMkLst>
            <pc:docMk/>
            <pc:sldMk cId="1118429550" sldId="287"/>
            <ac:spMk id="20493" creationId="{00000000-0000-0000-0000-000000000000}"/>
          </ac:spMkLst>
        </pc:spChg>
        <pc:spChg chg="mod">
          <ac:chgData name="Feist, Ella" userId="992bbaf2-811d-42cb-a4d6-e7fc45e325e8" providerId="ADAL" clId="{EEEAA5E7-5892-4C22-B4B9-91834BD409A7}" dt="2026-09-09T08:13:03.876" v="36" actId="790"/>
          <ac:spMkLst>
            <pc:docMk/>
            <pc:sldMk cId="1118429550" sldId="287"/>
            <ac:spMk id="20498" creationId="{00000000-0000-0000-0000-000000000000}"/>
          </ac:spMkLst>
        </pc:spChg>
        <pc:spChg chg="mod">
          <ac:chgData name="Feist, Ella" userId="992bbaf2-811d-42cb-a4d6-e7fc45e325e8" providerId="ADAL" clId="{EEEAA5E7-5892-4C22-B4B9-91834BD409A7}" dt="2026-09-09T08:13:03.876" v="36" actId="790"/>
          <ac:spMkLst>
            <pc:docMk/>
            <pc:sldMk cId="1118429550" sldId="287"/>
            <ac:spMk id="20505" creationId="{00000000-0000-0000-0000-000000000000}"/>
          </ac:spMkLst>
        </pc:spChg>
        <pc:spChg chg="mod">
          <ac:chgData name="Feist, Ella" userId="992bbaf2-811d-42cb-a4d6-e7fc45e325e8" providerId="ADAL" clId="{EEEAA5E7-5892-4C22-B4B9-91834BD409A7}" dt="2026-09-09T08:13:03.876" v="36" actId="790"/>
          <ac:spMkLst>
            <pc:docMk/>
            <pc:sldMk cId="1118429550" sldId="287"/>
            <ac:spMk id="20512" creationId="{00000000-0000-0000-0000-000000000000}"/>
          </ac:spMkLst>
        </pc:spChg>
        <pc:spChg chg="mod">
          <ac:chgData name="Feist, Ella" userId="992bbaf2-811d-42cb-a4d6-e7fc45e325e8" providerId="ADAL" clId="{EEEAA5E7-5892-4C22-B4B9-91834BD409A7}" dt="2026-09-09T08:13:03.876" v="36" actId="790"/>
          <ac:spMkLst>
            <pc:docMk/>
            <pc:sldMk cId="1118429550" sldId="287"/>
            <ac:spMk id="20513" creationId="{00000000-0000-0000-0000-000000000000}"/>
          </ac:spMkLst>
        </pc:spChg>
        <pc:spChg chg="mod">
          <ac:chgData name="Feist, Ella" userId="992bbaf2-811d-42cb-a4d6-e7fc45e325e8" providerId="ADAL" clId="{EEEAA5E7-5892-4C22-B4B9-91834BD409A7}" dt="2026-09-09T08:13:03.876" v="36" actId="790"/>
          <ac:spMkLst>
            <pc:docMk/>
            <pc:sldMk cId="1118429550" sldId="287"/>
            <ac:spMk id="20523" creationId="{00000000-0000-0000-0000-000000000000}"/>
          </ac:spMkLst>
        </pc:spChg>
        <pc:spChg chg="mod">
          <ac:chgData name="Feist, Ella" userId="992bbaf2-811d-42cb-a4d6-e7fc45e325e8" providerId="ADAL" clId="{EEEAA5E7-5892-4C22-B4B9-91834BD409A7}" dt="2026-09-09T08:13:03.876" v="36" actId="790"/>
          <ac:spMkLst>
            <pc:docMk/>
            <pc:sldMk cId="1118429550" sldId="287"/>
            <ac:spMk id="20526" creationId="{00000000-0000-0000-0000-000000000000}"/>
          </ac:spMkLst>
        </pc:spChg>
        <pc:spChg chg="mod">
          <ac:chgData name="Feist, Ella" userId="992bbaf2-811d-42cb-a4d6-e7fc45e325e8" providerId="ADAL" clId="{EEEAA5E7-5892-4C22-B4B9-91834BD409A7}" dt="2026-09-09T08:13:03.876" v="36" actId="790"/>
          <ac:spMkLst>
            <pc:docMk/>
            <pc:sldMk cId="1118429550" sldId="287"/>
            <ac:spMk id="20531" creationId="{00000000-0000-0000-0000-000000000000}"/>
          </ac:spMkLst>
        </pc:spChg>
        <pc:spChg chg="mod">
          <ac:chgData name="Feist, Ella" userId="992bbaf2-811d-42cb-a4d6-e7fc45e325e8" providerId="ADAL" clId="{EEEAA5E7-5892-4C22-B4B9-91834BD409A7}" dt="2026-09-09T08:13:03.876" v="36" actId="790"/>
          <ac:spMkLst>
            <pc:docMk/>
            <pc:sldMk cId="1118429550" sldId="287"/>
            <ac:spMk id="20532" creationId="{00000000-0000-0000-0000-000000000000}"/>
          </ac:spMkLst>
        </pc:spChg>
        <pc:spChg chg="mod">
          <ac:chgData name="Feist, Ella" userId="992bbaf2-811d-42cb-a4d6-e7fc45e325e8" providerId="ADAL" clId="{EEEAA5E7-5892-4C22-B4B9-91834BD409A7}" dt="2026-09-09T08:13:03.876" v="36" actId="790"/>
          <ac:spMkLst>
            <pc:docMk/>
            <pc:sldMk cId="1118429550" sldId="287"/>
            <ac:spMk id="20533" creationId="{00000000-0000-0000-0000-000000000000}"/>
          </ac:spMkLst>
        </pc:spChg>
      </pc:sldChg>
      <pc:sldChg chg="addSp delSp modSp mod modClrScheme chgLayout">
        <pc:chgData name="Feist, Ella" userId="992bbaf2-811d-42cb-a4d6-e7fc45e325e8" providerId="ADAL" clId="{EEEAA5E7-5892-4C22-B4B9-91834BD409A7}" dt="2026-09-09T08:39:56.841" v="745"/>
        <pc:sldMkLst>
          <pc:docMk/>
          <pc:sldMk cId="1838643972" sldId="288"/>
        </pc:sldMkLst>
        <pc:spChg chg="add del mod ord">
          <ac:chgData name="Feist, Ella" userId="992bbaf2-811d-42cb-a4d6-e7fc45e325e8" providerId="ADAL" clId="{EEEAA5E7-5892-4C22-B4B9-91834BD409A7}" dt="2026-09-09T08:39:09.736" v="714" actId="6264"/>
          <ac:spMkLst>
            <pc:docMk/>
            <pc:sldMk cId="1838643972" sldId="288"/>
            <ac:spMk id="4" creationId="{59333307-082C-BA7C-E5AC-70360BF977FF}"/>
          </ac:spMkLst>
        </pc:spChg>
        <pc:spChg chg="add del mod">
          <ac:chgData name="Feist, Ella" userId="992bbaf2-811d-42cb-a4d6-e7fc45e325e8" providerId="ADAL" clId="{EEEAA5E7-5892-4C22-B4B9-91834BD409A7}" dt="2026-09-09T08:39:09.736" v="714" actId="6264"/>
          <ac:spMkLst>
            <pc:docMk/>
            <pc:sldMk cId="1838643972" sldId="288"/>
            <ac:spMk id="5" creationId="{6759DDF0-7442-906B-B555-3FA06FFD6AFF}"/>
          </ac:spMkLst>
        </pc:spChg>
        <pc:spChg chg="add del mod">
          <ac:chgData name="Feist, Ella" userId="992bbaf2-811d-42cb-a4d6-e7fc45e325e8" providerId="ADAL" clId="{EEEAA5E7-5892-4C22-B4B9-91834BD409A7}" dt="2026-09-09T08:39:09.736" v="714" actId="6264"/>
          <ac:spMkLst>
            <pc:docMk/>
            <pc:sldMk cId="1838643972" sldId="288"/>
            <ac:spMk id="6" creationId="{80F38F0D-23A1-AF89-2F89-D307257748A6}"/>
          </ac:spMkLst>
        </pc:spChg>
        <pc:spChg chg="add del mod ord">
          <ac:chgData name="Feist, Ella" userId="992bbaf2-811d-42cb-a4d6-e7fc45e325e8" providerId="ADAL" clId="{EEEAA5E7-5892-4C22-B4B9-91834BD409A7}" dt="2026-09-09T08:39:22.703" v="720" actId="478"/>
          <ac:spMkLst>
            <pc:docMk/>
            <pc:sldMk cId="1838643972" sldId="288"/>
            <ac:spMk id="7" creationId="{6104EB1D-742B-84ED-00ED-89E9085280E5}"/>
          </ac:spMkLst>
        </pc:spChg>
        <pc:spChg chg="add mod">
          <ac:chgData name="Feist, Ella" userId="992bbaf2-811d-42cb-a4d6-e7fc45e325e8" providerId="ADAL" clId="{EEEAA5E7-5892-4C22-B4B9-91834BD409A7}" dt="2026-09-09T08:39:56.841" v="745"/>
          <ac:spMkLst>
            <pc:docMk/>
            <pc:sldMk cId="1838643972" sldId="288"/>
            <ac:spMk id="8" creationId="{5FF825AA-B0FA-0079-55D6-5AC1E5FEA25D}"/>
          </ac:spMkLst>
        </pc:spChg>
        <pc:spChg chg="mod">
          <ac:chgData name="Feist, Ella" userId="992bbaf2-811d-42cb-a4d6-e7fc45e325e8" providerId="ADAL" clId="{EEEAA5E7-5892-4C22-B4B9-91834BD409A7}" dt="2026-09-09T08:39:21.552" v="719" actId="1076"/>
          <ac:spMkLst>
            <pc:docMk/>
            <pc:sldMk cId="1838643972" sldId="288"/>
            <ac:spMk id="10" creationId="{00000000-0000-0000-0000-000000000000}"/>
          </ac:spMkLst>
        </pc:spChg>
        <pc:spChg chg="mod">
          <ac:chgData name="Feist, Ella" userId="992bbaf2-811d-42cb-a4d6-e7fc45e325e8" providerId="ADAL" clId="{EEEAA5E7-5892-4C22-B4B9-91834BD409A7}" dt="2026-09-09T08:39:29.387" v="723" actId="1076"/>
          <ac:spMkLst>
            <pc:docMk/>
            <pc:sldMk cId="1838643972" sldId="288"/>
            <ac:spMk id="11" creationId="{00000000-0000-0000-0000-000000000000}"/>
          </ac:spMkLst>
        </pc:spChg>
        <pc:spChg chg="mod ord">
          <ac:chgData name="Feist, Ella" userId="992bbaf2-811d-42cb-a4d6-e7fc45e325e8" providerId="ADAL" clId="{EEEAA5E7-5892-4C22-B4B9-91834BD409A7}" dt="2026-09-09T08:39:09.736" v="714" actId="6264"/>
          <ac:spMkLst>
            <pc:docMk/>
            <pc:sldMk cId="1838643972" sldId="288"/>
            <ac:spMk id="47106" creationId="{00000000-0000-0000-0000-000000000000}"/>
          </ac:spMkLst>
        </pc:spChg>
        <pc:spChg chg="mod ord">
          <ac:chgData name="Feist, Ella" userId="992bbaf2-811d-42cb-a4d6-e7fc45e325e8" providerId="ADAL" clId="{EEEAA5E7-5892-4C22-B4B9-91834BD409A7}" dt="2026-09-09T08:39:17.171" v="718" actId="20577"/>
          <ac:spMkLst>
            <pc:docMk/>
            <pc:sldMk cId="1838643972" sldId="288"/>
            <ac:spMk id="47107" creationId="{00000000-0000-0000-0000-000000000000}"/>
          </ac:spMkLst>
        </pc:spChg>
        <pc:picChg chg="mod">
          <ac:chgData name="Feist, Ella" userId="992bbaf2-811d-42cb-a4d6-e7fc45e325e8" providerId="ADAL" clId="{EEEAA5E7-5892-4C22-B4B9-91834BD409A7}" dt="2026-09-09T08:39:36.653" v="732" actId="1035"/>
          <ac:picMkLst>
            <pc:docMk/>
            <pc:sldMk cId="1838643972" sldId="288"/>
            <ac:picMk id="2" creationId="{00000000-0000-0000-0000-000000000000}"/>
          </ac:picMkLst>
        </pc:picChg>
        <pc:picChg chg="mod">
          <ac:chgData name="Feist, Ella" userId="992bbaf2-811d-42cb-a4d6-e7fc45e325e8" providerId="ADAL" clId="{EEEAA5E7-5892-4C22-B4B9-91834BD409A7}" dt="2026-09-09T08:39:33.261" v="724" actId="1076"/>
          <ac:picMkLst>
            <pc:docMk/>
            <pc:sldMk cId="1838643972" sldId="288"/>
            <ac:picMk id="3" creationId="{00000000-0000-0000-0000-000000000000}"/>
          </ac:picMkLst>
        </pc:picChg>
      </pc:sldChg>
      <pc:sldChg chg="addSp delSp modSp mod modClrScheme chgLayout">
        <pc:chgData name="Feist, Ella" userId="992bbaf2-811d-42cb-a4d6-e7fc45e325e8" providerId="ADAL" clId="{EEEAA5E7-5892-4C22-B4B9-91834BD409A7}" dt="2026-09-09T08:42:08.228" v="828"/>
        <pc:sldMkLst>
          <pc:docMk/>
          <pc:sldMk cId="1149867509" sldId="289"/>
        </pc:sldMkLst>
        <pc:spChg chg="add del mod ord">
          <ac:chgData name="Feist, Ella" userId="992bbaf2-811d-42cb-a4d6-e7fc45e325e8" providerId="ADAL" clId="{EEEAA5E7-5892-4C22-B4B9-91834BD409A7}" dt="2026-09-09T08:40:07.244" v="747" actId="6264"/>
          <ac:spMkLst>
            <pc:docMk/>
            <pc:sldMk cId="1149867509" sldId="289"/>
            <ac:spMk id="2" creationId="{68581B59-7279-1403-1B37-252E39C5F47E}"/>
          </ac:spMkLst>
        </pc:spChg>
        <pc:spChg chg="add del mod">
          <ac:chgData name="Feist, Ella" userId="992bbaf2-811d-42cb-a4d6-e7fc45e325e8" providerId="ADAL" clId="{EEEAA5E7-5892-4C22-B4B9-91834BD409A7}" dt="2026-09-09T08:40:07.244" v="747" actId="6264"/>
          <ac:spMkLst>
            <pc:docMk/>
            <pc:sldMk cId="1149867509" sldId="289"/>
            <ac:spMk id="3" creationId="{A9DFE1C9-C7AC-F7E6-0DCD-6520EA54B6C1}"/>
          </ac:spMkLst>
        </pc:spChg>
        <pc:spChg chg="add del mod">
          <ac:chgData name="Feist, Ella" userId="992bbaf2-811d-42cb-a4d6-e7fc45e325e8" providerId="ADAL" clId="{EEEAA5E7-5892-4C22-B4B9-91834BD409A7}" dt="2026-09-09T08:40:07.244" v="747" actId="6264"/>
          <ac:spMkLst>
            <pc:docMk/>
            <pc:sldMk cId="1149867509" sldId="289"/>
            <ac:spMk id="4" creationId="{21C78025-52B3-B24A-40FA-A83545D54B3D}"/>
          </ac:spMkLst>
        </pc:spChg>
        <pc:spChg chg="add del mod ord">
          <ac:chgData name="Feist, Ella" userId="992bbaf2-811d-42cb-a4d6-e7fc45e325e8" providerId="ADAL" clId="{EEEAA5E7-5892-4C22-B4B9-91834BD409A7}" dt="2026-09-09T08:40:18.097" v="755" actId="478"/>
          <ac:spMkLst>
            <pc:docMk/>
            <pc:sldMk cId="1149867509" sldId="289"/>
            <ac:spMk id="5" creationId="{D43DD34A-682F-51DF-631D-439254C0A2FE}"/>
          </ac:spMkLst>
        </pc:spChg>
        <pc:spChg chg="add mod">
          <ac:chgData name="Feist, Ella" userId="992bbaf2-811d-42cb-a4d6-e7fc45e325e8" providerId="ADAL" clId="{EEEAA5E7-5892-4C22-B4B9-91834BD409A7}" dt="2026-09-09T08:42:08.228" v="828"/>
          <ac:spMkLst>
            <pc:docMk/>
            <pc:sldMk cId="1149867509" sldId="289"/>
            <ac:spMk id="6" creationId="{0948503C-07F7-81EF-C8E7-5B7D7DF3AC57}"/>
          </ac:spMkLst>
        </pc:spChg>
        <pc:spChg chg="mod ord">
          <ac:chgData name="Feist, Ella" userId="992bbaf2-811d-42cb-a4d6-e7fc45e325e8" providerId="ADAL" clId="{EEEAA5E7-5892-4C22-B4B9-91834BD409A7}" dt="2026-09-09T08:40:07.244" v="747" actId="6264"/>
          <ac:spMkLst>
            <pc:docMk/>
            <pc:sldMk cId="1149867509" sldId="289"/>
            <ac:spMk id="49154" creationId="{00000000-0000-0000-0000-000000000000}"/>
          </ac:spMkLst>
        </pc:spChg>
        <pc:spChg chg="mod ord">
          <ac:chgData name="Feist, Ella" userId="992bbaf2-811d-42cb-a4d6-e7fc45e325e8" providerId="ADAL" clId="{EEEAA5E7-5892-4C22-B4B9-91834BD409A7}" dt="2026-09-09T08:40:16.039" v="754" actId="20577"/>
          <ac:spMkLst>
            <pc:docMk/>
            <pc:sldMk cId="1149867509" sldId="289"/>
            <ac:spMk id="49155" creationId="{00000000-0000-0000-0000-000000000000}"/>
          </ac:spMkLst>
        </pc:spChg>
        <pc:spChg chg="mod">
          <ac:chgData name="Feist, Ella" userId="992bbaf2-811d-42cb-a4d6-e7fc45e325e8" providerId="ADAL" clId="{EEEAA5E7-5892-4C22-B4B9-91834BD409A7}" dt="2026-09-09T08:40:22.649" v="756" actId="1076"/>
          <ac:spMkLst>
            <pc:docMk/>
            <pc:sldMk cId="1149867509" sldId="289"/>
            <ac:spMk id="49160" creationId="{00000000-0000-0000-0000-000000000000}"/>
          </ac:spMkLst>
        </pc:spChg>
        <pc:spChg chg="mod">
          <ac:chgData name="Feist, Ella" userId="992bbaf2-811d-42cb-a4d6-e7fc45e325e8" providerId="ADAL" clId="{EEEAA5E7-5892-4C22-B4B9-91834BD409A7}" dt="2026-09-09T08:40:22.649" v="756" actId="1076"/>
          <ac:spMkLst>
            <pc:docMk/>
            <pc:sldMk cId="1149867509" sldId="289"/>
            <ac:spMk id="49162" creationId="{00000000-0000-0000-0000-000000000000}"/>
          </ac:spMkLst>
        </pc:spChg>
        <pc:spChg chg="mod">
          <ac:chgData name="Feist, Ella" userId="992bbaf2-811d-42cb-a4d6-e7fc45e325e8" providerId="ADAL" clId="{EEEAA5E7-5892-4C22-B4B9-91834BD409A7}" dt="2026-09-09T08:40:22.649" v="756" actId="1076"/>
          <ac:spMkLst>
            <pc:docMk/>
            <pc:sldMk cId="1149867509" sldId="289"/>
            <ac:spMk id="49165" creationId="{00000000-0000-0000-0000-000000000000}"/>
          </ac:spMkLst>
        </pc:spChg>
        <pc:spChg chg="mod">
          <ac:chgData name="Feist, Ella" userId="992bbaf2-811d-42cb-a4d6-e7fc45e325e8" providerId="ADAL" clId="{EEEAA5E7-5892-4C22-B4B9-91834BD409A7}" dt="2026-09-09T08:40:22.649" v="756" actId="1076"/>
          <ac:spMkLst>
            <pc:docMk/>
            <pc:sldMk cId="1149867509" sldId="289"/>
            <ac:spMk id="49167" creationId="{00000000-0000-0000-0000-000000000000}"/>
          </ac:spMkLst>
        </pc:spChg>
        <pc:spChg chg="mod">
          <ac:chgData name="Feist, Ella" userId="992bbaf2-811d-42cb-a4d6-e7fc45e325e8" providerId="ADAL" clId="{EEEAA5E7-5892-4C22-B4B9-91834BD409A7}" dt="2026-09-09T08:40:22.649" v="756" actId="1076"/>
          <ac:spMkLst>
            <pc:docMk/>
            <pc:sldMk cId="1149867509" sldId="289"/>
            <ac:spMk id="49168" creationId="{00000000-0000-0000-0000-000000000000}"/>
          </ac:spMkLst>
        </pc:spChg>
        <pc:spChg chg="mod">
          <ac:chgData name="Feist, Ella" userId="992bbaf2-811d-42cb-a4d6-e7fc45e325e8" providerId="ADAL" clId="{EEEAA5E7-5892-4C22-B4B9-91834BD409A7}" dt="2026-09-09T08:40:22.649" v="756" actId="1076"/>
          <ac:spMkLst>
            <pc:docMk/>
            <pc:sldMk cId="1149867509" sldId="289"/>
            <ac:spMk id="49169" creationId="{00000000-0000-0000-0000-000000000000}"/>
          </ac:spMkLst>
        </pc:spChg>
        <pc:spChg chg="mod">
          <ac:chgData name="Feist, Ella" userId="992bbaf2-811d-42cb-a4d6-e7fc45e325e8" providerId="ADAL" clId="{EEEAA5E7-5892-4C22-B4B9-91834BD409A7}" dt="2026-09-09T08:40:22.649" v="756" actId="1076"/>
          <ac:spMkLst>
            <pc:docMk/>
            <pc:sldMk cId="1149867509" sldId="289"/>
            <ac:spMk id="49170" creationId="{00000000-0000-0000-0000-000000000000}"/>
          </ac:spMkLst>
        </pc:spChg>
        <pc:spChg chg="mod">
          <ac:chgData name="Feist, Ella" userId="992bbaf2-811d-42cb-a4d6-e7fc45e325e8" providerId="ADAL" clId="{EEEAA5E7-5892-4C22-B4B9-91834BD409A7}" dt="2026-09-09T08:40:22.649" v="756" actId="1076"/>
          <ac:spMkLst>
            <pc:docMk/>
            <pc:sldMk cId="1149867509" sldId="289"/>
            <ac:spMk id="49171" creationId="{00000000-0000-0000-0000-000000000000}"/>
          </ac:spMkLst>
        </pc:spChg>
        <pc:spChg chg="mod">
          <ac:chgData name="Feist, Ella" userId="992bbaf2-811d-42cb-a4d6-e7fc45e325e8" providerId="ADAL" clId="{EEEAA5E7-5892-4C22-B4B9-91834BD409A7}" dt="2026-09-09T08:40:22.649" v="756" actId="1076"/>
          <ac:spMkLst>
            <pc:docMk/>
            <pc:sldMk cId="1149867509" sldId="289"/>
            <ac:spMk id="49172" creationId="{00000000-0000-0000-0000-000000000000}"/>
          </ac:spMkLst>
        </pc:spChg>
        <pc:spChg chg="mod">
          <ac:chgData name="Feist, Ella" userId="992bbaf2-811d-42cb-a4d6-e7fc45e325e8" providerId="ADAL" clId="{EEEAA5E7-5892-4C22-B4B9-91834BD409A7}" dt="2026-09-09T08:40:22.649" v="756" actId="1076"/>
          <ac:spMkLst>
            <pc:docMk/>
            <pc:sldMk cId="1149867509" sldId="289"/>
            <ac:spMk id="49175" creationId="{00000000-0000-0000-0000-000000000000}"/>
          </ac:spMkLst>
        </pc:spChg>
      </pc:sldChg>
      <pc:sldChg chg="modSp mod">
        <pc:chgData name="Feist, Ella" userId="992bbaf2-811d-42cb-a4d6-e7fc45e325e8" providerId="ADAL" clId="{EEEAA5E7-5892-4C22-B4B9-91834BD409A7}" dt="2026-09-09T08:13:03.876" v="36" actId="790"/>
        <pc:sldMkLst>
          <pc:docMk/>
          <pc:sldMk cId="792331177" sldId="290"/>
        </pc:sldMkLst>
        <pc:spChg chg="mod">
          <ac:chgData name="Feist, Ella" userId="992bbaf2-811d-42cb-a4d6-e7fc45e325e8" providerId="ADAL" clId="{EEEAA5E7-5892-4C22-B4B9-91834BD409A7}" dt="2026-09-09T08:13:03.876" v="36" actId="790"/>
          <ac:spMkLst>
            <pc:docMk/>
            <pc:sldMk cId="792331177" sldId="290"/>
            <ac:spMk id="3" creationId="{B6ECFF39-8FF0-8C15-CE9E-D873C57B2838}"/>
          </ac:spMkLst>
        </pc:spChg>
        <pc:spChg chg="mod">
          <ac:chgData name="Feist, Ella" userId="992bbaf2-811d-42cb-a4d6-e7fc45e325e8" providerId="ADAL" clId="{EEEAA5E7-5892-4C22-B4B9-91834BD409A7}" dt="2026-09-09T08:13:03.876" v="36" actId="790"/>
          <ac:spMkLst>
            <pc:docMk/>
            <pc:sldMk cId="792331177" sldId="290"/>
            <ac:spMk id="9" creationId="{3B156F11-BBAD-E4C4-B801-86B99F42692F}"/>
          </ac:spMkLst>
        </pc:spChg>
        <pc:spChg chg="mod">
          <ac:chgData name="Feist, Ella" userId="992bbaf2-811d-42cb-a4d6-e7fc45e325e8" providerId="ADAL" clId="{EEEAA5E7-5892-4C22-B4B9-91834BD409A7}" dt="2026-09-09T08:13:03.876" v="36" actId="790"/>
          <ac:spMkLst>
            <pc:docMk/>
            <pc:sldMk cId="792331177" sldId="290"/>
            <ac:spMk id="26630" creationId="{00000000-0000-0000-0000-000000000000}"/>
          </ac:spMkLst>
        </pc:spChg>
        <pc:spChg chg="mod">
          <ac:chgData name="Feist, Ella" userId="992bbaf2-811d-42cb-a4d6-e7fc45e325e8" providerId="ADAL" clId="{EEEAA5E7-5892-4C22-B4B9-91834BD409A7}" dt="2026-09-09T08:13:03.876" v="36" actId="790"/>
          <ac:spMkLst>
            <pc:docMk/>
            <pc:sldMk cId="792331177" sldId="290"/>
            <ac:spMk id="26633" creationId="{00000000-0000-0000-0000-000000000000}"/>
          </ac:spMkLst>
        </pc:spChg>
        <pc:spChg chg="mod">
          <ac:chgData name="Feist, Ella" userId="992bbaf2-811d-42cb-a4d6-e7fc45e325e8" providerId="ADAL" clId="{EEEAA5E7-5892-4C22-B4B9-91834BD409A7}" dt="2026-09-09T08:13:03.876" v="36" actId="790"/>
          <ac:spMkLst>
            <pc:docMk/>
            <pc:sldMk cId="792331177" sldId="290"/>
            <ac:spMk id="26635" creationId="{00000000-0000-0000-0000-000000000000}"/>
          </ac:spMkLst>
        </pc:spChg>
        <pc:spChg chg="mod">
          <ac:chgData name="Feist, Ella" userId="992bbaf2-811d-42cb-a4d6-e7fc45e325e8" providerId="ADAL" clId="{EEEAA5E7-5892-4C22-B4B9-91834BD409A7}" dt="2026-09-09T08:13:03.876" v="36" actId="790"/>
          <ac:spMkLst>
            <pc:docMk/>
            <pc:sldMk cId="792331177" sldId="290"/>
            <ac:spMk id="26644" creationId="{00000000-0000-0000-0000-000000000000}"/>
          </ac:spMkLst>
        </pc:spChg>
        <pc:spChg chg="mod">
          <ac:chgData name="Feist, Ella" userId="992bbaf2-811d-42cb-a4d6-e7fc45e325e8" providerId="ADAL" clId="{EEEAA5E7-5892-4C22-B4B9-91834BD409A7}" dt="2026-09-09T08:13:03.876" v="36" actId="790"/>
          <ac:spMkLst>
            <pc:docMk/>
            <pc:sldMk cId="792331177" sldId="290"/>
            <ac:spMk id="26646" creationId="{00000000-0000-0000-0000-000000000000}"/>
          </ac:spMkLst>
        </pc:spChg>
        <pc:spChg chg="mod">
          <ac:chgData name="Feist, Ella" userId="992bbaf2-811d-42cb-a4d6-e7fc45e325e8" providerId="ADAL" clId="{EEEAA5E7-5892-4C22-B4B9-91834BD409A7}" dt="2026-09-09T08:13:03.876" v="36" actId="790"/>
          <ac:spMkLst>
            <pc:docMk/>
            <pc:sldMk cId="792331177" sldId="290"/>
            <ac:spMk id="26647" creationId="{00000000-0000-0000-0000-000000000000}"/>
          </ac:spMkLst>
        </pc:spChg>
        <pc:spChg chg="mod">
          <ac:chgData name="Feist, Ella" userId="992bbaf2-811d-42cb-a4d6-e7fc45e325e8" providerId="ADAL" clId="{EEEAA5E7-5892-4C22-B4B9-91834BD409A7}" dt="2026-09-09T08:13:03.876" v="36" actId="790"/>
          <ac:spMkLst>
            <pc:docMk/>
            <pc:sldMk cId="792331177" sldId="290"/>
            <ac:spMk id="26649" creationId="{00000000-0000-0000-0000-000000000000}"/>
          </ac:spMkLst>
        </pc:spChg>
        <pc:spChg chg="mod">
          <ac:chgData name="Feist, Ella" userId="992bbaf2-811d-42cb-a4d6-e7fc45e325e8" providerId="ADAL" clId="{EEEAA5E7-5892-4C22-B4B9-91834BD409A7}" dt="2026-09-09T08:13:03.876" v="36" actId="790"/>
          <ac:spMkLst>
            <pc:docMk/>
            <pc:sldMk cId="792331177" sldId="290"/>
            <ac:spMk id="26659" creationId="{00000000-0000-0000-0000-000000000000}"/>
          </ac:spMkLst>
        </pc:spChg>
      </pc:sldChg>
      <pc:sldChg chg="modSp mod">
        <pc:chgData name="Feist, Ella" userId="992bbaf2-811d-42cb-a4d6-e7fc45e325e8" providerId="ADAL" clId="{EEEAA5E7-5892-4C22-B4B9-91834BD409A7}" dt="2026-09-09T08:13:03.876" v="36" actId="790"/>
        <pc:sldMkLst>
          <pc:docMk/>
          <pc:sldMk cId="2978840033" sldId="291"/>
        </pc:sldMkLst>
        <pc:spChg chg="mod">
          <ac:chgData name="Feist, Ella" userId="992bbaf2-811d-42cb-a4d6-e7fc45e325e8" providerId="ADAL" clId="{EEEAA5E7-5892-4C22-B4B9-91834BD409A7}" dt="2026-09-09T08:13:03.876" v="36" actId="790"/>
          <ac:spMkLst>
            <pc:docMk/>
            <pc:sldMk cId="2978840033" sldId="291"/>
            <ac:spMk id="3" creationId="{A4F45CAF-8E1A-56F1-7651-5EC169BD714A}"/>
          </ac:spMkLst>
        </pc:spChg>
        <pc:spChg chg="mod">
          <ac:chgData name="Feist, Ella" userId="992bbaf2-811d-42cb-a4d6-e7fc45e325e8" providerId="ADAL" clId="{EEEAA5E7-5892-4C22-B4B9-91834BD409A7}" dt="2026-09-09T08:13:03.876" v="36" actId="790"/>
          <ac:spMkLst>
            <pc:docMk/>
            <pc:sldMk cId="2978840033" sldId="291"/>
            <ac:spMk id="4" creationId="{B2346DEB-7450-6D96-31CB-1F486CB2CF68}"/>
          </ac:spMkLst>
        </pc:spChg>
        <pc:spChg chg="mod">
          <ac:chgData name="Feist, Ella" userId="992bbaf2-811d-42cb-a4d6-e7fc45e325e8" providerId="ADAL" clId="{EEEAA5E7-5892-4C22-B4B9-91834BD409A7}" dt="2026-09-09T08:13:03.876" v="36" actId="790"/>
          <ac:spMkLst>
            <pc:docMk/>
            <pc:sldMk cId="2978840033" sldId="291"/>
            <ac:spMk id="5" creationId="{88BF9443-C56A-1DB5-52FD-FA600E16C0F0}"/>
          </ac:spMkLst>
        </pc:spChg>
      </pc:sldChg>
      <pc:sldChg chg="modSp mod">
        <pc:chgData name="Feist, Ella" userId="992bbaf2-811d-42cb-a4d6-e7fc45e325e8" providerId="ADAL" clId="{EEEAA5E7-5892-4C22-B4B9-91834BD409A7}" dt="2026-09-09T08:13:03.876" v="36" actId="790"/>
        <pc:sldMkLst>
          <pc:docMk/>
          <pc:sldMk cId="4141454017" sldId="292"/>
        </pc:sldMkLst>
        <pc:spChg chg="mod">
          <ac:chgData name="Feist, Ella" userId="992bbaf2-811d-42cb-a4d6-e7fc45e325e8" providerId="ADAL" clId="{EEEAA5E7-5892-4C22-B4B9-91834BD409A7}" dt="2026-09-09T08:13:03.876" v="36" actId="790"/>
          <ac:spMkLst>
            <pc:docMk/>
            <pc:sldMk cId="4141454017" sldId="292"/>
            <ac:spMk id="3" creationId="{A61E8EA8-ED97-EB48-2DA5-B219AB8EEADA}"/>
          </ac:spMkLst>
        </pc:spChg>
        <pc:spChg chg="mod">
          <ac:chgData name="Feist, Ella" userId="992bbaf2-811d-42cb-a4d6-e7fc45e325e8" providerId="ADAL" clId="{EEEAA5E7-5892-4C22-B4B9-91834BD409A7}" dt="2026-09-09T08:13:03.876" v="36" actId="790"/>
          <ac:spMkLst>
            <pc:docMk/>
            <pc:sldMk cId="4141454017" sldId="292"/>
            <ac:spMk id="4" creationId="{C5B2889E-18D3-5706-DAA5-FC1C8D005696}"/>
          </ac:spMkLst>
        </pc:spChg>
        <pc:spChg chg="mod">
          <ac:chgData name="Feist, Ella" userId="992bbaf2-811d-42cb-a4d6-e7fc45e325e8" providerId="ADAL" clId="{EEEAA5E7-5892-4C22-B4B9-91834BD409A7}" dt="2026-09-09T08:13:03.876" v="36" actId="790"/>
          <ac:spMkLst>
            <pc:docMk/>
            <pc:sldMk cId="4141454017" sldId="292"/>
            <ac:spMk id="5" creationId="{2A17A29E-F7ED-6BC5-0500-32B23E8CC343}"/>
          </ac:spMkLst>
        </pc:spChg>
      </pc:sldChg>
      <pc:sldChg chg="modSp mod">
        <pc:chgData name="Feist, Ella" userId="992bbaf2-811d-42cb-a4d6-e7fc45e325e8" providerId="ADAL" clId="{EEEAA5E7-5892-4C22-B4B9-91834BD409A7}" dt="2026-09-09T08:13:03.876" v="36" actId="790"/>
        <pc:sldMkLst>
          <pc:docMk/>
          <pc:sldMk cId="1535530336" sldId="293"/>
        </pc:sldMkLst>
        <pc:spChg chg="mod">
          <ac:chgData name="Feist, Ella" userId="992bbaf2-811d-42cb-a4d6-e7fc45e325e8" providerId="ADAL" clId="{EEEAA5E7-5892-4C22-B4B9-91834BD409A7}" dt="2026-09-09T08:13:03.876" v="36" actId="790"/>
          <ac:spMkLst>
            <pc:docMk/>
            <pc:sldMk cId="1535530336" sldId="293"/>
            <ac:spMk id="2" creationId="{381FAF7A-A39C-B14E-DECA-66C814C4FC23}"/>
          </ac:spMkLst>
        </pc:spChg>
        <pc:spChg chg="mod">
          <ac:chgData name="Feist, Ella" userId="992bbaf2-811d-42cb-a4d6-e7fc45e325e8" providerId="ADAL" clId="{EEEAA5E7-5892-4C22-B4B9-91834BD409A7}" dt="2026-09-09T08:13:03.876" v="36" actId="790"/>
          <ac:spMkLst>
            <pc:docMk/>
            <pc:sldMk cId="1535530336" sldId="293"/>
            <ac:spMk id="5" creationId="{6FFEBAE0-8641-C1D2-69A1-665284243698}"/>
          </ac:spMkLst>
        </pc:spChg>
        <pc:spChg chg="mod">
          <ac:chgData name="Feist, Ella" userId="992bbaf2-811d-42cb-a4d6-e7fc45e325e8" providerId="ADAL" clId="{EEEAA5E7-5892-4C22-B4B9-91834BD409A7}" dt="2026-09-09T08:13:03.876" v="36" actId="790"/>
          <ac:spMkLst>
            <pc:docMk/>
            <pc:sldMk cId="1535530336" sldId="293"/>
            <ac:spMk id="8" creationId="{3B6EB70F-A1DE-0246-E7CD-61A37F001298}"/>
          </ac:spMkLst>
        </pc:spChg>
      </pc:sldChg>
      <pc:sldChg chg="modSp mod">
        <pc:chgData name="Feist, Ella" userId="992bbaf2-811d-42cb-a4d6-e7fc45e325e8" providerId="ADAL" clId="{EEEAA5E7-5892-4C22-B4B9-91834BD409A7}" dt="2026-09-09T08:13:03.876" v="36" actId="790"/>
        <pc:sldMkLst>
          <pc:docMk/>
          <pc:sldMk cId="2685640002" sldId="295"/>
        </pc:sldMkLst>
        <pc:spChg chg="mod">
          <ac:chgData name="Feist, Ella" userId="992bbaf2-811d-42cb-a4d6-e7fc45e325e8" providerId="ADAL" clId="{EEEAA5E7-5892-4C22-B4B9-91834BD409A7}" dt="2026-09-09T08:13:03.876" v="36" actId="790"/>
          <ac:spMkLst>
            <pc:docMk/>
            <pc:sldMk cId="2685640002" sldId="295"/>
            <ac:spMk id="3" creationId="{F24B464E-CADA-76E7-0854-B4D4336244C0}"/>
          </ac:spMkLst>
        </pc:spChg>
        <pc:spChg chg="mod">
          <ac:chgData name="Feist, Ella" userId="992bbaf2-811d-42cb-a4d6-e7fc45e325e8" providerId="ADAL" clId="{EEEAA5E7-5892-4C22-B4B9-91834BD409A7}" dt="2026-09-09T08:13:03.876" v="36" actId="790"/>
          <ac:spMkLst>
            <pc:docMk/>
            <pc:sldMk cId="2685640002" sldId="295"/>
            <ac:spMk id="6" creationId="{F347308D-54B1-9EFA-EFCA-58DD2EA19DF3}"/>
          </ac:spMkLst>
        </pc:spChg>
        <pc:spChg chg="mod">
          <ac:chgData name="Feist, Ella" userId="992bbaf2-811d-42cb-a4d6-e7fc45e325e8" providerId="ADAL" clId="{EEEAA5E7-5892-4C22-B4B9-91834BD409A7}" dt="2026-09-09T08:13:03.876" v="36" actId="790"/>
          <ac:spMkLst>
            <pc:docMk/>
            <pc:sldMk cId="2685640002" sldId="295"/>
            <ac:spMk id="7" creationId="{C4E1D29F-5D2E-87C2-E2E7-7AA26EDF27B2}"/>
          </ac:spMkLst>
        </pc:spChg>
      </pc:sldChg>
      <pc:sldChg chg="modSp mod">
        <pc:chgData name="Feist, Ella" userId="992bbaf2-811d-42cb-a4d6-e7fc45e325e8" providerId="ADAL" clId="{EEEAA5E7-5892-4C22-B4B9-91834BD409A7}" dt="2026-09-09T08:13:03.876" v="36" actId="790"/>
        <pc:sldMkLst>
          <pc:docMk/>
          <pc:sldMk cId="2522289610" sldId="296"/>
        </pc:sldMkLst>
        <pc:spChg chg="mod">
          <ac:chgData name="Feist, Ella" userId="992bbaf2-811d-42cb-a4d6-e7fc45e325e8" providerId="ADAL" clId="{EEEAA5E7-5892-4C22-B4B9-91834BD409A7}" dt="2026-09-09T08:13:03.876" v="36" actId="790"/>
          <ac:spMkLst>
            <pc:docMk/>
            <pc:sldMk cId="2522289610" sldId="296"/>
            <ac:spMk id="2" creationId="{BE83A870-B152-0EA2-D307-95F9D18007B3}"/>
          </ac:spMkLst>
        </pc:spChg>
        <pc:spChg chg="mod">
          <ac:chgData name="Feist, Ella" userId="992bbaf2-811d-42cb-a4d6-e7fc45e325e8" providerId="ADAL" clId="{EEEAA5E7-5892-4C22-B4B9-91834BD409A7}" dt="2026-09-09T08:13:03.876" v="36" actId="790"/>
          <ac:spMkLst>
            <pc:docMk/>
            <pc:sldMk cId="2522289610" sldId="296"/>
            <ac:spMk id="3" creationId="{7F12C28A-DB3E-A664-BDCD-05F0CDD6361C}"/>
          </ac:spMkLst>
        </pc:spChg>
        <pc:spChg chg="mod">
          <ac:chgData name="Feist, Ella" userId="992bbaf2-811d-42cb-a4d6-e7fc45e325e8" providerId="ADAL" clId="{EEEAA5E7-5892-4C22-B4B9-91834BD409A7}" dt="2026-09-09T08:13:03.876" v="36" actId="790"/>
          <ac:spMkLst>
            <pc:docMk/>
            <pc:sldMk cId="2522289610" sldId="296"/>
            <ac:spMk id="6" creationId="{034D82DF-BDED-F991-5F47-9F29F87A5F69}"/>
          </ac:spMkLst>
        </pc:spChg>
      </pc:sldChg>
      <pc:sldChg chg="modSp mod">
        <pc:chgData name="Feist, Ella" userId="992bbaf2-811d-42cb-a4d6-e7fc45e325e8" providerId="ADAL" clId="{EEEAA5E7-5892-4C22-B4B9-91834BD409A7}" dt="2026-09-09T08:13:03.876" v="36" actId="790"/>
        <pc:sldMkLst>
          <pc:docMk/>
          <pc:sldMk cId="3674614459" sldId="297"/>
        </pc:sldMkLst>
        <pc:spChg chg="mod">
          <ac:chgData name="Feist, Ella" userId="992bbaf2-811d-42cb-a4d6-e7fc45e325e8" providerId="ADAL" clId="{EEEAA5E7-5892-4C22-B4B9-91834BD409A7}" dt="2026-09-09T08:13:03.876" v="36" actId="790"/>
          <ac:spMkLst>
            <pc:docMk/>
            <pc:sldMk cId="3674614459" sldId="297"/>
            <ac:spMk id="3" creationId="{E2A84ABF-15DB-5C27-3FD9-95720BD441F9}"/>
          </ac:spMkLst>
        </pc:spChg>
        <pc:spChg chg="mod">
          <ac:chgData name="Feist, Ella" userId="992bbaf2-811d-42cb-a4d6-e7fc45e325e8" providerId="ADAL" clId="{EEEAA5E7-5892-4C22-B4B9-91834BD409A7}" dt="2026-09-09T08:13:03.876" v="36" actId="790"/>
          <ac:spMkLst>
            <pc:docMk/>
            <pc:sldMk cId="3674614459" sldId="297"/>
            <ac:spMk id="6" creationId="{8C581EF8-B32B-E7E9-7B99-78C42205C8BB}"/>
          </ac:spMkLst>
        </pc:spChg>
        <pc:spChg chg="mod">
          <ac:chgData name="Feist, Ella" userId="992bbaf2-811d-42cb-a4d6-e7fc45e325e8" providerId="ADAL" clId="{EEEAA5E7-5892-4C22-B4B9-91834BD409A7}" dt="2026-09-09T08:13:03.876" v="36" actId="790"/>
          <ac:spMkLst>
            <pc:docMk/>
            <pc:sldMk cId="3674614459" sldId="297"/>
            <ac:spMk id="7" creationId="{B2F9E2A6-581F-B166-EEC7-6852AAE0B6A6}"/>
          </ac:spMkLst>
        </pc:spChg>
      </pc:sldChg>
      <pc:sldChg chg="modSp mod">
        <pc:chgData name="Feist, Ella" userId="992bbaf2-811d-42cb-a4d6-e7fc45e325e8" providerId="ADAL" clId="{EEEAA5E7-5892-4C22-B4B9-91834BD409A7}" dt="2026-09-09T08:13:03.876" v="36" actId="790"/>
        <pc:sldMkLst>
          <pc:docMk/>
          <pc:sldMk cId="980882347" sldId="313"/>
        </pc:sldMkLst>
        <pc:spChg chg="mod">
          <ac:chgData name="Feist, Ella" userId="992bbaf2-811d-42cb-a4d6-e7fc45e325e8" providerId="ADAL" clId="{EEEAA5E7-5892-4C22-B4B9-91834BD409A7}" dt="2026-09-09T08:13:03.876" v="36" actId="790"/>
          <ac:spMkLst>
            <pc:docMk/>
            <pc:sldMk cId="980882347" sldId="313"/>
            <ac:spMk id="3" creationId="{76B9348B-B934-D743-B9DE-6A8392AB5B69}"/>
          </ac:spMkLst>
        </pc:spChg>
        <pc:spChg chg="mod">
          <ac:chgData name="Feist, Ella" userId="992bbaf2-811d-42cb-a4d6-e7fc45e325e8" providerId="ADAL" clId="{EEEAA5E7-5892-4C22-B4B9-91834BD409A7}" dt="2026-09-09T08:13:03.876" v="36" actId="790"/>
          <ac:spMkLst>
            <pc:docMk/>
            <pc:sldMk cId="980882347" sldId="313"/>
            <ac:spMk id="4" creationId="{C017AD0A-A24A-4A48-A19E-0F0FBE306633}"/>
          </ac:spMkLst>
        </pc:spChg>
      </pc:sldChg>
      <pc:sldChg chg="modSp mod">
        <pc:chgData name="Feist, Ella" userId="992bbaf2-811d-42cb-a4d6-e7fc45e325e8" providerId="ADAL" clId="{EEEAA5E7-5892-4C22-B4B9-91834BD409A7}" dt="2026-09-09T08:13:03.876" v="36" actId="790"/>
        <pc:sldMkLst>
          <pc:docMk/>
          <pc:sldMk cId="3520122976" sldId="314"/>
        </pc:sldMkLst>
        <pc:spChg chg="mod">
          <ac:chgData name="Feist, Ella" userId="992bbaf2-811d-42cb-a4d6-e7fc45e325e8" providerId="ADAL" clId="{EEEAA5E7-5892-4C22-B4B9-91834BD409A7}" dt="2026-09-09T08:13:03.876" v="36" actId="790"/>
          <ac:spMkLst>
            <pc:docMk/>
            <pc:sldMk cId="3520122976" sldId="314"/>
            <ac:spMk id="2" creationId="{06AE034D-87B8-69B9-7DB5-5D81224BB355}"/>
          </ac:spMkLst>
        </pc:spChg>
        <pc:spChg chg="mod">
          <ac:chgData name="Feist, Ella" userId="992bbaf2-811d-42cb-a4d6-e7fc45e325e8" providerId="ADAL" clId="{EEEAA5E7-5892-4C22-B4B9-91834BD409A7}" dt="2026-09-09T08:13:03.876" v="36" actId="790"/>
          <ac:spMkLst>
            <pc:docMk/>
            <pc:sldMk cId="3520122976" sldId="314"/>
            <ac:spMk id="4" creationId="{5A303A52-7A43-F54D-8013-10F4FFF2CF16}"/>
          </ac:spMkLst>
        </pc:spChg>
      </pc:sldChg>
      <pc:sldChg chg="modSp mod">
        <pc:chgData name="Feist, Ella" userId="992bbaf2-811d-42cb-a4d6-e7fc45e325e8" providerId="ADAL" clId="{EEEAA5E7-5892-4C22-B4B9-91834BD409A7}" dt="2026-09-09T08:13:03.876" v="36" actId="790"/>
        <pc:sldMkLst>
          <pc:docMk/>
          <pc:sldMk cId="303676512" sldId="317"/>
        </pc:sldMkLst>
        <pc:spChg chg="mod">
          <ac:chgData name="Feist, Ella" userId="992bbaf2-811d-42cb-a4d6-e7fc45e325e8" providerId="ADAL" clId="{EEEAA5E7-5892-4C22-B4B9-91834BD409A7}" dt="2026-09-09T08:13:03.876" v="36" actId="790"/>
          <ac:spMkLst>
            <pc:docMk/>
            <pc:sldMk cId="303676512" sldId="317"/>
            <ac:spMk id="2" creationId="{00000000-0000-0000-0000-000000000000}"/>
          </ac:spMkLst>
        </pc:spChg>
        <pc:spChg chg="mod">
          <ac:chgData name="Feist, Ella" userId="992bbaf2-811d-42cb-a4d6-e7fc45e325e8" providerId="ADAL" clId="{EEEAA5E7-5892-4C22-B4B9-91834BD409A7}" dt="2026-09-09T08:13:03.876" v="36" actId="790"/>
          <ac:spMkLst>
            <pc:docMk/>
            <pc:sldMk cId="303676512" sldId="317"/>
            <ac:spMk id="5" creationId="{00000000-0000-0000-0000-000000000000}"/>
          </ac:spMkLst>
        </pc:spChg>
        <pc:spChg chg="mod">
          <ac:chgData name="Feist, Ella" userId="992bbaf2-811d-42cb-a4d6-e7fc45e325e8" providerId="ADAL" clId="{EEEAA5E7-5892-4C22-B4B9-91834BD409A7}" dt="2026-09-09T08:13:03.876" v="36" actId="790"/>
          <ac:spMkLst>
            <pc:docMk/>
            <pc:sldMk cId="303676512" sldId="317"/>
            <ac:spMk id="11" creationId="{765491F2-176A-4B03-B25C-A25B957855C7}"/>
          </ac:spMkLst>
        </pc:spChg>
        <pc:spChg chg="mod">
          <ac:chgData name="Feist, Ella" userId="992bbaf2-811d-42cb-a4d6-e7fc45e325e8" providerId="ADAL" clId="{EEEAA5E7-5892-4C22-B4B9-91834BD409A7}" dt="2026-09-09T08:13:03.876" v="36" actId="790"/>
          <ac:spMkLst>
            <pc:docMk/>
            <pc:sldMk cId="303676512" sldId="317"/>
            <ac:spMk id="12" creationId="{9085691C-590B-3B7E-83D8-BA0C91DD41CC}"/>
          </ac:spMkLst>
        </pc:spChg>
      </pc:sldChg>
      <pc:sldChg chg="modSp mod">
        <pc:chgData name="Feist, Ella" userId="992bbaf2-811d-42cb-a4d6-e7fc45e325e8" providerId="ADAL" clId="{EEEAA5E7-5892-4C22-B4B9-91834BD409A7}" dt="2026-09-09T08:13:03.876" v="36" actId="790"/>
        <pc:sldMkLst>
          <pc:docMk/>
          <pc:sldMk cId="2793303666" sldId="318"/>
        </pc:sldMkLst>
        <pc:spChg chg="mod">
          <ac:chgData name="Feist, Ella" userId="992bbaf2-811d-42cb-a4d6-e7fc45e325e8" providerId="ADAL" clId="{EEEAA5E7-5892-4C22-B4B9-91834BD409A7}" dt="2026-09-09T08:13:03.876" v="36" actId="790"/>
          <ac:spMkLst>
            <pc:docMk/>
            <pc:sldMk cId="2793303666" sldId="318"/>
            <ac:spMk id="2" creationId="{72BF7987-1593-531A-44A3-632E684C246D}"/>
          </ac:spMkLst>
        </pc:spChg>
        <pc:spChg chg="mod">
          <ac:chgData name="Feist, Ella" userId="992bbaf2-811d-42cb-a4d6-e7fc45e325e8" providerId="ADAL" clId="{EEEAA5E7-5892-4C22-B4B9-91834BD409A7}" dt="2026-09-09T08:13:03.876" v="36" actId="790"/>
          <ac:spMkLst>
            <pc:docMk/>
            <pc:sldMk cId="2793303666" sldId="318"/>
            <ac:spMk id="6" creationId="{00000000-0000-0000-0000-000000000000}"/>
          </ac:spMkLst>
        </pc:spChg>
        <pc:spChg chg="mod">
          <ac:chgData name="Feist, Ella" userId="992bbaf2-811d-42cb-a4d6-e7fc45e325e8" providerId="ADAL" clId="{EEEAA5E7-5892-4C22-B4B9-91834BD409A7}" dt="2026-09-09T08:13:03.876" v="36" actId="790"/>
          <ac:spMkLst>
            <pc:docMk/>
            <pc:sldMk cId="2793303666" sldId="318"/>
            <ac:spMk id="10" creationId="{41EF9F07-3837-F955-C87A-623B7653CDE9}"/>
          </ac:spMkLst>
        </pc:spChg>
        <pc:spChg chg="mod">
          <ac:chgData name="Feist, Ella" userId="992bbaf2-811d-42cb-a4d6-e7fc45e325e8" providerId="ADAL" clId="{EEEAA5E7-5892-4C22-B4B9-91834BD409A7}" dt="2026-09-09T08:13:03.876" v="36" actId="790"/>
          <ac:spMkLst>
            <pc:docMk/>
            <pc:sldMk cId="2793303666" sldId="318"/>
            <ac:spMk id="11" creationId="{081F3634-CCDC-10A8-C6AD-2C8670B788CE}"/>
          </ac:spMkLst>
        </pc:spChg>
      </pc:sldChg>
      <pc:sldChg chg="modSp mod">
        <pc:chgData name="Feist, Ella" userId="992bbaf2-811d-42cb-a4d6-e7fc45e325e8" providerId="ADAL" clId="{EEEAA5E7-5892-4C22-B4B9-91834BD409A7}" dt="2026-09-09T08:13:03.876" v="36" actId="790"/>
        <pc:sldMkLst>
          <pc:docMk/>
          <pc:sldMk cId="3646927458" sldId="324"/>
        </pc:sldMkLst>
        <pc:spChg chg="mod">
          <ac:chgData name="Feist, Ella" userId="992bbaf2-811d-42cb-a4d6-e7fc45e325e8" providerId="ADAL" clId="{EEEAA5E7-5892-4C22-B4B9-91834BD409A7}" dt="2026-09-09T08:13:03.876" v="36" actId="790"/>
          <ac:spMkLst>
            <pc:docMk/>
            <pc:sldMk cId="3646927458" sldId="324"/>
            <ac:spMk id="2" creationId="{DEBF0E67-E730-D469-64EF-D90CB96DF457}"/>
          </ac:spMkLst>
        </pc:spChg>
        <pc:spChg chg="mod">
          <ac:chgData name="Feist, Ella" userId="992bbaf2-811d-42cb-a4d6-e7fc45e325e8" providerId="ADAL" clId="{EEEAA5E7-5892-4C22-B4B9-91834BD409A7}" dt="2026-09-09T08:13:03.876" v="36" actId="790"/>
          <ac:spMkLst>
            <pc:docMk/>
            <pc:sldMk cId="3646927458" sldId="324"/>
            <ac:spMk id="4" creationId="{C18C70FA-755A-8B27-E7FA-C728A59AAB7B}"/>
          </ac:spMkLst>
        </pc:spChg>
        <pc:spChg chg="mod">
          <ac:chgData name="Feist, Ella" userId="992bbaf2-811d-42cb-a4d6-e7fc45e325e8" providerId="ADAL" clId="{EEEAA5E7-5892-4C22-B4B9-91834BD409A7}" dt="2026-09-09T08:13:03.876" v="36" actId="790"/>
          <ac:spMkLst>
            <pc:docMk/>
            <pc:sldMk cId="3646927458" sldId="324"/>
            <ac:spMk id="5" creationId="{00000000-0000-0000-0000-000000000000}"/>
          </ac:spMkLst>
        </pc:spChg>
        <pc:spChg chg="mod">
          <ac:chgData name="Feist, Ella" userId="992bbaf2-811d-42cb-a4d6-e7fc45e325e8" providerId="ADAL" clId="{EEEAA5E7-5892-4C22-B4B9-91834BD409A7}" dt="2026-09-09T08:13:03.876" v="36" actId="790"/>
          <ac:spMkLst>
            <pc:docMk/>
            <pc:sldMk cId="3646927458" sldId="324"/>
            <ac:spMk id="6" creationId="{E4ADC0CB-D20A-5A07-2C01-F768077E820B}"/>
          </ac:spMkLst>
        </pc:spChg>
      </pc:sldChg>
      <pc:sldChg chg="modSp mod">
        <pc:chgData name="Feist, Ella" userId="992bbaf2-811d-42cb-a4d6-e7fc45e325e8" providerId="ADAL" clId="{EEEAA5E7-5892-4C22-B4B9-91834BD409A7}" dt="2026-09-09T08:13:03.876" v="36" actId="790"/>
        <pc:sldMkLst>
          <pc:docMk/>
          <pc:sldMk cId="2618560611" sldId="327"/>
        </pc:sldMkLst>
        <pc:spChg chg="mod">
          <ac:chgData name="Feist, Ella" userId="992bbaf2-811d-42cb-a4d6-e7fc45e325e8" providerId="ADAL" clId="{EEEAA5E7-5892-4C22-B4B9-91834BD409A7}" dt="2026-09-09T08:13:03.876" v="36" actId="790"/>
          <ac:spMkLst>
            <pc:docMk/>
            <pc:sldMk cId="2618560611" sldId="327"/>
            <ac:spMk id="2" creationId="{5E85C432-A9C3-21F6-B4E2-8ACFD93E030B}"/>
          </ac:spMkLst>
        </pc:spChg>
        <pc:spChg chg="mod">
          <ac:chgData name="Feist, Ella" userId="992bbaf2-811d-42cb-a4d6-e7fc45e325e8" providerId="ADAL" clId="{EEEAA5E7-5892-4C22-B4B9-91834BD409A7}" dt="2026-09-09T08:13:03.876" v="36" actId="790"/>
          <ac:spMkLst>
            <pc:docMk/>
            <pc:sldMk cId="2618560611" sldId="327"/>
            <ac:spMk id="4" creationId="{00000000-0000-0000-0000-000000000000}"/>
          </ac:spMkLst>
        </pc:spChg>
        <pc:spChg chg="mod">
          <ac:chgData name="Feist, Ella" userId="992bbaf2-811d-42cb-a4d6-e7fc45e325e8" providerId="ADAL" clId="{EEEAA5E7-5892-4C22-B4B9-91834BD409A7}" dt="2026-09-09T08:13:03.876" v="36" actId="790"/>
          <ac:spMkLst>
            <pc:docMk/>
            <pc:sldMk cId="2618560611" sldId="327"/>
            <ac:spMk id="10" creationId="{7F76E984-F775-D872-1DAD-F6666B2F0712}"/>
          </ac:spMkLst>
        </pc:spChg>
        <pc:spChg chg="mod">
          <ac:chgData name="Feist, Ella" userId="992bbaf2-811d-42cb-a4d6-e7fc45e325e8" providerId="ADAL" clId="{EEEAA5E7-5892-4C22-B4B9-91834BD409A7}" dt="2026-09-09T08:13:03.876" v="36" actId="790"/>
          <ac:spMkLst>
            <pc:docMk/>
            <pc:sldMk cId="2618560611" sldId="327"/>
            <ac:spMk id="11" creationId="{7AC07D85-FDB4-398E-A4A5-D2065CCD591E}"/>
          </ac:spMkLst>
        </pc:spChg>
      </pc:sldChg>
      <pc:sldChg chg="modSp mod">
        <pc:chgData name="Feist, Ella" userId="992bbaf2-811d-42cb-a4d6-e7fc45e325e8" providerId="ADAL" clId="{EEEAA5E7-5892-4C22-B4B9-91834BD409A7}" dt="2026-09-09T08:13:03.876" v="36" actId="790"/>
        <pc:sldMkLst>
          <pc:docMk/>
          <pc:sldMk cId="609059757" sldId="329"/>
        </pc:sldMkLst>
        <pc:spChg chg="mod">
          <ac:chgData name="Feist, Ella" userId="992bbaf2-811d-42cb-a4d6-e7fc45e325e8" providerId="ADAL" clId="{EEEAA5E7-5892-4C22-B4B9-91834BD409A7}" dt="2026-09-09T08:13:03.876" v="36" actId="790"/>
          <ac:spMkLst>
            <pc:docMk/>
            <pc:sldMk cId="609059757" sldId="329"/>
            <ac:spMk id="2" creationId="{9228E244-BC76-57A6-3199-9395906011C6}"/>
          </ac:spMkLst>
        </pc:spChg>
        <pc:spChg chg="mod">
          <ac:chgData name="Feist, Ella" userId="992bbaf2-811d-42cb-a4d6-e7fc45e325e8" providerId="ADAL" clId="{EEEAA5E7-5892-4C22-B4B9-91834BD409A7}" dt="2026-09-09T08:13:03.876" v="36" actId="790"/>
          <ac:spMkLst>
            <pc:docMk/>
            <pc:sldMk cId="609059757" sldId="329"/>
            <ac:spMk id="9" creationId="{D22E02A8-D185-DB97-F25F-3805850B2CF7}"/>
          </ac:spMkLst>
        </pc:spChg>
        <pc:spChg chg="mod">
          <ac:chgData name="Feist, Ella" userId="992bbaf2-811d-42cb-a4d6-e7fc45e325e8" providerId="ADAL" clId="{EEEAA5E7-5892-4C22-B4B9-91834BD409A7}" dt="2026-09-09T08:13:03.876" v="36" actId="790"/>
          <ac:spMkLst>
            <pc:docMk/>
            <pc:sldMk cId="609059757" sldId="329"/>
            <ac:spMk id="10" creationId="{5D65C173-76AE-44D0-2B3E-17F74E235E61}"/>
          </ac:spMkLst>
        </pc:spChg>
        <pc:spChg chg="mod">
          <ac:chgData name="Feist, Ella" userId="992bbaf2-811d-42cb-a4d6-e7fc45e325e8" providerId="ADAL" clId="{EEEAA5E7-5892-4C22-B4B9-91834BD409A7}" dt="2026-09-09T08:13:03.876" v="36" actId="790"/>
          <ac:spMkLst>
            <pc:docMk/>
            <pc:sldMk cId="609059757" sldId="329"/>
            <ac:spMk id="36868" creationId="{00000000-0000-0000-0000-000000000000}"/>
          </ac:spMkLst>
        </pc:spChg>
        <pc:spChg chg="mod">
          <ac:chgData name="Feist, Ella" userId="992bbaf2-811d-42cb-a4d6-e7fc45e325e8" providerId="ADAL" clId="{EEEAA5E7-5892-4C22-B4B9-91834BD409A7}" dt="2026-09-09T08:13:03.876" v="36" actId="790"/>
          <ac:spMkLst>
            <pc:docMk/>
            <pc:sldMk cId="609059757" sldId="329"/>
            <ac:spMk id="36869" creationId="{00000000-0000-0000-0000-000000000000}"/>
          </ac:spMkLst>
        </pc:spChg>
      </pc:sldChg>
      <pc:sldChg chg="modSp mod">
        <pc:chgData name="Feist, Ella" userId="992bbaf2-811d-42cb-a4d6-e7fc45e325e8" providerId="ADAL" clId="{EEEAA5E7-5892-4C22-B4B9-91834BD409A7}" dt="2026-09-09T08:13:03.876" v="36" actId="790"/>
        <pc:sldMkLst>
          <pc:docMk/>
          <pc:sldMk cId="1348204784" sldId="330"/>
        </pc:sldMkLst>
        <pc:spChg chg="mod">
          <ac:chgData name="Feist, Ella" userId="992bbaf2-811d-42cb-a4d6-e7fc45e325e8" providerId="ADAL" clId="{EEEAA5E7-5892-4C22-B4B9-91834BD409A7}" dt="2026-09-09T08:13:03.876" v="36" actId="790"/>
          <ac:spMkLst>
            <pc:docMk/>
            <pc:sldMk cId="1348204784" sldId="330"/>
            <ac:spMk id="2" creationId="{8ADDF155-6B1F-FBDF-B690-4D209165A30B}"/>
          </ac:spMkLst>
        </pc:spChg>
        <pc:spChg chg="mod">
          <ac:chgData name="Feist, Ella" userId="992bbaf2-811d-42cb-a4d6-e7fc45e325e8" providerId="ADAL" clId="{EEEAA5E7-5892-4C22-B4B9-91834BD409A7}" dt="2026-09-09T08:13:03.876" v="36" actId="790"/>
          <ac:spMkLst>
            <pc:docMk/>
            <pc:sldMk cId="1348204784" sldId="330"/>
            <ac:spMk id="5" creationId="{EDA28C05-A724-4D09-52AC-281B603CB12C}"/>
          </ac:spMkLst>
        </pc:spChg>
        <pc:spChg chg="mod">
          <ac:chgData name="Feist, Ella" userId="992bbaf2-811d-42cb-a4d6-e7fc45e325e8" providerId="ADAL" clId="{EEEAA5E7-5892-4C22-B4B9-91834BD409A7}" dt="2026-09-09T08:13:03.876" v="36" actId="790"/>
          <ac:spMkLst>
            <pc:docMk/>
            <pc:sldMk cId="1348204784" sldId="330"/>
            <ac:spMk id="9" creationId="{129E557E-20E6-E479-DE67-2C1DBB9AC360}"/>
          </ac:spMkLst>
        </pc:spChg>
        <pc:spChg chg="mod">
          <ac:chgData name="Feist, Ella" userId="992bbaf2-811d-42cb-a4d6-e7fc45e325e8" providerId="ADAL" clId="{EEEAA5E7-5892-4C22-B4B9-91834BD409A7}" dt="2026-09-09T08:13:03.876" v="36" actId="790"/>
          <ac:spMkLst>
            <pc:docMk/>
            <pc:sldMk cId="1348204784" sldId="330"/>
            <ac:spMk id="38916" creationId="{00000000-0000-0000-0000-000000000000}"/>
          </ac:spMkLst>
        </pc:spChg>
        <pc:spChg chg="mod">
          <ac:chgData name="Feist, Ella" userId="992bbaf2-811d-42cb-a4d6-e7fc45e325e8" providerId="ADAL" clId="{EEEAA5E7-5892-4C22-B4B9-91834BD409A7}" dt="2026-09-09T08:13:03.876" v="36" actId="790"/>
          <ac:spMkLst>
            <pc:docMk/>
            <pc:sldMk cId="1348204784" sldId="330"/>
            <ac:spMk id="38917" creationId="{00000000-0000-0000-0000-000000000000}"/>
          </ac:spMkLst>
        </pc:spChg>
        <pc:spChg chg="mod">
          <ac:chgData name="Feist, Ella" userId="992bbaf2-811d-42cb-a4d6-e7fc45e325e8" providerId="ADAL" clId="{EEEAA5E7-5892-4C22-B4B9-91834BD409A7}" dt="2026-09-09T08:13:03.876" v="36" actId="790"/>
          <ac:spMkLst>
            <pc:docMk/>
            <pc:sldMk cId="1348204784" sldId="330"/>
            <ac:spMk id="38918" creationId="{00000000-0000-0000-0000-000000000000}"/>
          </ac:spMkLst>
        </pc:spChg>
        <pc:spChg chg="mod">
          <ac:chgData name="Feist, Ella" userId="992bbaf2-811d-42cb-a4d6-e7fc45e325e8" providerId="ADAL" clId="{EEEAA5E7-5892-4C22-B4B9-91834BD409A7}" dt="2026-09-09T08:13:03.876" v="36" actId="790"/>
          <ac:spMkLst>
            <pc:docMk/>
            <pc:sldMk cId="1348204784" sldId="330"/>
            <ac:spMk id="38919" creationId="{00000000-0000-0000-0000-000000000000}"/>
          </ac:spMkLst>
        </pc:spChg>
      </pc:sldChg>
      <pc:sldChg chg="modSp mod">
        <pc:chgData name="Feist, Ella" userId="992bbaf2-811d-42cb-a4d6-e7fc45e325e8" providerId="ADAL" clId="{EEEAA5E7-5892-4C22-B4B9-91834BD409A7}" dt="2026-09-09T08:13:03.876" v="36" actId="790"/>
        <pc:sldMkLst>
          <pc:docMk/>
          <pc:sldMk cId="3966038032" sldId="331"/>
        </pc:sldMkLst>
        <pc:spChg chg="mod">
          <ac:chgData name="Feist, Ella" userId="992bbaf2-811d-42cb-a4d6-e7fc45e325e8" providerId="ADAL" clId="{EEEAA5E7-5892-4C22-B4B9-91834BD409A7}" dt="2026-09-09T08:13:03.876" v="36" actId="790"/>
          <ac:spMkLst>
            <pc:docMk/>
            <pc:sldMk cId="3966038032" sldId="331"/>
            <ac:spMk id="5" creationId="{A0D0B361-7B8A-A297-4DD5-79FBCED7E168}"/>
          </ac:spMkLst>
        </pc:spChg>
        <pc:spChg chg="mod">
          <ac:chgData name="Feist, Ella" userId="992bbaf2-811d-42cb-a4d6-e7fc45e325e8" providerId="ADAL" clId="{EEEAA5E7-5892-4C22-B4B9-91834BD409A7}" dt="2026-09-09T08:13:03.876" v="36" actId="790"/>
          <ac:spMkLst>
            <pc:docMk/>
            <pc:sldMk cId="3966038032" sldId="331"/>
            <ac:spMk id="40962" creationId="{00000000-0000-0000-0000-000000000000}"/>
          </ac:spMkLst>
        </pc:spChg>
        <pc:spChg chg="mod">
          <ac:chgData name="Feist, Ella" userId="992bbaf2-811d-42cb-a4d6-e7fc45e325e8" providerId="ADAL" clId="{EEEAA5E7-5892-4C22-B4B9-91834BD409A7}" dt="2026-09-09T08:13:03.876" v="36" actId="790"/>
          <ac:spMkLst>
            <pc:docMk/>
            <pc:sldMk cId="3966038032" sldId="331"/>
            <ac:spMk id="40963" creationId="{00000000-0000-0000-0000-000000000000}"/>
          </ac:spMkLst>
        </pc:spChg>
        <pc:spChg chg="mod">
          <ac:chgData name="Feist, Ella" userId="992bbaf2-811d-42cb-a4d6-e7fc45e325e8" providerId="ADAL" clId="{EEEAA5E7-5892-4C22-B4B9-91834BD409A7}" dt="2026-09-09T08:13:03.876" v="36" actId="790"/>
          <ac:spMkLst>
            <pc:docMk/>
            <pc:sldMk cId="3966038032" sldId="331"/>
            <ac:spMk id="40964" creationId="{00000000-0000-0000-0000-000000000000}"/>
          </ac:spMkLst>
        </pc:spChg>
        <pc:spChg chg="mod">
          <ac:chgData name="Feist, Ella" userId="992bbaf2-811d-42cb-a4d6-e7fc45e325e8" providerId="ADAL" clId="{EEEAA5E7-5892-4C22-B4B9-91834BD409A7}" dt="2026-09-09T08:13:03.876" v="36" actId="790"/>
          <ac:spMkLst>
            <pc:docMk/>
            <pc:sldMk cId="3966038032" sldId="331"/>
            <ac:spMk id="40965" creationId="{00000000-0000-0000-0000-000000000000}"/>
          </ac:spMkLst>
        </pc:spChg>
      </pc:sldChg>
      <pc:sldChg chg="modSp mod">
        <pc:chgData name="Feist, Ella" userId="992bbaf2-811d-42cb-a4d6-e7fc45e325e8" providerId="ADAL" clId="{EEEAA5E7-5892-4C22-B4B9-91834BD409A7}" dt="2026-09-09T08:13:03.876" v="36" actId="790"/>
        <pc:sldMkLst>
          <pc:docMk/>
          <pc:sldMk cId="1707984744" sldId="332"/>
        </pc:sldMkLst>
        <pc:spChg chg="mod">
          <ac:chgData name="Feist, Ella" userId="992bbaf2-811d-42cb-a4d6-e7fc45e325e8" providerId="ADAL" clId="{EEEAA5E7-5892-4C22-B4B9-91834BD409A7}" dt="2026-09-09T08:13:03.876" v="36" actId="790"/>
          <ac:spMkLst>
            <pc:docMk/>
            <pc:sldMk cId="1707984744" sldId="332"/>
            <ac:spMk id="7" creationId="{65841B5A-4166-B4E4-4A8B-A7286C528A5E}"/>
          </ac:spMkLst>
        </pc:spChg>
        <pc:spChg chg="mod">
          <ac:chgData name="Feist, Ella" userId="992bbaf2-811d-42cb-a4d6-e7fc45e325e8" providerId="ADAL" clId="{EEEAA5E7-5892-4C22-B4B9-91834BD409A7}" dt="2026-09-09T08:13:03.876" v="36" actId="790"/>
          <ac:spMkLst>
            <pc:docMk/>
            <pc:sldMk cId="1707984744" sldId="332"/>
            <ac:spMk id="8" creationId="{621181D7-9B13-6C96-BD99-5552D331D067}"/>
          </ac:spMkLst>
        </pc:spChg>
        <pc:spChg chg="mod">
          <ac:chgData name="Feist, Ella" userId="992bbaf2-811d-42cb-a4d6-e7fc45e325e8" providerId="ADAL" clId="{EEEAA5E7-5892-4C22-B4B9-91834BD409A7}" dt="2026-09-09T08:13:03.876" v="36" actId="790"/>
          <ac:spMkLst>
            <pc:docMk/>
            <pc:sldMk cId="1707984744" sldId="332"/>
            <ac:spMk id="39938" creationId="{00000000-0000-0000-0000-000000000000}"/>
          </ac:spMkLst>
        </pc:spChg>
        <pc:spChg chg="mod">
          <ac:chgData name="Feist, Ella" userId="992bbaf2-811d-42cb-a4d6-e7fc45e325e8" providerId="ADAL" clId="{EEEAA5E7-5892-4C22-B4B9-91834BD409A7}" dt="2026-09-09T08:13:03.876" v="36" actId="790"/>
          <ac:spMkLst>
            <pc:docMk/>
            <pc:sldMk cId="1707984744" sldId="332"/>
            <ac:spMk id="43012" creationId="{00000000-0000-0000-0000-000000000000}"/>
          </ac:spMkLst>
        </pc:spChg>
      </pc:sldChg>
      <pc:sldChg chg="modSp mod">
        <pc:chgData name="Feist, Ella" userId="992bbaf2-811d-42cb-a4d6-e7fc45e325e8" providerId="ADAL" clId="{EEEAA5E7-5892-4C22-B4B9-91834BD409A7}" dt="2026-09-09T08:13:03.876" v="36" actId="790"/>
        <pc:sldMkLst>
          <pc:docMk/>
          <pc:sldMk cId="2039604031" sldId="333"/>
        </pc:sldMkLst>
        <pc:spChg chg="mod">
          <ac:chgData name="Feist, Ella" userId="992bbaf2-811d-42cb-a4d6-e7fc45e325e8" providerId="ADAL" clId="{EEEAA5E7-5892-4C22-B4B9-91834BD409A7}" dt="2026-09-09T08:13:03.876" v="36" actId="790"/>
          <ac:spMkLst>
            <pc:docMk/>
            <pc:sldMk cId="2039604031" sldId="333"/>
            <ac:spMk id="5" creationId="{00000000-0000-0000-0000-000000000000}"/>
          </ac:spMkLst>
        </pc:spChg>
        <pc:spChg chg="mod">
          <ac:chgData name="Feist, Ella" userId="992bbaf2-811d-42cb-a4d6-e7fc45e325e8" providerId="ADAL" clId="{EEEAA5E7-5892-4C22-B4B9-91834BD409A7}" dt="2026-09-09T08:13:03.876" v="36" actId="790"/>
          <ac:spMkLst>
            <pc:docMk/>
            <pc:sldMk cId="2039604031" sldId="333"/>
            <ac:spMk id="6" creationId="{00000000-0000-0000-0000-000000000000}"/>
          </ac:spMkLst>
        </pc:spChg>
        <pc:spChg chg="mod">
          <ac:chgData name="Feist, Ella" userId="992bbaf2-811d-42cb-a4d6-e7fc45e325e8" providerId="ADAL" clId="{EEEAA5E7-5892-4C22-B4B9-91834BD409A7}" dt="2026-09-09T08:13:03.876" v="36" actId="790"/>
          <ac:spMkLst>
            <pc:docMk/>
            <pc:sldMk cId="2039604031" sldId="333"/>
            <ac:spMk id="7" creationId="{00000000-0000-0000-0000-000000000000}"/>
          </ac:spMkLst>
        </pc:spChg>
        <pc:spChg chg="mod">
          <ac:chgData name="Feist, Ella" userId="992bbaf2-811d-42cb-a4d6-e7fc45e325e8" providerId="ADAL" clId="{EEEAA5E7-5892-4C22-B4B9-91834BD409A7}" dt="2026-09-09T08:13:03.876" v="36" actId="790"/>
          <ac:spMkLst>
            <pc:docMk/>
            <pc:sldMk cId="2039604031" sldId="333"/>
            <ac:spMk id="11" creationId="{0E952FEB-D69D-9541-9D47-0BE7ADE06ED0}"/>
          </ac:spMkLst>
        </pc:spChg>
        <pc:spChg chg="mod">
          <ac:chgData name="Feist, Ella" userId="992bbaf2-811d-42cb-a4d6-e7fc45e325e8" providerId="ADAL" clId="{EEEAA5E7-5892-4C22-B4B9-91834BD409A7}" dt="2026-09-09T08:13:03.876" v="36" actId="790"/>
          <ac:spMkLst>
            <pc:docMk/>
            <pc:sldMk cId="2039604031" sldId="333"/>
            <ac:spMk id="12" creationId="{30548AA0-623F-21AF-895F-C153CDA2C7F3}"/>
          </ac:spMkLst>
        </pc:spChg>
        <pc:spChg chg="mod">
          <ac:chgData name="Feist, Ella" userId="992bbaf2-811d-42cb-a4d6-e7fc45e325e8" providerId="ADAL" clId="{EEEAA5E7-5892-4C22-B4B9-91834BD409A7}" dt="2026-09-09T08:13:03.876" v="36" actId="790"/>
          <ac:spMkLst>
            <pc:docMk/>
            <pc:sldMk cId="2039604031" sldId="333"/>
            <ac:spMk id="38914" creationId="{00000000-0000-0000-0000-000000000000}"/>
          </ac:spMkLst>
        </pc:spChg>
      </pc:sldChg>
      <pc:sldChg chg="modSp mod">
        <pc:chgData name="Feist, Ella" userId="992bbaf2-811d-42cb-a4d6-e7fc45e325e8" providerId="ADAL" clId="{EEEAA5E7-5892-4C22-B4B9-91834BD409A7}" dt="2026-09-09T08:13:03.876" v="36" actId="790"/>
        <pc:sldMkLst>
          <pc:docMk/>
          <pc:sldMk cId="219204145" sldId="334"/>
        </pc:sldMkLst>
        <pc:spChg chg="mod">
          <ac:chgData name="Feist, Ella" userId="992bbaf2-811d-42cb-a4d6-e7fc45e325e8" providerId="ADAL" clId="{EEEAA5E7-5892-4C22-B4B9-91834BD409A7}" dt="2026-09-09T08:13:03.876" v="36" actId="790"/>
          <ac:spMkLst>
            <pc:docMk/>
            <pc:sldMk cId="219204145" sldId="334"/>
            <ac:spMk id="2" creationId="{65F3EB6C-8E2B-4C45-AD79-B7AD4A04B02C}"/>
          </ac:spMkLst>
        </pc:spChg>
        <pc:spChg chg="mod">
          <ac:chgData name="Feist, Ella" userId="992bbaf2-811d-42cb-a4d6-e7fc45e325e8" providerId="ADAL" clId="{EEEAA5E7-5892-4C22-B4B9-91834BD409A7}" dt="2026-09-09T08:13:03.876" v="36" actId="790"/>
          <ac:spMkLst>
            <pc:docMk/>
            <pc:sldMk cId="219204145" sldId="334"/>
            <ac:spMk id="3" creationId="{89563ABB-F1A8-0C4D-A107-EE47BABCCE6C}"/>
          </ac:spMkLst>
        </pc:spChg>
      </pc:sldChg>
      <pc:sldChg chg="modSp mod">
        <pc:chgData name="Feist, Ella" userId="992bbaf2-811d-42cb-a4d6-e7fc45e325e8" providerId="ADAL" clId="{EEEAA5E7-5892-4C22-B4B9-91834BD409A7}" dt="2026-09-09T08:13:03.876" v="36" actId="790"/>
        <pc:sldMkLst>
          <pc:docMk/>
          <pc:sldMk cId="918347207" sldId="350"/>
        </pc:sldMkLst>
        <pc:spChg chg="mod">
          <ac:chgData name="Feist, Ella" userId="992bbaf2-811d-42cb-a4d6-e7fc45e325e8" providerId="ADAL" clId="{EEEAA5E7-5892-4C22-B4B9-91834BD409A7}" dt="2026-09-09T08:13:03.876" v="36" actId="790"/>
          <ac:spMkLst>
            <pc:docMk/>
            <pc:sldMk cId="918347207" sldId="350"/>
            <ac:spMk id="4" creationId="{37953CD4-8E35-8060-FEEA-E621E2815401}"/>
          </ac:spMkLst>
        </pc:spChg>
        <pc:spChg chg="mod">
          <ac:chgData name="Feist, Ella" userId="992bbaf2-811d-42cb-a4d6-e7fc45e325e8" providerId="ADAL" clId="{EEEAA5E7-5892-4C22-B4B9-91834BD409A7}" dt="2026-09-09T08:13:03.876" v="36" actId="790"/>
          <ac:spMkLst>
            <pc:docMk/>
            <pc:sldMk cId="918347207" sldId="350"/>
            <ac:spMk id="5" creationId="{E8DA59EC-C1C8-6DDC-8F3F-0D57A02B27F2}"/>
          </ac:spMkLst>
        </pc:spChg>
        <pc:spChg chg="mod">
          <ac:chgData name="Feist, Ella" userId="992bbaf2-811d-42cb-a4d6-e7fc45e325e8" providerId="ADAL" clId="{EEEAA5E7-5892-4C22-B4B9-91834BD409A7}" dt="2026-09-09T08:13:03.876" v="36" actId="790"/>
          <ac:spMkLst>
            <pc:docMk/>
            <pc:sldMk cId="918347207" sldId="350"/>
            <ac:spMk id="38914" creationId="{00000000-0000-0000-0000-000000000000}"/>
          </ac:spMkLst>
        </pc:spChg>
        <pc:spChg chg="mod">
          <ac:chgData name="Feist, Ella" userId="992bbaf2-811d-42cb-a4d6-e7fc45e325e8" providerId="ADAL" clId="{EEEAA5E7-5892-4C22-B4B9-91834BD409A7}" dt="2026-09-09T08:13:03.876" v="36" actId="790"/>
          <ac:spMkLst>
            <pc:docMk/>
            <pc:sldMk cId="918347207" sldId="350"/>
            <ac:spMk id="38916" creationId="{00000000-0000-0000-0000-000000000000}"/>
          </ac:spMkLst>
        </pc:spChg>
      </pc:sldChg>
      <pc:sldChg chg="addSp delSp modSp mod modClrScheme chgLayout">
        <pc:chgData name="Feist, Ella" userId="992bbaf2-811d-42cb-a4d6-e7fc45e325e8" providerId="ADAL" clId="{EEEAA5E7-5892-4C22-B4B9-91834BD409A7}" dt="2026-09-09T08:39:50.720" v="736"/>
        <pc:sldMkLst>
          <pc:docMk/>
          <pc:sldMk cId="286398899" sldId="424"/>
        </pc:sldMkLst>
        <pc:spChg chg="mod ord">
          <ac:chgData name="Feist, Ella" userId="992bbaf2-811d-42cb-a4d6-e7fc45e325e8" providerId="ADAL" clId="{EEEAA5E7-5892-4C22-B4B9-91834BD409A7}" dt="2026-09-09T08:27:30.835" v="292" actId="6264"/>
          <ac:spMkLst>
            <pc:docMk/>
            <pc:sldMk cId="286398899" sldId="424"/>
            <ac:spMk id="2" creationId="{00000000-0000-0000-0000-000000000000}"/>
          </ac:spMkLst>
        </pc:spChg>
        <pc:spChg chg="add del mod ord">
          <ac:chgData name="Feist, Ella" userId="992bbaf2-811d-42cb-a4d6-e7fc45e325e8" providerId="ADAL" clId="{EEEAA5E7-5892-4C22-B4B9-91834BD409A7}" dt="2026-09-09T08:27:13.757" v="285" actId="22"/>
          <ac:spMkLst>
            <pc:docMk/>
            <pc:sldMk cId="286398899" sldId="424"/>
            <ac:spMk id="3" creationId="{B06099E7-5714-0BDC-1C03-880009547E78}"/>
          </ac:spMkLst>
        </pc:spChg>
        <pc:spChg chg="mod ord">
          <ac:chgData name="Feist, Ella" userId="992bbaf2-811d-42cb-a4d6-e7fc45e325e8" providerId="ADAL" clId="{EEEAA5E7-5892-4C22-B4B9-91834BD409A7}" dt="2026-09-09T08:28:27.336" v="333" actId="948"/>
          <ac:spMkLst>
            <pc:docMk/>
            <pc:sldMk cId="286398899" sldId="424"/>
            <ac:spMk id="6" creationId="{00000000-0000-0000-0000-000000000000}"/>
          </ac:spMkLst>
        </pc:spChg>
        <pc:spChg chg="mod">
          <ac:chgData name="Feist, Ella" userId="992bbaf2-811d-42cb-a4d6-e7fc45e325e8" providerId="ADAL" clId="{EEEAA5E7-5892-4C22-B4B9-91834BD409A7}" dt="2026-09-09T08:27:20.059" v="287" actId="1076"/>
          <ac:spMkLst>
            <pc:docMk/>
            <pc:sldMk cId="286398899" sldId="424"/>
            <ac:spMk id="7" creationId="{00000000-0000-0000-0000-000000000000}"/>
          </ac:spMkLst>
        </pc:spChg>
        <pc:spChg chg="del mod">
          <ac:chgData name="Feist, Ella" userId="992bbaf2-811d-42cb-a4d6-e7fc45e325e8" providerId="ADAL" clId="{EEEAA5E7-5892-4C22-B4B9-91834BD409A7}" dt="2026-09-09T08:27:25.223" v="289" actId="478"/>
          <ac:spMkLst>
            <pc:docMk/>
            <pc:sldMk cId="286398899" sldId="424"/>
            <ac:spMk id="9" creationId="{668DF014-57FA-434E-87D9-E50C480C1344}"/>
          </ac:spMkLst>
        </pc:spChg>
        <pc:spChg chg="add del mod">
          <ac:chgData name="Feist, Ella" userId="992bbaf2-811d-42cb-a4d6-e7fc45e325e8" providerId="ADAL" clId="{EEEAA5E7-5892-4C22-B4B9-91834BD409A7}" dt="2026-09-09T08:27:30.835" v="292" actId="6264"/>
          <ac:spMkLst>
            <pc:docMk/>
            <pc:sldMk cId="286398899" sldId="424"/>
            <ac:spMk id="10" creationId="{CE6C4270-C17E-B25C-7927-370201A52E77}"/>
          </ac:spMkLst>
        </pc:spChg>
        <pc:spChg chg="add del mod">
          <ac:chgData name="Feist, Ella" userId="992bbaf2-811d-42cb-a4d6-e7fc45e325e8" providerId="ADAL" clId="{EEEAA5E7-5892-4C22-B4B9-91834BD409A7}" dt="2026-09-09T08:27:30.835" v="292" actId="6264"/>
          <ac:spMkLst>
            <pc:docMk/>
            <pc:sldMk cId="286398899" sldId="424"/>
            <ac:spMk id="11" creationId="{AB51070F-78D8-1F7D-9974-C6CE476FD150}"/>
          </ac:spMkLst>
        </pc:spChg>
        <pc:spChg chg="add del mod">
          <ac:chgData name="Feist, Ella" userId="992bbaf2-811d-42cb-a4d6-e7fc45e325e8" providerId="ADAL" clId="{EEEAA5E7-5892-4C22-B4B9-91834BD409A7}" dt="2026-09-09T08:27:30.835" v="292" actId="6264"/>
          <ac:spMkLst>
            <pc:docMk/>
            <pc:sldMk cId="286398899" sldId="424"/>
            <ac:spMk id="12" creationId="{4D463DD9-3ECF-B57B-A545-250102919C7C}"/>
          </ac:spMkLst>
        </pc:spChg>
        <pc:spChg chg="add mod">
          <ac:chgData name="Feist, Ella" userId="992bbaf2-811d-42cb-a4d6-e7fc45e325e8" providerId="ADAL" clId="{EEEAA5E7-5892-4C22-B4B9-91834BD409A7}" dt="2026-09-09T08:39:50.720" v="736"/>
          <ac:spMkLst>
            <pc:docMk/>
            <pc:sldMk cId="286398899" sldId="424"/>
            <ac:spMk id="13" creationId="{B1629C42-32D4-E533-3CF8-A3616C2651BB}"/>
          </ac:spMkLst>
        </pc:spChg>
        <pc:picChg chg="add mod ord">
          <ac:chgData name="Feist, Ella" userId="992bbaf2-811d-42cb-a4d6-e7fc45e325e8" providerId="ADAL" clId="{EEEAA5E7-5892-4C22-B4B9-91834BD409A7}" dt="2026-09-09T08:27:30.835" v="292" actId="6264"/>
          <ac:picMkLst>
            <pc:docMk/>
            <pc:sldMk cId="286398899" sldId="424"/>
            <ac:picMk id="5" creationId="{BACB9FF9-4B9F-777E-A4DC-DE7A78C79E76}"/>
          </ac:picMkLst>
        </pc:picChg>
        <pc:picChg chg="del">
          <ac:chgData name="Feist, Ella" userId="992bbaf2-811d-42cb-a4d6-e7fc45e325e8" providerId="ADAL" clId="{EEEAA5E7-5892-4C22-B4B9-91834BD409A7}" dt="2026-09-09T08:27:12.426" v="284" actId="478"/>
          <ac:picMkLst>
            <pc:docMk/>
            <pc:sldMk cId="286398899" sldId="424"/>
            <ac:picMk id="8" creationId="{00000000-0000-0000-0000-000000000000}"/>
          </ac:picMkLst>
        </pc:picChg>
      </pc:sldChg>
      <pc:sldChg chg="modSp mod">
        <pc:chgData name="Feist, Ella" userId="992bbaf2-811d-42cb-a4d6-e7fc45e325e8" providerId="ADAL" clId="{EEEAA5E7-5892-4C22-B4B9-91834BD409A7}" dt="2026-09-09T08:13:03.876" v="36" actId="790"/>
        <pc:sldMkLst>
          <pc:docMk/>
          <pc:sldMk cId="775029330" sldId="425"/>
        </pc:sldMkLst>
        <pc:spChg chg="mod">
          <ac:chgData name="Feist, Ella" userId="992bbaf2-811d-42cb-a4d6-e7fc45e325e8" providerId="ADAL" clId="{EEEAA5E7-5892-4C22-B4B9-91834BD409A7}" dt="2026-09-09T08:13:03.876" v="36" actId="790"/>
          <ac:spMkLst>
            <pc:docMk/>
            <pc:sldMk cId="775029330" sldId="425"/>
            <ac:spMk id="3" creationId="{67AB3B83-7706-9D8B-506A-31A9CA4E165E}"/>
          </ac:spMkLst>
        </pc:spChg>
        <pc:spChg chg="mod">
          <ac:chgData name="Feist, Ella" userId="992bbaf2-811d-42cb-a4d6-e7fc45e325e8" providerId="ADAL" clId="{EEEAA5E7-5892-4C22-B4B9-91834BD409A7}" dt="2026-09-09T08:13:03.876" v="36" actId="790"/>
          <ac:spMkLst>
            <pc:docMk/>
            <pc:sldMk cId="775029330" sldId="425"/>
            <ac:spMk id="6" creationId="{5A53D8EF-107F-9114-2E8E-2CFC7C2CA02A}"/>
          </ac:spMkLst>
        </pc:spChg>
        <pc:spChg chg="mod">
          <ac:chgData name="Feist, Ella" userId="992bbaf2-811d-42cb-a4d6-e7fc45e325e8" providerId="ADAL" clId="{EEEAA5E7-5892-4C22-B4B9-91834BD409A7}" dt="2026-09-09T08:13:03.876" v="36" actId="790"/>
          <ac:spMkLst>
            <pc:docMk/>
            <pc:sldMk cId="775029330" sldId="425"/>
            <ac:spMk id="8" creationId="{4F4A27F8-2983-6E00-41CA-20254750D66D}"/>
          </ac:spMkLst>
        </pc:spChg>
      </pc:sldChg>
      <pc:sldChg chg="modSp mod">
        <pc:chgData name="Feist, Ella" userId="992bbaf2-811d-42cb-a4d6-e7fc45e325e8" providerId="ADAL" clId="{EEEAA5E7-5892-4C22-B4B9-91834BD409A7}" dt="2026-09-09T08:13:03.876" v="36" actId="790"/>
        <pc:sldMkLst>
          <pc:docMk/>
          <pc:sldMk cId="1922906731" sldId="426"/>
        </pc:sldMkLst>
        <pc:spChg chg="mod">
          <ac:chgData name="Feist, Ella" userId="992bbaf2-811d-42cb-a4d6-e7fc45e325e8" providerId="ADAL" clId="{EEEAA5E7-5892-4C22-B4B9-91834BD409A7}" dt="2026-09-09T08:13:03.876" v="36" actId="790"/>
          <ac:spMkLst>
            <pc:docMk/>
            <pc:sldMk cId="1922906731" sldId="426"/>
            <ac:spMk id="5" creationId="{A7193DD9-F59F-E945-A2A5-996C28F40752}"/>
          </ac:spMkLst>
        </pc:spChg>
        <pc:spChg chg="mod">
          <ac:chgData name="Feist, Ella" userId="992bbaf2-811d-42cb-a4d6-e7fc45e325e8" providerId="ADAL" clId="{EEEAA5E7-5892-4C22-B4B9-91834BD409A7}" dt="2026-09-09T08:13:03.876" v="36" actId="790"/>
          <ac:spMkLst>
            <pc:docMk/>
            <pc:sldMk cId="1922906731" sldId="426"/>
            <ac:spMk id="7" creationId="{975E9167-F87E-8DF0-F561-E8BB20F45F31}"/>
          </ac:spMkLst>
        </pc:spChg>
      </pc:sldChg>
      <pc:sldChg chg="modSp mod">
        <pc:chgData name="Feist, Ella" userId="992bbaf2-811d-42cb-a4d6-e7fc45e325e8" providerId="ADAL" clId="{EEEAA5E7-5892-4C22-B4B9-91834BD409A7}" dt="2026-09-09T08:13:03.876" v="36" actId="790"/>
        <pc:sldMkLst>
          <pc:docMk/>
          <pc:sldMk cId="569575766" sldId="427"/>
        </pc:sldMkLst>
        <pc:spChg chg="mod">
          <ac:chgData name="Feist, Ella" userId="992bbaf2-811d-42cb-a4d6-e7fc45e325e8" providerId="ADAL" clId="{EEEAA5E7-5892-4C22-B4B9-91834BD409A7}" dt="2026-09-09T08:13:03.876" v="36" actId="790"/>
          <ac:spMkLst>
            <pc:docMk/>
            <pc:sldMk cId="569575766" sldId="427"/>
            <ac:spMk id="2" creationId="{00000000-0000-0000-0000-000000000000}"/>
          </ac:spMkLst>
        </pc:spChg>
        <pc:spChg chg="mod">
          <ac:chgData name="Feist, Ella" userId="992bbaf2-811d-42cb-a4d6-e7fc45e325e8" providerId="ADAL" clId="{EEEAA5E7-5892-4C22-B4B9-91834BD409A7}" dt="2026-09-09T08:13:03.876" v="36" actId="790"/>
          <ac:spMkLst>
            <pc:docMk/>
            <pc:sldMk cId="569575766" sldId="427"/>
            <ac:spMk id="5" creationId="{DF03B6F0-A61F-461A-F082-684B11D83CC9}"/>
          </ac:spMkLst>
        </pc:spChg>
        <pc:graphicFrameChg chg="modGraphic">
          <ac:chgData name="Feist, Ella" userId="992bbaf2-811d-42cb-a4d6-e7fc45e325e8" providerId="ADAL" clId="{EEEAA5E7-5892-4C22-B4B9-91834BD409A7}" dt="2026-09-09T08:13:03.876" v="36" actId="790"/>
          <ac:graphicFrameMkLst>
            <pc:docMk/>
            <pc:sldMk cId="569575766" sldId="427"/>
            <ac:graphicFrameMk id="7" creationId="{00000000-0000-0000-0000-000000000000}"/>
          </ac:graphicFrameMkLst>
        </pc:graphicFrameChg>
      </pc:sldChg>
      <pc:sldChg chg="modSp mod">
        <pc:chgData name="Feist, Ella" userId="992bbaf2-811d-42cb-a4d6-e7fc45e325e8" providerId="ADAL" clId="{EEEAA5E7-5892-4C22-B4B9-91834BD409A7}" dt="2026-09-09T08:13:03.876" v="36" actId="790"/>
        <pc:sldMkLst>
          <pc:docMk/>
          <pc:sldMk cId="3266810868" sldId="428"/>
        </pc:sldMkLst>
        <pc:spChg chg="mod">
          <ac:chgData name="Feist, Ella" userId="992bbaf2-811d-42cb-a4d6-e7fc45e325e8" providerId="ADAL" clId="{EEEAA5E7-5892-4C22-B4B9-91834BD409A7}" dt="2026-09-09T08:13:03.876" v="36" actId="790"/>
          <ac:spMkLst>
            <pc:docMk/>
            <pc:sldMk cId="3266810868" sldId="428"/>
            <ac:spMk id="2" creationId="{65F3EB6C-8E2B-4C45-AD79-B7AD4A04B02C}"/>
          </ac:spMkLst>
        </pc:spChg>
        <pc:spChg chg="mod">
          <ac:chgData name="Feist, Ella" userId="992bbaf2-811d-42cb-a4d6-e7fc45e325e8" providerId="ADAL" clId="{EEEAA5E7-5892-4C22-B4B9-91834BD409A7}" dt="2026-09-09T08:13:03.876" v="36" actId="790"/>
          <ac:spMkLst>
            <pc:docMk/>
            <pc:sldMk cId="3266810868" sldId="428"/>
            <ac:spMk id="3" creationId="{89563ABB-F1A8-0C4D-A107-EE47BABCCE6C}"/>
          </ac:spMkLst>
        </pc:spChg>
      </pc:sldChg>
      <pc:sldChg chg="modSp mod">
        <pc:chgData name="Feist, Ella" userId="992bbaf2-811d-42cb-a4d6-e7fc45e325e8" providerId="ADAL" clId="{EEEAA5E7-5892-4C22-B4B9-91834BD409A7}" dt="2026-09-09T08:13:03.876" v="36" actId="790"/>
        <pc:sldMkLst>
          <pc:docMk/>
          <pc:sldMk cId="3308119645" sldId="429"/>
        </pc:sldMkLst>
        <pc:spChg chg="mod">
          <ac:chgData name="Feist, Ella" userId="992bbaf2-811d-42cb-a4d6-e7fc45e325e8" providerId="ADAL" clId="{EEEAA5E7-5892-4C22-B4B9-91834BD409A7}" dt="2026-09-09T08:13:03.876" v="36" actId="790"/>
          <ac:spMkLst>
            <pc:docMk/>
            <pc:sldMk cId="3308119645" sldId="429"/>
            <ac:spMk id="4" creationId="{64495C22-C8DE-CD49-B456-6D592869F4F6}"/>
          </ac:spMkLst>
        </pc:spChg>
        <pc:spChg chg="mod">
          <ac:chgData name="Feist, Ella" userId="992bbaf2-811d-42cb-a4d6-e7fc45e325e8" providerId="ADAL" clId="{EEEAA5E7-5892-4C22-B4B9-91834BD409A7}" dt="2026-09-09T08:13:03.876" v="36" actId="790"/>
          <ac:spMkLst>
            <pc:docMk/>
            <pc:sldMk cId="3308119645" sldId="429"/>
            <ac:spMk id="5" creationId="{A2989DD9-D8C8-E546-A37F-497B90753EC6}"/>
          </ac:spMkLst>
        </pc:spChg>
      </pc:sldChg>
      <pc:sldChg chg="modSp mod">
        <pc:chgData name="Feist, Ella" userId="992bbaf2-811d-42cb-a4d6-e7fc45e325e8" providerId="ADAL" clId="{EEEAA5E7-5892-4C22-B4B9-91834BD409A7}" dt="2026-09-09T08:13:03.876" v="36" actId="790"/>
        <pc:sldMkLst>
          <pc:docMk/>
          <pc:sldMk cId="1190290478" sldId="430"/>
        </pc:sldMkLst>
        <pc:spChg chg="mod">
          <ac:chgData name="Feist, Ella" userId="992bbaf2-811d-42cb-a4d6-e7fc45e325e8" providerId="ADAL" clId="{EEEAA5E7-5892-4C22-B4B9-91834BD409A7}" dt="2026-09-09T08:13:03.876" v="36" actId="790"/>
          <ac:spMkLst>
            <pc:docMk/>
            <pc:sldMk cId="1190290478" sldId="430"/>
            <ac:spMk id="6" creationId="{DC0B6CDC-7F62-F64C-B0C6-88FF5B7B6FF7}"/>
          </ac:spMkLst>
        </pc:spChg>
        <pc:spChg chg="mod">
          <ac:chgData name="Feist, Ella" userId="992bbaf2-811d-42cb-a4d6-e7fc45e325e8" providerId="ADAL" clId="{EEEAA5E7-5892-4C22-B4B9-91834BD409A7}" dt="2026-09-09T08:13:03.876" v="36" actId="790"/>
          <ac:spMkLst>
            <pc:docMk/>
            <pc:sldMk cId="1190290478" sldId="430"/>
            <ac:spMk id="7" creationId="{70AA24CD-02B6-8D48-8CF1-7E92B707A7BB}"/>
          </ac:spMkLst>
        </pc:spChg>
      </pc:sldChg>
      <pc:sldChg chg="modSp mod">
        <pc:chgData name="Feist, Ella" userId="992bbaf2-811d-42cb-a4d6-e7fc45e325e8" providerId="ADAL" clId="{EEEAA5E7-5892-4C22-B4B9-91834BD409A7}" dt="2026-09-09T08:13:03.876" v="36" actId="790"/>
        <pc:sldMkLst>
          <pc:docMk/>
          <pc:sldMk cId="3645270077" sldId="431"/>
        </pc:sldMkLst>
        <pc:spChg chg="mod">
          <ac:chgData name="Feist, Ella" userId="992bbaf2-811d-42cb-a4d6-e7fc45e325e8" providerId="ADAL" clId="{EEEAA5E7-5892-4C22-B4B9-91834BD409A7}" dt="2026-09-09T08:13:03.876" v="36" actId="790"/>
          <ac:spMkLst>
            <pc:docMk/>
            <pc:sldMk cId="3645270077" sldId="431"/>
            <ac:spMk id="3" creationId="{008630C8-CDD7-C6C0-1CDE-96586F7DAA20}"/>
          </ac:spMkLst>
        </pc:spChg>
        <pc:spChg chg="mod">
          <ac:chgData name="Feist, Ella" userId="992bbaf2-811d-42cb-a4d6-e7fc45e325e8" providerId="ADAL" clId="{EEEAA5E7-5892-4C22-B4B9-91834BD409A7}" dt="2026-09-09T08:13:03.876" v="36" actId="790"/>
          <ac:spMkLst>
            <pc:docMk/>
            <pc:sldMk cId="3645270077" sldId="431"/>
            <ac:spMk id="7" creationId="{F6CCE482-A941-8029-46BF-04D7B6CC9D45}"/>
          </ac:spMkLst>
        </pc:spChg>
        <pc:spChg chg="mod">
          <ac:chgData name="Feist, Ella" userId="992bbaf2-811d-42cb-a4d6-e7fc45e325e8" providerId="ADAL" clId="{EEEAA5E7-5892-4C22-B4B9-91834BD409A7}" dt="2026-09-09T08:13:03.876" v="36" actId="790"/>
          <ac:spMkLst>
            <pc:docMk/>
            <pc:sldMk cId="3645270077" sldId="431"/>
            <ac:spMk id="11" creationId="{BFAF4685-B65A-347A-6FBF-0B59598E14B4}"/>
          </ac:spMkLst>
        </pc:spChg>
      </pc:sldChg>
      <pc:sldChg chg="modSp mod">
        <pc:chgData name="Feist, Ella" userId="992bbaf2-811d-42cb-a4d6-e7fc45e325e8" providerId="ADAL" clId="{EEEAA5E7-5892-4C22-B4B9-91834BD409A7}" dt="2026-09-09T08:13:03.876" v="36" actId="790"/>
        <pc:sldMkLst>
          <pc:docMk/>
          <pc:sldMk cId="2787588369" sldId="432"/>
        </pc:sldMkLst>
        <pc:spChg chg="mod">
          <ac:chgData name="Feist, Ella" userId="992bbaf2-811d-42cb-a4d6-e7fc45e325e8" providerId="ADAL" clId="{EEEAA5E7-5892-4C22-B4B9-91834BD409A7}" dt="2026-09-09T08:13:03.876" v="36" actId="790"/>
          <ac:spMkLst>
            <pc:docMk/>
            <pc:sldMk cId="2787588369" sldId="432"/>
            <ac:spMk id="6" creationId="{8F2A6B4F-DEBE-D031-D9D9-7AF4AD4D418D}"/>
          </ac:spMkLst>
        </pc:spChg>
        <pc:spChg chg="mod">
          <ac:chgData name="Feist, Ella" userId="992bbaf2-811d-42cb-a4d6-e7fc45e325e8" providerId="ADAL" clId="{EEEAA5E7-5892-4C22-B4B9-91834BD409A7}" dt="2026-09-09T08:13:03.876" v="36" actId="790"/>
          <ac:spMkLst>
            <pc:docMk/>
            <pc:sldMk cId="2787588369" sldId="432"/>
            <ac:spMk id="22530" creationId="{00000000-0000-0000-0000-000000000000}"/>
          </ac:spMkLst>
        </pc:spChg>
        <pc:spChg chg="mod">
          <ac:chgData name="Feist, Ella" userId="992bbaf2-811d-42cb-a4d6-e7fc45e325e8" providerId="ADAL" clId="{EEEAA5E7-5892-4C22-B4B9-91834BD409A7}" dt="2026-09-09T08:13:03.876" v="36" actId="790"/>
          <ac:spMkLst>
            <pc:docMk/>
            <pc:sldMk cId="2787588369" sldId="432"/>
            <ac:spMk id="22531" creationId="{00000000-0000-0000-0000-000000000000}"/>
          </ac:spMkLst>
        </pc:spChg>
        <pc:spChg chg="mod">
          <ac:chgData name="Feist, Ella" userId="992bbaf2-811d-42cb-a4d6-e7fc45e325e8" providerId="ADAL" clId="{EEEAA5E7-5892-4C22-B4B9-91834BD409A7}" dt="2026-09-09T08:13:03.876" v="36" actId="790"/>
          <ac:spMkLst>
            <pc:docMk/>
            <pc:sldMk cId="2787588369" sldId="432"/>
            <ac:spMk id="22533" creationId="{00000000-0000-0000-0000-000000000000}"/>
          </ac:spMkLst>
        </pc:spChg>
        <pc:spChg chg="mod">
          <ac:chgData name="Feist, Ella" userId="992bbaf2-811d-42cb-a4d6-e7fc45e325e8" providerId="ADAL" clId="{EEEAA5E7-5892-4C22-B4B9-91834BD409A7}" dt="2026-09-09T08:13:03.876" v="36" actId="790"/>
          <ac:spMkLst>
            <pc:docMk/>
            <pc:sldMk cId="2787588369" sldId="432"/>
            <ac:spMk id="22534" creationId="{00000000-0000-0000-0000-000000000000}"/>
          </ac:spMkLst>
        </pc:spChg>
      </pc:sldChg>
      <pc:sldChg chg="modSp mod">
        <pc:chgData name="Feist, Ella" userId="992bbaf2-811d-42cb-a4d6-e7fc45e325e8" providerId="ADAL" clId="{EEEAA5E7-5892-4C22-B4B9-91834BD409A7}" dt="2026-09-09T08:13:03.876" v="36" actId="790"/>
        <pc:sldMkLst>
          <pc:docMk/>
          <pc:sldMk cId="2522652865" sldId="433"/>
        </pc:sldMkLst>
        <pc:spChg chg="mod">
          <ac:chgData name="Feist, Ella" userId="992bbaf2-811d-42cb-a4d6-e7fc45e325e8" providerId="ADAL" clId="{EEEAA5E7-5892-4C22-B4B9-91834BD409A7}" dt="2026-09-09T08:13:03.876" v="36" actId="790"/>
          <ac:spMkLst>
            <pc:docMk/>
            <pc:sldMk cId="2522652865" sldId="433"/>
            <ac:spMk id="2" creationId="{7B9D3212-F5DC-E657-0C4A-45BE053EFFE0}"/>
          </ac:spMkLst>
        </pc:spChg>
        <pc:spChg chg="mod">
          <ac:chgData name="Feist, Ella" userId="992bbaf2-811d-42cb-a4d6-e7fc45e325e8" providerId="ADAL" clId="{EEEAA5E7-5892-4C22-B4B9-91834BD409A7}" dt="2026-09-09T08:13:03.876" v="36" actId="790"/>
          <ac:spMkLst>
            <pc:docMk/>
            <pc:sldMk cId="2522652865" sldId="433"/>
            <ac:spMk id="9" creationId="{A1A3F398-A912-B7D8-FB5E-DE0C2DE8ECB1}"/>
          </ac:spMkLst>
        </pc:spChg>
        <pc:spChg chg="mod">
          <ac:chgData name="Feist, Ella" userId="992bbaf2-811d-42cb-a4d6-e7fc45e325e8" providerId="ADAL" clId="{EEEAA5E7-5892-4C22-B4B9-91834BD409A7}" dt="2026-09-09T08:13:03.876" v="36" actId="790"/>
          <ac:spMkLst>
            <pc:docMk/>
            <pc:sldMk cId="2522652865" sldId="433"/>
            <ac:spMk id="10" creationId="{9B759AA2-3787-10E3-E19B-9925DC21BEE7}"/>
          </ac:spMkLst>
        </pc:spChg>
        <pc:spChg chg="mod">
          <ac:chgData name="Feist, Ella" userId="992bbaf2-811d-42cb-a4d6-e7fc45e325e8" providerId="ADAL" clId="{EEEAA5E7-5892-4C22-B4B9-91834BD409A7}" dt="2026-09-09T08:13:03.876" v="36" actId="790"/>
          <ac:spMkLst>
            <pc:docMk/>
            <pc:sldMk cId="2522652865" sldId="433"/>
            <ac:spMk id="24580" creationId="{00000000-0000-0000-0000-000000000000}"/>
          </ac:spMkLst>
        </pc:spChg>
      </pc:sldChg>
      <pc:sldChg chg="modSp mod">
        <pc:chgData name="Feist, Ella" userId="992bbaf2-811d-42cb-a4d6-e7fc45e325e8" providerId="ADAL" clId="{EEEAA5E7-5892-4C22-B4B9-91834BD409A7}" dt="2026-09-09T08:13:03.876" v="36" actId="790"/>
        <pc:sldMkLst>
          <pc:docMk/>
          <pc:sldMk cId="2738710574" sldId="434"/>
        </pc:sldMkLst>
        <pc:spChg chg="mod">
          <ac:chgData name="Feist, Ella" userId="992bbaf2-811d-42cb-a4d6-e7fc45e325e8" providerId="ADAL" clId="{EEEAA5E7-5892-4C22-B4B9-91834BD409A7}" dt="2026-09-09T08:13:03.876" v="36" actId="790"/>
          <ac:spMkLst>
            <pc:docMk/>
            <pc:sldMk cId="2738710574" sldId="434"/>
            <ac:spMk id="4" creationId="{74097460-CCE7-C092-EB34-8D2D6E3294A2}"/>
          </ac:spMkLst>
        </pc:spChg>
        <pc:spChg chg="mod">
          <ac:chgData name="Feist, Ella" userId="992bbaf2-811d-42cb-a4d6-e7fc45e325e8" providerId="ADAL" clId="{EEEAA5E7-5892-4C22-B4B9-91834BD409A7}" dt="2026-09-09T08:13:03.876" v="36" actId="790"/>
          <ac:spMkLst>
            <pc:docMk/>
            <pc:sldMk cId="2738710574" sldId="434"/>
            <ac:spMk id="6" creationId="{00000000-0000-0000-0000-000000000000}"/>
          </ac:spMkLst>
        </pc:spChg>
        <pc:spChg chg="mod">
          <ac:chgData name="Feist, Ella" userId="992bbaf2-811d-42cb-a4d6-e7fc45e325e8" providerId="ADAL" clId="{EEEAA5E7-5892-4C22-B4B9-91834BD409A7}" dt="2026-09-09T08:13:03.876" v="36" actId="790"/>
          <ac:spMkLst>
            <pc:docMk/>
            <pc:sldMk cId="2738710574" sldId="434"/>
            <ac:spMk id="9" creationId="{76884327-02CE-28FA-E032-0FAA45FD238D}"/>
          </ac:spMkLst>
        </pc:spChg>
        <pc:spChg chg="mod">
          <ac:chgData name="Feist, Ella" userId="992bbaf2-811d-42cb-a4d6-e7fc45e325e8" providerId="ADAL" clId="{EEEAA5E7-5892-4C22-B4B9-91834BD409A7}" dt="2026-09-09T08:13:03.876" v="36" actId="790"/>
          <ac:spMkLst>
            <pc:docMk/>
            <pc:sldMk cId="2738710574" sldId="434"/>
            <ac:spMk id="32770" creationId="{00000000-0000-0000-0000-000000000000}"/>
          </ac:spMkLst>
        </pc:spChg>
      </pc:sldChg>
      <pc:sldChg chg="modSp mod">
        <pc:chgData name="Feist, Ella" userId="992bbaf2-811d-42cb-a4d6-e7fc45e325e8" providerId="ADAL" clId="{EEEAA5E7-5892-4C22-B4B9-91834BD409A7}" dt="2026-09-09T08:13:03.876" v="36" actId="790"/>
        <pc:sldMkLst>
          <pc:docMk/>
          <pc:sldMk cId="4252649824" sldId="435"/>
        </pc:sldMkLst>
        <pc:spChg chg="mod">
          <ac:chgData name="Feist, Ella" userId="992bbaf2-811d-42cb-a4d6-e7fc45e325e8" providerId="ADAL" clId="{EEEAA5E7-5892-4C22-B4B9-91834BD409A7}" dt="2026-09-09T08:13:03.876" v="36" actId="790"/>
          <ac:spMkLst>
            <pc:docMk/>
            <pc:sldMk cId="4252649824" sldId="435"/>
            <ac:spMk id="2" creationId="{65F3EB6C-8E2B-4C45-AD79-B7AD4A04B02C}"/>
          </ac:spMkLst>
        </pc:spChg>
        <pc:spChg chg="mod">
          <ac:chgData name="Feist, Ella" userId="992bbaf2-811d-42cb-a4d6-e7fc45e325e8" providerId="ADAL" clId="{EEEAA5E7-5892-4C22-B4B9-91834BD409A7}" dt="2026-09-09T08:13:03.876" v="36" actId="790"/>
          <ac:spMkLst>
            <pc:docMk/>
            <pc:sldMk cId="4252649824" sldId="435"/>
            <ac:spMk id="3" creationId="{89563ABB-F1A8-0C4D-A107-EE47BABCCE6C}"/>
          </ac:spMkLst>
        </pc:spChg>
      </pc:sldChg>
      <pc:sldChg chg="modSp mod">
        <pc:chgData name="Feist, Ella" userId="992bbaf2-811d-42cb-a4d6-e7fc45e325e8" providerId="ADAL" clId="{EEEAA5E7-5892-4C22-B4B9-91834BD409A7}" dt="2026-09-09T08:13:03.876" v="36" actId="790"/>
        <pc:sldMkLst>
          <pc:docMk/>
          <pc:sldMk cId="3299102291" sldId="436"/>
        </pc:sldMkLst>
        <pc:spChg chg="mod">
          <ac:chgData name="Feist, Ella" userId="992bbaf2-811d-42cb-a4d6-e7fc45e325e8" providerId="ADAL" clId="{EEEAA5E7-5892-4C22-B4B9-91834BD409A7}" dt="2026-09-09T08:13:03.876" v="36" actId="790"/>
          <ac:spMkLst>
            <pc:docMk/>
            <pc:sldMk cId="3299102291" sldId="436"/>
            <ac:spMk id="2" creationId="{F67A0F8E-AB66-4B47-8529-32065C470782}"/>
          </ac:spMkLst>
        </pc:spChg>
        <pc:spChg chg="mod">
          <ac:chgData name="Feist, Ella" userId="992bbaf2-811d-42cb-a4d6-e7fc45e325e8" providerId="ADAL" clId="{EEEAA5E7-5892-4C22-B4B9-91834BD409A7}" dt="2026-09-09T08:13:03.876" v="36" actId="790"/>
          <ac:spMkLst>
            <pc:docMk/>
            <pc:sldMk cId="3299102291" sldId="436"/>
            <ac:spMk id="3" creationId="{B2123F26-3738-CE41-ADD7-7EB68076F4D3}"/>
          </ac:spMkLst>
        </pc:spChg>
      </pc:sldChg>
      <pc:sldChg chg="modSp mod">
        <pc:chgData name="Feist, Ella" userId="992bbaf2-811d-42cb-a4d6-e7fc45e325e8" providerId="ADAL" clId="{EEEAA5E7-5892-4C22-B4B9-91834BD409A7}" dt="2026-09-09T08:13:03.876" v="36" actId="790"/>
        <pc:sldMkLst>
          <pc:docMk/>
          <pc:sldMk cId="1068854902" sldId="437"/>
        </pc:sldMkLst>
        <pc:spChg chg="mod">
          <ac:chgData name="Feist, Ella" userId="992bbaf2-811d-42cb-a4d6-e7fc45e325e8" providerId="ADAL" clId="{EEEAA5E7-5892-4C22-B4B9-91834BD409A7}" dt="2026-09-09T08:13:03.876" v="36" actId="790"/>
          <ac:spMkLst>
            <pc:docMk/>
            <pc:sldMk cId="1068854902" sldId="437"/>
            <ac:spMk id="2" creationId="{50E7CBEC-9858-6840-9D60-66B7CC1F5AE3}"/>
          </ac:spMkLst>
        </pc:spChg>
        <pc:spChg chg="mod">
          <ac:chgData name="Feist, Ella" userId="992bbaf2-811d-42cb-a4d6-e7fc45e325e8" providerId="ADAL" clId="{EEEAA5E7-5892-4C22-B4B9-91834BD409A7}" dt="2026-09-09T08:13:03.876" v="36" actId="790"/>
          <ac:spMkLst>
            <pc:docMk/>
            <pc:sldMk cId="1068854902" sldId="437"/>
            <ac:spMk id="3" creationId="{4E8B3078-D240-D14B-AF19-2F198D44E744}"/>
          </ac:spMkLst>
        </pc:spChg>
        <pc:spChg chg="mod">
          <ac:chgData name="Feist, Ella" userId="992bbaf2-811d-42cb-a4d6-e7fc45e325e8" providerId="ADAL" clId="{EEEAA5E7-5892-4C22-B4B9-91834BD409A7}" dt="2026-09-09T08:13:03.876" v="36" actId="790"/>
          <ac:spMkLst>
            <pc:docMk/>
            <pc:sldMk cId="1068854902" sldId="437"/>
            <ac:spMk id="4" creationId="{F560B8CE-9A2E-2C45-9BF6-3D32A20BE228}"/>
          </ac:spMkLst>
        </pc:spChg>
        <pc:spChg chg="mod">
          <ac:chgData name="Feist, Ella" userId="992bbaf2-811d-42cb-a4d6-e7fc45e325e8" providerId="ADAL" clId="{EEEAA5E7-5892-4C22-B4B9-91834BD409A7}" dt="2026-09-09T08:13:03.876" v="36" actId="790"/>
          <ac:spMkLst>
            <pc:docMk/>
            <pc:sldMk cId="1068854902" sldId="437"/>
            <ac:spMk id="5" creationId="{5B89494F-9AF5-454C-8F66-8D56B008D82A}"/>
          </ac:spMkLst>
        </pc:spChg>
        <pc:spChg chg="mod">
          <ac:chgData name="Feist, Ella" userId="992bbaf2-811d-42cb-a4d6-e7fc45e325e8" providerId="ADAL" clId="{EEEAA5E7-5892-4C22-B4B9-91834BD409A7}" dt="2026-09-09T08:13:03.876" v="36" actId="790"/>
          <ac:spMkLst>
            <pc:docMk/>
            <pc:sldMk cId="1068854902" sldId="437"/>
            <ac:spMk id="12" creationId="{167E24BB-F0A7-1C4D-4B52-FF2F464B537C}"/>
          </ac:spMkLst>
        </pc:spChg>
      </pc:sldChg>
      <pc:sldChg chg="modSp mod">
        <pc:chgData name="Feist, Ella" userId="992bbaf2-811d-42cb-a4d6-e7fc45e325e8" providerId="ADAL" clId="{EEEAA5E7-5892-4C22-B4B9-91834BD409A7}" dt="2026-09-09T08:13:03.876" v="36" actId="790"/>
        <pc:sldMkLst>
          <pc:docMk/>
          <pc:sldMk cId="4190965953" sldId="438"/>
        </pc:sldMkLst>
        <pc:spChg chg="mod">
          <ac:chgData name="Feist, Ella" userId="992bbaf2-811d-42cb-a4d6-e7fc45e325e8" providerId="ADAL" clId="{EEEAA5E7-5892-4C22-B4B9-91834BD409A7}" dt="2026-09-09T08:13:03.876" v="36" actId="790"/>
          <ac:spMkLst>
            <pc:docMk/>
            <pc:sldMk cId="4190965953" sldId="438"/>
            <ac:spMk id="2" creationId="{FF601838-28B2-734E-A7B0-C82CC4DFDB5D}"/>
          </ac:spMkLst>
        </pc:spChg>
        <pc:spChg chg="mod">
          <ac:chgData name="Feist, Ella" userId="992bbaf2-811d-42cb-a4d6-e7fc45e325e8" providerId="ADAL" clId="{EEEAA5E7-5892-4C22-B4B9-91834BD409A7}" dt="2026-09-09T08:13:03.876" v="36" actId="790"/>
          <ac:spMkLst>
            <pc:docMk/>
            <pc:sldMk cId="4190965953" sldId="438"/>
            <ac:spMk id="5" creationId="{75683DAF-4990-7C4B-8837-08775DE244D4}"/>
          </ac:spMkLst>
        </pc:spChg>
        <pc:spChg chg="mod">
          <ac:chgData name="Feist, Ella" userId="992bbaf2-811d-42cb-a4d6-e7fc45e325e8" providerId="ADAL" clId="{EEEAA5E7-5892-4C22-B4B9-91834BD409A7}" dt="2026-09-09T08:13:03.876" v="36" actId="790"/>
          <ac:spMkLst>
            <pc:docMk/>
            <pc:sldMk cId="4190965953" sldId="438"/>
            <ac:spMk id="9" creationId="{6CE5573E-8919-A13A-908E-C361BD11FD96}"/>
          </ac:spMkLst>
        </pc:spChg>
        <pc:spChg chg="mod">
          <ac:chgData name="Feist, Ella" userId="992bbaf2-811d-42cb-a4d6-e7fc45e325e8" providerId="ADAL" clId="{EEEAA5E7-5892-4C22-B4B9-91834BD409A7}" dt="2026-09-09T08:13:03.876" v="36" actId="790"/>
          <ac:spMkLst>
            <pc:docMk/>
            <pc:sldMk cId="4190965953" sldId="438"/>
            <ac:spMk id="10" creationId="{BA9836AC-FEC4-6EAD-BE63-E9064BF7A215}"/>
          </ac:spMkLst>
        </pc:spChg>
      </pc:sldChg>
      <pc:sldChg chg="modSp mod">
        <pc:chgData name="Feist, Ella" userId="992bbaf2-811d-42cb-a4d6-e7fc45e325e8" providerId="ADAL" clId="{EEEAA5E7-5892-4C22-B4B9-91834BD409A7}" dt="2026-09-09T08:13:03.876" v="36" actId="790"/>
        <pc:sldMkLst>
          <pc:docMk/>
          <pc:sldMk cId="449644996" sldId="439"/>
        </pc:sldMkLst>
        <pc:spChg chg="mod">
          <ac:chgData name="Feist, Ella" userId="992bbaf2-811d-42cb-a4d6-e7fc45e325e8" providerId="ADAL" clId="{EEEAA5E7-5892-4C22-B4B9-91834BD409A7}" dt="2026-09-09T08:13:03.876" v="36" actId="790"/>
          <ac:spMkLst>
            <pc:docMk/>
            <pc:sldMk cId="449644996" sldId="439"/>
            <ac:spMk id="5" creationId="{AA94E4BD-2F75-484A-A012-1277011B7F9C}"/>
          </ac:spMkLst>
        </pc:spChg>
        <pc:spChg chg="mod">
          <ac:chgData name="Feist, Ella" userId="992bbaf2-811d-42cb-a4d6-e7fc45e325e8" providerId="ADAL" clId="{EEEAA5E7-5892-4C22-B4B9-91834BD409A7}" dt="2026-09-09T08:13:03.876" v="36" actId="790"/>
          <ac:spMkLst>
            <pc:docMk/>
            <pc:sldMk cId="449644996" sldId="439"/>
            <ac:spMk id="6" creationId="{07518BB7-A023-9E4B-A04C-6AFD08F6F293}"/>
          </ac:spMkLst>
        </pc:spChg>
      </pc:sldChg>
      <pc:sldChg chg="modSp mod">
        <pc:chgData name="Feist, Ella" userId="992bbaf2-811d-42cb-a4d6-e7fc45e325e8" providerId="ADAL" clId="{EEEAA5E7-5892-4C22-B4B9-91834BD409A7}" dt="2026-09-09T08:13:03.876" v="36" actId="790"/>
        <pc:sldMkLst>
          <pc:docMk/>
          <pc:sldMk cId="3464616654" sldId="440"/>
        </pc:sldMkLst>
        <pc:spChg chg="mod">
          <ac:chgData name="Feist, Ella" userId="992bbaf2-811d-42cb-a4d6-e7fc45e325e8" providerId="ADAL" clId="{EEEAA5E7-5892-4C22-B4B9-91834BD409A7}" dt="2026-09-09T08:13:03.876" v="36" actId="790"/>
          <ac:spMkLst>
            <pc:docMk/>
            <pc:sldMk cId="3464616654" sldId="440"/>
            <ac:spMk id="4" creationId="{91FD443D-EE8D-1B41-8297-375E7130B7CC}"/>
          </ac:spMkLst>
        </pc:spChg>
        <pc:spChg chg="mod">
          <ac:chgData name="Feist, Ella" userId="992bbaf2-811d-42cb-a4d6-e7fc45e325e8" providerId="ADAL" clId="{EEEAA5E7-5892-4C22-B4B9-91834BD409A7}" dt="2026-09-09T08:13:03.876" v="36" actId="790"/>
          <ac:spMkLst>
            <pc:docMk/>
            <pc:sldMk cId="3464616654" sldId="440"/>
            <ac:spMk id="11" creationId="{0516E450-AB41-35A7-508C-F74ED5777F70}"/>
          </ac:spMkLst>
        </pc:spChg>
        <pc:graphicFrameChg chg="modGraphic">
          <ac:chgData name="Feist, Ella" userId="992bbaf2-811d-42cb-a4d6-e7fc45e325e8" providerId="ADAL" clId="{EEEAA5E7-5892-4C22-B4B9-91834BD409A7}" dt="2026-09-09T08:13:03.876" v="36" actId="790"/>
          <ac:graphicFrameMkLst>
            <pc:docMk/>
            <pc:sldMk cId="3464616654" sldId="440"/>
            <ac:graphicFrameMk id="6" creationId="{D21A532E-8FDE-C142-9901-5AFEB94D4821}"/>
          </ac:graphicFrameMkLst>
        </pc:graphicFrameChg>
      </pc:sldChg>
      <pc:sldChg chg="modSp mod">
        <pc:chgData name="Feist, Ella" userId="992bbaf2-811d-42cb-a4d6-e7fc45e325e8" providerId="ADAL" clId="{EEEAA5E7-5892-4C22-B4B9-91834BD409A7}" dt="2026-09-09T08:13:03.876" v="36" actId="790"/>
        <pc:sldMkLst>
          <pc:docMk/>
          <pc:sldMk cId="2583211765" sldId="441"/>
        </pc:sldMkLst>
        <pc:spChg chg="mod">
          <ac:chgData name="Feist, Ella" userId="992bbaf2-811d-42cb-a4d6-e7fc45e325e8" providerId="ADAL" clId="{EEEAA5E7-5892-4C22-B4B9-91834BD409A7}" dt="2026-09-09T08:13:03.876" v="36" actId="790"/>
          <ac:spMkLst>
            <pc:docMk/>
            <pc:sldMk cId="2583211765" sldId="441"/>
            <ac:spMk id="2" creationId="{65F3EB6C-8E2B-4C45-AD79-B7AD4A04B02C}"/>
          </ac:spMkLst>
        </pc:spChg>
        <pc:spChg chg="mod">
          <ac:chgData name="Feist, Ella" userId="992bbaf2-811d-42cb-a4d6-e7fc45e325e8" providerId="ADAL" clId="{EEEAA5E7-5892-4C22-B4B9-91834BD409A7}" dt="2026-09-09T08:13:03.876" v="36" actId="790"/>
          <ac:spMkLst>
            <pc:docMk/>
            <pc:sldMk cId="2583211765" sldId="441"/>
            <ac:spMk id="3" creationId="{89563ABB-F1A8-0C4D-A107-EE47BABCCE6C}"/>
          </ac:spMkLst>
        </pc:spChg>
      </pc:sldChg>
      <pc:sldChg chg="modSp mod">
        <pc:chgData name="Feist, Ella" userId="992bbaf2-811d-42cb-a4d6-e7fc45e325e8" providerId="ADAL" clId="{EEEAA5E7-5892-4C22-B4B9-91834BD409A7}" dt="2026-09-09T08:13:03.876" v="36" actId="790"/>
        <pc:sldMkLst>
          <pc:docMk/>
          <pc:sldMk cId="2294716782" sldId="442"/>
        </pc:sldMkLst>
        <pc:spChg chg="mod">
          <ac:chgData name="Feist, Ella" userId="992bbaf2-811d-42cb-a4d6-e7fc45e325e8" providerId="ADAL" clId="{EEEAA5E7-5892-4C22-B4B9-91834BD409A7}" dt="2026-09-09T08:13:03.876" v="36" actId="790"/>
          <ac:spMkLst>
            <pc:docMk/>
            <pc:sldMk cId="2294716782" sldId="442"/>
            <ac:spMk id="2" creationId="{6EC36470-9AB1-E74F-9606-6B1641D6A1CA}"/>
          </ac:spMkLst>
        </pc:spChg>
        <pc:spChg chg="mod">
          <ac:chgData name="Feist, Ella" userId="992bbaf2-811d-42cb-a4d6-e7fc45e325e8" providerId="ADAL" clId="{EEEAA5E7-5892-4C22-B4B9-91834BD409A7}" dt="2026-09-09T08:13:03.876" v="36" actId="790"/>
          <ac:spMkLst>
            <pc:docMk/>
            <pc:sldMk cId="2294716782" sldId="442"/>
            <ac:spMk id="3" creationId="{114FE195-9393-3A48-8EDF-C09E24836FC7}"/>
          </ac:spMkLst>
        </pc:spChg>
      </pc:sldChg>
      <pc:sldChg chg="addSp modSp mod">
        <pc:chgData name="Feist, Ella" userId="992bbaf2-811d-42cb-a4d6-e7fc45e325e8" providerId="ADAL" clId="{EEEAA5E7-5892-4C22-B4B9-91834BD409A7}" dt="2026-09-09T08:23:36.378" v="171"/>
        <pc:sldMkLst>
          <pc:docMk/>
          <pc:sldMk cId="2940583630" sldId="443"/>
        </pc:sldMkLst>
        <pc:spChg chg="add mod">
          <ac:chgData name="Feist, Ella" userId="992bbaf2-811d-42cb-a4d6-e7fc45e325e8" providerId="ADAL" clId="{EEEAA5E7-5892-4C22-B4B9-91834BD409A7}" dt="2026-09-09T08:23:36.378" v="171"/>
          <ac:spMkLst>
            <pc:docMk/>
            <pc:sldMk cId="2940583630" sldId="443"/>
            <ac:spMk id="2" creationId="{9D1AB8E3-77E6-5BCC-1135-A952776DF408}"/>
          </ac:spMkLst>
        </pc:spChg>
        <pc:spChg chg="mod">
          <ac:chgData name="Feist, Ella" userId="992bbaf2-811d-42cb-a4d6-e7fc45e325e8" providerId="ADAL" clId="{EEEAA5E7-5892-4C22-B4B9-91834BD409A7}" dt="2026-09-09T08:13:03.876" v="36" actId="790"/>
          <ac:spMkLst>
            <pc:docMk/>
            <pc:sldMk cId="2940583630" sldId="443"/>
            <ac:spMk id="40962" creationId="{00000000-0000-0000-0000-000000000000}"/>
          </ac:spMkLst>
        </pc:spChg>
        <pc:spChg chg="mod">
          <ac:chgData name="Feist, Ella" userId="992bbaf2-811d-42cb-a4d6-e7fc45e325e8" providerId="ADAL" clId="{EEEAA5E7-5892-4C22-B4B9-91834BD409A7}" dt="2026-09-09T08:13:03.876" v="36" actId="790"/>
          <ac:spMkLst>
            <pc:docMk/>
            <pc:sldMk cId="2940583630" sldId="443"/>
            <ac:spMk id="40963" creationId="{00000000-0000-0000-0000-000000000000}"/>
          </ac:spMkLst>
        </pc:spChg>
        <pc:spChg chg="mod">
          <ac:chgData name="Feist, Ella" userId="992bbaf2-811d-42cb-a4d6-e7fc45e325e8" providerId="ADAL" clId="{EEEAA5E7-5892-4C22-B4B9-91834BD409A7}" dt="2026-09-09T08:15:32.116" v="53" actId="403"/>
          <ac:spMkLst>
            <pc:docMk/>
            <pc:sldMk cId="2940583630" sldId="443"/>
            <ac:spMk id="40964" creationId="{00000000-0000-0000-0000-000000000000}"/>
          </ac:spMkLst>
        </pc:spChg>
        <pc:spChg chg="mod">
          <ac:chgData name="Feist, Ella" userId="992bbaf2-811d-42cb-a4d6-e7fc45e325e8" providerId="ADAL" clId="{EEEAA5E7-5892-4C22-B4B9-91834BD409A7}" dt="2026-09-09T08:13:03.876" v="36" actId="790"/>
          <ac:spMkLst>
            <pc:docMk/>
            <pc:sldMk cId="2940583630" sldId="443"/>
            <ac:spMk id="40966" creationId="{00000000-0000-0000-0000-000000000000}"/>
          </ac:spMkLst>
        </pc:spChg>
        <pc:spChg chg="mod">
          <ac:chgData name="Feist, Ella" userId="992bbaf2-811d-42cb-a4d6-e7fc45e325e8" providerId="ADAL" clId="{EEEAA5E7-5892-4C22-B4B9-91834BD409A7}" dt="2026-09-09T08:13:03.876" v="36" actId="790"/>
          <ac:spMkLst>
            <pc:docMk/>
            <pc:sldMk cId="2940583630" sldId="443"/>
            <ac:spMk id="40967" creationId="{00000000-0000-0000-0000-000000000000}"/>
          </ac:spMkLst>
        </pc:spChg>
        <pc:spChg chg="mod">
          <ac:chgData name="Feist, Ella" userId="992bbaf2-811d-42cb-a4d6-e7fc45e325e8" providerId="ADAL" clId="{EEEAA5E7-5892-4C22-B4B9-91834BD409A7}" dt="2026-09-09T08:13:03.876" v="36" actId="790"/>
          <ac:spMkLst>
            <pc:docMk/>
            <pc:sldMk cId="2940583630" sldId="443"/>
            <ac:spMk id="40968" creationId="{00000000-0000-0000-0000-000000000000}"/>
          </ac:spMkLst>
        </pc:spChg>
        <pc:spChg chg="mod">
          <ac:chgData name="Feist, Ella" userId="992bbaf2-811d-42cb-a4d6-e7fc45e325e8" providerId="ADAL" clId="{EEEAA5E7-5892-4C22-B4B9-91834BD409A7}" dt="2026-09-09T08:13:03.876" v="36" actId="790"/>
          <ac:spMkLst>
            <pc:docMk/>
            <pc:sldMk cId="2940583630" sldId="443"/>
            <ac:spMk id="40969" creationId="{00000000-0000-0000-0000-000000000000}"/>
          </ac:spMkLst>
        </pc:spChg>
      </pc:sldChg>
      <pc:sldChg chg="addSp delSp modSp mod modClrScheme chgLayout">
        <pc:chgData name="Feist, Ella" userId="992bbaf2-811d-42cb-a4d6-e7fc45e325e8" providerId="ADAL" clId="{EEEAA5E7-5892-4C22-B4B9-91834BD409A7}" dt="2026-09-09T08:23:38.392" v="172"/>
        <pc:sldMkLst>
          <pc:docMk/>
          <pc:sldMk cId="1286907629" sldId="444"/>
        </pc:sldMkLst>
        <pc:spChg chg="add del mod ord">
          <ac:chgData name="Feist, Ella" userId="992bbaf2-811d-42cb-a4d6-e7fc45e325e8" providerId="ADAL" clId="{EEEAA5E7-5892-4C22-B4B9-91834BD409A7}" dt="2026-09-09T08:10:23.359" v="2" actId="700"/>
          <ac:spMkLst>
            <pc:docMk/>
            <pc:sldMk cId="1286907629" sldId="444"/>
            <ac:spMk id="2" creationId="{22F47883-6569-30B4-8813-BCB94B916CC4}"/>
          </ac:spMkLst>
        </pc:spChg>
        <pc:spChg chg="add mod ord">
          <ac:chgData name="Feist, Ella" userId="992bbaf2-811d-42cb-a4d6-e7fc45e325e8" providerId="ADAL" clId="{EEEAA5E7-5892-4C22-B4B9-91834BD409A7}" dt="2026-09-09T08:13:03.876" v="36" actId="790"/>
          <ac:spMkLst>
            <pc:docMk/>
            <pc:sldMk cId="1286907629" sldId="444"/>
            <ac:spMk id="3" creationId="{9453CA2A-1677-3CD4-5BE9-5CB432ACF4CD}"/>
          </ac:spMkLst>
        </pc:spChg>
        <pc:spChg chg="add mod">
          <ac:chgData name="Feist, Ella" userId="992bbaf2-811d-42cb-a4d6-e7fc45e325e8" providerId="ADAL" clId="{EEEAA5E7-5892-4C22-B4B9-91834BD409A7}" dt="2026-09-09T08:23:38.392" v="172"/>
          <ac:spMkLst>
            <pc:docMk/>
            <pc:sldMk cId="1286907629" sldId="444"/>
            <ac:spMk id="4" creationId="{3F12D52A-B94B-AE31-E3A3-9F9E635DAEA4}"/>
          </ac:spMkLst>
        </pc:spChg>
        <pc:spChg chg="mod ord">
          <ac:chgData name="Feist, Ella" userId="992bbaf2-811d-42cb-a4d6-e7fc45e325e8" providerId="ADAL" clId="{EEEAA5E7-5892-4C22-B4B9-91834BD409A7}" dt="2026-09-09T08:13:03.876" v="36" actId="790"/>
          <ac:spMkLst>
            <pc:docMk/>
            <pc:sldMk cId="1286907629" sldId="444"/>
            <ac:spMk id="43010" creationId="{00000000-0000-0000-0000-000000000000}"/>
          </ac:spMkLst>
        </pc:spChg>
        <pc:spChg chg="mod ord">
          <ac:chgData name="Feist, Ella" userId="992bbaf2-811d-42cb-a4d6-e7fc45e325e8" providerId="ADAL" clId="{EEEAA5E7-5892-4C22-B4B9-91834BD409A7}" dt="2026-09-09T08:13:03.876" v="36" actId="790"/>
          <ac:spMkLst>
            <pc:docMk/>
            <pc:sldMk cId="1286907629" sldId="444"/>
            <ac:spMk id="43011" creationId="{00000000-0000-0000-0000-000000000000}"/>
          </ac:spMkLst>
        </pc:spChg>
        <pc:spChg chg="del mod">
          <ac:chgData name="Feist, Ella" userId="992bbaf2-811d-42cb-a4d6-e7fc45e325e8" providerId="ADAL" clId="{EEEAA5E7-5892-4C22-B4B9-91834BD409A7}" dt="2026-09-09T08:10:44.846" v="15" actId="478"/>
          <ac:spMkLst>
            <pc:docMk/>
            <pc:sldMk cId="1286907629" sldId="444"/>
            <ac:spMk id="43012" creationId="{00000000-0000-0000-0000-000000000000}"/>
          </ac:spMkLst>
        </pc:spChg>
        <pc:spChg chg="mod">
          <ac:chgData name="Feist, Ella" userId="992bbaf2-811d-42cb-a4d6-e7fc45e325e8" providerId="ADAL" clId="{EEEAA5E7-5892-4C22-B4B9-91834BD409A7}" dt="2026-09-09T08:13:03.876" v="36" actId="790"/>
          <ac:spMkLst>
            <pc:docMk/>
            <pc:sldMk cId="1286907629" sldId="444"/>
            <ac:spMk id="43014" creationId="{00000000-0000-0000-0000-000000000000}"/>
          </ac:spMkLst>
        </pc:spChg>
        <pc:spChg chg="mod">
          <ac:chgData name="Feist, Ella" userId="992bbaf2-811d-42cb-a4d6-e7fc45e325e8" providerId="ADAL" clId="{EEEAA5E7-5892-4C22-B4B9-91834BD409A7}" dt="2026-09-09T08:13:03.876" v="36" actId="790"/>
          <ac:spMkLst>
            <pc:docMk/>
            <pc:sldMk cId="1286907629" sldId="444"/>
            <ac:spMk id="43015" creationId="{00000000-0000-0000-0000-000000000000}"/>
          </ac:spMkLst>
        </pc:spChg>
        <pc:spChg chg="mod">
          <ac:chgData name="Feist, Ella" userId="992bbaf2-811d-42cb-a4d6-e7fc45e325e8" providerId="ADAL" clId="{EEEAA5E7-5892-4C22-B4B9-91834BD409A7}" dt="2026-09-09T08:13:03.876" v="36" actId="790"/>
          <ac:spMkLst>
            <pc:docMk/>
            <pc:sldMk cId="1286907629" sldId="444"/>
            <ac:spMk id="43016" creationId="{00000000-0000-0000-0000-000000000000}"/>
          </ac:spMkLst>
        </pc:spChg>
        <pc:spChg chg="mod">
          <ac:chgData name="Feist, Ella" userId="992bbaf2-811d-42cb-a4d6-e7fc45e325e8" providerId="ADAL" clId="{EEEAA5E7-5892-4C22-B4B9-91834BD409A7}" dt="2026-09-09T08:13:03.876" v="36" actId="790"/>
          <ac:spMkLst>
            <pc:docMk/>
            <pc:sldMk cId="1286907629" sldId="444"/>
            <ac:spMk id="43017" creationId="{00000000-0000-0000-0000-000000000000}"/>
          </ac:spMkLst>
        </pc:spChg>
        <pc:spChg chg="mod">
          <ac:chgData name="Feist, Ella" userId="992bbaf2-811d-42cb-a4d6-e7fc45e325e8" providerId="ADAL" clId="{EEEAA5E7-5892-4C22-B4B9-91834BD409A7}" dt="2026-09-09T08:13:03.876" v="36" actId="790"/>
          <ac:spMkLst>
            <pc:docMk/>
            <pc:sldMk cId="1286907629" sldId="444"/>
            <ac:spMk id="43018" creationId="{00000000-0000-0000-0000-000000000000}"/>
          </ac:spMkLst>
        </pc:spChg>
      </pc:sldChg>
      <pc:sldChg chg="addSp delSp modSp mod modClrScheme chgLayout">
        <pc:chgData name="Feist, Ella" userId="992bbaf2-811d-42cb-a4d6-e7fc45e325e8" providerId="ADAL" clId="{EEEAA5E7-5892-4C22-B4B9-91834BD409A7}" dt="2026-09-09T08:23:39.375" v="173"/>
        <pc:sldMkLst>
          <pc:docMk/>
          <pc:sldMk cId="859324850" sldId="445"/>
        </pc:sldMkLst>
        <pc:spChg chg="add del mod">
          <ac:chgData name="Feist, Ella" userId="992bbaf2-811d-42cb-a4d6-e7fc45e325e8" providerId="ADAL" clId="{EEEAA5E7-5892-4C22-B4B9-91834BD409A7}" dt="2026-09-09T08:16:02.098" v="61" actId="6264"/>
          <ac:spMkLst>
            <pc:docMk/>
            <pc:sldMk cId="859324850" sldId="445"/>
            <ac:spMk id="2" creationId="{312B6B15-67D4-78C3-193F-FC6F1FC1B2D6}"/>
          </ac:spMkLst>
        </pc:spChg>
        <pc:spChg chg="add del mod">
          <ac:chgData name="Feist, Ella" userId="992bbaf2-811d-42cb-a4d6-e7fc45e325e8" providerId="ADAL" clId="{EEEAA5E7-5892-4C22-B4B9-91834BD409A7}" dt="2026-09-09T08:16:02.098" v="61" actId="6264"/>
          <ac:spMkLst>
            <pc:docMk/>
            <pc:sldMk cId="859324850" sldId="445"/>
            <ac:spMk id="3" creationId="{3D79A17A-36D8-9398-8161-4800C903F0E2}"/>
          </ac:spMkLst>
        </pc:spChg>
        <pc:spChg chg="add del mod">
          <ac:chgData name="Feist, Ella" userId="992bbaf2-811d-42cb-a4d6-e7fc45e325e8" providerId="ADAL" clId="{EEEAA5E7-5892-4C22-B4B9-91834BD409A7}" dt="2026-09-09T08:16:06.484" v="63" actId="6264"/>
          <ac:spMkLst>
            <pc:docMk/>
            <pc:sldMk cId="859324850" sldId="445"/>
            <ac:spMk id="5" creationId="{17EA1EDA-62C0-56DB-DAF1-CA14C0433511}"/>
          </ac:spMkLst>
        </pc:spChg>
        <pc:spChg chg="add del mod">
          <ac:chgData name="Feist, Ella" userId="992bbaf2-811d-42cb-a4d6-e7fc45e325e8" providerId="ADAL" clId="{EEEAA5E7-5892-4C22-B4B9-91834BD409A7}" dt="2026-09-09T08:16:06.484" v="63" actId="6264"/>
          <ac:spMkLst>
            <pc:docMk/>
            <pc:sldMk cId="859324850" sldId="445"/>
            <ac:spMk id="6" creationId="{CA580C7F-1B81-C986-272D-98DC01F1CA7E}"/>
          </ac:spMkLst>
        </pc:spChg>
        <pc:spChg chg="add mod ord">
          <ac:chgData name="Feist, Ella" userId="992bbaf2-811d-42cb-a4d6-e7fc45e325e8" providerId="ADAL" clId="{EEEAA5E7-5892-4C22-B4B9-91834BD409A7}" dt="2026-09-09T08:16:52.523" v="82" actId="700"/>
          <ac:spMkLst>
            <pc:docMk/>
            <pc:sldMk cId="859324850" sldId="445"/>
            <ac:spMk id="7" creationId="{F67AB2E3-E0D0-48E2-2119-7996321453D1}"/>
          </ac:spMkLst>
        </pc:spChg>
        <pc:spChg chg="add del mod ord">
          <ac:chgData name="Feist, Ella" userId="992bbaf2-811d-42cb-a4d6-e7fc45e325e8" providerId="ADAL" clId="{EEEAA5E7-5892-4C22-B4B9-91834BD409A7}" dt="2026-09-09T08:16:56.466" v="83" actId="478"/>
          <ac:spMkLst>
            <pc:docMk/>
            <pc:sldMk cId="859324850" sldId="445"/>
            <ac:spMk id="8" creationId="{D0C359DF-AF00-1A69-EBE5-D8C7F5803D29}"/>
          </ac:spMkLst>
        </pc:spChg>
        <pc:spChg chg="add mod">
          <ac:chgData name="Feist, Ella" userId="992bbaf2-811d-42cb-a4d6-e7fc45e325e8" providerId="ADAL" clId="{EEEAA5E7-5892-4C22-B4B9-91834BD409A7}" dt="2026-09-09T08:23:39.375" v="173"/>
          <ac:spMkLst>
            <pc:docMk/>
            <pc:sldMk cId="859324850" sldId="445"/>
            <ac:spMk id="9" creationId="{C3FAFCFD-CAF6-14EF-57BE-5A0B42803B66}"/>
          </ac:spMkLst>
        </pc:spChg>
        <pc:spChg chg="mod ord">
          <ac:chgData name="Feist, Ella" userId="992bbaf2-811d-42cb-a4d6-e7fc45e325e8" providerId="ADAL" clId="{EEEAA5E7-5892-4C22-B4B9-91834BD409A7}" dt="2026-09-09T08:16:52.523" v="82" actId="700"/>
          <ac:spMkLst>
            <pc:docMk/>
            <pc:sldMk cId="859324850" sldId="445"/>
            <ac:spMk id="45058" creationId="{00000000-0000-0000-0000-000000000000}"/>
          </ac:spMkLst>
        </pc:spChg>
        <pc:spChg chg="del mod ord">
          <ac:chgData name="Feist, Ella" userId="992bbaf2-811d-42cb-a4d6-e7fc45e325e8" providerId="ADAL" clId="{EEEAA5E7-5892-4C22-B4B9-91834BD409A7}" dt="2026-09-09T08:16:05.420" v="62" actId="478"/>
          <ac:spMkLst>
            <pc:docMk/>
            <pc:sldMk cId="859324850" sldId="445"/>
            <ac:spMk id="45059" creationId="{00000000-0000-0000-0000-000000000000}"/>
          </ac:spMkLst>
        </pc:spChg>
        <pc:spChg chg="mod">
          <ac:chgData name="Feist, Ella" userId="992bbaf2-811d-42cb-a4d6-e7fc45e325e8" providerId="ADAL" clId="{EEEAA5E7-5892-4C22-B4B9-91834BD409A7}" dt="2026-09-09T08:15:53.466" v="55" actId="14100"/>
          <ac:spMkLst>
            <pc:docMk/>
            <pc:sldMk cId="859324850" sldId="445"/>
            <ac:spMk id="45060" creationId="{00000000-0000-0000-0000-000000000000}"/>
          </ac:spMkLst>
        </pc:spChg>
        <pc:spChg chg="mod">
          <ac:chgData name="Feist, Ella" userId="992bbaf2-811d-42cb-a4d6-e7fc45e325e8" providerId="ADAL" clId="{EEEAA5E7-5892-4C22-B4B9-91834BD409A7}" dt="2026-09-09T08:16:59.936" v="84" actId="1076"/>
          <ac:spMkLst>
            <pc:docMk/>
            <pc:sldMk cId="859324850" sldId="445"/>
            <ac:spMk id="45061" creationId="{00000000-0000-0000-0000-000000000000}"/>
          </ac:spMkLst>
        </pc:spChg>
        <pc:picChg chg="mod">
          <ac:chgData name="Feist, Ella" userId="992bbaf2-811d-42cb-a4d6-e7fc45e325e8" providerId="ADAL" clId="{EEEAA5E7-5892-4C22-B4B9-91834BD409A7}" dt="2026-09-09T08:16:59.936" v="84" actId="1076"/>
          <ac:picMkLst>
            <pc:docMk/>
            <pc:sldMk cId="859324850" sldId="445"/>
            <ac:picMk id="45062" creationId="{00000000-0000-0000-0000-000000000000}"/>
          </ac:picMkLst>
        </pc:picChg>
      </pc:sldChg>
      <pc:sldChg chg="addSp delSp modSp mod modClrScheme chgLayout">
        <pc:chgData name="Feist, Ella" userId="992bbaf2-811d-42cb-a4d6-e7fc45e325e8" providerId="ADAL" clId="{EEEAA5E7-5892-4C22-B4B9-91834BD409A7}" dt="2026-09-09T08:23:40.253" v="174"/>
        <pc:sldMkLst>
          <pc:docMk/>
          <pc:sldMk cId="1171145053" sldId="446"/>
        </pc:sldMkLst>
        <pc:spChg chg="add mod ord">
          <ac:chgData name="Feist, Ella" userId="992bbaf2-811d-42cb-a4d6-e7fc45e325e8" providerId="ADAL" clId="{EEEAA5E7-5892-4C22-B4B9-91834BD409A7}" dt="2026-09-09T08:20:17.760" v="111"/>
          <ac:spMkLst>
            <pc:docMk/>
            <pc:sldMk cId="1171145053" sldId="446"/>
            <ac:spMk id="2" creationId="{D4594C4F-1B94-B997-D644-A80643650C9E}"/>
          </ac:spMkLst>
        </pc:spChg>
        <pc:spChg chg="add mod">
          <ac:chgData name="Feist, Ella" userId="992bbaf2-811d-42cb-a4d6-e7fc45e325e8" providerId="ADAL" clId="{EEEAA5E7-5892-4C22-B4B9-91834BD409A7}" dt="2026-09-09T08:23:40.253" v="174"/>
          <ac:spMkLst>
            <pc:docMk/>
            <pc:sldMk cId="1171145053" sldId="446"/>
            <ac:spMk id="3" creationId="{F7CC71BB-E989-9F94-07EE-AD4FB0308B7F}"/>
          </ac:spMkLst>
        </pc:spChg>
        <pc:spChg chg="mod ord">
          <ac:chgData name="Feist, Ella" userId="992bbaf2-811d-42cb-a4d6-e7fc45e325e8" providerId="ADAL" clId="{EEEAA5E7-5892-4C22-B4B9-91834BD409A7}" dt="2026-09-09T08:19:25.223" v="85" actId="700"/>
          <ac:spMkLst>
            <pc:docMk/>
            <pc:sldMk cId="1171145053" sldId="446"/>
            <ac:spMk id="47106" creationId="{00000000-0000-0000-0000-000000000000}"/>
          </ac:spMkLst>
        </pc:spChg>
        <pc:spChg chg="mod ord">
          <ac:chgData name="Feist, Ella" userId="992bbaf2-811d-42cb-a4d6-e7fc45e325e8" providerId="ADAL" clId="{EEEAA5E7-5892-4C22-B4B9-91834BD409A7}" dt="2026-09-09T08:19:55.657" v="101" actId="255"/>
          <ac:spMkLst>
            <pc:docMk/>
            <pc:sldMk cId="1171145053" sldId="446"/>
            <ac:spMk id="47107" creationId="{00000000-0000-0000-0000-000000000000}"/>
          </ac:spMkLst>
        </pc:spChg>
        <pc:spChg chg="del mod">
          <ac:chgData name="Feist, Ella" userId="992bbaf2-811d-42cb-a4d6-e7fc45e325e8" providerId="ADAL" clId="{EEEAA5E7-5892-4C22-B4B9-91834BD409A7}" dt="2026-09-09T08:20:09.615" v="105" actId="478"/>
          <ac:spMkLst>
            <pc:docMk/>
            <pc:sldMk cId="1171145053" sldId="446"/>
            <ac:spMk id="47108" creationId="{00000000-0000-0000-0000-000000000000}"/>
          </ac:spMkLst>
        </pc:spChg>
        <pc:spChg chg="del mod">
          <ac:chgData name="Feist, Ella" userId="992bbaf2-811d-42cb-a4d6-e7fc45e325e8" providerId="ADAL" clId="{EEEAA5E7-5892-4C22-B4B9-91834BD409A7}" dt="2026-09-09T08:20:15.460" v="107" actId="478"/>
          <ac:spMkLst>
            <pc:docMk/>
            <pc:sldMk cId="1171145053" sldId="446"/>
            <ac:spMk id="47109" creationId="{00000000-0000-0000-0000-000000000000}"/>
          </ac:spMkLst>
        </pc:spChg>
        <pc:picChg chg="mod">
          <ac:chgData name="Feist, Ella" userId="992bbaf2-811d-42cb-a4d6-e7fc45e325e8" providerId="ADAL" clId="{EEEAA5E7-5892-4C22-B4B9-91834BD409A7}" dt="2026-09-09T08:20:28.694" v="113" actId="1076"/>
          <ac:picMkLst>
            <pc:docMk/>
            <pc:sldMk cId="1171145053" sldId="446"/>
            <ac:picMk id="47110" creationId="{00000000-0000-0000-0000-000000000000}"/>
          </ac:picMkLst>
        </pc:picChg>
        <pc:picChg chg="mod">
          <ac:chgData name="Feist, Ella" userId="992bbaf2-811d-42cb-a4d6-e7fc45e325e8" providerId="ADAL" clId="{EEEAA5E7-5892-4C22-B4B9-91834BD409A7}" dt="2026-09-09T08:20:11.946" v="106" actId="1076"/>
          <ac:picMkLst>
            <pc:docMk/>
            <pc:sldMk cId="1171145053" sldId="446"/>
            <ac:picMk id="47111" creationId="{00000000-0000-0000-0000-000000000000}"/>
          </ac:picMkLst>
        </pc:picChg>
      </pc:sldChg>
      <pc:sldChg chg="addSp delSp modSp mod modClrScheme chgLayout">
        <pc:chgData name="Feist, Ella" userId="992bbaf2-811d-42cb-a4d6-e7fc45e325e8" providerId="ADAL" clId="{EEEAA5E7-5892-4C22-B4B9-91834BD409A7}" dt="2026-09-09T08:23:41.299" v="175"/>
        <pc:sldMkLst>
          <pc:docMk/>
          <pc:sldMk cId="4138845594" sldId="447"/>
        </pc:sldMkLst>
        <pc:spChg chg="mod ord">
          <ac:chgData name="Feist, Ella" userId="992bbaf2-811d-42cb-a4d6-e7fc45e325e8" providerId="ADAL" clId="{EEEAA5E7-5892-4C22-B4B9-91834BD409A7}" dt="2026-09-09T08:20:44.330" v="118" actId="20577"/>
          <ac:spMkLst>
            <pc:docMk/>
            <pc:sldMk cId="4138845594" sldId="447"/>
            <ac:spMk id="2" creationId="{DC039AEA-868C-12A5-D8A8-DD675D1A4D9E}"/>
          </ac:spMkLst>
        </pc:spChg>
        <pc:spChg chg="mod">
          <ac:chgData name="Feist, Ella" userId="992bbaf2-811d-42cb-a4d6-e7fc45e325e8" providerId="ADAL" clId="{EEEAA5E7-5892-4C22-B4B9-91834BD409A7}" dt="2026-09-09T08:21:57.553" v="131" actId="1076"/>
          <ac:spMkLst>
            <pc:docMk/>
            <pc:sldMk cId="4138845594" sldId="447"/>
            <ac:spMk id="4" creationId="{00000000-0000-0000-0000-000000000000}"/>
          </ac:spMkLst>
        </pc:spChg>
        <pc:spChg chg="del mod ord">
          <ac:chgData name="Feist, Ella" userId="992bbaf2-811d-42cb-a4d6-e7fc45e325e8" providerId="ADAL" clId="{EEEAA5E7-5892-4C22-B4B9-91834BD409A7}" dt="2026-09-09T08:20:41.872" v="115" actId="478"/>
          <ac:spMkLst>
            <pc:docMk/>
            <pc:sldMk cId="4138845594" sldId="447"/>
            <ac:spMk id="5" creationId="{1F583E14-E439-4E51-AAA8-7173E6DDBC54}"/>
          </ac:spMkLst>
        </pc:spChg>
        <pc:spChg chg="add del mod">
          <ac:chgData name="Feist, Ella" userId="992bbaf2-811d-42cb-a4d6-e7fc45e325e8" providerId="ADAL" clId="{EEEAA5E7-5892-4C22-B4B9-91834BD409A7}" dt="2026-09-09T08:20:42.855" v="116" actId="6264"/>
          <ac:spMkLst>
            <pc:docMk/>
            <pc:sldMk cId="4138845594" sldId="447"/>
            <ac:spMk id="6" creationId="{7C58CA74-4FF0-79EC-B733-E0FA6EB29436}"/>
          </ac:spMkLst>
        </pc:spChg>
        <pc:spChg chg="add del mod">
          <ac:chgData name="Feist, Ella" userId="992bbaf2-811d-42cb-a4d6-e7fc45e325e8" providerId="ADAL" clId="{EEEAA5E7-5892-4C22-B4B9-91834BD409A7}" dt="2026-09-09T08:20:42.855" v="116" actId="6264"/>
          <ac:spMkLst>
            <pc:docMk/>
            <pc:sldMk cId="4138845594" sldId="447"/>
            <ac:spMk id="7" creationId="{CF7DD5B9-1F99-8E18-1BA3-93337A33E600}"/>
          </ac:spMkLst>
        </pc:spChg>
        <pc:spChg chg="add mod ord">
          <ac:chgData name="Feist, Ella" userId="992bbaf2-811d-42cb-a4d6-e7fc45e325e8" providerId="ADAL" clId="{EEEAA5E7-5892-4C22-B4B9-91834BD409A7}" dt="2026-09-09T08:22:01.913" v="132" actId="20577"/>
          <ac:spMkLst>
            <pc:docMk/>
            <pc:sldMk cId="4138845594" sldId="447"/>
            <ac:spMk id="8" creationId="{9CF66198-E66A-9350-5A94-26C247D30B03}"/>
          </ac:spMkLst>
        </pc:spChg>
        <pc:spChg chg="add mod">
          <ac:chgData name="Feist, Ella" userId="992bbaf2-811d-42cb-a4d6-e7fc45e325e8" providerId="ADAL" clId="{EEEAA5E7-5892-4C22-B4B9-91834BD409A7}" dt="2026-09-09T08:23:41.299" v="175"/>
          <ac:spMkLst>
            <pc:docMk/>
            <pc:sldMk cId="4138845594" sldId="447"/>
            <ac:spMk id="9" creationId="{A54F6387-2DD4-DFDA-9C1F-4DBA0E3D853C}"/>
          </ac:spMkLst>
        </pc:spChg>
      </pc:sldChg>
      <pc:sldChg chg="addSp delSp modSp mod modClrScheme chgLayout">
        <pc:chgData name="Feist, Ella" userId="992bbaf2-811d-42cb-a4d6-e7fc45e325e8" providerId="ADAL" clId="{EEEAA5E7-5892-4C22-B4B9-91834BD409A7}" dt="2026-09-09T08:23:42.291" v="176"/>
        <pc:sldMkLst>
          <pc:docMk/>
          <pc:sldMk cId="4201598329" sldId="448"/>
        </pc:sldMkLst>
        <pc:spChg chg="mod ord">
          <ac:chgData name="Feist, Ella" userId="992bbaf2-811d-42cb-a4d6-e7fc45e325e8" providerId="ADAL" clId="{EEEAA5E7-5892-4C22-B4B9-91834BD409A7}" dt="2026-09-09T08:22:17.410" v="134" actId="6264"/>
          <ac:spMkLst>
            <pc:docMk/>
            <pc:sldMk cId="4201598329" sldId="448"/>
            <ac:spMk id="2" creationId="{00000000-0000-0000-0000-000000000000}"/>
          </ac:spMkLst>
        </pc:spChg>
        <pc:spChg chg="mod ord">
          <ac:chgData name="Feist, Ella" userId="992bbaf2-811d-42cb-a4d6-e7fc45e325e8" providerId="ADAL" clId="{EEEAA5E7-5892-4C22-B4B9-91834BD409A7}" dt="2026-09-09T08:22:48.397" v="162" actId="14100"/>
          <ac:spMkLst>
            <pc:docMk/>
            <pc:sldMk cId="4201598329" sldId="448"/>
            <ac:spMk id="3" creationId="{00000000-0000-0000-0000-000000000000}"/>
          </ac:spMkLst>
        </pc:spChg>
        <pc:spChg chg="mod ord">
          <ac:chgData name="Feist, Ella" userId="992bbaf2-811d-42cb-a4d6-e7fc45e325e8" providerId="ADAL" clId="{EEEAA5E7-5892-4C22-B4B9-91834BD409A7}" dt="2026-09-09T08:23:25.858" v="170" actId="20577"/>
          <ac:spMkLst>
            <pc:docMk/>
            <pc:sldMk cId="4201598329" sldId="448"/>
            <ac:spMk id="4" creationId="{00000000-0000-0000-0000-000000000000}"/>
          </ac:spMkLst>
        </pc:spChg>
        <pc:spChg chg="del mod">
          <ac:chgData name="Feist, Ella" userId="992bbaf2-811d-42cb-a4d6-e7fc45e325e8" providerId="ADAL" clId="{EEEAA5E7-5892-4C22-B4B9-91834BD409A7}" dt="2026-09-09T08:22:45.893" v="161" actId="478"/>
          <ac:spMkLst>
            <pc:docMk/>
            <pc:sldMk cId="4201598329" sldId="448"/>
            <ac:spMk id="5" creationId="{00000000-0000-0000-0000-000000000000}"/>
          </ac:spMkLst>
        </pc:spChg>
        <pc:spChg chg="add del mod ord">
          <ac:chgData name="Feist, Ella" userId="992bbaf2-811d-42cb-a4d6-e7fc45e325e8" providerId="ADAL" clId="{EEEAA5E7-5892-4C22-B4B9-91834BD409A7}" dt="2026-09-09T08:22:17.410" v="134" actId="6264"/>
          <ac:spMkLst>
            <pc:docMk/>
            <pc:sldMk cId="4201598329" sldId="448"/>
            <ac:spMk id="6" creationId="{55C73C0B-CB63-72C7-70F1-3362B4926E62}"/>
          </ac:spMkLst>
        </pc:spChg>
        <pc:spChg chg="add del mod">
          <ac:chgData name="Feist, Ella" userId="992bbaf2-811d-42cb-a4d6-e7fc45e325e8" providerId="ADAL" clId="{EEEAA5E7-5892-4C22-B4B9-91834BD409A7}" dt="2026-09-09T08:22:17.410" v="134" actId="6264"/>
          <ac:spMkLst>
            <pc:docMk/>
            <pc:sldMk cId="4201598329" sldId="448"/>
            <ac:spMk id="8" creationId="{C75BB1E3-B653-2322-9617-1C5915DD1BDD}"/>
          </ac:spMkLst>
        </pc:spChg>
        <pc:spChg chg="add del mod">
          <ac:chgData name="Feist, Ella" userId="992bbaf2-811d-42cb-a4d6-e7fc45e325e8" providerId="ADAL" clId="{EEEAA5E7-5892-4C22-B4B9-91834BD409A7}" dt="2026-09-09T08:22:17.410" v="134" actId="6264"/>
          <ac:spMkLst>
            <pc:docMk/>
            <pc:sldMk cId="4201598329" sldId="448"/>
            <ac:spMk id="9" creationId="{D1345A71-9F64-887D-99A6-2FC1746CB612}"/>
          </ac:spMkLst>
        </pc:spChg>
        <pc:spChg chg="add del mod ord">
          <ac:chgData name="Feist, Ella" userId="992bbaf2-811d-42cb-a4d6-e7fc45e325e8" providerId="ADAL" clId="{EEEAA5E7-5892-4C22-B4B9-91834BD409A7}" dt="2026-09-09T08:22:54.364" v="163" actId="478"/>
          <ac:spMkLst>
            <pc:docMk/>
            <pc:sldMk cId="4201598329" sldId="448"/>
            <ac:spMk id="10" creationId="{A624E831-3628-6219-9446-ADA198536C97}"/>
          </ac:spMkLst>
        </pc:spChg>
        <pc:spChg chg="add mod">
          <ac:chgData name="Feist, Ella" userId="992bbaf2-811d-42cb-a4d6-e7fc45e325e8" providerId="ADAL" clId="{EEEAA5E7-5892-4C22-B4B9-91834BD409A7}" dt="2026-09-09T08:23:42.291" v="176"/>
          <ac:spMkLst>
            <pc:docMk/>
            <pc:sldMk cId="4201598329" sldId="448"/>
            <ac:spMk id="11" creationId="{7B8704FE-4EF3-F374-2D5D-082F5288DA8B}"/>
          </ac:spMkLst>
        </pc:spChg>
        <pc:picChg chg="mod">
          <ac:chgData name="Feist, Ella" userId="992bbaf2-811d-42cb-a4d6-e7fc45e325e8" providerId="ADAL" clId="{EEEAA5E7-5892-4C22-B4B9-91834BD409A7}" dt="2026-09-09T08:23:23.066" v="169" actId="1076"/>
          <ac:picMkLst>
            <pc:docMk/>
            <pc:sldMk cId="4201598329" sldId="448"/>
            <ac:picMk id="9218" creationId="{00000000-0000-0000-0000-000000000000}"/>
          </ac:picMkLst>
        </pc:picChg>
        <pc:cxnChg chg="mod">
          <ac:chgData name="Feist, Ella" userId="992bbaf2-811d-42cb-a4d6-e7fc45e325e8" providerId="ADAL" clId="{EEEAA5E7-5892-4C22-B4B9-91834BD409A7}" dt="2026-09-09T08:23:23.066" v="169" actId="1076"/>
          <ac:cxnSpMkLst>
            <pc:docMk/>
            <pc:sldMk cId="4201598329" sldId="448"/>
            <ac:cxnSpMk id="7" creationId="{00000000-0000-0000-0000-000000000000}"/>
          </ac:cxnSpMkLst>
        </pc:cxnChg>
      </pc:sldChg>
      <pc:sldChg chg="addSp delSp modSp mod modClrScheme chgLayout">
        <pc:chgData name="Feist, Ella" userId="992bbaf2-811d-42cb-a4d6-e7fc45e325e8" providerId="ADAL" clId="{EEEAA5E7-5892-4C22-B4B9-91834BD409A7}" dt="2026-09-09T08:39:48.769" v="733"/>
        <pc:sldMkLst>
          <pc:docMk/>
          <pc:sldMk cId="567808251" sldId="449"/>
        </pc:sldMkLst>
        <pc:spChg chg="mod ord">
          <ac:chgData name="Feist, Ella" userId="992bbaf2-811d-42cb-a4d6-e7fc45e325e8" providerId="ADAL" clId="{EEEAA5E7-5892-4C22-B4B9-91834BD409A7}" dt="2026-09-09T08:23:57.315" v="179" actId="6264"/>
          <ac:spMkLst>
            <pc:docMk/>
            <pc:sldMk cId="567808251" sldId="449"/>
            <ac:spMk id="2" creationId="{00000000-0000-0000-0000-000000000000}"/>
          </ac:spMkLst>
        </pc:spChg>
        <pc:spChg chg="mod ord">
          <ac:chgData name="Feist, Ella" userId="992bbaf2-811d-42cb-a4d6-e7fc45e325e8" providerId="ADAL" clId="{EEEAA5E7-5892-4C22-B4B9-91834BD409A7}" dt="2026-09-09T08:24:37.221" v="201" actId="20577"/>
          <ac:spMkLst>
            <pc:docMk/>
            <pc:sldMk cId="567808251" sldId="449"/>
            <ac:spMk id="3" creationId="{00000000-0000-0000-0000-000000000000}"/>
          </ac:spMkLst>
        </pc:spChg>
        <pc:spChg chg="del mod">
          <ac:chgData name="Feist, Ella" userId="992bbaf2-811d-42cb-a4d6-e7fc45e325e8" providerId="ADAL" clId="{EEEAA5E7-5892-4C22-B4B9-91834BD409A7}" dt="2026-09-09T08:24:09.028" v="186" actId="478"/>
          <ac:spMkLst>
            <pc:docMk/>
            <pc:sldMk cId="567808251" sldId="449"/>
            <ac:spMk id="4" creationId="{00000000-0000-0000-0000-000000000000}"/>
          </ac:spMkLst>
        </pc:spChg>
        <pc:spChg chg="add del mod ord">
          <ac:chgData name="Feist, Ella" userId="992bbaf2-811d-42cb-a4d6-e7fc45e325e8" providerId="ADAL" clId="{EEEAA5E7-5892-4C22-B4B9-91834BD409A7}" dt="2026-09-09T08:23:57.315" v="179" actId="6264"/>
          <ac:spMkLst>
            <pc:docMk/>
            <pc:sldMk cId="567808251" sldId="449"/>
            <ac:spMk id="5" creationId="{F01441F9-9A92-99C6-F05D-0403174FBC76}"/>
          </ac:spMkLst>
        </pc:spChg>
        <pc:spChg chg="add del mod">
          <ac:chgData name="Feist, Ella" userId="992bbaf2-811d-42cb-a4d6-e7fc45e325e8" providerId="ADAL" clId="{EEEAA5E7-5892-4C22-B4B9-91834BD409A7}" dt="2026-09-09T08:23:57.315" v="179" actId="6264"/>
          <ac:spMkLst>
            <pc:docMk/>
            <pc:sldMk cId="567808251" sldId="449"/>
            <ac:spMk id="6" creationId="{6D53BEE6-457B-4D61-FCEC-F5ACAFCD09DA}"/>
          </ac:spMkLst>
        </pc:spChg>
        <pc:spChg chg="del mod">
          <ac:chgData name="Feist, Ella" userId="992bbaf2-811d-42cb-a4d6-e7fc45e325e8" providerId="ADAL" clId="{EEEAA5E7-5892-4C22-B4B9-91834BD409A7}" dt="2026-09-09T08:24:01.288" v="180" actId="478"/>
          <ac:spMkLst>
            <pc:docMk/>
            <pc:sldMk cId="567808251" sldId="449"/>
            <ac:spMk id="7" creationId="{4A11A0C2-4B33-4E6C-8409-76A76B973CF7}"/>
          </ac:spMkLst>
        </pc:spChg>
        <pc:spChg chg="add del mod">
          <ac:chgData name="Feist, Ella" userId="992bbaf2-811d-42cb-a4d6-e7fc45e325e8" providerId="ADAL" clId="{EEEAA5E7-5892-4C22-B4B9-91834BD409A7}" dt="2026-09-09T08:23:57.315" v="179" actId="6264"/>
          <ac:spMkLst>
            <pc:docMk/>
            <pc:sldMk cId="567808251" sldId="449"/>
            <ac:spMk id="8" creationId="{40FF53FE-6C04-4255-C509-DD0A654E56D3}"/>
          </ac:spMkLst>
        </pc:spChg>
        <pc:spChg chg="add del mod ord">
          <ac:chgData name="Feist, Ella" userId="992bbaf2-811d-42cb-a4d6-e7fc45e325e8" providerId="ADAL" clId="{EEEAA5E7-5892-4C22-B4B9-91834BD409A7}" dt="2026-09-09T08:24:41.220" v="204" actId="22"/>
          <ac:spMkLst>
            <pc:docMk/>
            <pc:sldMk cId="567808251" sldId="449"/>
            <ac:spMk id="9" creationId="{8E3F73AF-0A35-337C-B809-5362D76BB6F9}"/>
          </ac:spMkLst>
        </pc:spChg>
        <pc:spChg chg="add mod">
          <ac:chgData name="Feist, Ella" userId="992bbaf2-811d-42cb-a4d6-e7fc45e325e8" providerId="ADAL" clId="{EEEAA5E7-5892-4C22-B4B9-91834BD409A7}" dt="2026-09-09T08:39:48.769" v="733"/>
          <ac:spMkLst>
            <pc:docMk/>
            <pc:sldMk cId="567808251" sldId="449"/>
            <ac:spMk id="12" creationId="{9AED77CD-5100-725B-6EFC-648B49F3173F}"/>
          </ac:spMkLst>
        </pc:spChg>
        <pc:picChg chg="add mod">
          <ac:chgData name="Feist, Ella" userId="992bbaf2-811d-42cb-a4d6-e7fc45e325e8" providerId="ADAL" clId="{EEEAA5E7-5892-4C22-B4B9-91834BD409A7}" dt="2026-09-09T08:24:44.914" v="206" actId="1076"/>
          <ac:picMkLst>
            <pc:docMk/>
            <pc:sldMk cId="567808251" sldId="449"/>
            <ac:picMk id="11" creationId="{C7F1E104-3BC7-53E9-4EF4-379B6EC051E4}"/>
          </ac:picMkLst>
        </pc:picChg>
        <pc:picChg chg="del mod">
          <ac:chgData name="Feist, Ella" userId="992bbaf2-811d-42cb-a4d6-e7fc45e325e8" providerId="ADAL" clId="{EEEAA5E7-5892-4C22-B4B9-91834BD409A7}" dt="2026-09-09T08:24:39.963" v="203" actId="478"/>
          <ac:picMkLst>
            <pc:docMk/>
            <pc:sldMk cId="567808251" sldId="449"/>
            <ac:picMk id="2050" creationId="{00000000-0000-0000-0000-000000000000}"/>
          </ac:picMkLst>
        </pc:picChg>
      </pc:sldChg>
      <pc:sldChg chg="addSp delSp modSp mod modClrScheme chgLayout">
        <pc:chgData name="Feist, Ella" userId="992bbaf2-811d-42cb-a4d6-e7fc45e325e8" providerId="ADAL" clId="{EEEAA5E7-5892-4C22-B4B9-91834BD409A7}" dt="2026-09-09T08:39:49.489" v="734"/>
        <pc:sldMkLst>
          <pc:docMk/>
          <pc:sldMk cId="3334825153" sldId="450"/>
        </pc:sldMkLst>
        <pc:spChg chg="mod ord">
          <ac:chgData name="Feist, Ella" userId="992bbaf2-811d-42cb-a4d6-e7fc45e325e8" providerId="ADAL" clId="{EEEAA5E7-5892-4C22-B4B9-91834BD409A7}" dt="2026-09-09T08:24:53.993" v="208" actId="6264"/>
          <ac:spMkLst>
            <pc:docMk/>
            <pc:sldMk cId="3334825153" sldId="450"/>
            <ac:spMk id="2" creationId="{00000000-0000-0000-0000-000000000000}"/>
          </ac:spMkLst>
        </pc:spChg>
        <pc:spChg chg="mod ord">
          <ac:chgData name="Feist, Ella" userId="992bbaf2-811d-42cb-a4d6-e7fc45e325e8" providerId="ADAL" clId="{EEEAA5E7-5892-4C22-B4B9-91834BD409A7}" dt="2026-09-09T08:25:51.452" v="245" actId="20577"/>
          <ac:spMkLst>
            <pc:docMk/>
            <pc:sldMk cId="3334825153" sldId="450"/>
            <ac:spMk id="3" creationId="{00000000-0000-0000-0000-000000000000}"/>
          </ac:spMkLst>
        </pc:spChg>
        <pc:spChg chg="del mod">
          <ac:chgData name="Feist, Ella" userId="992bbaf2-811d-42cb-a4d6-e7fc45e325e8" providerId="ADAL" clId="{EEEAA5E7-5892-4C22-B4B9-91834BD409A7}" dt="2026-09-09T08:25:29.997" v="226" actId="478"/>
          <ac:spMkLst>
            <pc:docMk/>
            <pc:sldMk cId="3334825153" sldId="450"/>
            <ac:spMk id="4" creationId="{00000000-0000-0000-0000-000000000000}"/>
          </ac:spMkLst>
        </pc:spChg>
        <pc:spChg chg="add del mod">
          <ac:chgData name="Feist, Ella" userId="992bbaf2-811d-42cb-a4d6-e7fc45e325e8" providerId="ADAL" clId="{EEEAA5E7-5892-4C22-B4B9-91834BD409A7}" dt="2026-09-09T08:24:53.993" v="208" actId="6264"/>
          <ac:spMkLst>
            <pc:docMk/>
            <pc:sldMk cId="3334825153" sldId="450"/>
            <ac:spMk id="5" creationId="{7AD21DB5-06B3-3401-305E-C0A6D7893B10}"/>
          </ac:spMkLst>
        </pc:spChg>
        <pc:spChg chg="del mod">
          <ac:chgData name="Feist, Ella" userId="992bbaf2-811d-42cb-a4d6-e7fc45e325e8" providerId="ADAL" clId="{EEEAA5E7-5892-4C22-B4B9-91834BD409A7}" dt="2026-09-09T08:25:05.452" v="214" actId="478"/>
          <ac:spMkLst>
            <pc:docMk/>
            <pc:sldMk cId="3334825153" sldId="450"/>
            <ac:spMk id="6" creationId="{6B0C805B-E918-4755-ADF9-EDA542EA2063}"/>
          </ac:spMkLst>
        </pc:spChg>
        <pc:spChg chg="add del mod">
          <ac:chgData name="Feist, Ella" userId="992bbaf2-811d-42cb-a4d6-e7fc45e325e8" providerId="ADAL" clId="{EEEAA5E7-5892-4C22-B4B9-91834BD409A7}" dt="2026-09-09T08:24:53.993" v="208" actId="6264"/>
          <ac:spMkLst>
            <pc:docMk/>
            <pc:sldMk cId="3334825153" sldId="450"/>
            <ac:spMk id="7" creationId="{2A2AC9B2-CB45-FB4A-8BA0-A0F375392400}"/>
          </ac:spMkLst>
        </pc:spChg>
        <pc:spChg chg="add mod">
          <ac:chgData name="Feist, Ella" userId="992bbaf2-811d-42cb-a4d6-e7fc45e325e8" providerId="ADAL" clId="{EEEAA5E7-5892-4C22-B4B9-91834BD409A7}" dt="2026-09-09T08:39:49.489" v="734"/>
          <ac:spMkLst>
            <pc:docMk/>
            <pc:sldMk cId="3334825153" sldId="450"/>
            <ac:spMk id="8" creationId="{14711950-D8F1-0959-EB87-53CCD967BE63}"/>
          </ac:spMkLst>
        </pc:spChg>
      </pc:sldChg>
      <pc:sldChg chg="addSp delSp modSp mod modClrScheme chgLayout">
        <pc:chgData name="Feist, Ella" userId="992bbaf2-811d-42cb-a4d6-e7fc45e325e8" providerId="ADAL" clId="{EEEAA5E7-5892-4C22-B4B9-91834BD409A7}" dt="2026-09-09T08:39:52.705" v="739"/>
        <pc:sldMkLst>
          <pc:docMk/>
          <pc:sldMk cId="285193096" sldId="451"/>
        </pc:sldMkLst>
        <pc:spChg chg="mod ord">
          <ac:chgData name="Feist, Ella" userId="992bbaf2-811d-42cb-a4d6-e7fc45e325e8" providerId="ADAL" clId="{EEEAA5E7-5892-4C22-B4B9-91834BD409A7}" dt="2026-09-09T08:32:09.301" v="482" actId="6264"/>
          <ac:spMkLst>
            <pc:docMk/>
            <pc:sldMk cId="285193096" sldId="451"/>
            <ac:spMk id="2" creationId="{00000000-0000-0000-0000-000000000000}"/>
          </ac:spMkLst>
        </pc:spChg>
        <pc:spChg chg="mod ord">
          <ac:chgData name="Feist, Ella" userId="992bbaf2-811d-42cb-a4d6-e7fc45e325e8" providerId="ADAL" clId="{EEEAA5E7-5892-4C22-B4B9-91834BD409A7}" dt="2026-09-09T08:32:39.017" v="509" actId="20577"/>
          <ac:spMkLst>
            <pc:docMk/>
            <pc:sldMk cId="285193096" sldId="451"/>
            <ac:spMk id="3" creationId="{00000000-0000-0000-0000-000000000000}"/>
          </ac:spMkLst>
        </pc:spChg>
        <pc:spChg chg="add del mod ord">
          <ac:chgData name="Feist, Ella" userId="992bbaf2-811d-42cb-a4d6-e7fc45e325e8" providerId="ADAL" clId="{EEEAA5E7-5892-4C22-B4B9-91834BD409A7}" dt="2026-09-09T08:31:58.583" v="479" actId="22"/>
          <ac:spMkLst>
            <pc:docMk/>
            <pc:sldMk cId="285193096" sldId="451"/>
            <ac:spMk id="5" creationId="{C722D1CE-9331-6D15-9759-D637485274D0}"/>
          </ac:spMkLst>
        </pc:spChg>
        <pc:spChg chg="add del mod">
          <ac:chgData name="Feist, Ella" userId="992bbaf2-811d-42cb-a4d6-e7fc45e325e8" providerId="ADAL" clId="{EEEAA5E7-5892-4C22-B4B9-91834BD409A7}" dt="2026-09-09T08:32:09.301" v="482" actId="6264"/>
          <ac:spMkLst>
            <pc:docMk/>
            <pc:sldMk cId="285193096" sldId="451"/>
            <ac:spMk id="8" creationId="{4DEF48EC-19CE-ACD2-1AEE-6D6ED889FAAB}"/>
          </ac:spMkLst>
        </pc:spChg>
        <pc:spChg chg="add del mod">
          <ac:chgData name="Feist, Ella" userId="992bbaf2-811d-42cb-a4d6-e7fc45e325e8" providerId="ADAL" clId="{EEEAA5E7-5892-4C22-B4B9-91834BD409A7}" dt="2026-09-09T08:32:09.301" v="482" actId="6264"/>
          <ac:spMkLst>
            <pc:docMk/>
            <pc:sldMk cId="285193096" sldId="451"/>
            <ac:spMk id="9" creationId="{2E4A1756-BD68-64BB-740C-5E8FDE7BE9DC}"/>
          </ac:spMkLst>
        </pc:spChg>
        <pc:spChg chg="add del mod">
          <ac:chgData name="Feist, Ella" userId="992bbaf2-811d-42cb-a4d6-e7fc45e325e8" providerId="ADAL" clId="{EEEAA5E7-5892-4C22-B4B9-91834BD409A7}" dt="2026-09-09T08:32:09.301" v="482" actId="6264"/>
          <ac:spMkLst>
            <pc:docMk/>
            <pc:sldMk cId="285193096" sldId="451"/>
            <ac:spMk id="10" creationId="{7EE9554B-9626-628E-5A82-D3F5F7EB967D}"/>
          </ac:spMkLst>
        </pc:spChg>
        <pc:spChg chg="add mod">
          <ac:chgData name="Feist, Ella" userId="992bbaf2-811d-42cb-a4d6-e7fc45e325e8" providerId="ADAL" clId="{EEEAA5E7-5892-4C22-B4B9-91834BD409A7}" dt="2026-09-09T08:39:52.705" v="739"/>
          <ac:spMkLst>
            <pc:docMk/>
            <pc:sldMk cId="285193096" sldId="451"/>
            <ac:spMk id="11" creationId="{918AD09D-F1AC-74DC-7CDB-D899A8F41BC1}"/>
          </ac:spMkLst>
        </pc:spChg>
        <pc:picChg chg="del">
          <ac:chgData name="Feist, Ella" userId="992bbaf2-811d-42cb-a4d6-e7fc45e325e8" providerId="ADAL" clId="{EEEAA5E7-5892-4C22-B4B9-91834BD409A7}" dt="2026-09-09T08:31:57.251" v="478" actId="478"/>
          <ac:picMkLst>
            <pc:docMk/>
            <pc:sldMk cId="285193096" sldId="451"/>
            <ac:picMk id="4" creationId="{B0470A15-2411-7E4B-B3A9-4D7758D41E95}"/>
          </ac:picMkLst>
        </pc:picChg>
        <pc:picChg chg="add mod ord">
          <ac:chgData name="Feist, Ella" userId="992bbaf2-811d-42cb-a4d6-e7fc45e325e8" providerId="ADAL" clId="{EEEAA5E7-5892-4C22-B4B9-91834BD409A7}" dt="2026-09-09T08:32:23.621" v="499" actId="1076"/>
          <ac:picMkLst>
            <pc:docMk/>
            <pc:sldMk cId="285193096" sldId="451"/>
            <ac:picMk id="7" creationId="{8DD07046-0CB1-E9A7-F97B-7F9A93A1C0ED}"/>
          </ac:picMkLst>
        </pc:picChg>
      </pc:sldChg>
      <pc:sldChg chg="addSp delSp modSp mod modClrScheme chgLayout">
        <pc:chgData name="Feist, Ella" userId="992bbaf2-811d-42cb-a4d6-e7fc45e325e8" providerId="ADAL" clId="{EEEAA5E7-5892-4C22-B4B9-91834BD409A7}" dt="2026-09-09T08:39:53.373" v="740"/>
        <pc:sldMkLst>
          <pc:docMk/>
          <pc:sldMk cId="4086302398" sldId="452"/>
        </pc:sldMkLst>
        <pc:spChg chg="mod ord">
          <ac:chgData name="Feist, Ella" userId="992bbaf2-811d-42cb-a4d6-e7fc45e325e8" providerId="ADAL" clId="{EEEAA5E7-5892-4C22-B4B9-91834BD409A7}" dt="2026-09-09T08:32:46.754" v="513" actId="20577"/>
          <ac:spMkLst>
            <pc:docMk/>
            <pc:sldMk cId="4086302398" sldId="452"/>
            <ac:spMk id="2" creationId="{3F1F6FA5-90B7-8505-94B8-3B6807004E3D}"/>
          </ac:spMkLst>
        </pc:spChg>
        <pc:spChg chg="add del mod">
          <ac:chgData name="Feist, Ella" userId="992bbaf2-811d-42cb-a4d6-e7fc45e325e8" providerId="ADAL" clId="{EEEAA5E7-5892-4C22-B4B9-91834BD409A7}" dt="2026-09-09T08:32:45.396" v="511" actId="6264"/>
          <ac:spMkLst>
            <pc:docMk/>
            <pc:sldMk cId="4086302398" sldId="452"/>
            <ac:spMk id="3" creationId="{35B7BE3E-E9EF-68C1-0DF3-B2F941D50316}"/>
          </ac:spMkLst>
        </pc:spChg>
        <pc:spChg chg="del mod">
          <ac:chgData name="Feist, Ella" userId="992bbaf2-811d-42cb-a4d6-e7fc45e325e8" providerId="ADAL" clId="{EEEAA5E7-5892-4C22-B4B9-91834BD409A7}" dt="2026-09-09T08:32:59.504" v="519" actId="478"/>
          <ac:spMkLst>
            <pc:docMk/>
            <pc:sldMk cId="4086302398" sldId="452"/>
            <ac:spMk id="4" creationId="{00000000-0000-0000-0000-000000000000}"/>
          </ac:spMkLst>
        </pc:spChg>
        <pc:spChg chg="add del mod">
          <ac:chgData name="Feist, Ella" userId="992bbaf2-811d-42cb-a4d6-e7fc45e325e8" providerId="ADAL" clId="{EEEAA5E7-5892-4C22-B4B9-91834BD409A7}" dt="2026-09-09T08:32:45.396" v="511" actId="6264"/>
          <ac:spMkLst>
            <pc:docMk/>
            <pc:sldMk cId="4086302398" sldId="452"/>
            <ac:spMk id="5" creationId="{D2D9E448-B79A-D4E0-B79F-9B7632E534DB}"/>
          </ac:spMkLst>
        </pc:spChg>
        <pc:spChg chg="mod ord">
          <ac:chgData name="Feist, Ella" userId="992bbaf2-811d-42cb-a4d6-e7fc45e325e8" providerId="ADAL" clId="{EEEAA5E7-5892-4C22-B4B9-91834BD409A7}" dt="2026-09-09T08:33:18.138" v="529" actId="20577"/>
          <ac:spMkLst>
            <pc:docMk/>
            <pc:sldMk cId="4086302398" sldId="452"/>
            <ac:spMk id="6" creationId="{E00710E0-E4DF-4CBA-BE02-D009569329CB}"/>
          </ac:spMkLst>
        </pc:spChg>
        <pc:spChg chg="add mod">
          <ac:chgData name="Feist, Ella" userId="992bbaf2-811d-42cb-a4d6-e7fc45e325e8" providerId="ADAL" clId="{EEEAA5E7-5892-4C22-B4B9-91834BD409A7}" dt="2026-09-09T08:39:53.373" v="740"/>
          <ac:spMkLst>
            <pc:docMk/>
            <pc:sldMk cId="4086302398" sldId="452"/>
            <ac:spMk id="7" creationId="{C4DF50D2-03B6-B33F-A209-501FDF2ABB2C}"/>
          </ac:spMkLst>
        </pc:spChg>
      </pc:sldChg>
      <pc:sldChg chg="addSp delSp modSp mod modClrScheme chgLayout">
        <pc:chgData name="Feist, Ella" userId="992bbaf2-811d-42cb-a4d6-e7fc45e325e8" providerId="ADAL" clId="{EEEAA5E7-5892-4C22-B4B9-91834BD409A7}" dt="2026-09-09T08:39:54.033" v="741"/>
        <pc:sldMkLst>
          <pc:docMk/>
          <pc:sldMk cId="946029960" sldId="453"/>
        </pc:sldMkLst>
        <pc:spChg chg="mod ord">
          <ac:chgData name="Feist, Ella" userId="992bbaf2-811d-42cb-a4d6-e7fc45e325e8" providerId="ADAL" clId="{EEEAA5E7-5892-4C22-B4B9-91834BD409A7}" dt="2026-09-09T08:33:36.749" v="533" actId="20577"/>
          <ac:spMkLst>
            <pc:docMk/>
            <pc:sldMk cId="946029960" sldId="453"/>
            <ac:spMk id="2" creationId="{00000000-0000-0000-0000-000000000000}"/>
          </ac:spMkLst>
        </pc:spChg>
        <pc:spChg chg="mod ord">
          <ac:chgData name="Feist, Ella" userId="992bbaf2-811d-42cb-a4d6-e7fc45e325e8" providerId="ADAL" clId="{EEEAA5E7-5892-4C22-B4B9-91834BD409A7}" dt="2026-09-09T08:34:22.741" v="565" actId="20577"/>
          <ac:spMkLst>
            <pc:docMk/>
            <pc:sldMk cId="946029960" sldId="453"/>
            <ac:spMk id="3" creationId="{00000000-0000-0000-0000-000000000000}"/>
          </ac:spMkLst>
        </pc:spChg>
        <pc:spChg chg="mod">
          <ac:chgData name="Feist, Ella" userId="992bbaf2-811d-42cb-a4d6-e7fc45e325e8" providerId="ADAL" clId="{EEEAA5E7-5892-4C22-B4B9-91834BD409A7}" dt="2026-09-09T08:34:25.344" v="566" actId="1076"/>
          <ac:spMkLst>
            <pc:docMk/>
            <pc:sldMk cId="946029960" sldId="453"/>
            <ac:spMk id="4" creationId="{00000000-0000-0000-0000-000000000000}"/>
          </ac:spMkLst>
        </pc:spChg>
        <pc:spChg chg="add del mod ord">
          <ac:chgData name="Feist, Ella" userId="992bbaf2-811d-42cb-a4d6-e7fc45e325e8" providerId="ADAL" clId="{EEEAA5E7-5892-4C22-B4B9-91834BD409A7}" dt="2026-09-09T08:33:29.992" v="532" actId="22"/>
          <ac:spMkLst>
            <pc:docMk/>
            <pc:sldMk cId="946029960" sldId="453"/>
            <ac:spMk id="5" creationId="{06A6A989-43E2-9624-A4D1-D3DBD9A08F8C}"/>
          </ac:spMkLst>
        </pc:spChg>
        <pc:spChg chg="add mod">
          <ac:chgData name="Feist, Ella" userId="992bbaf2-811d-42cb-a4d6-e7fc45e325e8" providerId="ADAL" clId="{EEEAA5E7-5892-4C22-B4B9-91834BD409A7}" dt="2026-09-09T08:39:54.033" v="741"/>
          <ac:spMkLst>
            <pc:docMk/>
            <pc:sldMk cId="946029960" sldId="453"/>
            <ac:spMk id="8" creationId="{EA4E6B1D-6CDE-98F7-926F-73D65FDA6550}"/>
          </ac:spMkLst>
        </pc:spChg>
        <pc:picChg chg="add mod">
          <ac:chgData name="Feist, Ella" userId="992bbaf2-811d-42cb-a4d6-e7fc45e325e8" providerId="ADAL" clId="{EEEAA5E7-5892-4C22-B4B9-91834BD409A7}" dt="2026-09-09T08:33:29.992" v="532" actId="22"/>
          <ac:picMkLst>
            <pc:docMk/>
            <pc:sldMk cId="946029960" sldId="453"/>
            <ac:picMk id="7" creationId="{C420EEAA-C4BA-8E03-E23F-F6EC73675626}"/>
          </ac:picMkLst>
        </pc:picChg>
        <pc:picChg chg="del">
          <ac:chgData name="Feist, Ella" userId="992bbaf2-811d-42cb-a4d6-e7fc45e325e8" providerId="ADAL" clId="{EEEAA5E7-5892-4C22-B4B9-91834BD409A7}" dt="2026-09-09T08:33:28.705" v="531" actId="478"/>
          <ac:picMkLst>
            <pc:docMk/>
            <pc:sldMk cId="946029960" sldId="453"/>
            <ac:picMk id="1027" creationId="{00000000-0000-0000-0000-000000000000}"/>
          </ac:picMkLst>
        </pc:picChg>
      </pc:sldChg>
      <pc:sldChg chg="addSp delSp modSp mod modClrScheme chgLayout">
        <pc:chgData name="Feist, Ella" userId="992bbaf2-811d-42cb-a4d6-e7fc45e325e8" providerId="ADAL" clId="{EEEAA5E7-5892-4C22-B4B9-91834BD409A7}" dt="2026-09-09T08:39:54.700" v="742"/>
        <pc:sldMkLst>
          <pc:docMk/>
          <pc:sldMk cId="3538697572" sldId="454"/>
        </pc:sldMkLst>
        <pc:spChg chg="mod ord">
          <ac:chgData name="Feist, Ella" userId="992bbaf2-811d-42cb-a4d6-e7fc45e325e8" providerId="ADAL" clId="{EEEAA5E7-5892-4C22-B4B9-91834BD409A7}" dt="2026-09-09T08:34:39.322" v="569" actId="6264"/>
          <ac:spMkLst>
            <pc:docMk/>
            <pc:sldMk cId="3538697572" sldId="454"/>
            <ac:spMk id="2" creationId="{00000000-0000-0000-0000-000000000000}"/>
          </ac:spMkLst>
        </pc:spChg>
        <pc:spChg chg="mod ord">
          <ac:chgData name="Feist, Ella" userId="992bbaf2-811d-42cb-a4d6-e7fc45e325e8" providerId="ADAL" clId="{EEEAA5E7-5892-4C22-B4B9-91834BD409A7}" dt="2026-09-09T08:35:37.724" v="619" actId="20577"/>
          <ac:spMkLst>
            <pc:docMk/>
            <pc:sldMk cId="3538697572" sldId="454"/>
            <ac:spMk id="3" creationId="{00000000-0000-0000-0000-000000000000}"/>
          </ac:spMkLst>
        </pc:spChg>
        <pc:spChg chg="add del mod">
          <ac:chgData name="Feist, Ella" userId="992bbaf2-811d-42cb-a4d6-e7fc45e325e8" providerId="ADAL" clId="{EEEAA5E7-5892-4C22-B4B9-91834BD409A7}" dt="2026-09-09T08:35:42.786" v="620" actId="1076"/>
          <ac:spMkLst>
            <pc:docMk/>
            <pc:sldMk cId="3538697572" sldId="454"/>
            <ac:spMk id="4" creationId="{00000000-0000-0000-0000-000000000000}"/>
          </ac:spMkLst>
        </pc:spChg>
        <pc:spChg chg="add del mod">
          <ac:chgData name="Feist, Ella" userId="992bbaf2-811d-42cb-a4d6-e7fc45e325e8" providerId="ADAL" clId="{EEEAA5E7-5892-4C22-B4B9-91834BD409A7}" dt="2026-09-09T08:34:39.322" v="569" actId="6264"/>
          <ac:spMkLst>
            <pc:docMk/>
            <pc:sldMk cId="3538697572" sldId="454"/>
            <ac:spMk id="5" creationId="{75EB1F23-C956-0565-6B4B-4D8DEA4DC7EA}"/>
          </ac:spMkLst>
        </pc:spChg>
        <pc:spChg chg="add del mod">
          <ac:chgData name="Feist, Ella" userId="992bbaf2-811d-42cb-a4d6-e7fc45e325e8" providerId="ADAL" clId="{EEEAA5E7-5892-4C22-B4B9-91834BD409A7}" dt="2026-09-09T08:34:39.322" v="569" actId="6264"/>
          <ac:spMkLst>
            <pc:docMk/>
            <pc:sldMk cId="3538697572" sldId="454"/>
            <ac:spMk id="6" creationId="{35D7DE42-B2D3-6B77-188F-3283CFF343EF}"/>
          </ac:spMkLst>
        </pc:spChg>
        <pc:spChg chg="add mod">
          <ac:chgData name="Feist, Ella" userId="992bbaf2-811d-42cb-a4d6-e7fc45e325e8" providerId="ADAL" clId="{EEEAA5E7-5892-4C22-B4B9-91834BD409A7}" dt="2026-09-09T08:39:54.700" v="742"/>
          <ac:spMkLst>
            <pc:docMk/>
            <pc:sldMk cId="3538697572" sldId="454"/>
            <ac:spMk id="7" creationId="{FDF90EB1-D312-B193-3433-C79E2D7ED09D}"/>
          </ac:spMkLst>
        </pc:spChg>
      </pc:sldChg>
      <pc:sldChg chg="addSp delSp modSp mod modClrScheme chgLayout">
        <pc:chgData name="Feist, Ella" userId="992bbaf2-811d-42cb-a4d6-e7fc45e325e8" providerId="ADAL" clId="{EEEAA5E7-5892-4C22-B4B9-91834BD409A7}" dt="2026-09-09T08:39:56.079" v="744"/>
        <pc:sldMkLst>
          <pc:docMk/>
          <pc:sldMk cId="4249916414" sldId="455"/>
        </pc:sldMkLst>
        <pc:spChg chg="mod ord">
          <ac:chgData name="Feist, Ella" userId="992bbaf2-811d-42cb-a4d6-e7fc45e325e8" providerId="ADAL" clId="{EEEAA5E7-5892-4C22-B4B9-91834BD409A7}" dt="2026-09-09T08:37:53.569" v="690" actId="700"/>
          <ac:spMkLst>
            <pc:docMk/>
            <pc:sldMk cId="4249916414" sldId="455"/>
            <ac:spMk id="2" creationId="{00000000-0000-0000-0000-000000000000}"/>
          </ac:spMkLst>
        </pc:spChg>
        <pc:spChg chg="mod ord">
          <ac:chgData name="Feist, Ella" userId="992bbaf2-811d-42cb-a4d6-e7fc45e325e8" providerId="ADAL" clId="{EEEAA5E7-5892-4C22-B4B9-91834BD409A7}" dt="2026-09-09T08:38:53.664" v="712" actId="20577"/>
          <ac:spMkLst>
            <pc:docMk/>
            <pc:sldMk cId="4249916414" sldId="455"/>
            <ac:spMk id="3" creationId="{00000000-0000-0000-0000-000000000000}"/>
          </ac:spMkLst>
        </pc:spChg>
        <pc:spChg chg="del mod">
          <ac:chgData name="Feist, Ella" userId="992bbaf2-811d-42cb-a4d6-e7fc45e325e8" providerId="ADAL" clId="{EEEAA5E7-5892-4C22-B4B9-91834BD409A7}" dt="2026-09-09T08:38:11.908" v="696" actId="478"/>
          <ac:spMkLst>
            <pc:docMk/>
            <pc:sldMk cId="4249916414" sldId="455"/>
            <ac:spMk id="4" creationId="{00000000-0000-0000-0000-000000000000}"/>
          </ac:spMkLst>
        </pc:spChg>
        <pc:spChg chg="add del mod">
          <ac:chgData name="Feist, Ella" userId="992bbaf2-811d-42cb-a4d6-e7fc45e325e8" providerId="ADAL" clId="{EEEAA5E7-5892-4C22-B4B9-91834BD409A7}" dt="2026-09-09T08:37:38.841" v="667" actId="6264"/>
          <ac:spMkLst>
            <pc:docMk/>
            <pc:sldMk cId="4249916414" sldId="455"/>
            <ac:spMk id="5" creationId="{7C6536D0-765A-AF62-DBA8-B2D4BEC5015B}"/>
          </ac:spMkLst>
        </pc:spChg>
        <pc:spChg chg="del mod">
          <ac:chgData name="Feist, Ella" userId="992bbaf2-811d-42cb-a4d6-e7fc45e325e8" providerId="ADAL" clId="{EEEAA5E7-5892-4C22-B4B9-91834BD409A7}" dt="2026-09-09T08:37:30.349" v="661" actId="478"/>
          <ac:spMkLst>
            <pc:docMk/>
            <pc:sldMk cId="4249916414" sldId="455"/>
            <ac:spMk id="6" creationId="{59BFA115-CC12-4D79-AB4D-8A51CBCDBFAD}"/>
          </ac:spMkLst>
        </pc:spChg>
        <pc:spChg chg="add del mod">
          <ac:chgData name="Feist, Ella" userId="992bbaf2-811d-42cb-a4d6-e7fc45e325e8" providerId="ADAL" clId="{EEEAA5E7-5892-4C22-B4B9-91834BD409A7}" dt="2026-09-09T08:37:38.841" v="667" actId="6264"/>
          <ac:spMkLst>
            <pc:docMk/>
            <pc:sldMk cId="4249916414" sldId="455"/>
            <ac:spMk id="7" creationId="{BE045B2B-079B-F3F2-9170-F96B05327CA9}"/>
          </ac:spMkLst>
        </pc:spChg>
        <pc:spChg chg="add mod ord">
          <ac:chgData name="Feist, Ella" userId="992bbaf2-811d-42cb-a4d6-e7fc45e325e8" providerId="ADAL" clId="{EEEAA5E7-5892-4C22-B4B9-91834BD409A7}" dt="2026-09-09T08:38:13.883" v="697" actId="14100"/>
          <ac:spMkLst>
            <pc:docMk/>
            <pc:sldMk cId="4249916414" sldId="455"/>
            <ac:spMk id="8" creationId="{8ED3A668-523A-94A6-8A39-288F49B8BD61}"/>
          </ac:spMkLst>
        </pc:spChg>
        <pc:spChg chg="add mod">
          <ac:chgData name="Feist, Ella" userId="992bbaf2-811d-42cb-a4d6-e7fc45e325e8" providerId="ADAL" clId="{EEEAA5E7-5892-4C22-B4B9-91834BD409A7}" dt="2026-09-09T08:39:56.079" v="744"/>
          <ac:spMkLst>
            <pc:docMk/>
            <pc:sldMk cId="4249916414" sldId="455"/>
            <ac:spMk id="9" creationId="{30895DD8-78CE-A075-8B26-5A28C9354C7E}"/>
          </ac:spMkLst>
        </pc:spChg>
      </pc:sldChg>
      <pc:sldChg chg="addSp delSp modSp mod modClrScheme chgLayout">
        <pc:chgData name="Feist, Ella" userId="992bbaf2-811d-42cb-a4d6-e7fc45e325e8" providerId="ADAL" clId="{EEEAA5E7-5892-4C22-B4B9-91834BD409A7}" dt="2026-09-09T08:42:09.014" v="829"/>
        <pc:sldMkLst>
          <pc:docMk/>
          <pc:sldMk cId="840110514" sldId="456"/>
        </pc:sldMkLst>
        <pc:spChg chg="add del mod ord">
          <ac:chgData name="Feist, Ella" userId="992bbaf2-811d-42cb-a4d6-e7fc45e325e8" providerId="ADAL" clId="{EEEAA5E7-5892-4C22-B4B9-91834BD409A7}" dt="2026-09-09T08:40:30.945" v="758" actId="6264"/>
          <ac:spMkLst>
            <pc:docMk/>
            <pc:sldMk cId="840110514" sldId="456"/>
            <ac:spMk id="2" creationId="{78406DDD-02EB-B6ED-8933-083B561CDB64}"/>
          </ac:spMkLst>
        </pc:spChg>
        <pc:spChg chg="add del mod">
          <ac:chgData name="Feist, Ella" userId="992bbaf2-811d-42cb-a4d6-e7fc45e325e8" providerId="ADAL" clId="{EEEAA5E7-5892-4C22-B4B9-91834BD409A7}" dt="2026-09-09T08:40:30.945" v="758" actId="6264"/>
          <ac:spMkLst>
            <pc:docMk/>
            <pc:sldMk cId="840110514" sldId="456"/>
            <ac:spMk id="3" creationId="{88C18FE6-C10C-19AD-560B-231F053D15F5}"/>
          </ac:spMkLst>
        </pc:spChg>
        <pc:spChg chg="add del mod ord">
          <ac:chgData name="Feist, Ella" userId="992bbaf2-811d-42cb-a4d6-e7fc45e325e8" providerId="ADAL" clId="{EEEAA5E7-5892-4C22-B4B9-91834BD409A7}" dt="2026-09-09T08:40:34.343" v="759" actId="478"/>
          <ac:spMkLst>
            <pc:docMk/>
            <pc:sldMk cId="840110514" sldId="456"/>
            <ac:spMk id="5" creationId="{1F8B33D4-141F-0AE5-D5B6-1B58BB5971D7}"/>
          </ac:spMkLst>
        </pc:spChg>
        <pc:spChg chg="add mod">
          <ac:chgData name="Feist, Ella" userId="992bbaf2-811d-42cb-a4d6-e7fc45e325e8" providerId="ADAL" clId="{EEEAA5E7-5892-4C22-B4B9-91834BD409A7}" dt="2026-09-09T08:42:09.014" v="829"/>
          <ac:spMkLst>
            <pc:docMk/>
            <pc:sldMk cId="840110514" sldId="456"/>
            <ac:spMk id="6" creationId="{D86290DF-1CAD-547D-B900-BCAB5E41438A}"/>
          </ac:spMkLst>
        </pc:spChg>
        <pc:spChg chg="mod ord">
          <ac:chgData name="Feist, Ella" userId="992bbaf2-811d-42cb-a4d6-e7fc45e325e8" providerId="ADAL" clId="{EEEAA5E7-5892-4C22-B4B9-91834BD409A7}" dt="2026-09-09T08:40:30.945" v="758" actId="6264"/>
          <ac:spMkLst>
            <pc:docMk/>
            <pc:sldMk cId="840110514" sldId="456"/>
            <ac:spMk id="51202" creationId="{00000000-0000-0000-0000-000000000000}"/>
          </ac:spMkLst>
        </pc:spChg>
        <pc:spChg chg="mod">
          <ac:chgData name="Feist, Ella" userId="992bbaf2-811d-42cb-a4d6-e7fc45e325e8" providerId="ADAL" clId="{EEEAA5E7-5892-4C22-B4B9-91834BD409A7}" dt="2026-09-09T08:40:50.137" v="771" actId="20577"/>
          <ac:spMkLst>
            <pc:docMk/>
            <pc:sldMk cId="840110514" sldId="456"/>
            <ac:spMk id="51212" creationId="{00000000-0000-0000-0000-000000000000}"/>
          </ac:spMkLst>
        </pc:spChg>
        <pc:spChg chg="mod">
          <ac:chgData name="Feist, Ella" userId="992bbaf2-811d-42cb-a4d6-e7fc45e325e8" providerId="ADAL" clId="{EEEAA5E7-5892-4C22-B4B9-91834BD409A7}" dt="2026-09-09T08:40:38.664" v="760" actId="207"/>
          <ac:spMkLst>
            <pc:docMk/>
            <pc:sldMk cId="840110514" sldId="456"/>
            <ac:spMk id="51214" creationId="{00000000-0000-0000-0000-000000000000}"/>
          </ac:spMkLst>
        </pc:spChg>
        <pc:spChg chg="mod">
          <ac:chgData name="Feist, Ella" userId="992bbaf2-811d-42cb-a4d6-e7fc45e325e8" providerId="ADAL" clId="{EEEAA5E7-5892-4C22-B4B9-91834BD409A7}" dt="2026-09-09T08:40:38.664" v="760" actId="207"/>
          <ac:spMkLst>
            <pc:docMk/>
            <pc:sldMk cId="840110514" sldId="456"/>
            <ac:spMk id="51223" creationId="{00000000-0000-0000-0000-000000000000}"/>
          </ac:spMkLst>
        </pc:spChg>
        <pc:spChg chg="mod">
          <ac:chgData name="Feist, Ella" userId="992bbaf2-811d-42cb-a4d6-e7fc45e325e8" providerId="ADAL" clId="{EEEAA5E7-5892-4C22-B4B9-91834BD409A7}" dt="2026-09-09T08:40:38.664" v="760" actId="207"/>
          <ac:spMkLst>
            <pc:docMk/>
            <pc:sldMk cId="840110514" sldId="456"/>
            <ac:spMk id="51224" creationId="{00000000-0000-0000-0000-000000000000}"/>
          </ac:spMkLst>
        </pc:spChg>
        <pc:spChg chg="mod">
          <ac:chgData name="Feist, Ella" userId="992bbaf2-811d-42cb-a4d6-e7fc45e325e8" providerId="ADAL" clId="{EEEAA5E7-5892-4C22-B4B9-91834BD409A7}" dt="2026-09-09T08:40:56.480" v="778" actId="14100"/>
          <ac:spMkLst>
            <pc:docMk/>
            <pc:sldMk cId="840110514" sldId="456"/>
            <ac:spMk id="51227" creationId="{00000000-0000-0000-0000-000000000000}"/>
          </ac:spMkLst>
        </pc:spChg>
        <pc:spChg chg="mod">
          <ac:chgData name="Feist, Ella" userId="992bbaf2-811d-42cb-a4d6-e7fc45e325e8" providerId="ADAL" clId="{EEEAA5E7-5892-4C22-B4B9-91834BD409A7}" dt="2026-09-09T08:40:56.480" v="778" actId="14100"/>
          <ac:spMkLst>
            <pc:docMk/>
            <pc:sldMk cId="840110514" sldId="456"/>
            <ac:spMk id="51228" creationId="{00000000-0000-0000-0000-000000000000}"/>
          </ac:spMkLst>
        </pc:spChg>
        <pc:spChg chg="mod">
          <ac:chgData name="Feist, Ella" userId="992bbaf2-811d-42cb-a4d6-e7fc45e325e8" providerId="ADAL" clId="{EEEAA5E7-5892-4C22-B4B9-91834BD409A7}" dt="2026-09-09T08:41:06.666" v="787" actId="14100"/>
          <ac:spMkLst>
            <pc:docMk/>
            <pc:sldMk cId="840110514" sldId="456"/>
            <ac:spMk id="51230" creationId="{00000000-0000-0000-0000-000000000000}"/>
          </ac:spMkLst>
        </pc:spChg>
        <pc:spChg chg="mod">
          <ac:chgData name="Feist, Ella" userId="992bbaf2-811d-42cb-a4d6-e7fc45e325e8" providerId="ADAL" clId="{EEEAA5E7-5892-4C22-B4B9-91834BD409A7}" dt="2026-09-09T08:41:06.666" v="787" actId="14100"/>
          <ac:spMkLst>
            <pc:docMk/>
            <pc:sldMk cId="840110514" sldId="456"/>
            <ac:spMk id="51231" creationId="{00000000-0000-0000-0000-000000000000}"/>
          </ac:spMkLst>
        </pc:spChg>
        <pc:spChg chg="mod">
          <ac:chgData name="Feist, Ella" userId="992bbaf2-811d-42cb-a4d6-e7fc45e325e8" providerId="ADAL" clId="{EEEAA5E7-5892-4C22-B4B9-91834BD409A7}" dt="2026-09-09T08:41:06.666" v="787" actId="14100"/>
          <ac:spMkLst>
            <pc:docMk/>
            <pc:sldMk cId="840110514" sldId="456"/>
            <ac:spMk id="51232" creationId="{00000000-0000-0000-0000-000000000000}"/>
          </ac:spMkLst>
        </pc:spChg>
        <pc:spChg chg="mod">
          <ac:chgData name="Feist, Ella" userId="992bbaf2-811d-42cb-a4d6-e7fc45e325e8" providerId="ADAL" clId="{EEEAA5E7-5892-4C22-B4B9-91834BD409A7}" dt="2026-09-09T08:41:06.666" v="787" actId="14100"/>
          <ac:spMkLst>
            <pc:docMk/>
            <pc:sldMk cId="840110514" sldId="456"/>
            <ac:spMk id="51233" creationId="{00000000-0000-0000-0000-000000000000}"/>
          </ac:spMkLst>
        </pc:spChg>
        <pc:spChg chg="mod">
          <ac:chgData name="Feist, Ella" userId="992bbaf2-811d-42cb-a4d6-e7fc45e325e8" providerId="ADAL" clId="{EEEAA5E7-5892-4C22-B4B9-91834BD409A7}" dt="2026-09-09T08:41:09.087" v="788" actId="20577"/>
          <ac:spMkLst>
            <pc:docMk/>
            <pc:sldMk cId="840110514" sldId="456"/>
            <ac:spMk id="51235" creationId="{00000000-0000-0000-0000-000000000000}"/>
          </ac:spMkLst>
        </pc:spChg>
        <pc:spChg chg="mod">
          <ac:chgData name="Feist, Ella" userId="992bbaf2-811d-42cb-a4d6-e7fc45e325e8" providerId="ADAL" clId="{EEEAA5E7-5892-4C22-B4B9-91834BD409A7}" dt="2026-09-09T08:40:48.239" v="767" actId="14100"/>
          <ac:spMkLst>
            <pc:docMk/>
            <pc:sldMk cId="840110514" sldId="456"/>
            <ac:spMk id="51237" creationId="{00000000-0000-0000-0000-000000000000}"/>
          </ac:spMkLst>
        </pc:spChg>
        <pc:spChg chg="mod">
          <ac:chgData name="Feist, Ella" userId="992bbaf2-811d-42cb-a4d6-e7fc45e325e8" providerId="ADAL" clId="{EEEAA5E7-5892-4C22-B4B9-91834BD409A7}" dt="2026-09-09T08:40:48.239" v="767" actId="14100"/>
          <ac:spMkLst>
            <pc:docMk/>
            <pc:sldMk cId="840110514" sldId="456"/>
            <ac:spMk id="51241" creationId="{00000000-0000-0000-0000-000000000000}"/>
          </ac:spMkLst>
        </pc:spChg>
        <pc:spChg chg="mod">
          <ac:chgData name="Feist, Ella" userId="992bbaf2-811d-42cb-a4d6-e7fc45e325e8" providerId="ADAL" clId="{EEEAA5E7-5892-4C22-B4B9-91834BD409A7}" dt="2026-09-09T08:40:48.239" v="767" actId="14100"/>
          <ac:spMkLst>
            <pc:docMk/>
            <pc:sldMk cId="840110514" sldId="456"/>
            <ac:spMk id="51242" creationId="{00000000-0000-0000-0000-000000000000}"/>
          </ac:spMkLst>
        </pc:spChg>
        <pc:spChg chg="mod">
          <ac:chgData name="Feist, Ella" userId="992bbaf2-811d-42cb-a4d6-e7fc45e325e8" providerId="ADAL" clId="{EEEAA5E7-5892-4C22-B4B9-91834BD409A7}" dt="2026-09-09T08:40:48.239" v="767" actId="14100"/>
          <ac:spMkLst>
            <pc:docMk/>
            <pc:sldMk cId="840110514" sldId="456"/>
            <ac:spMk id="51244" creationId="{00000000-0000-0000-0000-000000000000}"/>
          </ac:spMkLst>
        </pc:spChg>
        <pc:spChg chg="mod">
          <ac:chgData name="Feist, Ella" userId="992bbaf2-811d-42cb-a4d6-e7fc45e325e8" providerId="ADAL" clId="{EEEAA5E7-5892-4C22-B4B9-91834BD409A7}" dt="2026-09-09T08:40:48.239" v="767" actId="14100"/>
          <ac:spMkLst>
            <pc:docMk/>
            <pc:sldMk cId="840110514" sldId="456"/>
            <ac:spMk id="51245" creationId="{00000000-0000-0000-0000-000000000000}"/>
          </ac:spMkLst>
        </pc:spChg>
        <pc:spChg chg="mod">
          <ac:chgData name="Feist, Ella" userId="992bbaf2-811d-42cb-a4d6-e7fc45e325e8" providerId="ADAL" clId="{EEEAA5E7-5892-4C22-B4B9-91834BD409A7}" dt="2026-09-09T08:40:48.239" v="767" actId="14100"/>
          <ac:spMkLst>
            <pc:docMk/>
            <pc:sldMk cId="840110514" sldId="456"/>
            <ac:spMk id="51246" creationId="{00000000-0000-0000-0000-000000000000}"/>
          </ac:spMkLst>
        </pc:spChg>
        <pc:spChg chg="mod">
          <ac:chgData name="Feist, Ella" userId="992bbaf2-811d-42cb-a4d6-e7fc45e325e8" providerId="ADAL" clId="{EEEAA5E7-5892-4C22-B4B9-91834BD409A7}" dt="2026-09-09T08:40:48.239" v="767" actId="14100"/>
          <ac:spMkLst>
            <pc:docMk/>
            <pc:sldMk cId="840110514" sldId="456"/>
            <ac:spMk id="51247" creationId="{00000000-0000-0000-0000-000000000000}"/>
          </ac:spMkLst>
        </pc:spChg>
        <pc:spChg chg="mod">
          <ac:chgData name="Feist, Ella" userId="992bbaf2-811d-42cb-a4d6-e7fc45e325e8" providerId="ADAL" clId="{EEEAA5E7-5892-4C22-B4B9-91834BD409A7}" dt="2026-09-09T08:40:48.239" v="767" actId="14100"/>
          <ac:spMkLst>
            <pc:docMk/>
            <pc:sldMk cId="840110514" sldId="456"/>
            <ac:spMk id="51248" creationId="{00000000-0000-0000-0000-000000000000}"/>
          </ac:spMkLst>
        </pc:spChg>
        <pc:spChg chg="mod">
          <ac:chgData name="Feist, Ella" userId="992bbaf2-811d-42cb-a4d6-e7fc45e325e8" providerId="ADAL" clId="{EEEAA5E7-5892-4C22-B4B9-91834BD409A7}" dt="2026-09-09T08:40:48.239" v="767" actId="14100"/>
          <ac:spMkLst>
            <pc:docMk/>
            <pc:sldMk cId="840110514" sldId="456"/>
            <ac:spMk id="51249" creationId="{00000000-0000-0000-0000-000000000000}"/>
          </ac:spMkLst>
        </pc:spChg>
        <pc:spChg chg="mod">
          <ac:chgData name="Feist, Ella" userId="992bbaf2-811d-42cb-a4d6-e7fc45e325e8" providerId="ADAL" clId="{EEEAA5E7-5892-4C22-B4B9-91834BD409A7}" dt="2026-09-09T08:40:48.239" v="767" actId="14100"/>
          <ac:spMkLst>
            <pc:docMk/>
            <pc:sldMk cId="840110514" sldId="456"/>
            <ac:spMk id="51250" creationId="{00000000-0000-0000-0000-000000000000}"/>
          </ac:spMkLst>
        </pc:spChg>
        <pc:grpChg chg="mod">
          <ac:chgData name="Feist, Ella" userId="992bbaf2-811d-42cb-a4d6-e7fc45e325e8" providerId="ADAL" clId="{EEEAA5E7-5892-4C22-B4B9-91834BD409A7}" dt="2026-09-09T08:41:06.666" v="787" actId="14100"/>
          <ac:grpSpMkLst>
            <pc:docMk/>
            <pc:sldMk cId="840110514" sldId="456"/>
            <ac:grpSpMk id="8" creationId="{00000000-0000-0000-0000-000000000000}"/>
          </ac:grpSpMkLst>
        </pc:grpChg>
        <pc:grpChg chg="mod">
          <ac:chgData name="Feist, Ella" userId="992bbaf2-811d-42cb-a4d6-e7fc45e325e8" providerId="ADAL" clId="{EEEAA5E7-5892-4C22-B4B9-91834BD409A7}" dt="2026-09-09T08:40:56.480" v="778" actId="14100"/>
          <ac:grpSpMkLst>
            <pc:docMk/>
            <pc:sldMk cId="840110514" sldId="456"/>
            <ac:grpSpMk id="10" creationId="{00000000-0000-0000-0000-000000000000}"/>
          </ac:grpSpMkLst>
        </pc:grpChg>
        <pc:grpChg chg="mod">
          <ac:chgData name="Feist, Ella" userId="992bbaf2-811d-42cb-a4d6-e7fc45e325e8" providerId="ADAL" clId="{EEEAA5E7-5892-4C22-B4B9-91834BD409A7}" dt="2026-09-09T08:41:06.666" v="787" actId="14100"/>
          <ac:grpSpMkLst>
            <pc:docMk/>
            <pc:sldMk cId="840110514" sldId="456"/>
            <ac:grpSpMk id="51229" creationId="{00000000-0000-0000-0000-000000000000}"/>
          </ac:grpSpMkLst>
        </pc:grpChg>
      </pc:sldChg>
      <pc:sldChg chg="addSp delSp modSp mod modClrScheme chgLayout">
        <pc:chgData name="Feist, Ella" userId="992bbaf2-811d-42cb-a4d6-e7fc45e325e8" providerId="ADAL" clId="{EEEAA5E7-5892-4C22-B4B9-91834BD409A7}" dt="2026-09-09T08:42:09.640" v="830"/>
        <pc:sldMkLst>
          <pc:docMk/>
          <pc:sldMk cId="3422527158" sldId="457"/>
        </pc:sldMkLst>
        <pc:spChg chg="add del mod ord">
          <ac:chgData name="Feist, Ella" userId="992bbaf2-811d-42cb-a4d6-e7fc45e325e8" providerId="ADAL" clId="{EEEAA5E7-5892-4C22-B4B9-91834BD409A7}" dt="2026-09-09T08:41:18.085" v="790" actId="6264"/>
          <ac:spMkLst>
            <pc:docMk/>
            <pc:sldMk cId="3422527158" sldId="457"/>
            <ac:spMk id="2" creationId="{0A3A4C3B-BD61-2B1B-3A06-B0D641563511}"/>
          </ac:spMkLst>
        </pc:spChg>
        <pc:spChg chg="add del mod">
          <ac:chgData name="Feist, Ella" userId="992bbaf2-811d-42cb-a4d6-e7fc45e325e8" providerId="ADAL" clId="{EEEAA5E7-5892-4C22-B4B9-91834BD409A7}" dt="2026-09-09T08:41:18.085" v="790" actId="6264"/>
          <ac:spMkLst>
            <pc:docMk/>
            <pc:sldMk cId="3422527158" sldId="457"/>
            <ac:spMk id="3" creationId="{7037D33C-CDA8-52BB-2C4D-6D4AB4D4EFF3}"/>
          </ac:spMkLst>
        </pc:spChg>
        <pc:spChg chg="add del mod">
          <ac:chgData name="Feist, Ella" userId="992bbaf2-811d-42cb-a4d6-e7fc45e325e8" providerId="ADAL" clId="{EEEAA5E7-5892-4C22-B4B9-91834BD409A7}" dt="2026-09-09T08:41:18.085" v="790" actId="6264"/>
          <ac:spMkLst>
            <pc:docMk/>
            <pc:sldMk cId="3422527158" sldId="457"/>
            <ac:spMk id="4" creationId="{4761C567-8C01-C0EA-E31A-493892161AFA}"/>
          </ac:spMkLst>
        </pc:spChg>
        <pc:spChg chg="add del mod ord">
          <ac:chgData name="Feist, Ella" userId="992bbaf2-811d-42cb-a4d6-e7fc45e325e8" providerId="ADAL" clId="{EEEAA5E7-5892-4C22-B4B9-91834BD409A7}" dt="2026-09-09T08:41:37.472" v="816" actId="478"/>
          <ac:spMkLst>
            <pc:docMk/>
            <pc:sldMk cId="3422527158" sldId="457"/>
            <ac:spMk id="5" creationId="{64C3EB61-39DD-61E2-9BD4-99A29CCA1F70}"/>
          </ac:spMkLst>
        </pc:spChg>
        <pc:spChg chg="add mod">
          <ac:chgData name="Feist, Ella" userId="992bbaf2-811d-42cb-a4d6-e7fc45e325e8" providerId="ADAL" clId="{EEEAA5E7-5892-4C22-B4B9-91834BD409A7}" dt="2026-09-09T08:42:09.640" v="830"/>
          <ac:spMkLst>
            <pc:docMk/>
            <pc:sldMk cId="3422527158" sldId="457"/>
            <ac:spMk id="6" creationId="{A49337C2-7713-FBFC-EF15-C24B05716F65}"/>
          </ac:spMkLst>
        </pc:spChg>
        <pc:spChg chg="mod">
          <ac:chgData name="Feist, Ella" userId="992bbaf2-811d-42cb-a4d6-e7fc45e325e8" providerId="ADAL" clId="{EEEAA5E7-5892-4C22-B4B9-91834BD409A7}" dt="2026-09-09T08:41:42.495" v="817" actId="1076"/>
          <ac:spMkLst>
            <pc:docMk/>
            <pc:sldMk cId="3422527158" sldId="457"/>
            <ac:spMk id="26632" creationId="{00000000-0000-0000-0000-000000000000}"/>
          </ac:spMkLst>
        </pc:spChg>
        <pc:spChg chg="mod ord">
          <ac:chgData name="Feist, Ella" userId="992bbaf2-811d-42cb-a4d6-e7fc45e325e8" providerId="ADAL" clId="{EEEAA5E7-5892-4C22-B4B9-91834BD409A7}" dt="2026-09-09T08:41:18.085" v="790" actId="6264"/>
          <ac:spMkLst>
            <pc:docMk/>
            <pc:sldMk cId="3422527158" sldId="457"/>
            <ac:spMk id="53251" creationId="{00000000-0000-0000-0000-000000000000}"/>
          </ac:spMkLst>
        </pc:spChg>
        <pc:spChg chg="mod ord">
          <ac:chgData name="Feist, Ella" userId="992bbaf2-811d-42cb-a4d6-e7fc45e325e8" providerId="ADAL" clId="{EEEAA5E7-5892-4C22-B4B9-91834BD409A7}" dt="2026-09-09T08:41:47.829" v="820" actId="14100"/>
          <ac:spMkLst>
            <pc:docMk/>
            <pc:sldMk cId="3422527158" sldId="457"/>
            <ac:spMk id="53252" creationId="{00000000-0000-0000-0000-000000000000}"/>
          </ac:spMkLst>
        </pc:spChg>
        <pc:spChg chg="mod">
          <ac:chgData name="Feist, Ella" userId="992bbaf2-811d-42cb-a4d6-e7fc45e325e8" providerId="ADAL" clId="{EEEAA5E7-5892-4C22-B4B9-91834BD409A7}" dt="2026-09-09T08:41:42.495" v="817" actId="1076"/>
          <ac:spMkLst>
            <pc:docMk/>
            <pc:sldMk cId="3422527158" sldId="457"/>
            <ac:spMk id="53257" creationId="{00000000-0000-0000-0000-000000000000}"/>
          </ac:spMkLst>
        </pc:spChg>
        <pc:spChg chg="mod">
          <ac:chgData name="Feist, Ella" userId="992bbaf2-811d-42cb-a4d6-e7fc45e325e8" providerId="ADAL" clId="{EEEAA5E7-5892-4C22-B4B9-91834BD409A7}" dt="2026-09-09T08:41:42.495" v="817" actId="1076"/>
          <ac:spMkLst>
            <pc:docMk/>
            <pc:sldMk cId="3422527158" sldId="457"/>
            <ac:spMk id="53259" creationId="{00000000-0000-0000-0000-000000000000}"/>
          </ac:spMkLst>
        </pc:spChg>
        <pc:spChg chg="mod">
          <ac:chgData name="Feist, Ella" userId="992bbaf2-811d-42cb-a4d6-e7fc45e325e8" providerId="ADAL" clId="{EEEAA5E7-5892-4C22-B4B9-91834BD409A7}" dt="2026-09-09T08:41:42.495" v="817" actId="1076"/>
          <ac:spMkLst>
            <pc:docMk/>
            <pc:sldMk cId="3422527158" sldId="457"/>
            <ac:spMk id="53260" creationId="{00000000-0000-0000-0000-000000000000}"/>
          </ac:spMkLst>
        </pc:spChg>
        <pc:spChg chg="mod">
          <ac:chgData name="Feist, Ella" userId="992bbaf2-811d-42cb-a4d6-e7fc45e325e8" providerId="ADAL" clId="{EEEAA5E7-5892-4C22-B4B9-91834BD409A7}" dt="2026-09-09T08:41:42.495" v="817" actId="1076"/>
          <ac:spMkLst>
            <pc:docMk/>
            <pc:sldMk cId="3422527158" sldId="457"/>
            <ac:spMk id="53261" creationId="{00000000-0000-0000-0000-000000000000}"/>
          </ac:spMkLst>
        </pc:spChg>
        <pc:spChg chg="mod">
          <ac:chgData name="Feist, Ella" userId="992bbaf2-811d-42cb-a4d6-e7fc45e325e8" providerId="ADAL" clId="{EEEAA5E7-5892-4C22-B4B9-91834BD409A7}" dt="2026-09-09T08:41:42.495" v="817" actId="1076"/>
          <ac:spMkLst>
            <pc:docMk/>
            <pc:sldMk cId="3422527158" sldId="457"/>
            <ac:spMk id="53263" creationId="{00000000-0000-0000-0000-000000000000}"/>
          </ac:spMkLst>
        </pc:spChg>
        <pc:spChg chg="mod">
          <ac:chgData name="Feist, Ella" userId="992bbaf2-811d-42cb-a4d6-e7fc45e325e8" providerId="ADAL" clId="{EEEAA5E7-5892-4C22-B4B9-91834BD409A7}" dt="2026-09-09T08:41:42.495" v="817" actId="1076"/>
          <ac:spMkLst>
            <pc:docMk/>
            <pc:sldMk cId="3422527158" sldId="457"/>
            <ac:spMk id="53264" creationId="{00000000-0000-0000-0000-000000000000}"/>
          </ac:spMkLst>
        </pc:spChg>
        <pc:spChg chg="mod">
          <ac:chgData name="Feist, Ella" userId="992bbaf2-811d-42cb-a4d6-e7fc45e325e8" providerId="ADAL" clId="{EEEAA5E7-5892-4C22-B4B9-91834BD409A7}" dt="2026-09-09T08:41:42.495" v="817" actId="1076"/>
          <ac:spMkLst>
            <pc:docMk/>
            <pc:sldMk cId="3422527158" sldId="457"/>
            <ac:spMk id="53266" creationId="{00000000-0000-0000-0000-000000000000}"/>
          </ac:spMkLst>
        </pc:spChg>
        <pc:spChg chg="mod">
          <ac:chgData name="Feist, Ella" userId="992bbaf2-811d-42cb-a4d6-e7fc45e325e8" providerId="ADAL" clId="{EEEAA5E7-5892-4C22-B4B9-91834BD409A7}" dt="2026-09-09T08:41:42.495" v="817" actId="1076"/>
          <ac:spMkLst>
            <pc:docMk/>
            <pc:sldMk cId="3422527158" sldId="457"/>
            <ac:spMk id="53268" creationId="{00000000-0000-0000-0000-000000000000}"/>
          </ac:spMkLst>
        </pc:spChg>
        <pc:spChg chg="mod">
          <ac:chgData name="Feist, Ella" userId="992bbaf2-811d-42cb-a4d6-e7fc45e325e8" providerId="ADAL" clId="{EEEAA5E7-5892-4C22-B4B9-91834BD409A7}" dt="2026-09-09T08:41:42.495" v="817" actId="1076"/>
          <ac:spMkLst>
            <pc:docMk/>
            <pc:sldMk cId="3422527158" sldId="457"/>
            <ac:spMk id="53269" creationId="{00000000-0000-0000-0000-000000000000}"/>
          </ac:spMkLst>
        </pc:spChg>
      </pc:sldChg>
      <pc:sldChg chg="addSp delSp modSp mod modClrScheme chgLayout">
        <pc:chgData name="Feist, Ella" userId="992bbaf2-811d-42cb-a4d6-e7fc45e325e8" providerId="ADAL" clId="{EEEAA5E7-5892-4C22-B4B9-91834BD409A7}" dt="2026-09-09T08:42:03.098" v="827" actId="20577"/>
        <pc:sldMkLst>
          <pc:docMk/>
          <pc:sldMk cId="1628498523" sldId="458"/>
        </pc:sldMkLst>
        <pc:spChg chg="mod ord">
          <ac:chgData name="Feist, Ella" userId="992bbaf2-811d-42cb-a4d6-e7fc45e325e8" providerId="ADAL" clId="{EEEAA5E7-5892-4C22-B4B9-91834BD409A7}" dt="2026-09-09T08:42:00.335" v="826" actId="6549"/>
          <ac:spMkLst>
            <pc:docMk/>
            <pc:sldMk cId="1628498523" sldId="458"/>
            <ac:spMk id="2" creationId="{65F3EB6C-8E2B-4C45-AD79-B7AD4A04B02C}"/>
          </ac:spMkLst>
        </pc:spChg>
        <pc:spChg chg="mod ord">
          <ac:chgData name="Feist, Ella" userId="992bbaf2-811d-42cb-a4d6-e7fc45e325e8" providerId="ADAL" clId="{EEEAA5E7-5892-4C22-B4B9-91834BD409A7}" dt="2026-09-09T08:42:03.098" v="827" actId="20577"/>
          <ac:spMkLst>
            <pc:docMk/>
            <pc:sldMk cId="1628498523" sldId="458"/>
            <ac:spMk id="3" creationId="{89563ABB-F1A8-0C4D-A107-EE47BABCCE6C}"/>
          </ac:spMkLst>
        </pc:spChg>
        <pc:spChg chg="add del mod">
          <ac:chgData name="Feist, Ella" userId="992bbaf2-811d-42cb-a4d6-e7fc45e325e8" providerId="ADAL" clId="{EEEAA5E7-5892-4C22-B4B9-91834BD409A7}" dt="2026-09-09T08:41:53.374" v="822" actId="6264"/>
          <ac:spMkLst>
            <pc:docMk/>
            <pc:sldMk cId="1628498523" sldId="458"/>
            <ac:spMk id="4" creationId="{ECDE1B18-B254-653F-BA2B-35B8A4D2EE24}"/>
          </ac:spMkLst>
        </pc:spChg>
        <pc:spChg chg="add del mod">
          <ac:chgData name="Feist, Ella" userId="992bbaf2-811d-42cb-a4d6-e7fc45e325e8" providerId="ADAL" clId="{EEEAA5E7-5892-4C22-B4B9-91834BD409A7}" dt="2026-09-09T08:41:53.374" v="822" actId="6264"/>
          <ac:spMkLst>
            <pc:docMk/>
            <pc:sldMk cId="1628498523" sldId="458"/>
            <ac:spMk id="5" creationId="{D0D725A3-0DAA-D70D-8C78-6BA6E4ED21AE}"/>
          </ac:spMkLst>
        </pc:spChg>
      </pc:sldChg>
      <pc:sldMasterChg chg="del delSldLayout">
        <pc:chgData name="Feist, Ella" userId="992bbaf2-811d-42cb-a4d6-e7fc45e325e8" providerId="ADAL" clId="{EEEAA5E7-5892-4C22-B4B9-91834BD409A7}" dt="2026-09-09T08:10:21.298" v="1"/>
        <pc:sldMasterMkLst>
          <pc:docMk/>
          <pc:sldMasterMk cId="3899971177" sldId="2147483831"/>
        </pc:sldMasterMkLst>
        <pc:sldLayoutChg chg="del">
          <pc:chgData name="Feist, Ella" userId="992bbaf2-811d-42cb-a4d6-e7fc45e325e8" providerId="ADAL" clId="{EEEAA5E7-5892-4C22-B4B9-91834BD409A7}" dt="2026-09-09T08:10:21.298" v="1"/>
          <pc:sldLayoutMkLst>
            <pc:docMk/>
            <pc:sldMasterMk cId="3899971177" sldId="2147483831"/>
            <pc:sldLayoutMk cId="1296847754" sldId="2147483832"/>
          </pc:sldLayoutMkLst>
        </pc:sldLayoutChg>
        <pc:sldLayoutChg chg="del">
          <pc:chgData name="Feist, Ella" userId="992bbaf2-811d-42cb-a4d6-e7fc45e325e8" providerId="ADAL" clId="{EEEAA5E7-5892-4C22-B4B9-91834BD409A7}" dt="2026-09-09T08:10:21.298" v="1"/>
          <pc:sldLayoutMkLst>
            <pc:docMk/>
            <pc:sldMasterMk cId="3899971177" sldId="2147483831"/>
            <pc:sldLayoutMk cId="2124554007" sldId="2147483833"/>
          </pc:sldLayoutMkLst>
        </pc:sldLayoutChg>
        <pc:sldLayoutChg chg="del">
          <pc:chgData name="Feist, Ella" userId="992bbaf2-811d-42cb-a4d6-e7fc45e325e8" providerId="ADAL" clId="{EEEAA5E7-5892-4C22-B4B9-91834BD409A7}" dt="2026-09-09T08:10:21.298" v="1"/>
          <pc:sldLayoutMkLst>
            <pc:docMk/>
            <pc:sldMasterMk cId="3899971177" sldId="2147483831"/>
            <pc:sldLayoutMk cId="2692646997" sldId="2147483834"/>
          </pc:sldLayoutMkLst>
        </pc:sldLayoutChg>
        <pc:sldLayoutChg chg="del">
          <pc:chgData name="Feist, Ella" userId="992bbaf2-811d-42cb-a4d6-e7fc45e325e8" providerId="ADAL" clId="{EEEAA5E7-5892-4C22-B4B9-91834BD409A7}" dt="2026-09-09T08:10:21.298" v="1"/>
          <pc:sldLayoutMkLst>
            <pc:docMk/>
            <pc:sldMasterMk cId="3899971177" sldId="2147483831"/>
            <pc:sldLayoutMk cId="164223612" sldId="2147483835"/>
          </pc:sldLayoutMkLst>
        </pc:sldLayoutChg>
      </pc:sldMasterChg>
      <pc:sldMasterChg chg="del delSldLayout">
        <pc:chgData name="Feist, Ella" userId="992bbaf2-811d-42cb-a4d6-e7fc45e325e8" providerId="ADAL" clId="{EEEAA5E7-5892-4C22-B4B9-91834BD409A7}" dt="2026-09-09T08:10:21.298" v="1"/>
        <pc:sldMasterMkLst>
          <pc:docMk/>
          <pc:sldMasterMk cId="4061346496" sldId="2147483836"/>
        </pc:sldMasterMkLst>
        <pc:sldLayoutChg chg="del">
          <pc:chgData name="Feist, Ella" userId="992bbaf2-811d-42cb-a4d6-e7fc45e325e8" providerId="ADAL" clId="{EEEAA5E7-5892-4C22-B4B9-91834BD409A7}" dt="2026-09-09T08:10:21.298" v="1"/>
          <pc:sldLayoutMkLst>
            <pc:docMk/>
            <pc:sldMasterMk cId="4061346496" sldId="2147483836"/>
            <pc:sldLayoutMk cId="1342340652" sldId="2147483837"/>
          </pc:sldLayoutMkLst>
        </pc:sldLayoutChg>
        <pc:sldLayoutChg chg="del">
          <pc:chgData name="Feist, Ella" userId="992bbaf2-811d-42cb-a4d6-e7fc45e325e8" providerId="ADAL" clId="{EEEAA5E7-5892-4C22-B4B9-91834BD409A7}" dt="2026-09-09T08:10:21.298" v="1"/>
          <pc:sldLayoutMkLst>
            <pc:docMk/>
            <pc:sldMasterMk cId="4061346496" sldId="2147483836"/>
            <pc:sldLayoutMk cId="1129306061" sldId="2147483838"/>
          </pc:sldLayoutMkLst>
        </pc:sldLayoutChg>
        <pc:sldLayoutChg chg="del">
          <pc:chgData name="Feist, Ella" userId="992bbaf2-811d-42cb-a4d6-e7fc45e325e8" providerId="ADAL" clId="{EEEAA5E7-5892-4C22-B4B9-91834BD409A7}" dt="2026-09-09T08:10:21.298" v="1"/>
          <pc:sldLayoutMkLst>
            <pc:docMk/>
            <pc:sldMasterMk cId="4061346496" sldId="2147483836"/>
            <pc:sldLayoutMk cId="291058354" sldId="2147483839"/>
          </pc:sldLayoutMkLst>
        </pc:sldLayoutChg>
        <pc:sldLayoutChg chg="del">
          <pc:chgData name="Feist, Ella" userId="992bbaf2-811d-42cb-a4d6-e7fc45e325e8" providerId="ADAL" clId="{EEEAA5E7-5892-4C22-B4B9-91834BD409A7}" dt="2026-09-09T08:10:21.298" v="1"/>
          <pc:sldLayoutMkLst>
            <pc:docMk/>
            <pc:sldMasterMk cId="4061346496" sldId="2147483836"/>
            <pc:sldLayoutMk cId="1057880355" sldId="2147483840"/>
          </pc:sldLayoutMkLst>
        </pc:sldLayoutChg>
      </pc:sldMasterChg>
      <pc:sldMasterChg chg="del delSldLayout">
        <pc:chgData name="Feist, Ella" userId="992bbaf2-811d-42cb-a4d6-e7fc45e325e8" providerId="ADAL" clId="{EEEAA5E7-5892-4C22-B4B9-91834BD409A7}" dt="2026-09-09T08:10:21.298" v="1"/>
        <pc:sldMasterMkLst>
          <pc:docMk/>
          <pc:sldMasterMk cId="1513994161" sldId="2147483841"/>
        </pc:sldMasterMkLst>
        <pc:sldLayoutChg chg="del">
          <pc:chgData name="Feist, Ella" userId="992bbaf2-811d-42cb-a4d6-e7fc45e325e8" providerId="ADAL" clId="{EEEAA5E7-5892-4C22-B4B9-91834BD409A7}" dt="2026-09-09T08:10:21.298" v="1"/>
          <pc:sldLayoutMkLst>
            <pc:docMk/>
            <pc:sldMasterMk cId="1513994161" sldId="2147483841"/>
            <pc:sldLayoutMk cId="2408842378" sldId="2147483842"/>
          </pc:sldLayoutMkLst>
        </pc:sldLayoutChg>
        <pc:sldLayoutChg chg="del">
          <pc:chgData name="Feist, Ella" userId="992bbaf2-811d-42cb-a4d6-e7fc45e325e8" providerId="ADAL" clId="{EEEAA5E7-5892-4C22-B4B9-91834BD409A7}" dt="2026-09-09T08:10:21.298" v="1"/>
          <pc:sldLayoutMkLst>
            <pc:docMk/>
            <pc:sldMasterMk cId="1513994161" sldId="2147483841"/>
            <pc:sldLayoutMk cId="3257542985" sldId="2147483843"/>
          </pc:sldLayoutMkLst>
        </pc:sldLayoutChg>
        <pc:sldLayoutChg chg="del">
          <pc:chgData name="Feist, Ella" userId="992bbaf2-811d-42cb-a4d6-e7fc45e325e8" providerId="ADAL" clId="{EEEAA5E7-5892-4C22-B4B9-91834BD409A7}" dt="2026-09-09T08:10:21.298" v="1"/>
          <pc:sldLayoutMkLst>
            <pc:docMk/>
            <pc:sldMasterMk cId="1513994161" sldId="2147483841"/>
            <pc:sldLayoutMk cId="57802930" sldId="2147483844"/>
          </pc:sldLayoutMkLst>
        </pc:sldLayoutChg>
        <pc:sldLayoutChg chg="del">
          <pc:chgData name="Feist, Ella" userId="992bbaf2-811d-42cb-a4d6-e7fc45e325e8" providerId="ADAL" clId="{EEEAA5E7-5892-4C22-B4B9-91834BD409A7}" dt="2026-09-09T08:10:21.298" v="1"/>
          <pc:sldLayoutMkLst>
            <pc:docMk/>
            <pc:sldMasterMk cId="1513994161" sldId="2147483841"/>
            <pc:sldLayoutMk cId="892830820" sldId="2147483845"/>
          </pc:sldLayoutMkLst>
        </pc:sldLayoutChg>
      </pc:sldMasterChg>
      <pc:sldMasterChg chg="del delSldLayout">
        <pc:chgData name="Feist, Ella" userId="992bbaf2-811d-42cb-a4d6-e7fc45e325e8" providerId="ADAL" clId="{EEEAA5E7-5892-4C22-B4B9-91834BD409A7}" dt="2026-09-09T08:10:21.298" v="1"/>
        <pc:sldMasterMkLst>
          <pc:docMk/>
          <pc:sldMasterMk cId="1256176808" sldId="2147483846"/>
        </pc:sldMasterMkLst>
        <pc:sldLayoutChg chg="del">
          <pc:chgData name="Feist, Ella" userId="992bbaf2-811d-42cb-a4d6-e7fc45e325e8" providerId="ADAL" clId="{EEEAA5E7-5892-4C22-B4B9-91834BD409A7}" dt="2026-09-09T08:10:21.298" v="1"/>
          <pc:sldLayoutMkLst>
            <pc:docMk/>
            <pc:sldMasterMk cId="1256176808" sldId="2147483846"/>
            <pc:sldLayoutMk cId="1930662052" sldId="2147483847"/>
          </pc:sldLayoutMkLst>
        </pc:sldLayoutChg>
        <pc:sldLayoutChg chg="del">
          <pc:chgData name="Feist, Ella" userId="992bbaf2-811d-42cb-a4d6-e7fc45e325e8" providerId="ADAL" clId="{EEEAA5E7-5892-4C22-B4B9-91834BD409A7}" dt="2026-09-09T08:10:21.298" v="1"/>
          <pc:sldLayoutMkLst>
            <pc:docMk/>
            <pc:sldMasterMk cId="1256176808" sldId="2147483846"/>
            <pc:sldLayoutMk cId="2862166332" sldId="2147483848"/>
          </pc:sldLayoutMkLst>
        </pc:sldLayoutChg>
        <pc:sldLayoutChg chg="del">
          <pc:chgData name="Feist, Ella" userId="992bbaf2-811d-42cb-a4d6-e7fc45e325e8" providerId="ADAL" clId="{EEEAA5E7-5892-4C22-B4B9-91834BD409A7}" dt="2026-09-09T08:10:21.298" v="1"/>
          <pc:sldLayoutMkLst>
            <pc:docMk/>
            <pc:sldMasterMk cId="1256176808" sldId="2147483846"/>
            <pc:sldLayoutMk cId="4243011970" sldId="2147483849"/>
          </pc:sldLayoutMkLst>
        </pc:sldLayoutChg>
        <pc:sldLayoutChg chg="del">
          <pc:chgData name="Feist, Ella" userId="992bbaf2-811d-42cb-a4d6-e7fc45e325e8" providerId="ADAL" clId="{EEEAA5E7-5892-4C22-B4B9-91834BD409A7}" dt="2026-09-09T08:10:21.298" v="1"/>
          <pc:sldLayoutMkLst>
            <pc:docMk/>
            <pc:sldMasterMk cId="1256176808" sldId="2147483846"/>
            <pc:sldLayoutMk cId="787685289" sldId="2147483850"/>
          </pc:sldLayoutMkLst>
        </pc:sldLayoutChg>
      </pc:sldMasterChg>
      <pc:sldMasterChg chg="del delSldLayout">
        <pc:chgData name="Feist, Ella" userId="992bbaf2-811d-42cb-a4d6-e7fc45e325e8" providerId="ADAL" clId="{EEEAA5E7-5892-4C22-B4B9-91834BD409A7}" dt="2026-09-09T08:10:21.298" v="1"/>
        <pc:sldMasterMkLst>
          <pc:docMk/>
          <pc:sldMasterMk cId="276447705" sldId="2147483930"/>
        </pc:sldMasterMkLst>
        <pc:sldLayoutChg chg="del">
          <pc:chgData name="Feist, Ella" userId="992bbaf2-811d-42cb-a4d6-e7fc45e325e8" providerId="ADAL" clId="{EEEAA5E7-5892-4C22-B4B9-91834BD409A7}" dt="2026-09-09T08:10:21.298" v="1"/>
          <pc:sldLayoutMkLst>
            <pc:docMk/>
            <pc:sldMasterMk cId="276447705" sldId="2147483930"/>
            <pc:sldLayoutMk cId="694752249" sldId="2147483931"/>
          </pc:sldLayoutMkLst>
        </pc:sldLayoutChg>
        <pc:sldLayoutChg chg="del">
          <pc:chgData name="Feist, Ella" userId="992bbaf2-811d-42cb-a4d6-e7fc45e325e8" providerId="ADAL" clId="{EEEAA5E7-5892-4C22-B4B9-91834BD409A7}" dt="2026-09-09T08:10:21.298" v="1"/>
          <pc:sldLayoutMkLst>
            <pc:docMk/>
            <pc:sldMasterMk cId="276447705" sldId="2147483930"/>
            <pc:sldLayoutMk cId="515327403" sldId="2147483932"/>
          </pc:sldLayoutMkLst>
        </pc:sldLayoutChg>
        <pc:sldLayoutChg chg="del">
          <pc:chgData name="Feist, Ella" userId="992bbaf2-811d-42cb-a4d6-e7fc45e325e8" providerId="ADAL" clId="{EEEAA5E7-5892-4C22-B4B9-91834BD409A7}" dt="2026-09-09T08:10:21.298" v="1"/>
          <pc:sldLayoutMkLst>
            <pc:docMk/>
            <pc:sldMasterMk cId="276447705" sldId="2147483930"/>
            <pc:sldLayoutMk cId="2281279855" sldId="2147483933"/>
          </pc:sldLayoutMkLst>
        </pc:sldLayoutChg>
        <pc:sldLayoutChg chg="del">
          <pc:chgData name="Feist, Ella" userId="992bbaf2-811d-42cb-a4d6-e7fc45e325e8" providerId="ADAL" clId="{EEEAA5E7-5892-4C22-B4B9-91834BD409A7}" dt="2026-09-09T08:10:21.298" v="1"/>
          <pc:sldLayoutMkLst>
            <pc:docMk/>
            <pc:sldMasterMk cId="276447705" sldId="2147483930"/>
            <pc:sldLayoutMk cId="3206381469" sldId="2147483934"/>
          </pc:sldLayoutMkLst>
        </pc:sldLayoutChg>
        <pc:sldLayoutChg chg="del">
          <pc:chgData name="Feist, Ella" userId="992bbaf2-811d-42cb-a4d6-e7fc45e325e8" providerId="ADAL" clId="{EEEAA5E7-5892-4C22-B4B9-91834BD409A7}" dt="2026-09-09T08:10:21.298" v="1"/>
          <pc:sldLayoutMkLst>
            <pc:docMk/>
            <pc:sldMasterMk cId="276447705" sldId="2147483930"/>
            <pc:sldLayoutMk cId="858242704" sldId="2147483935"/>
          </pc:sldLayoutMkLst>
        </pc:sldLayoutChg>
        <pc:sldLayoutChg chg="del">
          <pc:chgData name="Feist, Ella" userId="992bbaf2-811d-42cb-a4d6-e7fc45e325e8" providerId="ADAL" clId="{EEEAA5E7-5892-4C22-B4B9-91834BD409A7}" dt="2026-09-09T08:10:21.298" v="1"/>
          <pc:sldLayoutMkLst>
            <pc:docMk/>
            <pc:sldMasterMk cId="276447705" sldId="2147483930"/>
            <pc:sldLayoutMk cId="566990121" sldId="2147483936"/>
          </pc:sldLayoutMkLst>
        </pc:sldLayoutChg>
        <pc:sldLayoutChg chg="del">
          <pc:chgData name="Feist, Ella" userId="992bbaf2-811d-42cb-a4d6-e7fc45e325e8" providerId="ADAL" clId="{EEEAA5E7-5892-4C22-B4B9-91834BD409A7}" dt="2026-09-09T08:10:21.298" v="1"/>
          <pc:sldLayoutMkLst>
            <pc:docMk/>
            <pc:sldMasterMk cId="276447705" sldId="2147483930"/>
            <pc:sldLayoutMk cId="1521418134" sldId="2147483937"/>
          </pc:sldLayoutMkLst>
        </pc:sldLayoutChg>
        <pc:sldLayoutChg chg="del">
          <pc:chgData name="Feist, Ella" userId="992bbaf2-811d-42cb-a4d6-e7fc45e325e8" providerId="ADAL" clId="{EEEAA5E7-5892-4C22-B4B9-91834BD409A7}" dt="2026-09-09T08:10:21.298" v="1"/>
          <pc:sldLayoutMkLst>
            <pc:docMk/>
            <pc:sldMasterMk cId="276447705" sldId="2147483930"/>
            <pc:sldLayoutMk cId="3554539864" sldId="2147483938"/>
          </pc:sldLayoutMkLst>
        </pc:sldLayoutChg>
        <pc:sldLayoutChg chg="del">
          <pc:chgData name="Feist, Ella" userId="992bbaf2-811d-42cb-a4d6-e7fc45e325e8" providerId="ADAL" clId="{EEEAA5E7-5892-4C22-B4B9-91834BD409A7}" dt="2026-09-09T08:10:21.298" v="1"/>
          <pc:sldLayoutMkLst>
            <pc:docMk/>
            <pc:sldMasterMk cId="276447705" sldId="2147483930"/>
            <pc:sldLayoutMk cId="1535250739" sldId="2147483939"/>
          </pc:sldLayoutMkLst>
        </pc:sldLayoutChg>
        <pc:sldLayoutChg chg="del">
          <pc:chgData name="Feist, Ella" userId="992bbaf2-811d-42cb-a4d6-e7fc45e325e8" providerId="ADAL" clId="{EEEAA5E7-5892-4C22-B4B9-91834BD409A7}" dt="2026-09-09T08:10:21.298" v="1"/>
          <pc:sldLayoutMkLst>
            <pc:docMk/>
            <pc:sldMasterMk cId="276447705" sldId="2147483930"/>
            <pc:sldLayoutMk cId="2421692947" sldId="2147483940"/>
          </pc:sldLayoutMkLst>
        </pc:sldLayoutChg>
      </pc:sldMasterChg>
      <pc:sldMasterChg chg="del delSldLayout">
        <pc:chgData name="Feist, Ella" userId="992bbaf2-811d-42cb-a4d6-e7fc45e325e8" providerId="ADAL" clId="{EEEAA5E7-5892-4C22-B4B9-91834BD409A7}" dt="2026-09-09T08:10:21.298" v="1"/>
        <pc:sldMasterMkLst>
          <pc:docMk/>
          <pc:sldMasterMk cId="537580445" sldId="2147483941"/>
        </pc:sldMasterMkLst>
        <pc:sldLayoutChg chg="del">
          <pc:chgData name="Feist, Ella" userId="992bbaf2-811d-42cb-a4d6-e7fc45e325e8" providerId="ADAL" clId="{EEEAA5E7-5892-4C22-B4B9-91834BD409A7}" dt="2026-09-09T08:10:21.298" v="1"/>
          <pc:sldLayoutMkLst>
            <pc:docMk/>
            <pc:sldMasterMk cId="537580445" sldId="2147483941"/>
            <pc:sldLayoutMk cId="3655050728" sldId="2147483942"/>
          </pc:sldLayoutMkLst>
        </pc:sldLayoutChg>
        <pc:sldLayoutChg chg="del">
          <pc:chgData name="Feist, Ella" userId="992bbaf2-811d-42cb-a4d6-e7fc45e325e8" providerId="ADAL" clId="{EEEAA5E7-5892-4C22-B4B9-91834BD409A7}" dt="2026-09-09T08:10:21.298" v="1"/>
          <pc:sldLayoutMkLst>
            <pc:docMk/>
            <pc:sldMasterMk cId="537580445" sldId="2147483941"/>
            <pc:sldLayoutMk cId="191104469" sldId="2147483948"/>
          </pc:sldLayoutMkLst>
        </pc:sldLayoutChg>
        <pc:sldLayoutChg chg="del">
          <pc:chgData name="Feist, Ella" userId="992bbaf2-811d-42cb-a4d6-e7fc45e325e8" providerId="ADAL" clId="{EEEAA5E7-5892-4C22-B4B9-91834BD409A7}" dt="2026-09-09T08:10:21.298" v="1"/>
          <pc:sldLayoutMkLst>
            <pc:docMk/>
            <pc:sldMasterMk cId="537580445" sldId="2147483941"/>
            <pc:sldLayoutMk cId="3106673082" sldId="2147483949"/>
          </pc:sldLayoutMkLst>
        </pc:sldLayoutChg>
        <pc:sldLayoutChg chg="del">
          <pc:chgData name="Feist, Ella" userId="992bbaf2-811d-42cb-a4d6-e7fc45e325e8" providerId="ADAL" clId="{EEEAA5E7-5892-4C22-B4B9-91834BD409A7}" dt="2026-09-09T08:10:21.298" v="1"/>
          <pc:sldLayoutMkLst>
            <pc:docMk/>
            <pc:sldMasterMk cId="537580445" sldId="2147483941"/>
            <pc:sldLayoutMk cId="2883798060" sldId="2147483950"/>
          </pc:sldLayoutMkLst>
        </pc:sldLayoutChg>
        <pc:sldLayoutChg chg="del">
          <pc:chgData name="Feist, Ella" userId="992bbaf2-811d-42cb-a4d6-e7fc45e325e8" providerId="ADAL" clId="{EEEAA5E7-5892-4C22-B4B9-91834BD409A7}" dt="2026-09-09T08:10:21.298" v="1"/>
          <pc:sldLayoutMkLst>
            <pc:docMk/>
            <pc:sldMasterMk cId="537580445" sldId="2147483941"/>
            <pc:sldLayoutMk cId="4228679101" sldId="2147483951"/>
          </pc:sldLayoutMkLst>
        </pc:sldLayoutChg>
      </pc:sldMasterChg>
      <pc:sldMasterChg chg="del delSldLayout">
        <pc:chgData name="Feist, Ella" userId="992bbaf2-811d-42cb-a4d6-e7fc45e325e8" providerId="ADAL" clId="{EEEAA5E7-5892-4C22-B4B9-91834BD409A7}" dt="2026-09-09T08:10:21.298" v="1"/>
        <pc:sldMasterMkLst>
          <pc:docMk/>
          <pc:sldMasterMk cId="1502784078" sldId="2147483943"/>
        </pc:sldMasterMkLst>
        <pc:sldLayoutChg chg="del">
          <pc:chgData name="Feist, Ella" userId="992bbaf2-811d-42cb-a4d6-e7fc45e325e8" providerId="ADAL" clId="{EEEAA5E7-5892-4C22-B4B9-91834BD409A7}" dt="2026-09-09T08:10:21.298" v="1"/>
          <pc:sldLayoutMkLst>
            <pc:docMk/>
            <pc:sldMasterMk cId="1502784078" sldId="2147483943"/>
            <pc:sldLayoutMk cId="3733918436" sldId="2147483944"/>
          </pc:sldLayoutMkLst>
        </pc:sldLayoutChg>
        <pc:sldLayoutChg chg="del">
          <pc:chgData name="Feist, Ella" userId="992bbaf2-811d-42cb-a4d6-e7fc45e325e8" providerId="ADAL" clId="{EEEAA5E7-5892-4C22-B4B9-91834BD409A7}" dt="2026-09-09T08:10:21.298" v="1"/>
          <pc:sldLayoutMkLst>
            <pc:docMk/>
            <pc:sldMasterMk cId="1502784078" sldId="2147483943"/>
            <pc:sldLayoutMk cId="714599208" sldId="2147483952"/>
          </pc:sldLayoutMkLst>
        </pc:sldLayoutChg>
        <pc:sldLayoutChg chg="del">
          <pc:chgData name="Feist, Ella" userId="992bbaf2-811d-42cb-a4d6-e7fc45e325e8" providerId="ADAL" clId="{EEEAA5E7-5892-4C22-B4B9-91834BD409A7}" dt="2026-09-09T08:10:21.298" v="1"/>
          <pc:sldLayoutMkLst>
            <pc:docMk/>
            <pc:sldMasterMk cId="1502784078" sldId="2147483943"/>
            <pc:sldLayoutMk cId="785506021" sldId="2147483953"/>
          </pc:sldLayoutMkLst>
        </pc:sldLayoutChg>
        <pc:sldLayoutChg chg="del">
          <pc:chgData name="Feist, Ella" userId="992bbaf2-811d-42cb-a4d6-e7fc45e325e8" providerId="ADAL" clId="{EEEAA5E7-5892-4C22-B4B9-91834BD409A7}" dt="2026-09-09T08:10:21.298" v="1"/>
          <pc:sldLayoutMkLst>
            <pc:docMk/>
            <pc:sldMasterMk cId="1502784078" sldId="2147483943"/>
            <pc:sldLayoutMk cId="1326846653" sldId="2147483954"/>
          </pc:sldLayoutMkLst>
        </pc:sldLayoutChg>
        <pc:sldLayoutChg chg="del">
          <pc:chgData name="Feist, Ella" userId="992bbaf2-811d-42cb-a4d6-e7fc45e325e8" providerId="ADAL" clId="{EEEAA5E7-5892-4C22-B4B9-91834BD409A7}" dt="2026-09-09T08:10:21.298" v="1"/>
          <pc:sldLayoutMkLst>
            <pc:docMk/>
            <pc:sldMasterMk cId="1502784078" sldId="2147483943"/>
            <pc:sldLayoutMk cId="1638070405" sldId="2147483955"/>
          </pc:sldLayoutMkLst>
        </pc:sldLayoutChg>
      </pc:sldMasterChg>
      <pc:sldMasterChg chg="del delSldLayout">
        <pc:chgData name="Feist, Ella" userId="992bbaf2-811d-42cb-a4d6-e7fc45e325e8" providerId="ADAL" clId="{EEEAA5E7-5892-4C22-B4B9-91834BD409A7}" dt="2026-09-09T08:10:21.298" v="1"/>
        <pc:sldMasterMkLst>
          <pc:docMk/>
          <pc:sldMasterMk cId="1696983054" sldId="2147483960"/>
        </pc:sldMasterMkLst>
        <pc:sldLayoutChg chg="del">
          <pc:chgData name="Feist, Ella" userId="992bbaf2-811d-42cb-a4d6-e7fc45e325e8" providerId="ADAL" clId="{EEEAA5E7-5892-4C22-B4B9-91834BD409A7}" dt="2026-09-09T08:10:21.298" v="1"/>
          <pc:sldLayoutMkLst>
            <pc:docMk/>
            <pc:sldMasterMk cId="1696983054" sldId="2147483960"/>
            <pc:sldLayoutMk cId="2237138454" sldId="2147483965"/>
          </pc:sldLayoutMkLst>
        </pc:sldLayoutChg>
        <pc:sldLayoutChg chg="del">
          <pc:chgData name="Feist, Ella" userId="992bbaf2-811d-42cb-a4d6-e7fc45e325e8" providerId="ADAL" clId="{EEEAA5E7-5892-4C22-B4B9-91834BD409A7}" dt="2026-09-09T08:10:21.298" v="1"/>
          <pc:sldLayoutMkLst>
            <pc:docMk/>
            <pc:sldMasterMk cId="1696983054" sldId="2147483960"/>
            <pc:sldLayoutMk cId="3197156814" sldId="2147483966"/>
          </pc:sldLayoutMkLst>
        </pc:sldLayoutChg>
        <pc:sldLayoutChg chg="del">
          <pc:chgData name="Feist, Ella" userId="992bbaf2-811d-42cb-a4d6-e7fc45e325e8" providerId="ADAL" clId="{EEEAA5E7-5892-4C22-B4B9-91834BD409A7}" dt="2026-09-09T08:10:21.298" v="1"/>
          <pc:sldLayoutMkLst>
            <pc:docMk/>
            <pc:sldMasterMk cId="1696983054" sldId="2147483960"/>
            <pc:sldLayoutMk cId="887230371" sldId="2147483967"/>
          </pc:sldLayoutMkLst>
        </pc:sldLayoutChg>
        <pc:sldLayoutChg chg="del">
          <pc:chgData name="Feist, Ella" userId="992bbaf2-811d-42cb-a4d6-e7fc45e325e8" providerId="ADAL" clId="{EEEAA5E7-5892-4C22-B4B9-91834BD409A7}" dt="2026-09-09T08:10:21.298" v="1"/>
          <pc:sldLayoutMkLst>
            <pc:docMk/>
            <pc:sldMasterMk cId="1696983054" sldId="2147483960"/>
            <pc:sldLayoutMk cId="3198532071" sldId="2147483968"/>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1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001010-5018-3D3C-F75A-C9382986DFD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0D348306-4297-B984-0E2B-9A5B1F9DCCB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4E174C7-A8E2-4557-92FA-12B8230C467B}" type="datetimeFigureOut">
              <a:rPr lang="en-GB" smtClean="0"/>
              <a:t>09/09/2026</a:t>
            </a:fld>
            <a:endParaRPr lang="en-GB"/>
          </a:p>
        </p:txBody>
      </p:sp>
      <p:sp>
        <p:nvSpPr>
          <p:cNvPr id="4" name="Footer Placeholder 3">
            <a:extLst>
              <a:ext uri="{FF2B5EF4-FFF2-40B4-BE49-F238E27FC236}">
                <a16:creationId xmlns:a16="http://schemas.microsoft.com/office/drawing/2014/main" id="{8B95E848-799D-2AE2-D2C8-4DB237CA9E4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AF196393-2A32-320B-C479-57F633CAA3A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23592BF-4E91-4829-84C6-17D0EDD7297F}" type="slidenum">
              <a:rPr lang="en-GB" smtClean="0"/>
              <a:t>‹#›</a:t>
            </a:fld>
            <a:endParaRPr lang="en-GB"/>
          </a:p>
        </p:txBody>
      </p:sp>
    </p:spTree>
    <p:extLst>
      <p:ext uri="{BB962C8B-B14F-4D97-AF65-F5344CB8AC3E}">
        <p14:creationId xmlns:p14="http://schemas.microsoft.com/office/powerpoint/2010/main" val="13936089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F08F72-D084-4C96-B297-285B2ED0D15C}" type="datetimeFigureOut">
              <a:rPr lang="en-GB" smtClean="0"/>
              <a:t>09/09/2026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BE1F5F-BEC2-48D5-A890-C07C79853E26}" type="slidenum">
              <a:rPr lang="en-GB" smtClean="0"/>
              <a:t>‹#›</a:t>
            </a:fld>
            <a:endParaRPr lang="en-GB"/>
          </a:p>
        </p:txBody>
      </p:sp>
    </p:spTree>
    <p:extLst>
      <p:ext uri="{BB962C8B-B14F-4D97-AF65-F5344CB8AC3E}">
        <p14:creationId xmlns:p14="http://schemas.microsoft.com/office/powerpoint/2010/main" val="139437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txBody>
          <a:bodyPr/>
          <a:lstStyle/>
          <a:p>
            <a:endParaRPr lang="en-US"/>
          </a:p>
        </p:txBody>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3014130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txBody>
          <a:bodyPr/>
          <a:lstStyle/>
          <a:p>
            <a:endParaRPr lang="en-US"/>
          </a:p>
        </p:txBody>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30732285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txBody>
          <a:bodyPr/>
          <a:lstStyle/>
          <a:p>
            <a:endParaRPr lang="en-US"/>
          </a:p>
        </p:txBody>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5604634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txBody>
          <a:bodyPr/>
          <a:lstStyle/>
          <a:p>
            <a:endParaRPr lang="en-US"/>
          </a:p>
        </p:txBody>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27456767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txBody>
          <a:bodyPr/>
          <a:lstStyle/>
          <a:p>
            <a:endParaRPr lang="en-US"/>
          </a:p>
        </p:txBody>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40612856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txBody>
          <a:bodyPr/>
          <a:lstStyle/>
          <a:p>
            <a:endParaRPr lang="en-US"/>
          </a:p>
        </p:txBody>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42812689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ChangeArrowheads="1"/>
          </p:cNvSpPr>
          <p:nvPr/>
        </p:nvSpPr>
        <p:spPr bwMode="auto">
          <a:xfrm>
            <a:off x="3849688" y="6350"/>
            <a:ext cx="2944812"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000">
                <a:solidFill>
                  <a:schemeClr val="tx1"/>
                </a:solidFill>
                <a:latin typeface="Arial" panose="020B0604020202020204" pitchFamily="34" charset="0"/>
              </a:defRPr>
            </a:lvl1pPr>
            <a:lvl2pPr marL="742950" indent="-285750">
              <a:defRPr sz="1000">
                <a:solidFill>
                  <a:schemeClr val="tx1"/>
                </a:solidFill>
                <a:latin typeface="Arial" panose="020B0604020202020204" pitchFamily="34" charset="0"/>
              </a:defRPr>
            </a:lvl2pPr>
            <a:lvl3pPr marL="1143000" indent="-228600">
              <a:defRPr sz="1000">
                <a:solidFill>
                  <a:schemeClr val="tx1"/>
                </a:solidFill>
                <a:latin typeface="Arial" panose="020B0604020202020204" pitchFamily="34" charset="0"/>
              </a:defRPr>
            </a:lvl3pPr>
            <a:lvl4pPr marL="1600200" indent="-228600">
              <a:defRPr sz="1000">
                <a:solidFill>
                  <a:schemeClr val="tx1"/>
                </a:solidFill>
                <a:latin typeface="Arial" panose="020B0604020202020204" pitchFamily="34" charset="0"/>
              </a:defRPr>
            </a:lvl4pPr>
            <a:lvl5pPr marL="2057400" indent="-228600">
              <a:defRPr sz="1000">
                <a:solidFill>
                  <a:schemeClr val="tx1"/>
                </a:solidFill>
                <a:latin typeface="Arial" panose="020B0604020202020204" pitchFamily="34" charset="0"/>
              </a:defRPr>
            </a:lvl5pPr>
            <a:lvl6pPr marL="2514600" indent="-228600" eaLnBrk="0" fontAlgn="base" hangingPunct="0">
              <a:spcBef>
                <a:spcPct val="0"/>
              </a:spcBef>
              <a:spcAft>
                <a:spcPct val="0"/>
              </a:spcAft>
              <a:defRPr sz="1000">
                <a:solidFill>
                  <a:schemeClr val="tx1"/>
                </a:solidFill>
                <a:latin typeface="Arial" panose="020B0604020202020204" pitchFamily="34" charset="0"/>
              </a:defRPr>
            </a:lvl6pPr>
            <a:lvl7pPr marL="2971800" indent="-228600" eaLnBrk="0" fontAlgn="base" hangingPunct="0">
              <a:spcBef>
                <a:spcPct val="0"/>
              </a:spcBef>
              <a:spcAft>
                <a:spcPct val="0"/>
              </a:spcAft>
              <a:defRPr sz="1000">
                <a:solidFill>
                  <a:schemeClr val="tx1"/>
                </a:solidFill>
                <a:latin typeface="Arial" panose="020B0604020202020204" pitchFamily="34" charset="0"/>
              </a:defRPr>
            </a:lvl7pPr>
            <a:lvl8pPr marL="3429000" indent="-228600" eaLnBrk="0" fontAlgn="base" hangingPunct="0">
              <a:spcBef>
                <a:spcPct val="0"/>
              </a:spcBef>
              <a:spcAft>
                <a:spcPct val="0"/>
              </a:spcAft>
              <a:defRPr sz="1000">
                <a:solidFill>
                  <a:schemeClr val="tx1"/>
                </a:solidFill>
                <a:latin typeface="Arial" panose="020B0604020202020204" pitchFamily="34" charset="0"/>
              </a:defRPr>
            </a:lvl8pPr>
            <a:lvl9pPr marL="3886200" indent="-228600" eaLnBrk="0" fontAlgn="base" hangingPunct="0">
              <a:spcBef>
                <a:spcPct val="0"/>
              </a:spcBef>
              <a:spcAft>
                <a:spcPct val="0"/>
              </a:spcAft>
              <a:defRPr sz="1000">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endParaRPr kumimoji="0" lang="en-US" alt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13315" name="Rectangle 3"/>
          <p:cNvSpPr>
            <a:spLocks noChangeArrowheads="1"/>
          </p:cNvSpPr>
          <p:nvPr/>
        </p:nvSpPr>
        <p:spPr bwMode="auto">
          <a:xfrm>
            <a:off x="0" y="9445625"/>
            <a:ext cx="2944813"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000">
                <a:solidFill>
                  <a:schemeClr val="tx1"/>
                </a:solidFill>
                <a:latin typeface="Arial" panose="020B0604020202020204" pitchFamily="34" charset="0"/>
              </a:defRPr>
            </a:lvl1pPr>
            <a:lvl2pPr marL="742950" indent="-285750">
              <a:defRPr sz="1000">
                <a:solidFill>
                  <a:schemeClr val="tx1"/>
                </a:solidFill>
                <a:latin typeface="Arial" panose="020B0604020202020204" pitchFamily="34" charset="0"/>
              </a:defRPr>
            </a:lvl2pPr>
            <a:lvl3pPr marL="1143000" indent="-228600">
              <a:defRPr sz="1000">
                <a:solidFill>
                  <a:schemeClr val="tx1"/>
                </a:solidFill>
                <a:latin typeface="Arial" panose="020B0604020202020204" pitchFamily="34" charset="0"/>
              </a:defRPr>
            </a:lvl3pPr>
            <a:lvl4pPr marL="1600200" indent="-228600">
              <a:defRPr sz="1000">
                <a:solidFill>
                  <a:schemeClr val="tx1"/>
                </a:solidFill>
                <a:latin typeface="Arial" panose="020B0604020202020204" pitchFamily="34" charset="0"/>
              </a:defRPr>
            </a:lvl4pPr>
            <a:lvl5pPr marL="2057400" indent="-228600">
              <a:defRPr sz="1000">
                <a:solidFill>
                  <a:schemeClr val="tx1"/>
                </a:solidFill>
                <a:latin typeface="Arial" panose="020B0604020202020204" pitchFamily="34" charset="0"/>
              </a:defRPr>
            </a:lvl5pPr>
            <a:lvl6pPr marL="2514600" indent="-228600" eaLnBrk="0" fontAlgn="base" hangingPunct="0">
              <a:spcBef>
                <a:spcPct val="0"/>
              </a:spcBef>
              <a:spcAft>
                <a:spcPct val="0"/>
              </a:spcAft>
              <a:defRPr sz="1000">
                <a:solidFill>
                  <a:schemeClr val="tx1"/>
                </a:solidFill>
                <a:latin typeface="Arial" panose="020B0604020202020204" pitchFamily="34" charset="0"/>
              </a:defRPr>
            </a:lvl6pPr>
            <a:lvl7pPr marL="2971800" indent="-228600" eaLnBrk="0" fontAlgn="base" hangingPunct="0">
              <a:spcBef>
                <a:spcPct val="0"/>
              </a:spcBef>
              <a:spcAft>
                <a:spcPct val="0"/>
              </a:spcAft>
              <a:defRPr sz="1000">
                <a:solidFill>
                  <a:schemeClr val="tx1"/>
                </a:solidFill>
                <a:latin typeface="Arial" panose="020B0604020202020204" pitchFamily="34" charset="0"/>
              </a:defRPr>
            </a:lvl7pPr>
            <a:lvl8pPr marL="3429000" indent="-228600" eaLnBrk="0" fontAlgn="base" hangingPunct="0">
              <a:spcBef>
                <a:spcPct val="0"/>
              </a:spcBef>
              <a:spcAft>
                <a:spcPct val="0"/>
              </a:spcAft>
              <a:defRPr sz="1000">
                <a:solidFill>
                  <a:schemeClr val="tx1"/>
                </a:solidFill>
                <a:latin typeface="Arial" panose="020B0604020202020204" pitchFamily="34" charset="0"/>
              </a:defRPr>
            </a:lvl8pPr>
            <a:lvl9pPr marL="3886200" indent="-228600" eaLnBrk="0" fontAlgn="base" hangingPunct="0">
              <a:spcBef>
                <a:spcPct val="0"/>
              </a:spcBef>
              <a:spcAft>
                <a:spcPct val="0"/>
              </a:spcAft>
              <a:defRPr sz="1000">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endParaRPr kumimoji="0" lang="en-US" alt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13316" name="Rectangle 4"/>
          <p:cNvSpPr>
            <a:spLocks noChangeArrowheads="1"/>
          </p:cNvSpPr>
          <p:nvPr/>
        </p:nvSpPr>
        <p:spPr bwMode="auto">
          <a:xfrm>
            <a:off x="0" y="6350"/>
            <a:ext cx="2944813"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000">
                <a:solidFill>
                  <a:schemeClr val="tx1"/>
                </a:solidFill>
                <a:latin typeface="Arial" panose="020B0604020202020204" pitchFamily="34" charset="0"/>
              </a:defRPr>
            </a:lvl1pPr>
            <a:lvl2pPr marL="742950" indent="-285750">
              <a:defRPr sz="1000">
                <a:solidFill>
                  <a:schemeClr val="tx1"/>
                </a:solidFill>
                <a:latin typeface="Arial" panose="020B0604020202020204" pitchFamily="34" charset="0"/>
              </a:defRPr>
            </a:lvl2pPr>
            <a:lvl3pPr marL="1143000" indent="-228600">
              <a:defRPr sz="1000">
                <a:solidFill>
                  <a:schemeClr val="tx1"/>
                </a:solidFill>
                <a:latin typeface="Arial" panose="020B0604020202020204" pitchFamily="34" charset="0"/>
              </a:defRPr>
            </a:lvl3pPr>
            <a:lvl4pPr marL="1600200" indent="-228600">
              <a:defRPr sz="1000">
                <a:solidFill>
                  <a:schemeClr val="tx1"/>
                </a:solidFill>
                <a:latin typeface="Arial" panose="020B0604020202020204" pitchFamily="34" charset="0"/>
              </a:defRPr>
            </a:lvl4pPr>
            <a:lvl5pPr marL="2057400" indent="-228600">
              <a:defRPr sz="1000">
                <a:solidFill>
                  <a:schemeClr val="tx1"/>
                </a:solidFill>
                <a:latin typeface="Arial" panose="020B0604020202020204" pitchFamily="34" charset="0"/>
              </a:defRPr>
            </a:lvl5pPr>
            <a:lvl6pPr marL="2514600" indent="-228600" eaLnBrk="0" fontAlgn="base" hangingPunct="0">
              <a:spcBef>
                <a:spcPct val="0"/>
              </a:spcBef>
              <a:spcAft>
                <a:spcPct val="0"/>
              </a:spcAft>
              <a:defRPr sz="1000">
                <a:solidFill>
                  <a:schemeClr val="tx1"/>
                </a:solidFill>
                <a:latin typeface="Arial" panose="020B0604020202020204" pitchFamily="34" charset="0"/>
              </a:defRPr>
            </a:lvl6pPr>
            <a:lvl7pPr marL="2971800" indent="-228600" eaLnBrk="0" fontAlgn="base" hangingPunct="0">
              <a:spcBef>
                <a:spcPct val="0"/>
              </a:spcBef>
              <a:spcAft>
                <a:spcPct val="0"/>
              </a:spcAft>
              <a:defRPr sz="1000">
                <a:solidFill>
                  <a:schemeClr val="tx1"/>
                </a:solidFill>
                <a:latin typeface="Arial" panose="020B0604020202020204" pitchFamily="34" charset="0"/>
              </a:defRPr>
            </a:lvl7pPr>
            <a:lvl8pPr marL="3429000" indent="-228600" eaLnBrk="0" fontAlgn="base" hangingPunct="0">
              <a:spcBef>
                <a:spcPct val="0"/>
              </a:spcBef>
              <a:spcAft>
                <a:spcPct val="0"/>
              </a:spcAft>
              <a:defRPr sz="1000">
                <a:solidFill>
                  <a:schemeClr val="tx1"/>
                </a:solidFill>
                <a:latin typeface="Arial" panose="020B0604020202020204" pitchFamily="34" charset="0"/>
              </a:defRPr>
            </a:lvl8pPr>
            <a:lvl9pPr marL="3886200" indent="-228600" eaLnBrk="0" fontAlgn="base" hangingPunct="0">
              <a:spcBef>
                <a:spcPct val="0"/>
              </a:spcBef>
              <a:spcAft>
                <a:spcPct val="0"/>
              </a:spcAft>
              <a:defRPr sz="1000">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endParaRPr kumimoji="0" lang="en-US" altLang="en-US" sz="10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13317" name="Rectangle 5"/>
          <p:cNvSpPr>
            <a:spLocks noGrp="1" noChangeArrowheads="1"/>
          </p:cNvSpPr>
          <p:nvPr>
            <p:ph type="body" idx="1"/>
          </p:nvPr>
        </p:nvSpPr>
        <p:spPr/>
        <p:txBody>
          <a:bodyPr/>
          <a:lstStyle/>
          <a:p>
            <a:r>
              <a:rPr lang="en-US" altLang="en-US" dirty="0"/>
              <a:t>Uniform Resource Locators or URLs are at the heart of the Web’s Hypertext system. A URL describes both the linked resource in terms of the server address and the location within the server’s file-system and the protocol to be used for retrieval. They can be embedded in HTML documents and are illustrated on the browser’s display by highlighting a piece of text or image. They can also be entered directly into a special field on the browser window.</a:t>
            </a:r>
          </a:p>
          <a:p>
            <a:r>
              <a:rPr lang="en-US" altLang="en-US" dirty="0"/>
              <a:t>The term resource is used in preference to file or document because it is more general and encompasses all kinds of data. URLs are an implementation of the standard Uniform Resource Identifier scheme described in RFC1630.</a:t>
            </a:r>
          </a:p>
        </p:txBody>
      </p:sp>
      <p:sp>
        <p:nvSpPr>
          <p:cNvPr id="5" name="Slide Image Placeholder 4"/>
          <p:cNvSpPr>
            <a:spLocks noGrp="1" noRot="1" noChangeAspect="1"/>
          </p:cNvSpPr>
          <p:nvPr>
            <p:ph type="sldImg"/>
          </p:nvPr>
        </p:nvSpPr>
        <p:spPr>
          <a:xfrm>
            <a:off x="571500" y="581025"/>
            <a:ext cx="5715000" cy="3214688"/>
          </a:xfrm>
        </p:spPr>
        <p:txBody>
          <a:bodyPr/>
          <a:lstStyle/>
          <a:p>
            <a:endParaRPr lang="en-US"/>
          </a:p>
        </p:txBody>
      </p:sp>
    </p:spTree>
    <p:extLst>
      <p:ext uri="{BB962C8B-B14F-4D97-AF65-F5344CB8AC3E}">
        <p14:creationId xmlns:p14="http://schemas.microsoft.com/office/powerpoint/2010/main" val="21595582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body" idx="1"/>
          </p:nvPr>
        </p:nvSpPr>
        <p:spPr/>
        <p:txBody>
          <a:bodyPr/>
          <a:lstStyle/>
          <a:p>
            <a:r>
              <a:rPr lang="en-US" altLang="en-US" dirty="0"/>
              <a:t>A URL is divided into two parts separated by a colon. The basic syntax is:</a:t>
            </a:r>
          </a:p>
          <a:p>
            <a:r>
              <a:rPr lang="en-US" altLang="en-US" dirty="0"/>
              <a:t>Scheme:Path</a:t>
            </a:r>
          </a:p>
          <a:p>
            <a:r>
              <a:rPr lang="en-US" altLang="en-US" dirty="0"/>
              <a:t>The scheme specifies the protocol to be used to retrieve the document (e.g. ftp, http, gopher) and the path specifies the location of the server and the resource. The path format is dependent on the scheme used.</a:t>
            </a:r>
          </a:p>
          <a:p>
            <a:r>
              <a:rPr lang="en-US" altLang="en-US" dirty="0"/>
              <a:t>Some examples of valid URLs</a:t>
            </a:r>
          </a:p>
          <a:p>
            <a:r>
              <a:rPr lang="en-US" altLang="en-US" dirty="0"/>
              <a:t>http://www.microsoft.com/ie</a:t>
            </a:r>
            <a:br>
              <a:rPr lang="en-US" altLang="en-US" dirty="0"/>
            </a:br>
            <a:r>
              <a:rPr lang="en-US" altLang="en-US" dirty="0"/>
              <a:t>ftp://ftp.demon.co.uk</a:t>
            </a:r>
            <a:br>
              <a:rPr lang="en-US" altLang="en-US" dirty="0"/>
            </a:br>
            <a:r>
              <a:rPr lang="en-US" altLang="en-US" dirty="0"/>
              <a:t>news:comp.infosys.www.announce</a:t>
            </a:r>
            <a:br>
              <a:rPr lang="en-US" altLang="en-US" dirty="0"/>
            </a:br>
            <a:r>
              <a:rPr lang="en-US" altLang="en-US" dirty="0"/>
              <a:t>mailto:billg@microsoft.com</a:t>
            </a:r>
          </a:p>
          <a:p>
            <a:r>
              <a:rPr lang="en-US" altLang="en-US" dirty="0"/>
              <a:t>Text strings without a scheme, such as www.bbc.co.uk, are not really valid URLs because the scheme is required. However, most browsers will accept such URLs if they are typed in by the user and will assume a scheme of http these cases.</a:t>
            </a:r>
          </a:p>
        </p:txBody>
      </p:sp>
      <p:sp>
        <p:nvSpPr>
          <p:cNvPr id="5" name="Slide Image Placeholder 4"/>
          <p:cNvSpPr>
            <a:spLocks noGrp="1" noRot="1" noChangeAspect="1"/>
          </p:cNvSpPr>
          <p:nvPr>
            <p:ph type="sldImg"/>
          </p:nvPr>
        </p:nvSpPr>
        <p:spPr>
          <a:xfrm>
            <a:off x="571500" y="581025"/>
            <a:ext cx="5715000" cy="3214688"/>
          </a:xfrm>
        </p:spPr>
        <p:txBody>
          <a:bodyPr/>
          <a:lstStyle/>
          <a:p>
            <a:endParaRPr lang="en-US"/>
          </a:p>
        </p:txBody>
      </p:sp>
    </p:spTree>
    <p:extLst>
      <p:ext uri="{BB962C8B-B14F-4D97-AF65-F5344CB8AC3E}">
        <p14:creationId xmlns:p14="http://schemas.microsoft.com/office/powerpoint/2010/main" val="32097716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body" idx="1"/>
          </p:nvPr>
        </p:nvSpPr>
        <p:spPr/>
        <p:txBody>
          <a:bodyPr/>
          <a:lstStyle/>
          <a:p>
            <a:r>
              <a:rPr lang="en-US" altLang="en-US" dirty="0"/>
              <a:t>The Web uses HTTP to retrieve documents, the URL format is:</a:t>
            </a:r>
          </a:p>
          <a:p>
            <a:r>
              <a:rPr lang="en-US" altLang="en-US" b="1" dirty="0"/>
              <a:t>http://Hostname[:Port]/Document-Path</a:t>
            </a:r>
          </a:p>
          <a:p>
            <a:r>
              <a:rPr lang="en-US" altLang="en-US" dirty="0"/>
              <a:t>The hostname is the textual name of the machine on the internet or Intranet. This name is usually resolved by a domain name server (DNS) into a numeric address. Numeric addresses can be used although this is less flexible as it doesn’t allow the server’s address to be changed without changing all the URLs which reference it.</a:t>
            </a:r>
          </a:p>
          <a:p>
            <a:r>
              <a:rPr lang="en-US" altLang="en-US" dirty="0"/>
              <a:t>Hostnames often begin with </a:t>
            </a:r>
            <a:r>
              <a:rPr lang="en-US" altLang="en-US" b="1" dirty="0"/>
              <a:t>www</a:t>
            </a:r>
            <a:r>
              <a:rPr lang="en-US" altLang="en-US" dirty="0"/>
              <a:t> although this is by no means essential. It’s just a convention which many sites adhere to.</a:t>
            </a:r>
          </a:p>
          <a:p>
            <a:r>
              <a:rPr lang="en-US" altLang="en-US" dirty="0"/>
              <a:t>The host name can be followed by a colon and a port number. Web servers normally use the “well-known” HTTP port number 80. This is the default value if no port is specified. A common alternative port number is 443, which is used by several security systems. Port number 8080 is another popular alternative as it allows a normal Unix users (not the administrator) to run a Web server.</a:t>
            </a:r>
          </a:p>
          <a:p>
            <a:r>
              <a:rPr lang="en-US" altLang="en-US" dirty="0"/>
              <a:t>The document path is the location of the resource under the Web server’s directory tree, the root of which may differ from that on the local machine. Posix (Unix) backslash characters are used as directory separators and the names are case-sensitive where this is important to the server’s file-system. Unix servers have case-sensitive file servers but Windows NT server’s don’t.</a:t>
            </a:r>
          </a:p>
          <a:p>
            <a:r>
              <a:rPr lang="en-US" altLang="en-US" dirty="0"/>
              <a:t>If the document path is omitted the URL is taken to refer to the home page for that site. The home page is very server-dependent and configuration-dependent, but often refers to a file such as </a:t>
            </a:r>
            <a:r>
              <a:rPr lang="en-US" altLang="en-US" b="1" dirty="0"/>
              <a:t>index.html</a:t>
            </a:r>
            <a:r>
              <a:rPr lang="en-US" altLang="en-US" dirty="0"/>
              <a:t> or </a:t>
            </a:r>
            <a:r>
              <a:rPr lang="en-US" altLang="en-US" b="1" dirty="0"/>
              <a:t>default.html</a:t>
            </a:r>
            <a:r>
              <a:rPr lang="en-US" altLang="en-US" dirty="0"/>
              <a:t>.</a:t>
            </a:r>
          </a:p>
        </p:txBody>
      </p:sp>
      <p:sp>
        <p:nvSpPr>
          <p:cNvPr id="5" name="Slide Image Placeholder 4"/>
          <p:cNvSpPr>
            <a:spLocks noGrp="1" noRot="1" noChangeAspect="1"/>
          </p:cNvSpPr>
          <p:nvPr>
            <p:ph type="sldImg"/>
          </p:nvPr>
        </p:nvSpPr>
        <p:spPr>
          <a:xfrm>
            <a:off x="571500" y="581025"/>
            <a:ext cx="5715000" cy="3214688"/>
          </a:xfrm>
        </p:spPr>
        <p:txBody>
          <a:bodyPr/>
          <a:lstStyle/>
          <a:p>
            <a:endParaRPr lang="en-US" dirty="0"/>
          </a:p>
        </p:txBody>
      </p:sp>
    </p:spTree>
    <p:extLst>
      <p:ext uri="{BB962C8B-B14F-4D97-AF65-F5344CB8AC3E}">
        <p14:creationId xmlns:p14="http://schemas.microsoft.com/office/powerpoint/2010/main" val="7272308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body" idx="1"/>
          </p:nvPr>
        </p:nvSpPr>
        <p:spPr/>
        <p:txBody>
          <a:bodyPr/>
          <a:lstStyle/>
          <a:p>
            <a:r>
              <a:rPr lang="en-US" altLang="en-US" dirty="0"/>
              <a:t>The core of the World Wide Web is the HyperText Transfer Protocol (HTTP). This is a lightweight application-level protocol which can be used to build hypermedia (e.g. Web) systems. It has been in use on the Web since 1990 and the current version is 1.1.</a:t>
            </a:r>
          </a:p>
          <a:p>
            <a:r>
              <a:rPr lang="en-US" altLang="en-US" dirty="0"/>
              <a:t>HTTP builds on a number of other Internet standards. Version 1.1 is not a rigid specification but more a documentation of current usage by today’s Web community. The specification is available from the W3 organisation at </a:t>
            </a:r>
            <a:r>
              <a:rPr lang="en-US" altLang="en-US" b="1" dirty="0"/>
              <a:t>http://www.w3.org</a:t>
            </a:r>
            <a:r>
              <a:rPr lang="en-US" altLang="en-US" dirty="0"/>
              <a:t>, along with other documentation of interest. </a:t>
            </a:r>
          </a:p>
          <a:p>
            <a:r>
              <a:rPr lang="en-US" altLang="en-US" dirty="0"/>
              <a:t>HTTP is based on TCP, a connection-based part of the TCP/IP stack, even though interactions follow a single request and single response mechanism which might appear better suited to datagram-based techniques such as UDP. The reason that TCP is used is because the response often carries a large amount of data, perhaps a document or even an audio or video clip, and TCP has the capacity to transfer large amounts of data reliably without complicating HTTP itself. </a:t>
            </a:r>
          </a:p>
          <a:p>
            <a:r>
              <a:rPr lang="en-US" altLang="en-US" dirty="0"/>
              <a:t>The request/response may pass through proxies or tunnels (e.g. SOCKS) en-route. It may even be gatewayed onto networks which are not TCP/IP based.</a:t>
            </a:r>
          </a:p>
          <a:p>
            <a:r>
              <a:rPr lang="en-US" altLang="en-US" dirty="0"/>
              <a:t>The HTTP protocol is said to be ‘stateless’, each request stands alone, with no information being retained about the previous request either in the browser or server. This is fine for simple document requests but is not ideal for a whole range of applications where a user’s identity must be tracked. There are a range of ad-hoc solutions to this problem.</a:t>
            </a:r>
          </a:p>
        </p:txBody>
      </p:sp>
      <p:sp>
        <p:nvSpPr>
          <p:cNvPr id="5" name="Slide Image Placeholder 4"/>
          <p:cNvSpPr>
            <a:spLocks noGrp="1" noRot="1" noChangeAspect="1"/>
          </p:cNvSpPr>
          <p:nvPr>
            <p:ph type="sldImg"/>
          </p:nvPr>
        </p:nvSpPr>
        <p:spPr>
          <a:xfrm>
            <a:off x="571500" y="581025"/>
            <a:ext cx="5715000" cy="3214688"/>
          </a:xfrm>
        </p:spPr>
        <p:txBody>
          <a:bodyPr/>
          <a:lstStyle/>
          <a:p>
            <a:endParaRPr lang="en-US" dirty="0"/>
          </a:p>
        </p:txBody>
      </p:sp>
    </p:spTree>
    <p:extLst>
      <p:ext uri="{BB962C8B-B14F-4D97-AF65-F5344CB8AC3E}">
        <p14:creationId xmlns:p14="http://schemas.microsoft.com/office/powerpoint/2010/main" val="21917119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body" idx="1"/>
          </p:nvPr>
        </p:nvSpPr>
        <p:spPr/>
        <p:txBody>
          <a:bodyPr/>
          <a:lstStyle/>
          <a:p>
            <a:r>
              <a:rPr lang="en-US" altLang="en-US" dirty="0"/>
              <a:t>HTTP is one of the many Internet protocols based on ASCII messages. Although not very efficient in terms of transmission bandwidth and machine parsing they are easy for humans to read and understand, a useful feature when testing servers.</a:t>
            </a:r>
          </a:p>
          <a:p>
            <a:r>
              <a:rPr lang="en-US" altLang="en-US" dirty="0"/>
              <a:t>Most communication is initiated by the client, a user agent such as Internet Explorer. The client establishes a connection with a server and sends a request consisting of a Method, a Uniform Resource Identifier (URI) and the HTTP protocol version, this is followed be a MIME-like message containing request modifiers and other client information. Note that a Carriage Return/Line Feed (CRLF) pair must always separate the MIME header from the body, even where both are null.</a:t>
            </a:r>
          </a:p>
          <a:p>
            <a:r>
              <a:rPr lang="en-US" altLang="en-US" dirty="0"/>
              <a:t>The server responds with a status line including the protocol version and an Internet standard error code, a MIME-like message then follows and contains the requested resource.</a:t>
            </a:r>
          </a:p>
          <a:p>
            <a:r>
              <a:rPr lang="en-US" altLang="en-US" dirty="0"/>
              <a:t>Readers should note that Web servers are sometimes referred to by the more generic name of HTTP servers because they really service HTTP requests as opposed to HTML based documents.</a:t>
            </a:r>
          </a:p>
        </p:txBody>
      </p:sp>
      <p:sp>
        <p:nvSpPr>
          <p:cNvPr id="5" name="Slide Image Placeholder 4"/>
          <p:cNvSpPr>
            <a:spLocks noGrp="1" noRot="1" noChangeAspect="1"/>
          </p:cNvSpPr>
          <p:nvPr>
            <p:ph type="sldImg"/>
          </p:nvPr>
        </p:nvSpPr>
        <p:spPr>
          <a:xfrm>
            <a:off x="571500" y="581025"/>
            <a:ext cx="5715000" cy="3214688"/>
          </a:xfrm>
        </p:spPr>
        <p:txBody>
          <a:bodyPr/>
          <a:lstStyle/>
          <a:p>
            <a:endParaRPr lang="en-US" dirty="0"/>
          </a:p>
        </p:txBody>
      </p:sp>
    </p:spTree>
    <p:extLst>
      <p:ext uri="{BB962C8B-B14F-4D97-AF65-F5344CB8AC3E}">
        <p14:creationId xmlns:p14="http://schemas.microsoft.com/office/powerpoint/2010/main" val="40758811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body" idx="1"/>
          </p:nvPr>
        </p:nvSpPr>
        <p:spPr/>
        <p:txBody>
          <a:bodyPr/>
          <a:lstStyle/>
          <a:p>
            <a:r>
              <a:rPr lang="en-US" altLang="en-US" dirty="0"/>
              <a:t>A method specifies the action to be performed on a resource. Three methods are commonly supported: </a:t>
            </a:r>
            <a:r>
              <a:rPr lang="en-US" altLang="en-US" b="1" dirty="0"/>
              <a:t>GET</a:t>
            </a:r>
            <a:r>
              <a:rPr lang="en-US" altLang="en-US" dirty="0"/>
              <a:t>, </a:t>
            </a:r>
            <a:r>
              <a:rPr lang="en-US" altLang="en-US" b="1" dirty="0"/>
              <a:t>HEAD</a:t>
            </a:r>
            <a:r>
              <a:rPr lang="en-US" altLang="en-US" dirty="0"/>
              <a:t> and </a:t>
            </a:r>
            <a:r>
              <a:rPr lang="en-US" altLang="en-US" b="1" dirty="0"/>
              <a:t>POST</a:t>
            </a:r>
            <a:r>
              <a:rPr lang="en-US" altLang="en-US" dirty="0"/>
              <a:t>. A </a:t>
            </a:r>
            <a:r>
              <a:rPr lang="en-US" altLang="en-US" b="1" dirty="0"/>
              <a:t>GET</a:t>
            </a:r>
            <a:r>
              <a:rPr lang="en-US" altLang="en-US" dirty="0"/>
              <a:t> method means retrieve whatever information is identified by the Request-URI. The Request-URI may be a script or program. The </a:t>
            </a:r>
            <a:r>
              <a:rPr lang="en-US" altLang="en-US" b="1" dirty="0"/>
              <a:t>HEAD</a:t>
            </a:r>
            <a:r>
              <a:rPr lang="en-US" altLang="en-US" dirty="0"/>
              <a:t> method gets header information about the Request-URI. It is used by proxy servers to determine whether the cached copy of a document should be updated. The </a:t>
            </a:r>
            <a:r>
              <a:rPr lang="en-US" altLang="en-US" b="1" dirty="0"/>
              <a:t>POST</a:t>
            </a:r>
            <a:r>
              <a:rPr lang="en-US" altLang="en-US" dirty="0"/>
              <a:t> method submits a stream of data to the resource identified by the URI. The action performed by the server is dependent on the URI but it can, for example, be used to submit HTML forms data to a server script.</a:t>
            </a:r>
          </a:p>
          <a:p>
            <a:r>
              <a:rPr lang="en-US" altLang="en-US" dirty="0"/>
              <a:t>URIs are formatted strings that identify a networked resource. HTTP servers can address a multiplicity of different resource types and this term is therefore more appropriate than file. Absolute-URIs are used with proxy servers and include the hostname or IP address of the origin server (the Web server where the resource is actually located). Request URIs are used with origin servers, a TCP connection is opened to the server and only the absolute path of the resource is transmitted, e.g.:</a:t>
            </a:r>
          </a:p>
          <a:p>
            <a:r>
              <a:rPr lang="en-US" altLang="en-US" b="1" dirty="0"/>
              <a:t>GET /pub/WWW/index.html HTTP/1.0</a:t>
            </a:r>
          </a:p>
          <a:p>
            <a:r>
              <a:rPr lang="en-US" altLang="en-US" dirty="0"/>
              <a:t>HTTP version numbers consist of a major and minor part. In general a greater minor number implies the addition of some field values which do not change the general message parsing algorithm. Major numbers are changed when the format of the message is altered. HTTP version 0.9 interactions are also called simple-requests, only the GET method is supported and MIME is not used. This form of request is discouraged as it doesn’t permit the server to identify the content type of the resource.</a:t>
            </a:r>
          </a:p>
        </p:txBody>
      </p:sp>
      <p:sp>
        <p:nvSpPr>
          <p:cNvPr id="5" name="Slide Image Placeholder 4"/>
          <p:cNvSpPr>
            <a:spLocks noGrp="1" noRot="1" noChangeAspect="1"/>
          </p:cNvSpPr>
          <p:nvPr>
            <p:ph type="sldImg"/>
          </p:nvPr>
        </p:nvSpPr>
        <p:spPr>
          <a:xfrm>
            <a:off x="571500" y="581025"/>
            <a:ext cx="5715000" cy="3214688"/>
          </a:xfrm>
        </p:spPr>
        <p:txBody>
          <a:bodyPr/>
          <a:lstStyle/>
          <a:p>
            <a:endParaRPr lang="en-US" dirty="0"/>
          </a:p>
        </p:txBody>
      </p:sp>
    </p:spTree>
    <p:extLst>
      <p:ext uri="{BB962C8B-B14F-4D97-AF65-F5344CB8AC3E}">
        <p14:creationId xmlns:p14="http://schemas.microsoft.com/office/powerpoint/2010/main" val="26611900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body" idx="1"/>
          </p:nvPr>
        </p:nvSpPr>
        <p:spPr/>
        <p:txBody>
          <a:bodyPr/>
          <a:lstStyle/>
          <a:p>
            <a:r>
              <a:rPr lang="en-US" altLang="en-US" dirty="0"/>
              <a:t>After the server has received and interpreted the client request message, it returns an HTTP response message. If the client sent a simple-request only a simple-response will be returned. A simple-response will also be returned where the server supports only HTTP version 0.9.</a:t>
            </a:r>
          </a:p>
          <a:p>
            <a:r>
              <a:rPr lang="en-US" altLang="en-US" dirty="0"/>
              <a:t>The first line of a full-response (HTTP version 1.x) is a status line. This identifies the version number and includes a status code and phrase which follow the usual three letter Internet server format. The reason phrase is a textual representation of the code.</a:t>
            </a:r>
          </a:p>
          <a:p>
            <a:r>
              <a:rPr lang="en-US" altLang="en-US" dirty="0"/>
              <a:t>A MIME-like message follows. This consists of various header fields separated from the message body by a Carriage Return/Line Feed (CRLF) pair. The MIME message is normally generated by the Web server, the header information describes aspects of the document such as an expiry date. The message body contains the requested resource. Where the resource is an HTML file the header information can be modified using the </a:t>
            </a:r>
            <a:r>
              <a:rPr lang="en-US" altLang="en-US" b="1" dirty="0"/>
              <a:t>&lt;meta&gt; </a:t>
            </a:r>
            <a:r>
              <a:rPr lang="en-US" altLang="en-US" dirty="0"/>
              <a:t>tag.</a:t>
            </a:r>
          </a:p>
          <a:p>
            <a:r>
              <a:rPr lang="en-US" altLang="en-US" dirty="0"/>
              <a:t>The MIME message can also be generated dynamically where the resource is a backend server script. These scripts often use some information supplied by the client and may interact with other programs running on the Web server. They must generate a valid MIME message as a response, complete with appropriate header fields. It is therefore necessary to have some knowledge the MIME message format to write scripts.</a:t>
            </a:r>
          </a:p>
        </p:txBody>
      </p:sp>
      <p:sp>
        <p:nvSpPr>
          <p:cNvPr id="5" name="Slide Image Placeholder 4"/>
          <p:cNvSpPr>
            <a:spLocks noGrp="1" noRot="1" noChangeAspect="1"/>
          </p:cNvSpPr>
          <p:nvPr>
            <p:ph type="sldImg"/>
          </p:nvPr>
        </p:nvSpPr>
        <p:spPr>
          <a:xfrm>
            <a:off x="571500" y="581025"/>
            <a:ext cx="5715000" cy="3214688"/>
          </a:xfrm>
        </p:spPr>
        <p:txBody>
          <a:bodyPr/>
          <a:lstStyle/>
          <a:p>
            <a:endParaRPr lang="en-US" dirty="0"/>
          </a:p>
        </p:txBody>
      </p:sp>
    </p:spTree>
    <p:extLst>
      <p:ext uri="{BB962C8B-B14F-4D97-AF65-F5344CB8AC3E}">
        <p14:creationId xmlns:p14="http://schemas.microsoft.com/office/powerpoint/2010/main" val="26146216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body" idx="1"/>
          </p:nvPr>
        </p:nvSpPr>
        <p:spPr/>
        <p:txBody>
          <a:bodyPr/>
          <a:lstStyle/>
          <a:p>
            <a:r>
              <a:rPr lang="en-US" altLang="en-US" dirty="0"/>
              <a:t>Rather than build its own multimedia messaging capabilities, HTTP augments the Multipurpose Internet Mail Extensions (MIME) defined in RFC 1521. MIME is itself based on the Internet mail message format defined by RFC 822. MIME is a flexible message format devised for sending multimedia objects over Internet mail. HTTP has a few features that are different from those described in RFC 1521. In particular there is no need to transmit the message body as 7-bit ASCII data as required by some Email systems.</a:t>
            </a:r>
          </a:p>
          <a:p>
            <a:r>
              <a:rPr lang="en-US" altLang="en-US" dirty="0"/>
              <a:t>The MIME message consists of a header, this is made up of a number of colon separated fields. The simplest document consists of nothing more than a Content-Type line followed by a CRLF pair and the message body. The Content-Type header line identifies the data in the body and consists of a type and subtype field such as </a:t>
            </a:r>
            <a:r>
              <a:rPr lang="en-US" altLang="en-US" b="1" dirty="0"/>
              <a:t>Content-Type: text/html.</a:t>
            </a:r>
          </a:p>
          <a:p>
            <a:r>
              <a:rPr lang="en-US" altLang="en-US" dirty="0"/>
              <a:t>This field is used by the browser to select the appropriate application to display the returned data. Official content types are defined by the Internet Assigned Numbers Authority (IANA) and the list is growing all the time. Experimental content types are normally preceded by the letters x- although as browser and server can negotiate acceptable types this is not enforced.</a:t>
            </a:r>
          </a:p>
          <a:p>
            <a:r>
              <a:rPr lang="en-US" altLang="en-US" dirty="0"/>
              <a:t>MIME defines a multipart message type. The message body may then consist of multiple MIME messages each containing a header specifying the type of body data. HTTP usage differs from RFC 1521 in that each sub-message can contain a full set of HTTP header fields, not just a content field. Netscape used multipart messages as part of the client pull/server push feature for streaming data.</a:t>
            </a:r>
          </a:p>
          <a:p>
            <a:endParaRPr lang="en-US" altLang="en-US" dirty="0"/>
          </a:p>
        </p:txBody>
      </p:sp>
      <p:sp>
        <p:nvSpPr>
          <p:cNvPr id="5" name="Slide Image Placeholder 4"/>
          <p:cNvSpPr>
            <a:spLocks noGrp="1" noRot="1" noChangeAspect="1"/>
          </p:cNvSpPr>
          <p:nvPr>
            <p:ph type="sldImg"/>
          </p:nvPr>
        </p:nvSpPr>
        <p:spPr>
          <a:xfrm>
            <a:off x="571500" y="581025"/>
            <a:ext cx="5715000" cy="3214688"/>
          </a:xfrm>
        </p:spPr>
        <p:txBody>
          <a:bodyPr/>
          <a:lstStyle/>
          <a:p>
            <a:endParaRPr lang="en-US" dirty="0"/>
          </a:p>
        </p:txBody>
      </p:sp>
    </p:spTree>
    <p:extLst>
      <p:ext uri="{BB962C8B-B14F-4D97-AF65-F5344CB8AC3E}">
        <p14:creationId xmlns:p14="http://schemas.microsoft.com/office/powerpoint/2010/main" val="22734370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body" idx="1"/>
          </p:nvPr>
        </p:nvSpPr>
        <p:spPr/>
        <p:txBody>
          <a:bodyPr/>
          <a:lstStyle/>
          <a:p>
            <a:r>
              <a:rPr lang="en-GB" altLang="en-US" dirty="0"/>
              <a:t>Why do we require security?</a:t>
            </a:r>
          </a:p>
          <a:p>
            <a:r>
              <a:rPr lang="en-GB" altLang="en-US" dirty="0"/>
              <a:t>There are three basic points that we need to consider:</a:t>
            </a:r>
          </a:p>
          <a:p>
            <a:r>
              <a:rPr lang="en-GB" altLang="en-US" dirty="0"/>
              <a:t>Eavesdropping - Network communications are typically not secure, particularly not in an Internet environment, where any number of unknown and unaudited networks could be transporting data between the client and server.</a:t>
            </a:r>
          </a:p>
          <a:p>
            <a:r>
              <a:rPr lang="en-GB" altLang="en-US" dirty="0"/>
              <a:t>Modification and Fabrication - Even with encrypted data it is still possible that someone might insert new data into the communications stream between a client and server and attempt to subvert our communications.</a:t>
            </a:r>
          </a:p>
          <a:p>
            <a:r>
              <a:rPr lang="en-GB" altLang="en-US" dirty="0"/>
              <a:t>Impersonation - Hacker’s or malicious users might impersonate a different system or user in order to gain access to resources that they are not entitled to reach.</a:t>
            </a:r>
          </a:p>
          <a:p>
            <a:endParaRPr lang="en-GB" altLang="en-US" dirty="0"/>
          </a:p>
          <a:p>
            <a:endParaRPr lang="en-GB" altLang="en-US" dirty="0"/>
          </a:p>
        </p:txBody>
      </p:sp>
      <p:sp>
        <p:nvSpPr>
          <p:cNvPr id="5" name="Slide Image Placeholder 4"/>
          <p:cNvSpPr>
            <a:spLocks noGrp="1" noRot="1" noChangeAspect="1"/>
          </p:cNvSpPr>
          <p:nvPr>
            <p:ph type="sldImg"/>
          </p:nvPr>
        </p:nvSpPr>
        <p:spPr>
          <a:xfrm>
            <a:off x="571500" y="581025"/>
            <a:ext cx="5715000" cy="3214688"/>
          </a:xfrm>
        </p:spPr>
        <p:txBody>
          <a:bodyPr/>
          <a:lstStyle/>
          <a:p>
            <a:endParaRPr lang="en-US" dirty="0"/>
          </a:p>
        </p:txBody>
      </p:sp>
    </p:spTree>
    <p:extLst>
      <p:ext uri="{BB962C8B-B14F-4D97-AF65-F5344CB8AC3E}">
        <p14:creationId xmlns:p14="http://schemas.microsoft.com/office/powerpoint/2010/main" val="18917312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txBody>
          <a:bodyPr/>
          <a:lstStyle/>
          <a:p>
            <a:endParaRPr lang="en-US" dirty="0"/>
          </a:p>
        </p:txBody>
      </p:sp>
      <p:sp>
        <p:nvSpPr>
          <p:cNvPr id="3" name="Notes Placeholder 2"/>
          <p:cNvSpPr>
            <a:spLocks noGrp="1"/>
          </p:cNvSpPr>
          <p:nvPr>
            <p:ph type="body" idx="1"/>
          </p:nvPr>
        </p:nvSpPr>
        <p:spPr/>
        <p:txBody>
          <a:bodyPr/>
          <a:lstStyle/>
          <a:p>
            <a:r>
              <a:rPr lang="en-US" altLang="en-US" dirty="0"/>
              <a:t>HTML describes the structure of the document and has the ability to make links to other resources. Structural markup differs from presentational markup embodied by languages such as PostScript in that the meaning and importance of elements within a document is specified, as opposed to their page location, font type and size. With HTML the actual rendering decisions are left to the display software which will use whatever resources are available locally, be that a high resolution bit mapped screen, text only or even audio or Braille output.</a:t>
            </a:r>
          </a:p>
          <a:p>
            <a:r>
              <a:rPr lang="en-US" altLang="en-US" dirty="0"/>
              <a:t>Publishers have long used a similar technique with documents to be sent to printers. To assist this process a language called SGML (Standard Generalised Markup Language) has been developed. HTML is defined in terms of an SGML Document Type Definition (DTD).  SGML applications can use this definition to validate HTML documents.</a:t>
            </a:r>
          </a:p>
          <a:p>
            <a:r>
              <a:rPr lang="en-US" altLang="en-US" dirty="0"/>
              <a:t>All modern browsers boast broad support for HTML5, but we have legacy browsers to support and vary degrees of support across the different browsers for the various HTML5 APIs.</a:t>
            </a:r>
          </a:p>
          <a:p>
            <a:endParaRPr lang="en-GB" dirty="0"/>
          </a:p>
        </p:txBody>
      </p:sp>
    </p:spTree>
    <p:extLst>
      <p:ext uri="{BB962C8B-B14F-4D97-AF65-F5344CB8AC3E}">
        <p14:creationId xmlns:p14="http://schemas.microsoft.com/office/powerpoint/2010/main" val="19279866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txBody>
          <a:bodyPr/>
          <a:lstStyle/>
          <a:p>
            <a:endParaRPr lang="en-US" dirty="0"/>
          </a:p>
        </p:txBody>
      </p:sp>
      <p:sp>
        <p:nvSpPr>
          <p:cNvPr id="3" name="Notes Placeholder 2"/>
          <p:cNvSpPr>
            <a:spLocks noGrp="1"/>
          </p:cNvSpPr>
          <p:nvPr>
            <p:ph type="body" idx="1"/>
          </p:nvPr>
        </p:nvSpPr>
        <p:spPr/>
        <p:txBody>
          <a:bodyPr/>
          <a:lstStyle/>
          <a:p>
            <a:r>
              <a:rPr lang="en-US" altLang="en-US" dirty="0"/>
              <a:t>HTML distinguishes between text and tags. Tags can be easily seen because they are enclosed in angle brackets (</a:t>
            </a:r>
            <a:r>
              <a:rPr lang="en-US" altLang="en-US" b="1" dirty="0"/>
              <a:t>&lt;</a:t>
            </a:r>
            <a:r>
              <a:rPr lang="en-US" altLang="en-US" dirty="0"/>
              <a:t> and </a:t>
            </a:r>
            <a:r>
              <a:rPr lang="en-US" altLang="en-US" b="1" dirty="0"/>
              <a:t>&gt;</a:t>
            </a:r>
            <a:r>
              <a:rPr lang="en-US" altLang="en-US" dirty="0"/>
              <a:t>). Many (not all) tags appear in pairs which act as containers. The terminating tag uses a forward slash (</a:t>
            </a:r>
            <a:r>
              <a:rPr lang="en-US" altLang="en-US" b="1" dirty="0"/>
              <a:t>/</a:t>
            </a:r>
            <a:r>
              <a:rPr lang="en-US" altLang="en-US" dirty="0"/>
              <a:t>) character immediately after the opening angle bracket.</a:t>
            </a:r>
          </a:p>
          <a:p>
            <a:r>
              <a:rPr lang="en-US" altLang="en-US" dirty="0"/>
              <a:t>Tag names are not case sensitive, so </a:t>
            </a:r>
            <a:r>
              <a:rPr lang="en-US" altLang="en-US" b="1" dirty="0"/>
              <a:t>&lt;BODY&gt;</a:t>
            </a:r>
            <a:r>
              <a:rPr lang="en-US" altLang="en-US" dirty="0"/>
              <a:t> and </a:t>
            </a:r>
            <a:r>
              <a:rPr lang="en-US" altLang="en-US" b="1" dirty="0"/>
              <a:t>&lt;body&gt;</a:t>
            </a:r>
            <a:r>
              <a:rPr lang="en-US" altLang="en-US" dirty="0"/>
              <a:t> are exactly equivalent although lower-case is now expected. Any text not in tags is literal text which the browser will interpret as a document’s content, appearing on the browser’s screen. The non-tag text in the document is displayed without change, except that carriage returns in the HTML are treated like spaces. If you want to insert a line break in the document, there are tags designed for this purpose, one of which is </a:t>
            </a:r>
            <a:r>
              <a:rPr lang="en-US" altLang="en-US" b="1" dirty="0"/>
              <a:t>&lt;br&gt;</a:t>
            </a:r>
            <a:r>
              <a:rPr lang="en-US" altLang="en-US" dirty="0"/>
              <a:t>. </a:t>
            </a:r>
          </a:p>
          <a:p>
            <a:r>
              <a:rPr lang="en-US" altLang="en-US" dirty="0"/>
              <a:t>An HTML document is divided into three sections: the prolog, the head and the body. The Prolog identifies the HTML specification that the document conforms to. This is done with the </a:t>
            </a:r>
            <a:r>
              <a:rPr lang="en-US" altLang="en-US" b="1" dirty="0"/>
              <a:t>!DOCTYPE</a:t>
            </a:r>
            <a:r>
              <a:rPr lang="en-US" altLang="en-US" dirty="0"/>
              <a:t> directive. The outermost pair of tags, after the prolog, will be </a:t>
            </a:r>
            <a:r>
              <a:rPr lang="en-US" altLang="en-US" b="1" dirty="0"/>
              <a:t>&lt;html&gt;</a:t>
            </a:r>
            <a:r>
              <a:rPr lang="en-US" altLang="en-US" dirty="0"/>
              <a:t> and </a:t>
            </a:r>
            <a:r>
              <a:rPr lang="en-US" altLang="en-US" b="1" dirty="0"/>
              <a:t>&lt;/html&gt;</a:t>
            </a:r>
            <a:r>
              <a:rPr lang="en-US" altLang="en-US" dirty="0"/>
              <a:t>. Within this section the document has the head and body, which, respectively, defines document header information and document content. The head section must contain at least a title, using the </a:t>
            </a:r>
            <a:r>
              <a:rPr lang="en-US" altLang="en-US" b="1" dirty="0"/>
              <a:t>&lt;title&gt;</a:t>
            </a:r>
            <a:r>
              <a:rPr lang="en-US" altLang="en-US" dirty="0"/>
              <a:t> container.</a:t>
            </a:r>
          </a:p>
          <a:p>
            <a:endParaRPr lang="en-GB" dirty="0"/>
          </a:p>
        </p:txBody>
      </p:sp>
    </p:spTree>
    <p:extLst>
      <p:ext uri="{BB962C8B-B14F-4D97-AF65-F5344CB8AC3E}">
        <p14:creationId xmlns:p14="http://schemas.microsoft.com/office/powerpoint/2010/main" val="35380559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739775">
              <a:tabLst/>
            </a:pPr>
            <a:endParaRPr lang="en-GB" altLang="en-US" dirty="0">
              <a:latin typeface="Arial" panose="020B0604020202020204" pitchFamily="34" charset="0"/>
              <a:cs typeface="Arial" panose="020B0604020202020204" pitchFamily="34" charset="0"/>
            </a:endParaRPr>
          </a:p>
        </p:txBody>
      </p:sp>
      <p:sp>
        <p:nvSpPr>
          <p:cNvPr id="16387" name="Slide"/>
          <p:cNvSpPr>
            <a:spLocks noGrp="1" noRot="1" noChangeAspect="1" noChangeArrowheads="1" noTextEdit="1"/>
          </p:cNvSpPr>
          <p:nvPr>
            <p:ph type="sldImg" idx="2"/>
          </p:nvPr>
        </p:nvSpPr>
        <p:spPr>
          <a:xfrm>
            <a:off x="571500" y="581025"/>
            <a:ext cx="5715000" cy="3216275"/>
          </a:xfrm>
          <a:ln/>
        </p:spPr>
        <p:txBody>
          <a:bodyPr/>
          <a:lstStyle/>
          <a:p>
            <a:endParaRPr lang="en-US" dirty="0"/>
          </a:p>
        </p:txBody>
      </p:sp>
    </p:spTree>
    <p:extLst>
      <p:ext uri="{BB962C8B-B14F-4D97-AF65-F5344CB8AC3E}">
        <p14:creationId xmlns:p14="http://schemas.microsoft.com/office/powerpoint/2010/main" val="38738995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body" idx="1"/>
          </p:nvPr>
        </p:nvSpPr>
        <p:spPr/>
        <p:txBody>
          <a:bodyPr/>
          <a:lstStyle/>
          <a:p>
            <a:r>
              <a:rPr lang="en-US" altLang="en-US"/>
              <a:t>Many tags have additional attributes which specify various options. Some attributes are required. Many are optional and have default values if not supplied. </a:t>
            </a:r>
          </a:p>
          <a:p>
            <a:r>
              <a:rPr lang="en-US" altLang="en-US"/>
              <a:t>Attribute values are usually enclosed in quotes. Quoting is not usually necessary unless the attribute value contains more than one word. In later technologies, such as XML (see later), attribute values must be enclosed in quotes at all times.</a:t>
            </a:r>
            <a:endParaRPr lang="en-US" altLang="en-US" dirty="0"/>
          </a:p>
        </p:txBody>
      </p:sp>
      <p:sp>
        <p:nvSpPr>
          <p:cNvPr id="3" name="Slide Image Placeholder 2"/>
          <p:cNvSpPr>
            <a:spLocks noGrp="1" noRot="1" noChangeAspect="1"/>
          </p:cNvSpPr>
          <p:nvPr>
            <p:ph type="sldImg"/>
          </p:nvPr>
        </p:nvSpPr>
        <p:spPr>
          <a:xfrm>
            <a:off x="571500" y="581025"/>
            <a:ext cx="5715000" cy="3216275"/>
          </a:xfrm>
        </p:spPr>
        <p:txBody>
          <a:bodyPr/>
          <a:lstStyle/>
          <a:p>
            <a:endParaRPr lang="en-US"/>
          </a:p>
        </p:txBody>
      </p:sp>
    </p:spTree>
    <p:extLst>
      <p:ext uri="{BB962C8B-B14F-4D97-AF65-F5344CB8AC3E}">
        <p14:creationId xmlns:p14="http://schemas.microsoft.com/office/powerpoint/2010/main" val="4220589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body" idx="1"/>
          </p:nvPr>
        </p:nvSpPr>
        <p:spPr/>
        <p:txBody>
          <a:bodyPr/>
          <a:lstStyle/>
          <a:p>
            <a:r>
              <a:rPr lang="en-US" altLang="en-US"/>
              <a:t>A document can be annotated with the Comment element, denoted by &lt;!--. Comments can appear in any section. Text within the comment is generally ignored by the browser. The --&gt; string is treated as the end of a comment, therefore comments cannot be nested.</a:t>
            </a:r>
          </a:p>
          <a:p>
            <a:r>
              <a:rPr lang="en-US" altLang="en-US"/>
              <a:t>Comments may be as long as you wish, but bear in mind that they are downloaded by the server to the client even though they are not displayed on screen. Long comments make for wasted bandwidth.</a:t>
            </a:r>
          </a:p>
        </p:txBody>
      </p:sp>
      <p:sp>
        <p:nvSpPr>
          <p:cNvPr id="3" name="Slide Image Placeholder 2"/>
          <p:cNvSpPr>
            <a:spLocks noGrp="1" noRot="1" noChangeAspect="1"/>
          </p:cNvSpPr>
          <p:nvPr>
            <p:ph type="sldImg"/>
          </p:nvPr>
        </p:nvSpPr>
        <p:spPr>
          <a:xfrm>
            <a:off x="571500" y="581025"/>
            <a:ext cx="5715000" cy="3216275"/>
          </a:xfrm>
        </p:spPr>
        <p:txBody>
          <a:bodyPr/>
          <a:lstStyle/>
          <a:p>
            <a:endParaRPr lang="en-US"/>
          </a:p>
        </p:txBody>
      </p:sp>
    </p:spTree>
    <p:extLst>
      <p:ext uri="{BB962C8B-B14F-4D97-AF65-F5344CB8AC3E}">
        <p14:creationId xmlns:p14="http://schemas.microsoft.com/office/powerpoint/2010/main" val="15969376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txBody>
          <a:bodyPr/>
          <a:lstStyle/>
          <a:p>
            <a:endParaRPr lang="en-US"/>
          </a:p>
        </p:txBody>
      </p:sp>
      <p:sp>
        <p:nvSpPr>
          <p:cNvPr id="3" name="Notes Placeholder 2"/>
          <p:cNvSpPr>
            <a:spLocks noGrp="1"/>
          </p:cNvSpPr>
          <p:nvPr>
            <p:ph type="body" idx="1"/>
          </p:nvPr>
        </p:nvSpPr>
        <p:spPr/>
        <p:txBody>
          <a:bodyPr/>
          <a:lstStyle/>
          <a:p>
            <a:r>
              <a:rPr lang="en-US" altLang="en-US" dirty="0"/>
              <a:t>Containers may be nested but may not overlap. For example, this is correct:</a:t>
            </a:r>
          </a:p>
          <a:p>
            <a:r>
              <a:rPr lang="en-US" altLang="en-US" b="1" dirty="0"/>
              <a:t>&lt;p&gt;This text is a paragraph containing &lt;b&gt;bold&lt;/b&gt; and &lt;</a:t>
            </a:r>
            <a:r>
              <a:rPr lang="en-US" altLang="en-US" b="1" dirty="0" err="1"/>
              <a:t>i</a:t>
            </a:r>
            <a:r>
              <a:rPr lang="en-US" altLang="en-US" b="1" dirty="0"/>
              <a:t>&gt;italic&lt;/</a:t>
            </a:r>
            <a:r>
              <a:rPr lang="en-US" altLang="en-US" b="1" dirty="0" err="1"/>
              <a:t>i</a:t>
            </a:r>
            <a:r>
              <a:rPr lang="en-US" altLang="en-US" b="1" dirty="0"/>
              <a:t>&gt; text. Some words are both &lt;b&gt;&lt;</a:t>
            </a:r>
            <a:r>
              <a:rPr lang="en-US" altLang="en-US" b="1" dirty="0" err="1"/>
              <a:t>i</a:t>
            </a:r>
            <a:r>
              <a:rPr lang="en-US" altLang="en-US" b="1" dirty="0"/>
              <a:t>&gt;bold and italic&lt;/</a:t>
            </a:r>
            <a:r>
              <a:rPr lang="en-US" altLang="en-US" b="1" dirty="0" err="1"/>
              <a:t>i</a:t>
            </a:r>
            <a:r>
              <a:rPr lang="en-US" altLang="en-US" b="1" dirty="0"/>
              <a:t>&gt;&lt;/b&gt;.&lt;/p&gt;</a:t>
            </a:r>
            <a:endParaRPr lang="en-US" altLang="en-US" dirty="0"/>
          </a:p>
          <a:p>
            <a:r>
              <a:rPr lang="en-US" altLang="en-US" dirty="0"/>
              <a:t>This is incorrect, because the closing </a:t>
            </a:r>
            <a:r>
              <a:rPr lang="en-US" altLang="en-US" b="1" dirty="0"/>
              <a:t>&lt;/b&gt;</a:t>
            </a:r>
            <a:r>
              <a:rPr lang="en-US" altLang="en-US" dirty="0"/>
              <a:t> tag occurs in the middle of a </a:t>
            </a:r>
            <a:r>
              <a:rPr lang="en-US" altLang="en-US" b="1" dirty="0"/>
              <a:t>&lt;</a:t>
            </a:r>
            <a:r>
              <a:rPr lang="en-US" altLang="en-US" b="1" dirty="0" err="1"/>
              <a:t>i</a:t>
            </a:r>
            <a:r>
              <a:rPr lang="en-US" altLang="en-US" b="1" dirty="0"/>
              <a:t>&gt;</a:t>
            </a:r>
            <a:r>
              <a:rPr lang="en-US" altLang="en-US" dirty="0"/>
              <a:t> … </a:t>
            </a:r>
            <a:r>
              <a:rPr lang="en-US" altLang="en-US" b="1" dirty="0"/>
              <a:t>&lt;/</a:t>
            </a:r>
            <a:r>
              <a:rPr lang="en-US" altLang="en-US" b="1" dirty="0" err="1"/>
              <a:t>i</a:t>
            </a:r>
            <a:r>
              <a:rPr lang="en-US" altLang="en-US" b="1" dirty="0"/>
              <a:t>&gt;</a:t>
            </a:r>
            <a:r>
              <a:rPr lang="en-US" altLang="en-US" dirty="0"/>
              <a:t> block.</a:t>
            </a:r>
          </a:p>
          <a:p>
            <a:r>
              <a:rPr lang="en-US" altLang="en-US" b="1" dirty="0"/>
              <a:t>&lt;p&gt;The &lt;b&gt;quick brown &lt;</a:t>
            </a:r>
            <a:r>
              <a:rPr lang="en-US" altLang="en-US" b="1" dirty="0" err="1"/>
              <a:t>i</a:t>
            </a:r>
            <a:r>
              <a:rPr lang="en-US" altLang="en-US" b="1" dirty="0"/>
              <a:t>&gt;fox&lt;/b&gt; jumps over the&lt;/</a:t>
            </a:r>
            <a:r>
              <a:rPr lang="en-US" altLang="en-US" b="1" dirty="0" err="1"/>
              <a:t>i</a:t>
            </a:r>
            <a:r>
              <a:rPr lang="en-US" altLang="en-US" b="1" dirty="0"/>
              <a:t>&gt; lazy dog.&lt;/p&gt;</a:t>
            </a:r>
          </a:p>
          <a:p>
            <a:endParaRPr lang="en-GB" dirty="0"/>
          </a:p>
        </p:txBody>
      </p:sp>
    </p:spTree>
    <p:extLst>
      <p:ext uri="{BB962C8B-B14F-4D97-AF65-F5344CB8AC3E}">
        <p14:creationId xmlns:p14="http://schemas.microsoft.com/office/powerpoint/2010/main" val="21160175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txBody>
          <a:bodyPr/>
          <a:lstStyle/>
          <a:p>
            <a:endParaRPr lang="en-US"/>
          </a:p>
        </p:txBody>
      </p:sp>
      <p:sp>
        <p:nvSpPr>
          <p:cNvPr id="3" name="Notes Placeholder 2"/>
          <p:cNvSpPr>
            <a:spLocks noGrp="1"/>
          </p:cNvSpPr>
          <p:nvPr>
            <p:ph type="body" idx="1"/>
          </p:nvPr>
        </p:nvSpPr>
        <p:spPr/>
        <p:txBody>
          <a:bodyPr/>
          <a:lstStyle/>
          <a:p>
            <a:r>
              <a:rPr lang="en-US" altLang="en-US" dirty="0"/>
              <a:t>Since the angle brackets (</a:t>
            </a:r>
            <a:r>
              <a:rPr lang="en-US" altLang="en-US" b="1" dirty="0"/>
              <a:t>&lt;</a:t>
            </a:r>
            <a:r>
              <a:rPr lang="en-US" altLang="en-US" dirty="0"/>
              <a:t> and </a:t>
            </a:r>
            <a:r>
              <a:rPr lang="en-US" altLang="en-US" b="1" dirty="0"/>
              <a:t>&gt;</a:t>
            </a:r>
            <a:r>
              <a:rPr lang="en-US" altLang="en-US" dirty="0"/>
              <a:t>) have a special meaning to HTML, how can they be displayed as part of a document’s contents? HTML provides an escape mechanism for specifying special characters. These escapes are called character entities. </a:t>
            </a:r>
          </a:p>
          <a:p>
            <a:r>
              <a:rPr lang="en-US" altLang="en-US" dirty="0"/>
              <a:t>These begin with an ampersand, this is followed by the decimal index in the character set or a name and terminated by a semicolon.</a:t>
            </a:r>
          </a:p>
          <a:p>
            <a:r>
              <a:rPr lang="en-US" altLang="en-US" dirty="0"/>
              <a:t>The most common (and standard) entities are:</a:t>
            </a:r>
          </a:p>
          <a:p>
            <a:r>
              <a:rPr lang="en-US" altLang="en-US" b="1" dirty="0"/>
              <a:t>&lt;	&amp;</a:t>
            </a:r>
            <a:r>
              <a:rPr lang="en-US" altLang="en-US" b="1" dirty="0" err="1"/>
              <a:t>lt</a:t>
            </a:r>
            <a:r>
              <a:rPr lang="en-US" altLang="en-US" b="1" dirty="0"/>
              <a:t>;</a:t>
            </a:r>
          </a:p>
          <a:p>
            <a:r>
              <a:rPr lang="en-US" altLang="en-US" b="1" dirty="0"/>
              <a:t>&gt;	&amp;</a:t>
            </a:r>
            <a:r>
              <a:rPr lang="en-US" altLang="en-US" b="1" dirty="0" err="1"/>
              <a:t>gt</a:t>
            </a:r>
            <a:r>
              <a:rPr lang="en-US" altLang="en-US" b="1" dirty="0"/>
              <a:t>;</a:t>
            </a:r>
          </a:p>
          <a:p>
            <a:r>
              <a:rPr lang="en-US" altLang="en-US" b="1" dirty="0"/>
              <a:t>&amp;	&amp;amp;</a:t>
            </a:r>
          </a:p>
          <a:p>
            <a:r>
              <a:rPr lang="en-US" altLang="en-US" b="1" dirty="0"/>
              <a:t>"	&amp;</a:t>
            </a:r>
            <a:r>
              <a:rPr lang="en-US" altLang="en-US" b="1" dirty="0" err="1"/>
              <a:t>quot</a:t>
            </a:r>
            <a:r>
              <a:rPr lang="en-US" altLang="en-US" b="1" dirty="0"/>
              <a:t>;</a:t>
            </a:r>
            <a:endParaRPr lang="en-US" altLang="en-US" dirty="0"/>
          </a:p>
          <a:p>
            <a:r>
              <a:rPr lang="en-US" altLang="en-US" dirty="0"/>
              <a:t>There are also a number of character entities for expressing special or uncommon characters outside the conventional ASCII 7-bit character set. This is necessary because different operating systems encode these characters in different ways, and HTML strives to be portable. The US ASCII or ISO-8859-1 character set is used. This has characters for most European alphabets. Where the keyboard doesn’t provide a character, or where the character may be interpreted as part of the markup, a character entity must be used. For example the “e acute” character (é) is entered as </a:t>
            </a:r>
            <a:r>
              <a:rPr lang="en-US" altLang="en-US" b="1" dirty="0"/>
              <a:t>&amp;#233;</a:t>
            </a:r>
            <a:r>
              <a:rPr lang="en-US" altLang="en-US" dirty="0"/>
              <a:t> or as </a:t>
            </a:r>
            <a:r>
              <a:rPr lang="en-US" altLang="en-US" b="1" dirty="0"/>
              <a:t>&amp;</a:t>
            </a:r>
            <a:r>
              <a:rPr lang="en-US" altLang="en-US" b="1" dirty="0" err="1"/>
              <a:t>eacute</a:t>
            </a:r>
            <a:r>
              <a:rPr lang="en-US" altLang="en-US" b="1" dirty="0"/>
              <a:t>;</a:t>
            </a:r>
          </a:p>
          <a:p>
            <a:r>
              <a:rPr lang="en-US" altLang="en-US" dirty="0"/>
              <a:t>Windows character map can give you the codes for special characters so you don’t have to remember them.</a:t>
            </a:r>
          </a:p>
          <a:p>
            <a:endParaRPr lang="en-US" altLang="en-US" dirty="0"/>
          </a:p>
          <a:p>
            <a:endParaRPr lang="en-GB" dirty="0"/>
          </a:p>
        </p:txBody>
      </p:sp>
    </p:spTree>
    <p:extLst>
      <p:ext uri="{BB962C8B-B14F-4D97-AF65-F5344CB8AC3E}">
        <p14:creationId xmlns:p14="http://schemas.microsoft.com/office/powerpoint/2010/main" val="300351948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txBody>
          <a:bodyPr/>
          <a:lstStyle/>
          <a:p>
            <a:endParaRPr lang="en-US"/>
          </a:p>
        </p:txBody>
      </p:sp>
      <p:sp>
        <p:nvSpPr>
          <p:cNvPr id="3" name="Notes Placeholder 2"/>
          <p:cNvSpPr>
            <a:spLocks noGrp="1"/>
          </p:cNvSpPr>
          <p:nvPr>
            <p:ph type="body" idx="1"/>
          </p:nvPr>
        </p:nvSpPr>
        <p:spPr/>
        <p:txBody>
          <a:bodyPr/>
          <a:lstStyle/>
          <a:p>
            <a:r>
              <a:rPr lang="en-GB" altLang="en-US" noProof="0" dirty="0"/>
              <a:t>A browser will try to make sense of HTML no matter how many syntax errors it has, although they may have different ways of recovering from incorrect HTML.</a:t>
            </a:r>
          </a:p>
          <a:p>
            <a:r>
              <a:rPr lang="en-GB" altLang="en-US" noProof="0" dirty="0"/>
              <a:t>Browsers are designed to ignore HTML which they do not understand. Unrecognised attributes on an HTML tag are also ignored, although text which is not within tags is always displayed.</a:t>
            </a:r>
          </a:p>
          <a:p>
            <a:r>
              <a:rPr lang="en-GB" altLang="en-US" noProof="0" dirty="0"/>
              <a:t>This enables future enhancements to be made to the HTML </a:t>
            </a:r>
            <a:r>
              <a:rPr lang="en-GB" altLang="en-US" noProof="0" dirty="0" err="1"/>
              <a:t>markup</a:t>
            </a:r>
            <a:r>
              <a:rPr lang="en-GB" altLang="en-US" noProof="0" dirty="0"/>
              <a:t> language without having to upgrade all the browser tools across the Internet or a company’s intranet. Of course, old browsers won’t be able to make use of the new features that they don’t understand, but at least the rest of the page content will be correctly displayed. </a:t>
            </a:r>
          </a:p>
          <a:p>
            <a:r>
              <a:rPr lang="en-GB" altLang="en-US" noProof="0" dirty="0"/>
              <a:t>There are some other text formatting tags which are non-standard. Firefox supports the </a:t>
            </a:r>
            <a:r>
              <a:rPr lang="en-GB" altLang="en-US" b="1" noProof="0" dirty="0"/>
              <a:t>&lt;blink&gt;</a:t>
            </a:r>
            <a:r>
              <a:rPr lang="en-GB" altLang="en-US" noProof="0" dirty="0"/>
              <a:t> tag which, as its name suggests, makes characters flash. Microsoft supports the </a:t>
            </a:r>
            <a:r>
              <a:rPr lang="en-GB" altLang="en-US" b="1" noProof="0" dirty="0"/>
              <a:t>&lt;marquee&gt;</a:t>
            </a:r>
            <a:r>
              <a:rPr lang="en-GB" altLang="en-US" noProof="0" dirty="0"/>
              <a:t> tag which creates a scrolling display on screen.</a:t>
            </a:r>
          </a:p>
          <a:p>
            <a:r>
              <a:rPr lang="en-GB" altLang="en-US" noProof="0" dirty="0"/>
              <a:t>Not generally recommended, as they are not universally supported, and also because they don’t look particularly good on screen.</a:t>
            </a:r>
          </a:p>
          <a:p>
            <a:endParaRPr lang="en-GB" dirty="0"/>
          </a:p>
        </p:txBody>
      </p:sp>
    </p:spTree>
    <p:extLst>
      <p:ext uri="{BB962C8B-B14F-4D97-AF65-F5344CB8AC3E}">
        <p14:creationId xmlns:p14="http://schemas.microsoft.com/office/powerpoint/2010/main" val="333720047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txBody>
          <a:bodyPr/>
          <a:lstStyle/>
          <a:p>
            <a:endParaRPr lang="en-US"/>
          </a:p>
        </p:txBody>
      </p:sp>
      <p:sp>
        <p:nvSpPr>
          <p:cNvPr id="3" name="Notes Placeholder 2"/>
          <p:cNvSpPr>
            <a:spLocks noGrp="1"/>
          </p:cNvSpPr>
          <p:nvPr>
            <p:ph type="body" idx="1"/>
          </p:nvPr>
        </p:nvSpPr>
        <p:spPr/>
        <p:txBody>
          <a:bodyPr/>
          <a:lstStyle/>
          <a:p>
            <a:r>
              <a:rPr lang="en-GB" dirty="0"/>
              <a:t>If you look at some of the more obscure HTML 4 tags like &lt;kbd&gt;, &lt;samp&gt; and &lt;var&gt; you</a:t>
            </a:r>
            <a:r>
              <a:rPr lang="en-GB" baseline="0" dirty="0"/>
              <a:t> can see the scientific roots of HTML 4. HTML5 is a child of its time for a mainstream, information-based web. If you consider your own pages they are probably littered with &lt;div&gt; tags with semantically useful id attributes such as header, foot, nav and content.  To</a:t>
            </a:r>
            <a:r>
              <a:rPr lang="en-GB" dirty="0"/>
              <a:t> save us from the swarm of &lt;div&gt; tags more  suitable structural elements have been added.</a:t>
            </a:r>
          </a:p>
          <a:p>
            <a:r>
              <a:rPr lang="en-GB" dirty="0"/>
              <a:t>As previously discussed, HTML5 introduces a new sectioning set of tags. These allow us to provide semantic description to a page and place the document into a more human readable and better structured document. Over the next pages we will examine these elements and understand how to use them effectively and appropriately.</a:t>
            </a:r>
          </a:p>
          <a:p>
            <a:endParaRPr lang="en-GB" dirty="0"/>
          </a:p>
          <a:p>
            <a:endParaRPr lang="en-GB" dirty="0"/>
          </a:p>
          <a:p>
            <a:endParaRPr lang="en-GB" dirty="0"/>
          </a:p>
        </p:txBody>
      </p:sp>
    </p:spTree>
    <p:extLst>
      <p:ext uri="{BB962C8B-B14F-4D97-AF65-F5344CB8AC3E}">
        <p14:creationId xmlns:p14="http://schemas.microsoft.com/office/powerpoint/2010/main" val="87034793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txBody>
          <a:bodyPr/>
          <a:lstStyle/>
          <a:p>
            <a:endParaRPr lang="en-US"/>
          </a:p>
        </p:txBody>
      </p:sp>
      <p:sp>
        <p:nvSpPr>
          <p:cNvPr id="3" name="Notes Placeholder 2"/>
          <p:cNvSpPr>
            <a:spLocks noGrp="1"/>
          </p:cNvSpPr>
          <p:nvPr>
            <p:ph type="body" idx="1"/>
          </p:nvPr>
        </p:nvSpPr>
        <p:spPr/>
        <p:txBody>
          <a:bodyPr/>
          <a:lstStyle/>
          <a:p>
            <a:r>
              <a:rPr lang="en-GB" dirty="0"/>
              <a:t>The document outline is the structure of a document, generated by the document’s headings, form titles, table titles, and any other appropriate landmarks to map out the document. The user agent can apply this information to generate a table of contents, for example. This table of contents could then be used by assistive technology to help the user, or be parsed by a machine like a search engine to improve search results.</a:t>
            </a:r>
          </a:p>
          <a:p>
            <a:r>
              <a:rPr lang="en-GB" dirty="0"/>
              <a:t>The sectioning elements &lt;section&gt;, &lt;article&gt;, &lt;aside&gt; and &lt;nav&gt; can all help to create a more logical structure in the document outline.</a:t>
            </a:r>
          </a:p>
          <a:p>
            <a:endParaRPr lang="en-GB" dirty="0"/>
          </a:p>
        </p:txBody>
      </p:sp>
    </p:spTree>
    <p:extLst>
      <p:ext uri="{BB962C8B-B14F-4D97-AF65-F5344CB8AC3E}">
        <p14:creationId xmlns:p14="http://schemas.microsoft.com/office/powerpoint/2010/main" val="188981723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txBody>
          <a:bodyPr/>
          <a:lstStyle/>
          <a:p>
            <a:endParaRPr lang="en-US"/>
          </a:p>
        </p:txBody>
      </p:sp>
      <p:sp>
        <p:nvSpPr>
          <p:cNvPr id="3" name="Notes Placeholder 2"/>
          <p:cNvSpPr>
            <a:spLocks noGrp="1"/>
          </p:cNvSpPr>
          <p:nvPr>
            <p:ph type="body" idx="1"/>
          </p:nvPr>
        </p:nvSpPr>
        <p:spPr/>
        <p:txBody>
          <a:bodyPr/>
          <a:lstStyle/>
          <a:p>
            <a:r>
              <a:rPr lang="en-GB" dirty="0"/>
              <a:t>Assuming we are using the</a:t>
            </a:r>
            <a:r>
              <a:rPr lang="en-GB" baseline="0" dirty="0"/>
              <a:t> &lt;</a:t>
            </a:r>
            <a:r>
              <a:rPr lang="en-GB" baseline="0" dirty="0" err="1"/>
              <a:t>h</a:t>
            </a:r>
            <a:r>
              <a:rPr lang="en-GB" i="1" baseline="0" dirty="0" err="1"/>
              <a:t>n</a:t>
            </a:r>
            <a:r>
              <a:rPr lang="en-GB" baseline="0" dirty="0"/>
              <a:t>&gt; tags as is appropriate in modern mark-up development, the main heading will normally have a &lt;h1&gt; element within. </a:t>
            </a:r>
          </a:p>
          <a:p>
            <a:r>
              <a:rPr lang="en-GB" baseline="0" dirty="0"/>
              <a:t>The specification says it should be used to represent a group of introductory or navigational aids. It can contain an optional </a:t>
            </a:r>
            <a:r>
              <a:rPr lang="en-GB" baseline="0" dirty="0" err="1"/>
              <a:t>hgroup</a:t>
            </a:r>
            <a:r>
              <a:rPr lang="en-GB" baseline="0" dirty="0"/>
              <a:t> element. It can also be used to wrap a section's table of content, search form or similar.</a:t>
            </a:r>
            <a:endParaRPr lang="en-GB" dirty="0"/>
          </a:p>
          <a:p>
            <a:r>
              <a:rPr lang="en-GB" baseline="0" dirty="0"/>
              <a:t>Essentially</a:t>
            </a:r>
            <a:r>
              <a:rPr lang="en-GB" dirty="0"/>
              <a:t> when a &lt;</a:t>
            </a:r>
            <a:r>
              <a:rPr lang="en-GB" dirty="0" err="1"/>
              <a:t>h</a:t>
            </a:r>
            <a:r>
              <a:rPr lang="en-GB" i="1" dirty="0" err="1"/>
              <a:t>n</a:t>
            </a:r>
            <a:r>
              <a:rPr lang="en-GB" dirty="0"/>
              <a:t>&gt; element on its own is not suitable, there is other related information that makes up the block you should use a &lt;header&gt;. </a:t>
            </a:r>
            <a:endParaRPr lang="en-GB" baseline="0" dirty="0"/>
          </a:p>
          <a:p>
            <a:r>
              <a:rPr lang="en-GB" dirty="0"/>
              <a:t>Each block element, be that the &lt;html&gt; root or an &lt;article&gt; element for example can contain a &lt;header&gt; element. You may not have more than one &lt;heading&gt; per sectioning block.</a:t>
            </a:r>
            <a:endParaRPr lang="en-GB" baseline="0" dirty="0"/>
          </a:p>
          <a:p>
            <a:r>
              <a:rPr lang="en-GB" baseline="0" dirty="0"/>
              <a:t>The optional &lt;</a:t>
            </a:r>
            <a:r>
              <a:rPr lang="en-GB" baseline="0" dirty="0" err="1"/>
              <a:t>hgroup</a:t>
            </a:r>
            <a:r>
              <a:rPr lang="en-GB" baseline="0" dirty="0"/>
              <a:t>&gt; may only contain </a:t>
            </a:r>
            <a:r>
              <a:rPr lang="en-GB" dirty="0"/>
              <a:t>&lt;</a:t>
            </a:r>
            <a:r>
              <a:rPr lang="en-GB" dirty="0" err="1"/>
              <a:t>h</a:t>
            </a:r>
            <a:r>
              <a:rPr lang="en-GB" i="1" dirty="0" err="1"/>
              <a:t>n</a:t>
            </a:r>
            <a:r>
              <a:rPr lang="en-GB" dirty="0"/>
              <a:t>&gt; elements its purpose is to take a heading element, which would normally appear in the outline, out of it!</a:t>
            </a:r>
          </a:p>
        </p:txBody>
      </p:sp>
    </p:spTree>
    <p:extLst>
      <p:ext uri="{BB962C8B-B14F-4D97-AF65-F5344CB8AC3E}">
        <p14:creationId xmlns:p14="http://schemas.microsoft.com/office/powerpoint/2010/main" val="252389623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txBody>
          <a:bodyPr/>
          <a:lstStyle/>
          <a:p>
            <a:endParaRPr lang="en-US"/>
          </a:p>
        </p:txBody>
      </p:sp>
      <p:sp>
        <p:nvSpPr>
          <p:cNvPr id="3" name="Notes Placeholder 2"/>
          <p:cNvSpPr>
            <a:spLocks noGrp="1"/>
          </p:cNvSpPr>
          <p:nvPr>
            <p:ph type="body" idx="1"/>
          </p:nvPr>
        </p:nvSpPr>
        <p:spPr/>
        <p:txBody>
          <a:bodyPr/>
          <a:lstStyle/>
          <a:p>
            <a:r>
              <a:rPr lang="en-GB" dirty="0"/>
              <a:t>Not all groups of links on a page need to be in a nav element – the element is primarily intended for sections that consist of major navigation blocks. </a:t>
            </a:r>
          </a:p>
          <a:p>
            <a:r>
              <a:rPr lang="en-GB" dirty="0"/>
              <a:t>It is common for footers to have a short list of links to various pages of a site, such as the terms of service, the home page, and a copyright page. The footer element alone is sufficient for such cases; while a nav element can be used in such cases, it is usually unnecessary.</a:t>
            </a:r>
          </a:p>
          <a:p>
            <a:r>
              <a:rPr lang="en-GB" dirty="0"/>
              <a:t>&lt;nav&gt; elements can be nested inside other sectioning elements, &lt;footer&gt; and &lt;header&gt; most commonly.</a:t>
            </a:r>
          </a:p>
        </p:txBody>
      </p:sp>
    </p:spTree>
    <p:extLst>
      <p:ext uri="{BB962C8B-B14F-4D97-AF65-F5344CB8AC3E}">
        <p14:creationId xmlns:p14="http://schemas.microsoft.com/office/powerpoint/2010/main" val="34922744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txBody>
          <a:bodyPr/>
          <a:lstStyle/>
          <a:p>
            <a:endParaRPr lang="en-US"/>
          </a:p>
        </p:txBody>
      </p:sp>
      <p:sp>
        <p:nvSpPr>
          <p:cNvPr id="3" name="Notes Placeholder 2"/>
          <p:cNvSpPr>
            <a:spLocks noGrp="1"/>
          </p:cNvSpPr>
          <p:nvPr>
            <p:ph type="body" idx="1"/>
          </p:nvPr>
        </p:nvSpPr>
        <p:spPr/>
        <p:txBody>
          <a:bodyPr/>
          <a:lstStyle/>
          <a:p>
            <a:r>
              <a:rPr lang="en-GB" dirty="0"/>
              <a:t>The footer element represents a footer for its nearest ancestor sectioning content or sectioning root element. A footer typically contains information about its section, such as who wrote it, links to related documents, copyright data, and the like.</a:t>
            </a:r>
          </a:p>
          <a:p>
            <a:r>
              <a:rPr lang="en-GB" dirty="0"/>
              <a:t>When the footer element contains entire sections, they represent appendices, indexes, long colophons, verbose license agreements, and other such content.</a:t>
            </a:r>
          </a:p>
          <a:p>
            <a:r>
              <a:rPr lang="en-GB" dirty="0"/>
              <a:t>A common use of the &lt;footer&gt; element is to create a so-called ‘fat footer’.</a:t>
            </a:r>
            <a:r>
              <a:rPr lang="en-GB" baseline="0" dirty="0"/>
              <a:t> “Fat Footer” are </a:t>
            </a:r>
            <a:r>
              <a:rPr lang="en-GB" sz="1200" kern="1200" dirty="0">
                <a:solidFill>
                  <a:schemeClr val="tx1"/>
                </a:solidFill>
                <a:effectLst/>
                <a:latin typeface="Arial" pitchFamily="34" charset="0"/>
                <a:ea typeface="+mn-ea"/>
                <a:cs typeface="Arial" pitchFamily="34" charset="0"/>
              </a:rPr>
              <a:t>footers that contain a lot of material, including images, links to other articles, links to pages for sending feedback, special offers... in some ways, a whole "front page" in the footer.</a:t>
            </a:r>
          </a:p>
          <a:p>
            <a:endParaRPr lang="en-GB" dirty="0"/>
          </a:p>
          <a:p>
            <a:endParaRPr lang="en-GB" dirty="0"/>
          </a:p>
        </p:txBody>
      </p:sp>
    </p:spTree>
    <p:extLst>
      <p:ext uri="{BB962C8B-B14F-4D97-AF65-F5344CB8AC3E}">
        <p14:creationId xmlns:p14="http://schemas.microsoft.com/office/powerpoint/2010/main" val="133717630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txBody>
          <a:bodyPr/>
          <a:lstStyle/>
          <a:p>
            <a:endParaRPr lang="en-US"/>
          </a:p>
        </p:txBody>
      </p:sp>
      <p:sp>
        <p:nvSpPr>
          <p:cNvPr id="3" name="Notes Placeholder 2"/>
          <p:cNvSpPr>
            <a:spLocks noGrp="1"/>
          </p:cNvSpPr>
          <p:nvPr>
            <p:ph type="body" idx="1"/>
          </p:nvPr>
        </p:nvSpPr>
        <p:spPr/>
        <p:txBody>
          <a:bodyPr/>
          <a:lstStyle/>
          <a:p>
            <a:r>
              <a:rPr lang="en-GB" dirty="0"/>
              <a:t>The &lt;article&gt; element represents a unit of work that makes up a significant section of data. This may include a &lt;video&gt; element, a blog entry or news story, or results from a  dynamic server page.</a:t>
            </a:r>
          </a:p>
          <a:p>
            <a:r>
              <a:rPr lang="en-GB" dirty="0"/>
              <a:t>As is common with all of our sectioning elements the first tag inside an &lt;article&gt; must be a heading. </a:t>
            </a:r>
          </a:p>
        </p:txBody>
      </p:sp>
    </p:spTree>
    <p:extLst>
      <p:ext uri="{BB962C8B-B14F-4D97-AF65-F5344CB8AC3E}">
        <p14:creationId xmlns:p14="http://schemas.microsoft.com/office/powerpoint/2010/main" val="403486187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txBody>
          <a:bodyPr/>
          <a:lstStyle/>
          <a:p>
            <a:endParaRPr lang="en-US"/>
          </a:p>
        </p:txBody>
      </p:sp>
      <p:sp>
        <p:nvSpPr>
          <p:cNvPr id="3" name="Notes Placeholder 2"/>
          <p:cNvSpPr>
            <a:spLocks noGrp="1"/>
          </p:cNvSpPr>
          <p:nvPr>
            <p:ph type="body" idx="1"/>
          </p:nvPr>
        </p:nvSpPr>
        <p:spPr/>
        <p:txBody>
          <a:bodyPr/>
          <a:lstStyle/>
          <a:p>
            <a:r>
              <a:rPr lang="en-GB" dirty="0"/>
              <a:t>The &lt;aside&gt; element is an often misused tag in HTML5. Its purpose is to provide data that is tangential to the main block to assist with related but non-essential information. In the first example above it is used to enclose a glossary.</a:t>
            </a:r>
          </a:p>
          <a:p>
            <a:r>
              <a:rPr lang="en-GB" dirty="0"/>
              <a:t>With the new definition of aside, it is important to remain aware of its context. When used within an article element, the contents should be specifically related to that article (e.g. a glossary). </a:t>
            </a:r>
          </a:p>
          <a:p>
            <a:r>
              <a:rPr lang="en-GB" dirty="0"/>
              <a:t>While in the second example which would exist as a child of the &lt;body&gt;, the contents relate to the site (e.g. a blogroll, groups of additional navigation, and even advertising if that content is related to the page).</a:t>
            </a:r>
          </a:p>
          <a:p>
            <a:endParaRPr lang="en-GB" dirty="0"/>
          </a:p>
          <a:p>
            <a:endParaRPr lang="en-GB" dirty="0"/>
          </a:p>
        </p:txBody>
      </p:sp>
    </p:spTree>
    <p:extLst>
      <p:ext uri="{BB962C8B-B14F-4D97-AF65-F5344CB8AC3E}">
        <p14:creationId xmlns:p14="http://schemas.microsoft.com/office/powerpoint/2010/main" val="146796428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txBody>
          <a:bodyPr/>
          <a:lstStyle/>
          <a:p>
            <a:endParaRPr lang="en-US"/>
          </a:p>
        </p:txBody>
      </p:sp>
      <p:sp>
        <p:nvSpPr>
          <p:cNvPr id="3" name="Notes Placeholder 2"/>
          <p:cNvSpPr>
            <a:spLocks noGrp="1"/>
          </p:cNvSpPr>
          <p:nvPr>
            <p:ph type="body" idx="1"/>
          </p:nvPr>
        </p:nvSpPr>
        <p:spPr/>
        <p:txBody>
          <a:bodyPr/>
          <a:lstStyle/>
          <a:p>
            <a:r>
              <a:rPr lang="en-GB" dirty="0"/>
              <a:t>The</a:t>
            </a:r>
            <a:r>
              <a:rPr lang="en-GB" baseline="0" dirty="0"/>
              <a:t> section is used to break semantic articles like the &lt;article&gt; or &lt;nav&gt; into smaller chunks. There are a few simple rules in their use:</a:t>
            </a:r>
          </a:p>
          <a:p>
            <a:pPr marL="171450" indent="-171450">
              <a:buFont typeface="Arial" pitchFamily="34" charset="0"/>
              <a:buChar char="•"/>
            </a:pPr>
            <a:r>
              <a:rPr lang="en-GB" baseline="0" dirty="0"/>
              <a:t>Do not use it as a container for styling to scripting the &lt;div&gt; element should be used</a:t>
            </a:r>
          </a:p>
          <a:p>
            <a:pPr marL="171450" indent="-171450">
              <a:buFont typeface="Arial" pitchFamily="34" charset="0"/>
              <a:buChar char="•"/>
            </a:pPr>
            <a:r>
              <a:rPr lang="en-GB" baseline="0" dirty="0"/>
              <a:t>Most generic and least meaningful of the other sectioning elements use them when more appropriate</a:t>
            </a:r>
          </a:p>
          <a:p>
            <a:pPr marL="171450" indent="-171450">
              <a:buFont typeface="Arial" pitchFamily="34" charset="0"/>
              <a:buChar char="•"/>
            </a:pPr>
            <a:r>
              <a:rPr lang="en-GB" baseline="0" dirty="0"/>
              <a:t>The section must be followed by a &lt;h</a:t>
            </a:r>
            <a:r>
              <a:rPr lang="en-GB" i="1" baseline="0" dirty="0"/>
              <a:t>n</a:t>
            </a:r>
            <a:r>
              <a:rPr lang="en-GB" i="0" baseline="0" dirty="0"/>
              <a:t>&gt; element</a:t>
            </a:r>
          </a:p>
          <a:p>
            <a:r>
              <a:rPr lang="en-GB" i="0" baseline="0" dirty="0"/>
              <a:t>&lt;sections&gt; unlike &lt;div&gt; provide a child level in the document outline, they are a structural sub</a:t>
            </a:r>
            <a:r>
              <a:rPr lang="en-GB" i="0" dirty="0"/>
              <a:t> level in the hierarchy. </a:t>
            </a:r>
            <a:r>
              <a:rPr lang="en-GB" dirty="0"/>
              <a:t>A common mistake is new developers to HTML5 think the &lt;div&gt; tag is obsolete. As we will discuss shortly when you are using a &lt;Tag&gt; as a container presentational rather than informational structure the &lt;section&gt; element should not be used.</a:t>
            </a:r>
            <a:endParaRPr lang="en-GB" i="0" baseline="0" dirty="0"/>
          </a:p>
          <a:p>
            <a:endParaRPr lang="en-GB" dirty="0"/>
          </a:p>
        </p:txBody>
      </p:sp>
    </p:spTree>
    <p:extLst>
      <p:ext uri="{BB962C8B-B14F-4D97-AF65-F5344CB8AC3E}">
        <p14:creationId xmlns:p14="http://schemas.microsoft.com/office/powerpoint/2010/main" val="366479205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txBody>
          <a:bodyPr/>
          <a:lstStyle/>
          <a:p>
            <a:endParaRPr lang="en-US"/>
          </a:p>
        </p:txBody>
      </p:sp>
      <p:sp>
        <p:nvSpPr>
          <p:cNvPr id="3" name="Notes Placeholder 2"/>
          <p:cNvSpPr>
            <a:spLocks noGrp="1"/>
          </p:cNvSpPr>
          <p:nvPr>
            <p:ph type="body" idx="1"/>
          </p:nvPr>
        </p:nvSpPr>
        <p:spPr/>
        <p:txBody>
          <a:bodyPr/>
          <a:lstStyle/>
          <a:p>
            <a:r>
              <a:rPr lang="en-GB" dirty="0"/>
              <a:t>The new</a:t>
            </a:r>
            <a:r>
              <a:rPr lang="en-GB" baseline="0" dirty="0"/>
              <a:t> semantic elements allow us to replace a lot of &lt;div&gt;’s old functionality. It is not a tag to discount in this new semantic world. The use of &lt;div&gt; is perfectly appropriate if no suitable semantic definition can be found. Its most common purpose is for stylistic functionality where we want the rendered mark-up to look different but not apply meaning. </a:t>
            </a:r>
          </a:p>
          <a:p>
            <a:r>
              <a:rPr lang="en-GB" baseline="0" dirty="0"/>
              <a:t>The same is true of the &lt;span&gt; element. There are may more suitable semantic definitions such as &lt;mark&gt; but its use as a generic content wrapper is still very useful.</a:t>
            </a:r>
            <a:endParaRPr lang="en-GB" dirty="0"/>
          </a:p>
        </p:txBody>
      </p:sp>
    </p:spTree>
    <p:extLst>
      <p:ext uri="{BB962C8B-B14F-4D97-AF65-F5344CB8AC3E}">
        <p14:creationId xmlns:p14="http://schemas.microsoft.com/office/powerpoint/2010/main" val="120136526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txBody>
          <a:bodyPr/>
          <a:lstStyle/>
          <a:p>
            <a:endParaRPr lang="en-US"/>
          </a:p>
        </p:txBody>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251241853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txBody>
          <a:bodyPr/>
          <a:lstStyle/>
          <a:p>
            <a:endParaRPr lang="en-US"/>
          </a:p>
        </p:txBody>
      </p:sp>
      <p:sp>
        <p:nvSpPr>
          <p:cNvPr id="3" name="Notes Placeholder 2"/>
          <p:cNvSpPr>
            <a:spLocks noGrp="1"/>
          </p:cNvSpPr>
          <p:nvPr>
            <p:ph type="body" idx="1"/>
          </p:nvPr>
        </p:nvSpPr>
        <p:spPr/>
        <p:txBody>
          <a:bodyPr/>
          <a:lstStyle/>
          <a:p>
            <a:r>
              <a:rPr lang="en-GB" dirty="0"/>
              <a:t>Here we have implied some intent meaning that the correct semantic tag is an &lt;article&gt; specifying a single</a:t>
            </a:r>
            <a:r>
              <a:rPr lang="en-GB" baseline="0" dirty="0"/>
              <a:t> unit of information</a:t>
            </a:r>
            <a:r>
              <a:rPr lang="en-GB" dirty="0"/>
              <a:t>. </a:t>
            </a:r>
            <a:r>
              <a:rPr lang="en-GB" baseline="0" dirty="0"/>
              <a:t>The introductory mater is encapsulated in a header and the footer contains closing navigation. While the main body of the article can go back to using &lt;p&gt; for what it was intended! </a:t>
            </a:r>
          </a:p>
          <a:p>
            <a:r>
              <a:rPr lang="en-GB" baseline="0" dirty="0"/>
              <a:t>With the right use of CSS selectors we can easily style these specific articles (more on this later).</a:t>
            </a:r>
          </a:p>
          <a:p>
            <a:r>
              <a:rPr lang="en-GB" baseline="0" dirty="0"/>
              <a:t>Still, there are issues with the article. The data is in a &lt;p&gt; for example which does not emphasis the intent of the data being displayed. </a:t>
            </a:r>
            <a:endParaRPr lang="en-GB" dirty="0"/>
          </a:p>
        </p:txBody>
      </p:sp>
    </p:spTree>
    <p:extLst>
      <p:ext uri="{BB962C8B-B14F-4D97-AF65-F5344CB8AC3E}">
        <p14:creationId xmlns:p14="http://schemas.microsoft.com/office/powerpoint/2010/main" val="401778870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3"/>
          <p:cNvSpPr>
            <a:spLocks noGrp="1" noRot="1" noChangeAspect="1" noChangeArrowheads="1" noTextEdit="1"/>
          </p:cNvSpPr>
          <p:nvPr>
            <p:ph type="sldImg"/>
          </p:nvPr>
        </p:nvSpPr>
        <p:spPr>
          <a:xfrm>
            <a:off x="571500" y="581025"/>
            <a:ext cx="5715000" cy="3216275"/>
          </a:xfrm>
          <a:ln/>
        </p:spPr>
        <p:txBody>
          <a:bodyPr/>
          <a:lstStyle/>
          <a:p>
            <a:endParaRPr lang="en-US"/>
          </a:p>
        </p:txBody>
      </p:sp>
      <p:sp>
        <p:nvSpPr>
          <p:cNvPr id="2" name="Notes Placeholder 1"/>
          <p:cNvSpPr>
            <a:spLocks noGrp="1"/>
          </p:cNvSpPr>
          <p:nvPr>
            <p:ph type="body" idx="1"/>
          </p:nvPr>
        </p:nvSpPr>
        <p:spPr/>
        <p:txBody>
          <a:bodyPr/>
          <a:lstStyle/>
          <a:p>
            <a:r>
              <a:rPr lang="en-US" altLang="en-US" dirty="0"/>
              <a:t>Structural markup is extremely useful, as it allows a designer to specify the layout of the page. However, the real power of HTML lies with the ability to include hypertext links (hyperlinks) in the document. A hyperlink is a piece of text or image which when clicked loads some linked resource. The link can point to another section of the same document (as in a table of contents) or another resource, located on the same server or a different server. The linked resource can be another HTML document or an image to be displayed directly by the browser, or even some external format such as a movie clip. As far as users are concerned they are simply navigating around related pieces of information and may be entirely unaware of the location of the server on the Internet or the actions taken to download and display files.</a:t>
            </a:r>
          </a:p>
          <a:p>
            <a:r>
              <a:rPr lang="en-US" altLang="en-US" dirty="0"/>
              <a:t>The anchor container element, </a:t>
            </a:r>
            <a:r>
              <a:rPr lang="en-US" altLang="en-US" b="1" dirty="0"/>
              <a:t>&lt;a&gt;</a:t>
            </a:r>
            <a:r>
              <a:rPr lang="en-US" altLang="en-US" dirty="0"/>
              <a:t> … </a:t>
            </a:r>
            <a:r>
              <a:rPr lang="en-US" altLang="en-US" b="1" dirty="0"/>
              <a:t>&lt;/a&gt;</a:t>
            </a:r>
            <a:r>
              <a:rPr lang="en-US" altLang="en-US" dirty="0"/>
              <a:t>, marks the start and optionally, the end of a hyperlink. In its simplest form, the </a:t>
            </a:r>
            <a:r>
              <a:rPr lang="en-US" altLang="en-US" b="1" dirty="0"/>
              <a:t>&lt;a&gt;</a:t>
            </a:r>
            <a:r>
              <a:rPr lang="en-US" altLang="en-US" dirty="0"/>
              <a:t> tag has an </a:t>
            </a:r>
            <a:r>
              <a:rPr lang="en-US" altLang="en-US" b="1" dirty="0"/>
              <a:t>HREF</a:t>
            </a:r>
            <a:r>
              <a:rPr lang="en-US" altLang="en-US" dirty="0"/>
              <a:t> attribute which consists of a URL.</a:t>
            </a:r>
          </a:p>
          <a:p>
            <a:r>
              <a:rPr lang="en-US" altLang="en-US" dirty="0"/>
              <a:t>The hyperlink can contain other elements and text; these are usually highlighted by the browser using a different </a:t>
            </a:r>
            <a:r>
              <a:rPr lang="en-US" altLang="en-US" dirty="0" err="1"/>
              <a:t>colour</a:t>
            </a:r>
            <a:r>
              <a:rPr lang="en-US" altLang="en-US" dirty="0"/>
              <a:t> from the default or by underlining, although you can add additional formatting if you wish.</a:t>
            </a:r>
          </a:p>
          <a:p>
            <a:r>
              <a:rPr lang="en-US" altLang="en-US" dirty="0"/>
              <a:t>For example:</a:t>
            </a:r>
          </a:p>
          <a:p>
            <a:r>
              <a:rPr lang="en-US" altLang="en-US" b="1" dirty="0"/>
              <a:t>&lt;a </a:t>
            </a:r>
            <a:r>
              <a:rPr lang="en-US" altLang="en-US" b="1" dirty="0" err="1"/>
              <a:t>href</a:t>
            </a:r>
            <a:r>
              <a:rPr lang="en-US" altLang="en-US" b="1" dirty="0"/>
              <a:t>="http://www.qa.com/index.html"&gt;QA Training home page&lt;/a&gt;</a:t>
            </a:r>
          </a:p>
          <a:p>
            <a:endParaRPr lang="en-GB" dirty="0"/>
          </a:p>
        </p:txBody>
      </p:sp>
    </p:spTree>
    <p:extLst>
      <p:ext uri="{BB962C8B-B14F-4D97-AF65-F5344CB8AC3E}">
        <p14:creationId xmlns:p14="http://schemas.microsoft.com/office/powerpoint/2010/main" val="293815955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Slide"/>
          <p:cNvSpPr>
            <a:spLocks noGrp="1" noRot="1" noChangeAspect="1" noChangeArrowheads="1" noTextEdit="1"/>
          </p:cNvSpPr>
          <p:nvPr>
            <p:ph type="sldImg" idx="2"/>
          </p:nvPr>
        </p:nvSpPr>
        <p:spPr>
          <a:xfrm>
            <a:off x="571500" y="581025"/>
            <a:ext cx="5715000" cy="3216275"/>
          </a:xfrm>
          <a:ln/>
        </p:spPr>
        <p:txBody>
          <a:bodyPr/>
          <a:lstStyle/>
          <a:p>
            <a:endParaRPr lang="en-US"/>
          </a:p>
        </p:txBody>
      </p:sp>
      <p:sp>
        <p:nvSpPr>
          <p:cNvPr id="2" name="Notes Placeholder 1"/>
          <p:cNvSpPr>
            <a:spLocks noGrp="1"/>
          </p:cNvSpPr>
          <p:nvPr>
            <p:ph type="body" idx="1"/>
          </p:nvPr>
        </p:nvSpPr>
        <p:spPr/>
        <p:txBody>
          <a:bodyPr/>
          <a:lstStyle/>
          <a:p>
            <a:r>
              <a:rPr lang="en-US" altLang="en-US" dirty="0"/>
              <a:t>Named anchors permit hyperlinks to jump around within a document, and also hyperlinks that lead from one document into any position in another document.</a:t>
            </a:r>
          </a:p>
          <a:p>
            <a:r>
              <a:rPr lang="en-US" altLang="en-US" dirty="0"/>
              <a:t>To define a named anchor use the </a:t>
            </a:r>
            <a:r>
              <a:rPr lang="en-US" altLang="en-US" b="1" dirty="0"/>
              <a:t>&lt;A&gt;</a:t>
            </a:r>
            <a:r>
              <a:rPr lang="en-US" altLang="en-US" dirty="0"/>
              <a:t> tag with the </a:t>
            </a:r>
            <a:r>
              <a:rPr lang="en-US" altLang="en-US" b="1" dirty="0"/>
              <a:t>NAME</a:t>
            </a:r>
            <a:r>
              <a:rPr lang="en-US" altLang="en-US" dirty="0"/>
              <a:t> attribute.</a:t>
            </a:r>
          </a:p>
          <a:p>
            <a:r>
              <a:rPr lang="en-US" altLang="en-US" b="1" dirty="0"/>
              <a:t>&lt;a name="Start"&gt; … &lt;/a&gt; </a:t>
            </a:r>
            <a:endParaRPr lang="en-US" altLang="en-US" dirty="0"/>
          </a:p>
          <a:p>
            <a:r>
              <a:rPr lang="en-US" altLang="en-US" dirty="0"/>
              <a:t>HTML4 supports the use of the </a:t>
            </a:r>
            <a:r>
              <a:rPr lang="en-US" altLang="en-US" b="1" dirty="0"/>
              <a:t>ID </a:t>
            </a:r>
            <a:r>
              <a:rPr lang="en-US" altLang="en-US" dirty="0"/>
              <a:t>attribute for the named anchor, as follows:</a:t>
            </a:r>
          </a:p>
          <a:p>
            <a:pPr>
              <a:spcBef>
                <a:spcPct val="0"/>
              </a:spcBef>
            </a:pPr>
            <a:r>
              <a:rPr lang="en-US" altLang="en-US" b="1" dirty="0"/>
              <a:t>&lt;a id="Start"&gt; … &lt;/a&gt; </a:t>
            </a:r>
          </a:p>
          <a:p>
            <a:pPr>
              <a:spcBef>
                <a:spcPct val="0"/>
              </a:spcBef>
            </a:pPr>
            <a:r>
              <a:rPr lang="en-US" altLang="en-US" dirty="0"/>
              <a:t>To jump to a named anchor within the current document, use the </a:t>
            </a:r>
            <a:r>
              <a:rPr lang="en-US" altLang="en-US" b="1" dirty="0"/>
              <a:t>&lt;a&gt;</a:t>
            </a:r>
            <a:r>
              <a:rPr lang="en-US" altLang="en-US" dirty="0"/>
              <a:t> tag with the </a:t>
            </a:r>
            <a:r>
              <a:rPr lang="en-US" altLang="en-US" b="1" dirty="0"/>
              <a:t>HREF</a:t>
            </a:r>
            <a:r>
              <a:rPr lang="en-US" altLang="en-US" dirty="0"/>
              <a:t> attribute and the name of the anchor.</a:t>
            </a:r>
          </a:p>
          <a:p>
            <a:r>
              <a:rPr lang="en-US" altLang="en-US" b="1" dirty="0"/>
              <a:t>&lt;a </a:t>
            </a:r>
            <a:r>
              <a:rPr lang="en-US" altLang="en-US" b="1" dirty="0" err="1"/>
              <a:t>href</a:t>
            </a:r>
            <a:r>
              <a:rPr lang="en-US" altLang="en-US" b="1" dirty="0"/>
              <a:t>="#Start"&gt; … &lt;/a&gt;</a:t>
            </a:r>
            <a:endParaRPr lang="en-US" altLang="en-US" dirty="0"/>
          </a:p>
          <a:p>
            <a:r>
              <a:rPr lang="en-US" altLang="en-US" dirty="0"/>
              <a:t>To jump to a named anchor in a different document, use the </a:t>
            </a:r>
            <a:r>
              <a:rPr lang="en-US" altLang="en-US" b="1" dirty="0"/>
              <a:t>HREF</a:t>
            </a:r>
            <a:r>
              <a:rPr lang="en-US" altLang="en-US" dirty="0"/>
              <a:t> attribute again, but combine the named anchor with the URL, separated by a </a:t>
            </a:r>
            <a:r>
              <a:rPr lang="en-US" altLang="en-US" b="1" dirty="0"/>
              <a:t>#</a:t>
            </a:r>
            <a:r>
              <a:rPr lang="en-US" altLang="en-US" dirty="0"/>
              <a:t> symbol.</a:t>
            </a:r>
          </a:p>
          <a:p>
            <a:r>
              <a:rPr lang="en-US" altLang="en-US" b="1" dirty="0"/>
              <a:t>&lt;a </a:t>
            </a:r>
            <a:r>
              <a:rPr lang="en-US" altLang="en-US" b="1" dirty="0" err="1"/>
              <a:t>href</a:t>
            </a:r>
            <a:r>
              <a:rPr lang="en-US" altLang="en-US" b="1" dirty="0"/>
              <a:t>="http://www.nosuchserver.com/somepage#someanchor"&gt; Don't click me!&lt;/a&gt;.</a:t>
            </a:r>
          </a:p>
          <a:p>
            <a:endParaRPr lang="en-GB" dirty="0"/>
          </a:p>
        </p:txBody>
      </p:sp>
    </p:spTree>
    <p:extLst>
      <p:ext uri="{BB962C8B-B14F-4D97-AF65-F5344CB8AC3E}">
        <p14:creationId xmlns:p14="http://schemas.microsoft.com/office/powerpoint/2010/main" val="114823765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3"/>
          <p:cNvSpPr>
            <a:spLocks noGrp="1" noRot="1" noChangeAspect="1" noChangeArrowheads="1" noTextEdit="1"/>
          </p:cNvSpPr>
          <p:nvPr>
            <p:ph type="sldImg"/>
          </p:nvPr>
        </p:nvSpPr>
        <p:spPr>
          <a:xfrm>
            <a:off x="571500" y="581025"/>
            <a:ext cx="5715000" cy="3216275"/>
          </a:xfrm>
          <a:ln/>
        </p:spPr>
        <p:txBody>
          <a:bodyPr/>
          <a:lstStyle/>
          <a:p>
            <a:endParaRPr lang="en-US"/>
          </a:p>
        </p:txBody>
      </p:sp>
      <p:sp>
        <p:nvSpPr>
          <p:cNvPr id="2" name="Notes Placeholder 1"/>
          <p:cNvSpPr>
            <a:spLocks noGrp="1"/>
          </p:cNvSpPr>
          <p:nvPr>
            <p:ph type="body" idx="1"/>
          </p:nvPr>
        </p:nvSpPr>
        <p:spPr/>
        <p:txBody>
          <a:bodyPr/>
          <a:lstStyle/>
          <a:p>
            <a:r>
              <a:rPr lang="en-US" altLang="en-US" dirty="0"/>
              <a:t>URLs in hyperlinks can be specified in two ways: as </a:t>
            </a:r>
            <a:r>
              <a:rPr lang="en-US" altLang="en-US" i="1" dirty="0"/>
              <a:t>absolute</a:t>
            </a:r>
            <a:r>
              <a:rPr lang="en-US" altLang="en-US" dirty="0"/>
              <a:t> and as </a:t>
            </a:r>
            <a:r>
              <a:rPr lang="en-US" altLang="en-US" i="1" dirty="0"/>
              <a:t>relative</a:t>
            </a:r>
            <a:r>
              <a:rPr lang="en-US" altLang="en-US" dirty="0"/>
              <a:t> (or </a:t>
            </a:r>
            <a:r>
              <a:rPr lang="en-US" altLang="en-US" i="1" dirty="0"/>
              <a:t>partial</a:t>
            </a:r>
            <a:r>
              <a:rPr lang="en-US" altLang="en-US" dirty="0"/>
              <a:t>) addresses.</a:t>
            </a:r>
          </a:p>
          <a:p>
            <a:r>
              <a:rPr lang="en-US" altLang="en-US" dirty="0"/>
              <a:t>An absolute address includes a full server name and path. It would have exactly the same meaning if copied into another HTML document.</a:t>
            </a:r>
          </a:p>
          <a:p>
            <a:r>
              <a:rPr lang="en-US" altLang="en-US" dirty="0"/>
              <a:t>A relative (partial) URL gives the resource name without specifying the Web server. The name is relative to the current location. Partial URLs are normally used when specifying documents on the same server. They are useful because they are economical (the page is a little shorter) and also because groups of documents can be moved from server to server without extensive editing. </a:t>
            </a:r>
          </a:p>
          <a:p>
            <a:r>
              <a:rPr lang="en-US" altLang="en-US" dirty="0"/>
              <a:t>In order to interpret a relative URL, the browser needs some context. This is usually the current document. The problem with this scheme is that hyperlinks in such a document cannot be followed if the document is being read out of context (for example, if the document has been copied into the local file system of a PC). The context information can be explicitly defined using the </a:t>
            </a:r>
            <a:r>
              <a:rPr lang="en-US" altLang="en-US" b="1" dirty="0"/>
              <a:t>&lt;base&gt;</a:t>
            </a:r>
            <a:r>
              <a:rPr lang="en-US" altLang="en-US" dirty="0"/>
              <a:t> tag.</a:t>
            </a:r>
          </a:p>
          <a:p>
            <a:endParaRPr lang="en-GB" dirty="0"/>
          </a:p>
        </p:txBody>
      </p:sp>
    </p:spTree>
    <p:extLst>
      <p:ext uri="{BB962C8B-B14F-4D97-AF65-F5344CB8AC3E}">
        <p14:creationId xmlns:p14="http://schemas.microsoft.com/office/powerpoint/2010/main" val="130867698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Slide"/>
          <p:cNvSpPr>
            <a:spLocks noGrp="1" noRot="1" noChangeAspect="1" noChangeArrowheads="1" noTextEdit="1"/>
          </p:cNvSpPr>
          <p:nvPr>
            <p:ph type="sldImg" idx="2"/>
          </p:nvPr>
        </p:nvSpPr>
        <p:spPr>
          <a:xfrm>
            <a:off x="571500" y="581025"/>
            <a:ext cx="5715000" cy="3216275"/>
          </a:xfrm>
          <a:ln/>
        </p:spPr>
        <p:txBody>
          <a:bodyPr/>
          <a:lstStyle/>
          <a:p>
            <a:endParaRPr lang="en-US"/>
          </a:p>
        </p:txBody>
      </p:sp>
      <p:sp>
        <p:nvSpPr>
          <p:cNvPr id="2" name="Notes Placeholder 1"/>
          <p:cNvSpPr>
            <a:spLocks noGrp="1"/>
          </p:cNvSpPr>
          <p:nvPr>
            <p:ph type="body" idx="1"/>
          </p:nvPr>
        </p:nvSpPr>
        <p:spPr/>
        <p:txBody>
          <a:bodyPr/>
          <a:lstStyle/>
          <a:p>
            <a:r>
              <a:rPr lang="en-US" altLang="en-US" dirty="0"/>
              <a:t>The </a:t>
            </a:r>
            <a:r>
              <a:rPr lang="en-US" altLang="en-US" b="1" dirty="0"/>
              <a:t>TARGET</a:t>
            </a:r>
            <a:r>
              <a:rPr lang="en-US" altLang="en-US" dirty="0"/>
              <a:t> attribute of a hyperlink tag can also have one of these predefined values:</a:t>
            </a:r>
          </a:p>
          <a:p>
            <a:r>
              <a:rPr lang="en-US" altLang="en-US" b="1" dirty="0"/>
              <a:t>_blank</a:t>
            </a:r>
            <a:r>
              <a:rPr lang="en-US" altLang="en-US" dirty="0"/>
              <a:t>	A new blank window. This window is not named. </a:t>
            </a:r>
          </a:p>
          <a:p>
            <a:r>
              <a:rPr lang="en-US" altLang="en-US" b="1" dirty="0"/>
              <a:t>_parent</a:t>
            </a:r>
            <a:r>
              <a:rPr lang="en-US" altLang="en-US" dirty="0"/>
              <a:t>	Immediate parent of the document the link is in. </a:t>
            </a:r>
          </a:p>
          <a:p>
            <a:r>
              <a:rPr lang="en-US" altLang="en-US" b="1" dirty="0"/>
              <a:t>_self</a:t>
            </a:r>
            <a:r>
              <a:rPr lang="en-US" altLang="en-US" dirty="0"/>
              <a:t>	The same window the link was clicked in. </a:t>
            </a:r>
          </a:p>
          <a:p>
            <a:r>
              <a:rPr lang="en-US" altLang="en-US" b="1" dirty="0"/>
              <a:t>_top</a:t>
            </a:r>
            <a:r>
              <a:rPr lang="en-US" altLang="en-US" dirty="0"/>
              <a:t>	The full body of the window.</a:t>
            </a:r>
          </a:p>
          <a:p>
            <a:endParaRPr lang="en-GB" dirty="0"/>
          </a:p>
        </p:txBody>
      </p:sp>
    </p:spTree>
    <p:extLst>
      <p:ext uri="{BB962C8B-B14F-4D97-AF65-F5344CB8AC3E}">
        <p14:creationId xmlns:p14="http://schemas.microsoft.com/office/powerpoint/2010/main" val="209468847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91" tIns="45246" rIns="90491" bIns="45246"/>
          <a:lstStyle/>
          <a:p>
            <a:endParaRPr lang="en-US" altLang="en-US" b="1" dirty="0">
              <a:latin typeface="Arial" panose="020B0604020202020204" pitchFamily="34" charset="0"/>
              <a:cs typeface="Arial" panose="020B0604020202020204" pitchFamily="34" charset="0"/>
            </a:endParaRPr>
          </a:p>
        </p:txBody>
      </p:sp>
      <p:sp>
        <p:nvSpPr>
          <p:cNvPr id="39939" name="Slide"/>
          <p:cNvSpPr>
            <a:spLocks noGrp="1" noRot="1" noChangeAspect="1" noChangeArrowheads="1" noTextEdit="1"/>
          </p:cNvSpPr>
          <p:nvPr>
            <p:ph type="sldImg" idx="2"/>
          </p:nvPr>
        </p:nvSpPr>
        <p:spPr>
          <a:xfrm>
            <a:off x="571500" y="581025"/>
            <a:ext cx="5715000" cy="3216275"/>
          </a:xfrm>
          <a:ln/>
        </p:spPr>
        <p:txBody>
          <a:bodyPr/>
          <a:lstStyle/>
          <a:p>
            <a:endParaRPr lang="en-US"/>
          </a:p>
        </p:txBody>
      </p:sp>
    </p:spTree>
    <p:extLst>
      <p:ext uri="{BB962C8B-B14F-4D97-AF65-F5344CB8AC3E}">
        <p14:creationId xmlns:p14="http://schemas.microsoft.com/office/powerpoint/2010/main" val="50724441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body" idx="1"/>
          </p:nvPr>
        </p:nvSpPr>
        <p:spPr/>
        <p:txBody>
          <a:bodyPr/>
          <a:lstStyle/>
          <a:p>
            <a:r>
              <a:rPr lang="en-US" altLang="en-US" dirty="0"/>
              <a:t>In the world of graphics there are nearly as many file formats as there are utilities and tools available to process them.</a:t>
            </a:r>
          </a:p>
          <a:p>
            <a:r>
              <a:rPr lang="en-US" altLang="en-US" dirty="0"/>
              <a:t>Most browsers support the GIF (Graphics Interchange Format) and JPEG (Joint </a:t>
            </a:r>
            <a:r>
              <a:rPr lang="en-US" altLang="en-US" dirty="0" err="1"/>
              <a:t>Photographics</a:t>
            </a:r>
            <a:r>
              <a:rPr lang="en-US" altLang="en-US" dirty="0"/>
              <a:t> Experts Group) file formats directly. </a:t>
            </a:r>
          </a:p>
          <a:p>
            <a:r>
              <a:rPr lang="en-US" altLang="en-US" dirty="0"/>
              <a:t>Remember there is no compulsion for a web browser to display images at all. Lynx is a text-based web browser which does not attempt to display images, and most of the popular browsers allow the user to ignore images in order to speed up page load times and reduce bandwidth.</a:t>
            </a:r>
          </a:p>
          <a:p>
            <a:r>
              <a:rPr lang="en-US" altLang="en-US" dirty="0"/>
              <a:t>Some browsers, such as Microsoft Internet Explorer, support native Windows file formats such as BMP. For the purposes of this chapter we will assume that the browsers support GIF and JPEG as a minimum.</a:t>
            </a:r>
          </a:p>
          <a:p>
            <a:r>
              <a:rPr lang="en-US" altLang="en-US" dirty="0"/>
              <a:t>A standard known as PNG (Portable Network Graphics) has also been defined and works well in most current browsers.</a:t>
            </a:r>
          </a:p>
        </p:txBody>
      </p:sp>
      <p:sp>
        <p:nvSpPr>
          <p:cNvPr id="3" name="Slide Image Placeholder 2"/>
          <p:cNvSpPr>
            <a:spLocks noGrp="1" noRot="1" noChangeAspect="1"/>
          </p:cNvSpPr>
          <p:nvPr>
            <p:ph type="sldImg"/>
          </p:nvPr>
        </p:nvSpPr>
        <p:spPr>
          <a:xfrm>
            <a:off x="571500" y="581025"/>
            <a:ext cx="5715000" cy="3216275"/>
          </a:xfrm>
        </p:spPr>
        <p:txBody>
          <a:bodyPr/>
          <a:lstStyle/>
          <a:p>
            <a:endParaRPr lang="en-US"/>
          </a:p>
        </p:txBody>
      </p:sp>
    </p:spTree>
    <p:extLst>
      <p:ext uri="{BB962C8B-B14F-4D97-AF65-F5344CB8AC3E}">
        <p14:creationId xmlns:p14="http://schemas.microsoft.com/office/powerpoint/2010/main" val="202851051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3"/>
          <p:cNvSpPr>
            <a:spLocks noGrp="1" noRot="1" noChangeAspect="1" noChangeArrowheads="1" noTextEdit="1"/>
          </p:cNvSpPr>
          <p:nvPr>
            <p:ph type="sldImg"/>
          </p:nvPr>
        </p:nvSpPr>
        <p:spPr>
          <a:xfrm>
            <a:off x="571500" y="581025"/>
            <a:ext cx="5715000" cy="3216275"/>
          </a:xfrm>
          <a:ln/>
        </p:spPr>
        <p:txBody>
          <a:bodyPr/>
          <a:lstStyle/>
          <a:p>
            <a:endParaRPr lang="en-US"/>
          </a:p>
        </p:txBody>
      </p:sp>
      <p:sp>
        <p:nvSpPr>
          <p:cNvPr id="2" name="Notes Placeholder 1"/>
          <p:cNvSpPr>
            <a:spLocks noGrp="1"/>
          </p:cNvSpPr>
          <p:nvPr>
            <p:ph type="body" idx="1"/>
          </p:nvPr>
        </p:nvSpPr>
        <p:spPr/>
        <p:txBody>
          <a:bodyPr/>
          <a:lstStyle/>
          <a:p>
            <a:r>
              <a:rPr lang="en-US" altLang="en-US" dirty="0"/>
              <a:t>The </a:t>
            </a:r>
            <a:r>
              <a:rPr lang="en-US" altLang="en-US" b="1" dirty="0"/>
              <a:t>IMG</a:t>
            </a:r>
            <a:r>
              <a:rPr lang="en-US" altLang="en-US" dirty="0"/>
              <a:t> tag is used to insert an inline image in the document. You must always provide a </a:t>
            </a:r>
            <a:r>
              <a:rPr lang="en-US" altLang="en-US" b="1" dirty="0"/>
              <a:t>SRC</a:t>
            </a:r>
            <a:r>
              <a:rPr lang="en-US" altLang="en-US" dirty="0"/>
              <a:t> attribute which is the URL (relative or absolute) of the image you wish to insert. This tag is not a container, so there is no matching </a:t>
            </a:r>
            <a:r>
              <a:rPr lang="en-US" altLang="en-US" b="1" dirty="0"/>
              <a:t>&lt;/</a:t>
            </a:r>
            <a:r>
              <a:rPr lang="en-US" altLang="en-US" b="1" dirty="0" err="1"/>
              <a:t>img</a:t>
            </a:r>
            <a:r>
              <a:rPr lang="en-US" altLang="en-US" b="1" dirty="0"/>
              <a:t>&gt;</a:t>
            </a:r>
            <a:r>
              <a:rPr lang="en-US" altLang="en-US" dirty="0"/>
              <a:t> tag.</a:t>
            </a:r>
          </a:p>
          <a:p>
            <a:r>
              <a:rPr lang="en-US" altLang="en-US" dirty="0"/>
              <a:t>The </a:t>
            </a:r>
            <a:r>
              <a:rPr lang="en-US" altLang="en-US" b="1" dirty="0"/>
              <a:t>ALT</a:t>
            </a:r>
            <a:r>
              <a:rPr lang="en-US" altLang="en-US" dirty="0"/>
              <a:t> attribute of the </a:t>
            </a:r>
            <a:r>
              <a:rPr lang="en-US" altLang="en-US" b="1" dirty="0"/>
              <a:t>IMG</a:t>
            </a:r>
            <a:r>
              <a:rPr lang="en-US" altLang="en-US" dirty="0"/>
              <a:t> tag specifies text that will be displayed in place of the picture if the browser is not capable of displaying the image, or if the browser is normally capable of showing picture but this feature has been disabled. This option is important, because text-based users will be unable to make much sense of your web page without it. This is particularly true when dealing with hyperlinked graphics, as will be seen later.</a:t>
            </a:r>
          </a:p>
          <a:p>
            <a:endParaRPr lang="en-GB" dirty="0"/>
          </a:p>
        </p:txBody>
      </p:sp>
    </p:spTree>
    <p:extLst>
      <p:ext uri="{BB962C8B-B14F-4D97-AF65-F5344CB8AC3E}">
        <p14:creationId xmlns:p14="http://schemas.microsoft.com/office/powerpoint/2010/main" val="153868685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3"/>
          <p:cNvSpPr>
            <a:spLocks noGrp="1" noRot="1" noChangeAspect="1" noChangeArrowheads="1" noTextEdit="1"/>
          </p:cNvSpPr>
          <p:nvPr>
            <p:ph type="sldImg"/>
          </p:nvPr>
        </p:nvSpPr>
        <p:spPr>
          <a:xfrm>
            <a:off x="571500" y="581025"/>
            <a:ext cx="5715000" cy="3216275"/>
          </a:xfrm>
          <a:ln/>
        </p:spPr>
        <p:txBody>
          <a:bodyPr/>
          <a:lstStyle/>
          <a:p>
            <a:endParaRPr lang="en-US"/>
          </a:p>
        </p:txBody>
      </p:sp>
      <p:sp>
        <p:nvSpPr>
          <p:cNvPr id="2" name="Notes Placeholder 1"/>
          <p:cNvSpPr>
            <a:spLocks noGrp="1"/>
          </p:cNvSpPr>
          <p:nvPr>
            <p:ph type="body" idx="1"/>
          </p:nvPr>
        </p:nvSpPr>
        <p:spPr/>
        <p:txBody>
          <a:bodyPr/>
          <a:lstStyle/>
          <a:p>
            <a:r>
              <a:rPr lang="en-US" altLang="en-US" dirty="0"/>
              <a:t>A picture’s size is usually found from data in the file when it is downloaded. This can be overridden using attributes of the </a:t>
            </a:r>
            <a:r>
              <a:rPr lang="en-US" altLang="en-US" b="1" dirty="0"/>
              <a:t>&lt;</a:t>
            </a:r>
            <a:r>
              <a:rPr lang="en-US" altLang="en-US" b="1" dirty="0" err="1"/>
              <a:t>img</a:t>
            </a:r>
            <a:r>
              <a:rPr lang="en-US" altLang="en-US" b="1" dirty="0"/>
              <a:t>&gt;</a:t>
            </a:r>
            <a:r>
              <a:rPr lang="en-US" altLang="en-US" dirty="0"/>
              <a:t> tag.</a:t>
            </a:r>
          </a:p>
          <a:p>
            <a:r>
              <a:rPr lang="en-US" altLang="en-US" dirty="0"/>
              <a:t>The </a:t>
            </a:r>
            <a:r>
              <a:rPr lang="en-US" altLang="en-US" b="1" dirty="0"/>
              <a:t>WIDTH</a:t>
            </a:r>
            <a:r>
              <a:rPr lang="en-US" altLang="en-US" dirty="0"/>
              <a:t> and </a:t>
            </a:r>
            <a:r>
              <a:rPr lang="en-US" altLang="en-US" b="1" dirty="0"/>
              <a:t>HEIGHT</a:t>
            </a:r>
            <a:r>
              <a:rPr lang="en-US" altLang="en-US" dirty="0"/>
              <a:t> attributes specify the size at which the picture is drawn. If the picture’s actual dimensions differ from those specified, the picture is stretched to match what is specified. Information is not strictly necessary, as the browser should be able to determine the dimensions of the image from the file, but supplying dimensions in the HTML file will enable the browser to draw a placeholder of appropriate size for the picture before it is loaded.</a:t>
            </a:r>
          </a:p>
          <a:p>
            <a:endParaRPr lang="en-GB" dirty="0"/>
          </a:p>
        </p:txBody>
      </p:sp>
    </p:spTree>
    <p:extLst>
      <p:ext uri="{BB962C8B-B14F-4D97-AF65-F5344CB8AC3E}">
        <p14:creationId xmlns:p14="http://schemas.microsoft.com/office/powerpoint/2010/main" val="271336903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3"/>
          <p:cNvSpPr>
            <a:spLocks noGrp="1" noRot="1" noChangeAspect="1" noChangeArrowheads="1" noTextEdit="1"/>
          </p:cNvSpPr>
          <p:nvPr>
            <p:ph type="sldImg"/>
          </p:nvPr>
        </p:nvSpPr>
        <p:spPr>
          <a:xfrm>
            <a:off x="571500" y="581025"/>
            <a:ext cx="5715000" cy="3216275"/>
          </a:xfrm>
          <a:ln/>
        </p:spPr>
        <p:txBody>
          <a:bodyPr/>
          <a:lstStyle/>
          <a:p>
            <a:endParaRPr lang="en-US"/>
          </a:p>
        </p:txBody>
      </p:sp>
      <p:sp>
        <p:nvSpPr>
          <p:cNvPr id="2" name="Notes Placeholder 1"/>
          <p:cNvSpPr>
            <a:spLocks noGrp="1"/>
          </p:cNvSpPr>
          <p:nvPr>
            <p:ph type="body" idx="1"/>
          </p:nvPr>
        </p:nvSpPr>
        <p:spPr/>
        <p:txBody>
          <a:bodyPr/>
          <a:lstStyle/>
          <a:p>
            <a:r>
              <a:rPr lang="en-US" altLang="en-US" dirty="0"/>
              <a:t>Images can be hyperlinks as well as just inline pictures. To achieve this, place the </a:t>
            </a:r>
            <a:r>
              <a:rPr lang="en-US" altLang="en-US" b="1" dirty="0"/>
              <a:t>&lt;</a:t>
            </a:r>
            <a:r>
              <a:rPr lang="en-US" altLang="en-US" b="1" dirty="0" err="1"/>
              <a:t>img</a:t>
            </a:r>
            <a:r>
              <a:rPr lang="en-US" altLang="en-US" b="1" dirty="0"/>
              <a:t>&gt;</a:t>
            </a:r>
            <a:r>
              <a:rPr lang="en-US" altLang="en-US" dirty="0"/>
              <a:t> tag within </a:t>
            </a:r>
            <a:r>
              <a:rPr lang="en-US" altLang="en-US" b="1" dirty="0"/>
              <a:t>&lt;a&gt;</a:t>
            </a:r>
            <a:r>
              <a:rPr lang="en-US" altLang="en-US" dirty="0"/>
              <a:t> and </a:t>
            </a:r>
            <a:r>
              <a:rPr lang="en-US" altLang="en-US" b="1" dirty="0"/>
              <a:t>&lt;/a&gt;</a:t>
            </a:r>
            <a:r>
              <a:rPr lang="en-US" altLang="en-US" dirty="0"/>
              <a:t> tags in the same way that you would enclose text for textual hyperlinks.</a:t>
            </a:r>
          </a:p>
          <a:p>
            <a:r>
              <a:rPr lang="en-US" altLang="en-US" dirty="0"/>
              <a:t>Most browsers will put a hyperlink border around the image. Sometimes the border around the image is a little obtrusive. In such cases, use the </a:t>
            </a:r>
            <a:r>
              <a:rPr lang="en-US" altLang="en-US" b="1" dirty="0"/>
              <a:t>border:0 </a:t>
            </a:r>
            <a:r>
              <a:rPr lang="en-US" altLang="en-US" dirty="0"/>
              <a:t>CSS property of the </a:t>
            </a:r>
            <a:r>
              <a:rPr lang="en-US" altLang="en-US" b="1" dirty="0"/>
              <a:t>&lt;</a:t>
            </a:r>
            <a:r>
              <a:rPr lang="en-US" altLang="en-US" b="1" dirty="0" err="1"/>
              <a:t>img</a:t>
            </a:r>
            <a:r>
              <a:rPr lang="en-US" altLang="en-US" b="1" dirty="0"/>
              <a:t>&gt;</a:t>
            </a:r>
            <a:r>
              <a:rPr lang="en-US" altLang="en-US" dirty="0"/>
              <a:t> tag to remove it.</a:t>
            </a:r>
          </a:p>
          <a:p>
            <a:r>
              <a:rPr lang="en-US" altLang="en-US" dirty="0"/>
              <a:t>It is very important to put in </a:t>
            </a:r>
            <a:r>
              <a:rPr lang="en-US" altLang="en-US" b="1" dirty="0"/>
              <a:t>ALT</a:t>
            </a:r>
            <a:r>
              <a:rPr lang="en-US" altLang="en-US" dirty="0"/>
              <a:t> text for the image to accommodate browsers which are not able to display the image; there is nothing less helpful than a hyperlink with no clue as to where it points.</a:t>
            </a:r>
          </a:p>
          <a:p>
            <a:endParaRPr lang="en-GB" dirty="0"/>
          </a:p>
        </p:txBody>
      </p:sp>
    </p:spTree>
    <p:extLst>
      <p:ext uri="{BB962C8B-B14F-4D97-AF65-F5344CB8AC3E}">
        <p14:creationId xmlns:p14="http://schemas.microsoft.com/office/powerpoint/2010/main" val="251677276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3"/>
          <p:cNvSpPr>
            <a:spLocks noGrp="1" noRot="1" noChangeAspect="1" noChangeArrowheads="1" noTextEdit="1"/>
          </p:cNvSpPr>
          <p:nvPr>
            <p:ph type="sldImg"/>
          </p:nvPr>
        </p:nvSpPr>
        <p:spPr>
          <a:xfrm>
            <a:off x="571500" y="581025"/>
            <a:ext cx="5715000" cy="3216275"/>
          </a:xfrm>
          <a:ln/>
        </p:spPr>
        <p:txBody>
          <a:bodyPr/>
          <a:lstStyle/>
          <a:p>
            <a:endParaRPr lang="en-US"/>
          </a:p>
        </p:txBody>
      </p:sp>
      <p:sp>
        <p:nvSpPr>
          <p:cNvPr id="2" name="Notes Placeholder 1"/>
          <p:cNvSpPr>
            <a:spLocks noGrp="1"/>
          </p:cNvSpPr>
          <p:nvPr>
            <p:ph type="body" idx="1"/>
          </p:nvPr>
        </p:nvSpPr>
        <p:spPr/>
        <p:txBody>
          <a:bodyPr/>
          <a:lstStyle/>
          <a:p>
            <a:r>
              <a:rPr lang="en-US" altLang="en-US" dirty="0"/>
              <a:t>Remember that images can be large, and this is an issue for browsers connected through a slow or busy link. Small images (up to around 100x100 pixels) can be included inline without any problems, but for larger images it is considered courteous to provide two versions of an image: a “thumbnail” image at small size and with a small palette which previews the picture. This image can then lead on, through a hyperlink, to the full image. This allows users to download the images they want after having seen the preview.</a:t>
            </a:r>
          </a:p>
          <a:p>
            <a:r>
              <a:rPr lang="en-US" altLang="en-US" dirty="0"/>
              <a:t>The correct way to generate a thumbnail image is as described above: to create a separate image file from the original image. There is another way which might seem easier but is not efficient. The </a:t>
            </a:r>
            <a:r>
              <a:rPr lang="en-US" altLang="en-US" b="1" dirty="0"/>
              <a:t>HEIGHT</a:t>
            </a:r>
            <a:r>
              <a:rPr lang="en-US" altLang="en-US" dirty="0"/>
              <a:t> and </a:t>
            </a:r>
            <a:r>
              <a:rPr lang="en-US" altLang="en-US" b="1" dirty="0"/>
              <a:t>WIDTH</a:t>
            </a:r>
            <a:r>
              <a:rPr lang="en-US" altLang="en-US" dirty="0"/>
              <a:t> attributes of the </a:t>
            </a:r>
            <a:r>
              <a:rPr lang="en-US" altLang="en-US" b="1" dirty="0"/>
              <a:t>&lt;</a:t>
            </a:r>
            <a:r>
              <a:rPr lang="en-US" altLang="en-US" b="1" dirty="0" err="1"/>
              <a:t>img</a:t>
            </a:r>
            <a:r>
              <a:rPr lang="en-US" altLang="en-US" b="1" dirty="0"/>
              <a:t>&gt;</a:t>
            </a:r>
            <a:r>
              <a:rPr lang="en-US" altLang="en-US" dirty="0"/>
              <a:t> tag can be used to specify the size at which the picture is drawn. If these attributes are different to the actual size of the image, the browser will load the whole image and reduce or enlarge it to suit. This does create thumbnail images if the </a:t>
            </a:r>
            <a:r>
              <a:rPr lang="en-US" altLang="en-US" b="1" dirty="0"/>
              <a:t>HEIGHT</a:t>
            </a:r>
            <a:r>
              <a:rPr lang="en-US" altLang="en-US" dirty="0"/>
              <a:t> and </a:t>
            </a:r>
            <a:r>
              <a:rPr lang="en-US" altLang="en-US" b="1" dirty="0"/>
              <a:t>WIDTH</a:t>
            </a:r>
            <a:r>
              <a:rPr lang="en-US" altLang="en-US" dirty="0"/>
              <a:t> values are smaller than the original image but is very inefficient because the whole image has to be downloaded first. This rather defeats the object of having the thumbnail image in the first place!</a:t>
            </a:r>
          </a:p>
          <a:p>
            <a:endParaRPr lang="en-GB" dirty="0"/>
          </a:p>
        </p:txBody>
      </p:sp>
    </p:spTree>
    <p:extLst>
      <p:ext uri="{BB962C8B-B14F-4D97-AF65-F5344CB8AC3E}">
        <p14:creationId xmlns:p14="http://schemas.microsoft.com/office/powerpoint/2010/main" val="125032849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txBody>
          <a:bodyPr/>
          <a:lstStyle/>
          <a:p>
            <a:endParaRPr lang="en-US"/>
          </a:p>
        </p:txBody>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308342942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Slide"/>
          <p:cNvSpPr>
            <a:spLocks noGrp="1" noRot="1" noChangeAspect="1" noChangeArrowheads="1" noTextEdit="1"/>
          </p:cNvSpPr>
          <p:nvPr>
            <p:ph type="sldImg" idx="2"/>
          </p:nvPr>
        </p:nvSpPr>
        <p:spPr>
          <a:xfrm>
            <a:off x="571500" y="581025"/>
            <a:ext cx="5715000" cy="3216275"/>
          </a:xfrm>
          <a:ln/>
        </p:spPr>
        <p:txBody>
          <a:bodyPr/>
          <a:lstStyle/>
          <a:p>
            <a:endParaRPr lang="en-US"/>
          </a:p>
        </p:txBody>
      </p:sp>
      <p:sp>
        <p:nvSpPr>
          <p:cNvPr id="2" name="Notes Placeholder 1"/>
          <p:cNvSpPr>
            <a:spLocks noGrp="1"/>
          </p:cNvSpPr>
          <p:nvPr>
            <p:ph type="body" idx="1"/>
          </p:nvPr>
        </p:nvSpPr>
        <p:spPr/>
        <p:txBody>
          <a:bodyPr/>
          <a:lstStyle/>
          <a:p>
            <a:r>
              <a:rPr lang="en-US" altLang="en-US" dirty="0"/>
              <a:t>The </a:t>
            </a:r>
            <a:r>
              <a:rPr lang="en-US" altLang="en-US" b="1" dirty="0">
                <a:latin typeface="Courier New" panose="02070309020205020404" pitchFamily="49" charset="0"/>
              </a:rPr>
              <a:t>&lt;form&gt;</a:t>
            </a:r>
            <a:r>
              <a:rPr lang="en-US" altLang="en-US" dirty="0"/>
              <a:t> tag is used to denote a form in HTML. </a:t>
            </a:r>
          </a:p>
          <a:p>
            <a:r>
              <a:rPr lang="en-US" altLang="en-US" dirty="0"/>
              <a:t>The </a:t>
            </a:r>
            <a:r>
              <a:rPr lang="en-US" altLang="en-US" b="1" dirty="0">
                <a:latin typeface="Courier New" panose="02070309020205020404" pitchFamily="49" charset="0"/>
              </a:rPr>
              <a:t>ACTION</a:t>
            </a:r>
            <a:r>
              <a:rPr lang="en-US" altLang="en-US" dirty="0"/>
              <a:t> attribute specifies the URL of the script that is to be executed to carry out the action of the form.</a:t>
            </a:r>
          </a:p>
          <a:p>
            <a:r>
              <a:rPr lang="en-US" altLang="en-US" dirty="0"/>
              <a:t>The </a:t>
            </a:r>
            <a:r>
              <a:rPr lang="en-US" altLang="en-US" b="1" dirty="0">
                <a:latin typeface="Courier New" panose="02070309020205020404" pitchFamily="49" charset="0"/>
              </a:rPr>
              <a:t>METHOD</a:t>
            </a:r>
            <a:r>
              <a:rPr lang="en-US" altLang="en-US" dirty="0"/>
              <a:t> attribute indicates how the form data should be sent to the server.  It can be either </a:t>
            </a:r>
            <a:r>
              <a:rPr lang="en-US" altLang="en-US" b="1" dirty="0">
                <a:latin typeface="Courier New" panose="02070309020205020404" pitchFamily="49" charset="0"/>
              </a:rPr>
              <a:t>GET</a:t>
            </a:r>
            <a:r>
              <a:rPr lang="en-US" altLang="en-US" dirty="0"/>
              <a:t> or </a:t>
            </a:r>
            <a:r>
              <a:rPr lang="en-US" altLang="en-US" b="1" dirty="0">
                <a:latin typeface="Courier New" panose="02070309020205020404" pitchFamily="49" charset="0"/>
              </a:rPr>
              <a:t>POST</a:t>
            </a:r>
            <a:r>
              <a:rPr lang="en-US" altLang="en-US" dirty="0"/>
              <a:t>.</a:t>
            </a:r>
          </a:p>
          <a:p>
            <a:r>
              <a:rPr lang="en-US" altLang="en-US" b="1" dirty="0">
                <a:latin typeface="Courier New" panose="02070309020205020404" pitchFamily="49" charset="0"/>
              </a:rPr>
              <a:t>GET</a:t>
            </a:r>
            <a:r>
              <a:rPr lang="en-US" altLang="en-US" dirty="0"/>
              <a:t>  Appends the arguments to the action URL and opens it as if it were an anchor.</a:t>
            </a:r>
          </a:p>
          <a:p>
            <a:r>
              <a:rPr lang="en-US" altLang="en-US" b="1" dirty="0">
                <a:latin typeface="Courier New" panose="02070309020205020404" pitchFamily="49" charset="0"/>
              </a:rPr>
              <a:t>POST</a:t>
            </a:r>
            <a:r>
              <a:rPr lang="en-US" altLang="en-US" dirty="0"/>
              <a:t> Sends the data via an HTTP post transaction. </a:t>
            </a:r>
          </a:p>
          <a:p>
            <a:r>
              <a:rPr lang="en-US" altLang="en-US" dirty="0"/>
              <a:t>The </a:t>
            </a:r>
            <a:r>
              <a:rPr lang="en-US" altLang="en-US" b="1" dirty="0">
                <a:latin typeface="Courier New" panose="02070309020205020404" pitchFamily="49" charset="0"/>
              </a:rPr>
              <a:t>TARGET</a:t>
            </a:r>
            <a:r>
              <a:rPr lang="en-US" altLang="en-US" dirty="0"/>
              <a:t> attribute defines the window into which the browser is to display any information returned by the script.  If no frames are involved, the </a:t>
            </a:r>
            <a:r>
              <a:rPr lang="en-US" altLang="en-US" b="1" dirty="0">
                <a:latin typeface="Courier New" panose="02070309020205020404" pitchFamily="49" charset="0"/>
              </a:rPr>
              <a:t>TARGET</a:t>
            </a:r>
            <a:r>
              <a:rPr lang="en-US" altLang="en-US" dirty="0"/>
              <a:t> attribute is not usually required.</a:t>
            </a:r>
          </a:p>
          <a:p>
            <a:r>
              <a:rPr lang="en-US" altLang="en-US" dirty="0"/>
              <a:t>The </a:t>
            </a:r>
            <a:r>
              <a:rPr lang="en-US" altLang="en-US" b="1" dirty="0">
                <a:latin typeface="Courier New" panose="02070309020205020404" pitchFamily="49" charset="0"/>
              </a:rPr>
              <a:t>&lt;form&gt;</a:t>
            </a:r>
            <a:r>
              <a:rPr lang="en-US" altLang="en-US" dirty="0"/>
              <a:t> tag may have other attributes for use with browsers which can handle client-side scripting language such as VBScript and JavaScript.  These will be dealt with in the client-side scripting chapter.</a:t>
            </a:r>
          </a:p>
          <a:p>
            <a:endParaRPr lang="en-GB" dirty="0"/>
          </a:p>
        </p:txBody>
      </p:sp>
    </p:spTree>
    <p:extLst>
      <p:ext uri="{BB962C8B-B14F-4D97-AF65-F5344CB8AC3E}">
        <p14:creationId xmlns:p14="http://schemas.microsoft.com/office/powerpoint/2010/main" val="338008997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Slide"/>
          <p:cNvSpPr>
            <a:spLocks noGrp="1" noRot="1" noChangeAspect="1" noChangeArrowheads="1" noTextEdit="1"/>
          </p:cNvSpPr>
          <p:nvPr>
            <p:ph type="sldImg" idx="2"/>
          </p:nvPr>
        </p:nvSpPr>
        <p:spPr>
          <a:xfrm>
            <a:off x="571500" y="581025"/>
            <a:ext cx="5715000" cy="3216275"/>
          </a:xfrm>
          <a:ln/>
        </p:spPr>
        <p:txBody>
          <a:bodyPr/>
          <a:lstStyle/>
          <a:p>
            <a:endParaRPr lang="en-US"/>
          </a:p>
        </p:txBody>
      </p:sp>
      <p:sp>
        <p:nvSpPr>
          <p:cNvPr id="2" name="Notes Placeholder 1"/>
          <p:cNvSpPr>
            <a:spLocks noGrp="1"/>
          </p:cNvSpPr>
          <p:nvPr>
            <p:ph type="body" idx="1"/>
          </p:nvPr>
        </p:nvSpPr>
        <p:spPr/>
        <p:txBody>
          <a:bodyPr/>
          <a:lstStyle/>
          <a:p>
            <a:r>
              <a:rPr lang="en-US" altLang="en-US" dirty="0"/>
              <a:t>A pushbutton is a button on a form that causes an action to occur.  There are three kinds of pushbutton, and each one is defined by an </a:t>
            </a:r>
            <a:r>
              <a:rPr lang="en-US" altLang="en-US" b="1" dirty="0">
                <a:latin typeface="Courier New" panose="02070309020205020404" pitchFamily="49" charset="0"/>
              </a:rPr>
              <a:t>&lt;input&gt;</a:t>
            </a:r>
            <a:r>
              <a:rPr lang="en-US" altLang="en-US" dirty="0"/>
              <a:t> tag with an appropriate </a:t>
            </a:r>
            <a:r>
              <a:rPr lang="en-US" altLang="en-US" b="1" dirty="0">
                <a:latin typeface="Courier New" panose="02070309020205020404" pitchFamily="49" charset="0"/>
              </a:rPr>
              <a:t>TYPE</a:t>
            </a:r>
            <a:r>
              <a:rPr lang="en-US" altLang="en-US" dirty="0"/>
              <a:t> attribute.  The </a:t>
            </a:r>
            <a:r>
              <a:rPr lang="en-US" altLang="en-US" b="1" dirty="0">
                <a:latin typeface="Courier New" panose="02070309020205020404" pitchFamily="49" charset="0"/>
              </a:rPr>
              <a:t>SUBMIT</a:t>
            </a:r>
            <a:r>
              <a:rPr lang="en-US" altLang="en-US" dirty="0"/>
              <a:t> button is used to submit the form to the server script.  A </a:t>
            </a:r>
            <a:r>
              <a:rPr lang="en-US" altLang="en-US" b="1" dirty="0">
                <a:latin typeface="Courier New" panose="02070309020205020404" pitchFamily="49" charset="0"/>
              </a:rPr>
              <a:t>RESET</a:t>
            </a:r>
            <a:r>
              <a:rPr lang="en-US" altLang="en-US" dirty="0"/>
              <a:t> button is used to reset the form to its initial state: blanking out the text fields and setting selection lists and radio buttons to their default settings. </a:t>
            </a:r>
          </a:p>
          <a:p>
            <a:r>
              <a:rPr lang="en-US" altLang="en-US" dirty="0"/>
              <a:t>There is also a third type of push button, </a:t>
            </a:r>
            <a:r>
              <a:rPr lang="en-US" altLang="en-US" b="1" dirty="0">
                <a:latin typeface="Courier New" panose="02070309020205020404" pitchFamily="49" charset="0"/>
              </a:rPr>
              <a:t>BUTTON</a:t>
            </a:r>
            <a:r>
              <a:rPr lang="en-US" altLang="en-US" dirty="0"/>
              <a:t>, which is if you want to insert a generic button to which  you can assign a client-side script.  This kind of button is discussed in the client-side scripting chapter.</a:t>
            </a:r>
          </a:p>
          <a:p>
            <a:r>
              <a:rPr lang="en-US" altLang="en-US" dirty="0"/>
              <a:t>For single-line textual input there are two kinds of control.  By using </a:t>
            </a:r>
            <a:r>
              <a:rPr lang="en-US" altLang="en-US" b="1" dirty="0">
                <a:latin typeface="Courier New" panose="02070309020205020404" pitchFamily="49" charset="0"/>
              </a:rPr>
              <a:t>&lt;input&gt;</a:t>
            </a:r>
            <a:r>
              <a:rPr lang="en-US" altLang="en-US" dirty="0"/>
              <a:t> with an attribute of </a:t>
            </a:r>
            <a:r>
              <a:rPr lang="en-US" altLang="en-US" b="1" dirty="0">
                <a:latin typeface="Courier New" panose="02070309020205020404" pitchFamily="49" charset="0"/>
              </a:rPr>
              <a:t>type="text"</a:t>
            </a:r>
            <a:r>
              <a:rPr lang="en-US" altLang="en-US" dirty="0"/>
              <a:t> one can define a single line text input field.  A field with </a:t>
            </a:r>
            <a:r>
              <a:rPr lang="en-US" altLang="en-US" b="1" dirty="0">
                <a:latin typeface="Courier New" panose="02070309020205020404" pitchFamily="49" charset="0"/>
              </a:rPr>
              <a:t>type="password"</a:t>
            </a:r>
            <a:r>
              <a:rPr lang="en-US" altLang="en-US" dirty="0"/>
              <a:t> has the same meaning as the </a:t>
            </a:r>
            <a:r>
              <a:rPr lang="en-US" altLang="en-US" b="1" dirty="0">
                <a:latin typeface="Courier New" panose="02070309020205020404" pitchFamily="49" charset="0"/>
              </a:rPr>
              <a:t>type="text"</a:t>
            </a:r>
            <a:r>
              <a:rPr lang="en-US" altLang="en-US" dirty="0"/>
              <a:t>, except that text is not displayed as the user enters it.</a:t>
            </a:r>
          </a:p>
          <a:p>
            <a:r>
              <a:rPr lang="en-US" altLang="en-US" dirty="0"/>
              <a:t>All </a:t>
            </a:r>
            <a:r>
              <a:rPr lang="en-US" altLang="en-US" b="1" dirty="0">
                <a:latin typeface="Courier New" panose="02070309020205020404" pitchFamily="49" charset="0"/>
              </a:rPr>
              <a:t>&lt;input&gt;</a:t>
            </a:r>
            <a:r>
              <a:rPr lang="en-US" altLang="en-US" dirty="0"/>
              <a:t> fields have a </a:t>
            </a:r>
            <a:r>
              <a:rPr lang="en-US" altLang="en-US" b="1" dirty="0">
                <a:latin typeface="Courier New" panose="02070309020205020404" pitchFamily="49" charset="0"/>
              </a:rPr>
              <a:t>VALUE</a:t>
            </a:r>
            <a:r>
              <a:rPr lang="en-US" altLang="en-US" dirty="0"/>
              <a:t> attribute.  For textual controls, this specifies the default (initial) value of the control. </a:t>
            </a:r>
          </a:p>
          <a:p>
            <a:endParaRPr lang="en-GB" dirty="0"/>
          </a:p>
        </p:txBody>
      </p:sp>
    </p:spTree>
    <p:extLst>
      <p:ext uri="{BB962C8B-B14F-4D97-AF65-F5344CB8AC3E}">
        <p14:creationId xmlns:p14="http://schemas.microsoft.com/office/powerpoint/2010/main" val="192604448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Slide"/>
          <p:cNvSpPr>
            <a:spLocks noGrp="1" noRot="1" noChangeAspect="1" noChangeArrowheads="1" noTextEdit="1"/>
          </p:cNvSpPr>
          <p:nvPr>
            <p:ph type="sldImg" idx="2"/>
          </p:nvPr>
        </p:nvSpPr>
        <p:spPr>
          <a:xfrm>
            <a:off x="571500" y="581025"/>
            <a:ext cx="5715000" cy="3216275"/>
          </a:xfrm>
          <a:ln/>
        </p:spPr>
        <p:txBody>
          <a:bodyPr/>
          <a:lstStyle/>
          <a:p>
            <a:endParaRPr lang="en-US"/>
          </a:p>
        </p:txBody>
      </p:sp>
      <p:sp>
        <p:nvSpPr>
          <p:cNvPr id="2" name="Notes Placeholder 1"/>
          <p:cNvSpPr>
            <a:spLocks noGrp="1"/>
          </p:cNvSpPr>
          <p:nvPr>
            <p:ph type="body" idx="1"/>
          </p:nvPr>
        </p:nvSpPr>
        <p:spPr/>
        <p:txBody>
          <a:bodyPr/>
          <a:lstStyle/>
          <a:p>
            <a:r>
              <a:rPr lang="en-US" altLang="en-US" dirty="0"/>
              <a:t>For multiple lines of text, the </a:t>
            </a:r>
            <a:r>
              <a:rPr lang="en-US" altLang="en-US" b="1" dirty="0">
                <a:latin typeface="Courier New" panose="02070309020205020404" pitchFamily="49" charset="0"/>
              </a:rPr>
              <a:t>&lt;input&gt;</a:t>
            </a:r>
            <a:r>
              <a:rPr lang="en-US" altLang="en-US" dirty="0"/>
              <a:t> tag is not used.  Instead, the </a:t>
            </a:r>
            <a:r>
              <a:rPr lang="en-US" altLang="en-US" b="1" dirty="0">
                <a:latin typeface="Courier New" panose="02070309020205020404" pitchFamily="49" charset="0"/>
              </a:rPr>
              <a:t>&lt;</a:t>
            </a:r>
            <a:r>
              <a:rPr lang="en-US" altLang="en-US" b="1" dirty="0" err="1">
                <a:latin typeface="Courier New" panose="02070309020205020404" pitchFamily="49" charset="0"/>
              </a:rPr>
              <a:t>textarea</a:t>
            </a:r>
            <a:r>
              <a:rPr lang="en-US" altLang="en-US" b="1" dirty="0">
                <a:latin typeface="Courier New" panose="02070309020205020404" pitchFamily="49" charset="0"/>
              </a:rPr>
              <a:t>&gt;</a:t>
            </a:r>
            <a:r>
              <a:rPr lang="en-US" altLang="en-US" dirty="0"/>
              <a:t> .. </a:t>
            </a:r>
            <a:r>
              <a:rPr lang="en-US" altLang="en-US" b="1" dirty="0">
                <a:latin typeface="Courier New" panose="02070309020205020404" pitchFamily="49" charset="0"/>
              </a:rPr>
              <a:t>&lt;/</a:t>
            </a:r>
            <a:r>
              <a:rPr lang="en-US" altLang="en-US" b="1" dirty="0" err="1">
                <a:latin typeface="Courier New" panose="02070309020205020404" pitchFamily="49" charset="0"/>
              </a:rPr>
              <a:t>textarea</a:t>
            </a:r>
            <a:r>
              <a:rPr lang="en-US" altLang="en-US" b="1" dirty="0">
                <a:latin typeface="Courier New" panose="02070309020205020404" pitchFamily="49" charset="0"/>
              </a:rPr>
              <a:t>&gt;</a:t>
            </a:r>
            <a:r>
              <a:rPr lang="en-US" altLang="en-US" dirty="0"/>
              <a:t> tag is used to define an area of text which can have more than one line.  This tag has </a:t>
            </a:r>
            <a:r>
              <a:rPr lang="en-US" altLang="en-US" b="1" dirty="0">
                <a:latin typeface="Courier New" panose="02070309020205020404" pitchFamily="49" charset="0"/>
              </a:rPr>
              <a:t>COLS</a:t>
            </a:r>
            <a:r>
              <a:rPr lang="en-US" altLang="en-US" dirty="0"/>
              <a:t> and </a:t>
            </a:r>
            <a:r>
              <a:rPr lang="en-US" altLang="en-US" b="1" dirty="0">
                <a:latin typeface="Courier New" panose="02070309020205020404" pitchFamily="49" charset="0"/>
              </a:rPr>
              <a:t>ROWS</a:t>
            </a:r>
            <a:r>
              <a:rPr lang="en-US" altLang="en-US" dirty="0"/>
              <a:t> attributes to set the size of the field in terms of rows and columns respectively.  These size parameters only set the size on the screen: the actual control can hold more text than can be shown in a confined area and the browser will add scroll bars where necessary.</a:t>
            </a:r>
          </a:p>
          <a:p>
            <a:r>
              <a:rPr lang="en-US" altLang="en-US" dirty="0"/>
              <a:t>The text between the </a:t>
            </a:r>
            <a:r>
              <a:rPr lang="en-US" altLang="en-US" b="1" dirty="0">
                <a:latin typeface="Courier New" panose="02070309020205020404" pitchFamily="49" charset="0"/>
              </a:rPr>
              <a:t>&lt;</a:t>
            </a:r>
            <a:r>
              <a:rPr lang="en-US" altLang="en-US" b="1" dirty="0" err="1">
                <a:latin typeface="Courier New" panose="02070309020205020404" pitchFamily="49" charset="0"/>
              </a:rPr>
              <a:t>textarea</a:t>
            </a:r>
            <a:r>
              <a:rPr lang="en-US" altLang="en-US" b="1" dirty="0">
                <a:latin typeface="Courier New" panose="02070309020205020404" pitchFamily="49" charset="0"/>
              </a:rPr>
              <a:t>&gt;</a:t>
            </a:r>
            <a:r>
              <a:rPr lang="en-US" altLang="en-US" dirty="0"/>
              <a:t> and </a:t>
            </a:r>
            <a:r>
              <a:rPr lang="en-US" altLang="en-US" b="1" dirty="0">
                <a:latin typeface="Courier New" panose="02070309020205020404" pitchFamily="49" charset="0"/>
              </a:rPr>
              <a:t>&lt;/</a:t>
            </a:r>
            <a:r>
              <a:rPr lang="en-US" altLang="en-US" b="1" dirty="0" err="1">
                <a:latin typeface="Courier New" panose="02070309020205020404" pitchFamily="49" charset="0"/>
              </a:rPr>
              <a:t>textarea</a:t>
            </a:r>
            <a:r>
              <a:rPr lang="en-US" altLang="en-US" b="1" dirty="0">
                <a:latin typeface="Courier New" panose="02070309020205020404" pitchFamily="49" charset="0"/>
              </a:rPr>
              <a:t>&gt;</a:t>
            </a:r>
            <a:r>
              <a:rPr lang="en-US" altLang="en-US" dirty="0"/>
              <a:t> tags defines the initial value of the multi-line text field.</a:t>
            </a:r>
          </a:p>
          <a:p>
            <a:endParaRPr lang="en-GB" dirty="0"/>
          </a:p>
        </p:txBody>
      </p:sp>
    </p:spTree>
    <p:extLst>
      <p:ext uri="{BB962C8B-B14F-4D97-AF65-F5344CB8AC3E}">
        <p14:creationId xmlns:p14="http://schemas.microsoft.com/office/powerpoint/2010/main" val="70452949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Slide"/>
          <p:cNvSpPr>
            <a:spLocks noGrp="1" noRot="1" noChangeAspect="1" noChangeArrowheads="1" noTextEdit="1"/>
          </p:cNvSpPr>
          <p:nvPr>
            <p:ph type="sldImg" idx="2"/>
          </p:nvPr>
        </p:nvSpPr>
        <p:spPr>
          <a:xfrm>
            <a:off x="571500" y="581025"/>
            <a:ext cx="5715000" cy="3216275"/>
          </a:xfrm>
          <a:ln/>
        </p:spPr>
        <p:txBody>
          <a:bodyPr/>
          <a:lstStyle/>
          <a:p>
            <a:endParaRPr lang="en-US"/>
          </a:p>
        </p:txBody>
      </p:sp>
      <p:sp>
        <p:nvSpPr>
          <p:cNvPr id="2" name="Notes Placeholder 1"/>
          <p:cNvSpPr>
            <a:spLocks noGrp="1"/>
          </p:cNvSpPr>
          <p:nvPr>
            <p:ph type="body" idx="1"/>
          </p:nvPr>
        </p:nvSpPr>
        <p:spPr>
          <a:xfrm>
            <a:off x="728663" y="4679949"/>
            <a:ext cx="5481637" cy="5241925"/>
          </a:xfrm>
        </p:spPr>
        <p:txBody>
          <a:bodyPr/>
          <a:lstStyle/>
          <a:p>
            <a:r>
              <a:rPr lang="en-US" altLang="en-US" dirty="0"/>
              <a:t>Radio buttons are used in groups: within each group, only one can be checked (selected) at any one time; in this respect they are used to represent mutually exclusive options, like pre-set tuning buttons on an in-car radio.  Radio buttons are created using an </a:t>
            </a:r>
            <a:r>
              <a:rPr lang="en-US" altLang="en-US" b="1" dirty="0">
                <a:latin typeface="Courier New" panose="02070309020205020404" pitchFamily="49" charset="0"/>
              </a:rPr>
              <a:t>&lt;input&gt;</a:t>
            </a:r>
            <a:r>
              <a:rPr lang="en-US" altLang="en-US" dirty="0"/>
              <a:t>  tag with a </a:t>
            </a:r>
            <a:r>
              <a:rPr lang="en-US" altLang="en-US" b="1" dirty="0">
                <a:latin typeface="Courier New" panose="02070309020205020404" pitchFamily="49" charset="0"/>
              </a:rPr>
              <a:t>TYPE</a:t>
            </a:r>
            <a:r>
              <a:rPr lang="en-US" altLang="en-US" dirty="0"/>
              <a:t> attribute of </a:t>
            </a:r>
            <a:r>
              <a:rPr lang="en-US" altLang="en-US" b="1" dirty="0">
                <a:latin typeface="Courier New" panose="02070309020205020404" pitchFamily="49" charset="0"/>
              </a:rPr>
              <a:t>radio</a:t>
            </a:r>
            <a:r>
              <a:rPr lang="en-US" altLang="en-US" dirty="0"/>
              <a:t>.  Radio buttons are arranged in groups by the </a:t>
            </a:r>
            <a:r>
              <a:rPr lang="en-US" altLang="en-US" b="1" dirty="0">
                <a:latin typeface="Courier New" panose="02070309020205020404" pitchFamily="49" charset="0"/>
              </a:rPr>
              <a:t>NAME</a:t>
            </a:r>
            <a:r>
              <a:rPr lang="en-US" altLang="en-US" dirty="0"/>
              <a:t> attribute, and the browser will ensure that if a button in a particular group is selected, all other buttons in that group - which is to say all the buttons having the same </a:t>
            </a:r>
            <a:r>
              <a:rPr lang="en-US" altLang="en-US" b="1" dirty="0">
                <a:latin typeface="Courier New" panose="02070309020205020404" pitchFamily="49" charset="0"/>
              </a:rPr>
              <a:t>NAME</a:t>
            </a:r>
            <a:r>
              <a:rPr lang="en-US" altLang="en-US" dirty="0"/>
              <a:t> - will be unselected.</a:t>
            </a:r>
          </a:p>
          <a:p>
            <a:r>
              <a:rPr lang="en-US" altLang="en-US" dirty="0"/>
              <a:t>Check boxes are used for independent Boolean (yes/no) choices.  Check boxes are created using an </a:t>
            </a:r>
            <a:r>
              <a:rPr lang="en-US" altLang="en-US" b="1" dirty="0">
                <a:latin typeface="Courier New" panose="02070309020205020404" pitchFamily="49" charset="0"/>
              </a:rPr>
              <a:t>&lt;input&gt;</a:t>
            </a:r>
            <a:r>
              <a:rPr lang="en-US" altLang="en-US" dirty="0"/>
              <a:t>  tag with a </a:t>
            </a:r>
            <a:r>
              <a:rPr lang="en-US" altLang="en-US" b="1" dirty="0">
                <a:latin typeface="Courier New" panose="02070309020205020404" pitchFamily="49" charset="0"/>
              </a:rPr>
              <a:t>TYPE</a:t>
            </a:r>
            <a:r>
              <a:rPr lang="en-US" altLang="en-US" dirty="0"/>
              <a:t> attribute of </a:t>
            </a:r>
            <a:r>
              <a:rPr lang="en-US" altLang="en-US" b="1" dirty="0">
                <a:latin typeface="Courier New" panose="02070309020205020404" pitchFamily="49" charset="0"/>
              </a:rPr>
              <a:t>checkbox</a:t>
            </a:r>
            <a:r>
              <a:rPr lang="en-US" altLang="en-US" dirty="0"/>
              <a:t>.  Each check box in the form has a different name.</a:t>
            </a:r>
          </a:p>
          <a:p>
            <a:r>
              <a:rPr lang="en-US" altLang="en-US" dirty="0"/>
              <a:t>Here is an example from a form:</a:t>
            </a:r>
          </a:p>
          <a:p>
            <a:r>
              <a:rPr lang="en-US" altLang="en-US" b="1" dirty="0">
                <a:latin typeface="Courier New" panose="02070309020205020404" pitchFamily="49" charset="0"/>
              </a:rPr>
              <a:t>&lt;input type="radio" checked name="</a:t>
            </a:r>
            <a:r>
              <a:rPr lang="en-US" altLang="en-US" b="1" dirty="0" err="1">
                <a:latin typeface="Courier New" panose="02070309020205020404" pitchFamily="49" charset="0"/>
              </a:rPr>
              <a:t>RadioDrink</a:t>
            </a:r>
            <a:r>
              <a:rPr lang="en-US" altLang="en-US" b="1" dirty="0">
                <a:latin typeface="Courier New" panose="02070309020205020404" pitchFamily="49" charset="0"/>
              </a:rPr>
              <a:t>" value="Tea</a:t>
            </a:r>
            <a:r>
              <a:rPr lang="en-US" altLang="en-US" b="1" dirty="0"/>
              <a:t>“</a:t>
            </a:r>
            <a:r>
              <a:rPr lang="en-US" altLang="en-US" b="1" dirty="0">
                <a:latin typeface="Courier New" panose="02070309020205020404" pitchFamily="49" charset="0"/>
              </a:rPr>
              <a:t>/&gt;Tea</a:t>
            </a:r>
            <a:br>
              <a:rPr lang="en-US" altLang="en-US" b="1" dirty="0">
                <a:latin typeface="Courier New" panose="02070309020205020404" pitchFamily="49" charset="0"/>
              </a:rPr>
            </a:br>
            <a:r>
              <a:rPr lang="en-US" altLang="en-US" b="1" dirty="0">
                <a:latin typeface="Courier New" panose="02070309020205020404" pitchFamily="49" charset="0"/>
              </a:rPr>
              <a:t>&lt;input type="radio" name="</a:t>
            </a:r>
            <a:r>
              <a:rPr lang="en-US" altLang="en-US" b="1" dirty="0" err="1">
                <a:latin typeface="Courier New" panose="02070309020205020404" pitchFamily="49" charset="0"/>
              </a:rPr>
              <a:t>RadioDrink</a:t>
            </a:r>
            <a:r>
              <a:rPr lang="en-US" altLang="en-US" b="1" dirty="0">
                <a:latin typeface="Courier New" panose="02070309020205020404" pitchFamily="49" charset="0"/>
              </a:rPr>
              <a:t>" value="Coffee</a:t>
            </a:r>
            <a:r>
              <a:rPr lang="en-US" altLang="en-US" b="1" dirty="0"/>
              <a:t>“</a:t>
            </a:r>
            <a:r>
              <a:rPr lang="en-US" altLang="en-US" b="1" dirty="0">
                <a:latin typeface="Courier New" panose="02070309020205020404" pitchFamily="49" charset="0"/>
              </a:rPr>
              <a:t>/&gt;Coffee</a:t>
            </a:r>
            <a:br>
              <a:rPr lang="en-US" altLang="en-US" b="1" dirty="0">
                <a:latin typeface="Courier New" panose="02070309020205020404" pitchFamily="49" charset="0"/>
              </a:rPr>
            </a:br>
            <a:r>
              <a:rPr lang="en-US" altLang="en-US" b="1" dirty="0">
                <a:latin typeface="Courier New" panose="02070309020205020404" pitchFamily="49" charset="0"/>
              </a:rPr>
              <a:t>&lt;input type="radio" name="</a:t>
            </a:r>
            <a:r>
              <a:rPr lang="en-US" altLang="en-US" b="1" dirty="0" err="1">
                <a:latin typeface="Courier New" panose="02070309020205020404" pitchFamily="49" charset="0"/>
              </a:rPr>
              <a:t>RadioDrink</a:t>
            </a:r>
            <a:r>
              <a:rPr lang="en-US" altLang="en-US" b="1" dirty="0">
                <a:latin typeface="Courier New" panose="02070309020205020404" pitchFamily="49" charset="0"/>
              </a:rPr>
              <a:t>" value="Soup</a:t>
            </a:r>
            <a:r>
              <a:rPr lang="en-US" altLang="en-US" b="1" dirty="0"/>
              <a:t>“</a:t>
            </a:r>
            <a:r>
              <a:rPr lang="en-US" altLang="en-US" b="1" dirty="0">
                <a:latin typeface="Courier New" panose="02070309020205020404" pitchFamily="49" charset="0"/>
              </a:rPr>
              <a:t>/&gt;Soup&lt;br/&gt;</a:t>
            </a:r>
            <a:br>
              <a:rPr lang="en-US" altLang="en-US" b="1" dirty="0">
                <a:latin typeface="Courier New" panose="02070309020205020404" pitchFamily="49" charset="0"/>
              </a:rPr>
            </a:br>
            <a:r>
              <a:rPr lang="en-US" altLang="en-US" b="1" dirty="0">
                <a:latin typeface="Courier New" panose="02070309020205020404" pitchFamily="49" charset="0"/>
              </a:rPr>
              <a:t>&lt;input type="checkbox" name="</a:t>
            </a:r>
            <a:r>
              <a:rPr lang="en-US" altLang="en-US" b="1" dirty="0" err="1">
                <a:latin typeface="Courier New" panose="02070309020205020404" pitchFamily="49" charset="0"/>
              </a:rPr>
              <a:t>CheckMilk</a:t>
            </a:r>
            <a:r>
              <a:rPr lang="en-US" altLang="en-US" b="1" dirty="0">
                <a:latin typeface="Courier New" panose="02070309020205020404" pitchFamily="49" charset="0"/>
              </a:rPr>
              <a:t>" value=</a:t>
            </a:r>
            <a:r>
              <a:rPr lang="en-US" altLang="en-US" b="1" dirty="0"/>
              <a:t>“</a:t>
            </a:r>
            <a:r>
              <a:rPr lang="en-US" altLang="en-US" b="1" dirty="0">
                <a:latin typeface="Courier New" panose="02070309020205020404" pitchFamily="49" charset="0"/>
              </a:rPr>
              <a:t>Yes</a:t>
            </a:r>
            <a:r>
              <a:rPr lang="en-US" altLang="en-US" b="1" dirty="0"/>
              <a:t>“</a:t>
            </a:r>
            <a:r>
              <a:rPr lang="en-US" altLang="en-US" b="1" dirty="0">
                <a:latin typeface="Courier New" panose="02070309020205020404" pitchFamily="49" charset="0"/>
              </a:rPr>
              <a:t>/&gt;Milk</a:t>
            </a:r>
            <a:br>
              <a:rPr lang="en-US" altLang="en-US" b="1" dirty="0">
                <a:latin typeface="Courier New" panose="02070309020205020404" pitchFamily="49" charset="0"/>
              </a:rPr>
            </a:br>
            <a:r>
              <a:rPr lang="en-US" altLang="en-US" b="1" dirty="0">
                <a:latin typeface="Courier New" panose="02070309020205020404" pitchFamily="49" charset="0"/>
              </a:rPr>
              <a:t>&lt;input type="checkbox" name="</a:t>
            </a:r>
            <a:r>
              <a:rPr lang="en-US" altLang="en-US" b="1" dirty="0" err="1">
                <a:latin typeface="Courier New" panose="02070309020205020404" pitchFamily="49" charset="0"/>
              </a:rPr>
              <a:t>CheckSugar</a:t>
            </a:r>
            <a:r>
              <a:rPr lang="en-US" altLang="en-US" b="1" dirty="0">
                <a:latin typeface="Courier New" panose="02070309020205020404" pitchFamily="49" charset="0"/>
              </a:rPr>
              <a:t>" value=</a:t>
            </a:r>
            <a:r>
              <a:rPr lang="en-US" altLang="en-US" b="1" dirty="0"/>
              <a:t>“</a:t>
            </a:r>
            <a:r>
              <a:rPr lang="en-US" altLang="en-US" b="1" dirty="0">
                <a:latin typeface="Courier New" panose="02070309020205020404" pitchFamily="49" charset="0"/>
              </a:rPr>
              <a:t>Yes</a:t>
            </a:r>
            <a:r>
              <a:rPr lang="en-US" altLang="en-US" b="1" dirty="0"/>
              <a:t>“</a:t>
            </a:r>
            <a:r>
              <a:rPr lang="en-US" altLang="en-US" b="1" dirty="0">
                <a:latin typeface="Courier New" panose="02070309020205020404" pitchFamily="49" charset="0"/>
              </a:rPr>
              <a:t>/&gt;Sugar&lt;br/&gt;</a:t>
            </a:r>
          </a:p>
          <a:p>
            <a:r>
              <a:rPr lang="en-US" altLang="en-US" b="1" dirty="0">
                <a:latin typeface="Courier New" panose="02070309020205020404" pitchFamily="49" charset="0"/>
              </a:rPr>
              <a:t>&lt;input type="submit" name="</a:t>
            </a:r>
            <a:r>
              <a:rPr lang="en-US" altLang="en-US" b="1" dirty="0" err="1">
                <a:latin typeface="Courier New" panose="02070309020205020404" pitchFamily="49" charset="0"/>
              </a:rPr>
              <a:t>OKButton</a:t>
            </a:r>
            <a:r>
              <a:rPr lang="en-US" altLang="en-US" b="1" dirty="0">
                <a:latin typeface="Courier New" panose="02070309020205020404" pitchFamily="49" charset="0"/>
              </a:rPr>
              <a:t>" value="Vend</a:t>
            </a:r>
            <a:r>
              <a:rPr lang="en-US" altLang="en-US" b="1" dirty="0"/>
              <a:t>“</a:t>
            </a:r>
            <a:r>
              <a:rPr lang="en-US" altLang="en-US" b="1" dirty="0">
                <a:latin typeface="Courier New" panose="02070309020205020404" pitchFamily="49" charset="0"/>
              </a:rPr>
              <a:t>/&gt; </a:t>
            </a:r>
            <a:endParaRPr lang="en-US" altLang="en-US" dirty="0"/>
          </a:p>
          <a:p>
            <a:r>
              <a:rPr lang="en-US" altLang="en-US" dirty="0"/>
              <a:t>Note that the first radio button in this example has the </a:t>
            </a:r>
            <a:r>
              <a:rPr lang="en-US" altLang="en-US" b="1" dirty="0">
                <a:latin typeface="Courier New" panose="02070309020205020404" pitchFamily="49" charset="0"/>
              </a:rPr>
              <a:t>CHECKED</a:t>
            </a:r>
            <a:r>
              <a:rPr lang="en-US" altLang="en-US" dirty="0"/>
              <a:t> attribute, which indicates to the browser that this button is initially selected.  Without this attribute a button is considered to be initially unselected.</a:t>
            </a:r>
          </a:p>
          <a:p>
            <a:r>
              <a:rPr lang="en-US" altLang="en-US" dirty="0"/>
              <a:t>Both radio buttons and check boxes have a </a:t>
            </a:r>
            <a:r>
              <a:rPr lang="en-US" altLang="en-US" b="1" dirty="0">
                <a:latin typeface="Courier New" panose="02070309020205020404" pitchFamily="49" charset="0"/>
              </a:rPr>
              <a:t>VALUE</a:t>
            </a:r>
            <a:r>
              <a:rPr lang="en-US" altLang="en-US" dirty="0"/>
              <a:t> attribute which is a textual string that is returned when the button is selected.</a:t>
            </a:r>
          </a:p>
        </p:txBody>
      </p:sp>
    </p:spTree>
    <p:extLst>
      <p:ext uri="{BB962C8B-B14F-4D97-AF65-F5344CB8AC3E}">
        <p14:creationId xmlns:p14="http://schemas.microsoft.com/office/powerpoint/2010/main" val="134183106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Slide"/>
          <p:cNvSpPr>
            <a:spLocks noGrp="1" noRot="1" noChangeAspect="1" noChangeArrowheads="1" noTextEdit="1"/>
          </p:cNvSpPr>
          <p:nvPr>
            <p:ph type="sldImg" idx="2"/>
          </p:nvPr>
        </p:nvSpPr>
        <p:spPr>
          <a:xfrm>
            <a:off x="571500" y="581025"/>
            <a:ext cx="5715000" cy="3216275"/>
          </a:xfrm>
          <a:ln/>
        </p:spPr>
        <p:txBody>
          <a:bodyPr/>
          <a:lstStyle/>
          <a:p>
            <a:endParaRPr lang="en-US"/>
          </a:p>
        </p:txBody>
      </p:sp>
      <p:sp>
        <p:nvSpPr>
          <p:cNvPr id="2" name="Notes Placeholder 1"/>
          <p:cNvSpPr>
            <a:spLocks noGrp="1"/>
          </p:cNvSpPr>
          <p:nvPr>
            <p:ph type="body" idx="1"/>
          </p:nvPr>
        </p:nvSpPr>
        <p:spPr/>
        <p:txBody>
          <a:bodyPr/>
          <a:lstStyle/>
          <a:p>
            <a:r>
              <a:rPr lang="en-US" altLang="en-US" dirty="0"/>
              <a:t>List boxes and drop down lists are created using the </a:t>
            </a:r>
            <a:r>
              <a:rPr lang="en-US" altLang="en-US" b="1" dirty="0">
                <a:latin typeface="Courier New" panose="02070309020205020404" pitchFamily="49" charset="0"/>
              </a:rPr>
              <a:t>&lt;select&gt;</a:t>
            </a:r>
            <a:r>
              <a:rPr lang="en-US" altLang="en-US" dirty="0"/>
              <a:t> and </a:t>
            </a:r>
            <a:r>
              <a:rPr lang="en-US" altLang="en-US" b="1" dirty="0">
                <a:latin typeface="Courier New" panose="02070309020205020404" pitchFamily="49" charset="0"/>
              </a:rPr>
              <a:t>&lt;option&gt;</a:t>
            </a:r>
            <a:r>
              <a:rPr lang="en-US" altLang="en-US" dirty="0"/>
              <a:t> tags which define a list and its contents respectively.  If the </a:t>
            </a:r>
            <a:r>
              <a:rPr lang="en-US" altLang="en-US" b="1" dirty="0">
                <a:latin typeface="Courier New" panose="02070309020205020404" pitchFamily="49" charset="0"/>
              </a:rPr>
              <a:t>SIZE</a:t>
            </a:r>
            <a:r>
              <a:rPr lang="en-US" altLang="en-US" dirty="0"/>
              <a:t> attribute of </a:t>
            </a:r>
            <a:r>
              <a:rPr lang="en-US" altLang="en-US" b="1" dirty="0">
                <a:latin typeface="Courier New" panose="02070309020205020404" pitchFamily="49" charset="0"/>
              </a:rPr>
              <a:t>&lt;select&gt;</a:t>
            </a:r>
            <a:r>
              <a:rPr lang="en-US" altLang="en-US" dirty="0"/>
              <a:t> is 1, it is typically shown as a drop down list box with only one item showing.  If </a:t>
            </a:r>
            <a:r>
              <a:rPr lang="en-US" altLang="en-US" b="1" dirty="0">
                <a:latin typeface="Courier New" panose="02070309020205020404" pitchFamily="49" charset="0"/>
              </a:rPr>
              <a:t>SIZE</a:t>
            </a:r>
            <a:r>
              <a:rPr lang="en-US" altLang="en-US" dirty="0"/>
              <a:t> is greater than one, it is a list box with scroll bars.  </a:t>
            </a:r>
            <a:r>
              <a:rPr lang="en-US" altLang="en-US" b="1" dirty="0">
                <a:latin typeface="Courier New" panose="02070309020205020404" pitchFamily="49" charset="0"/>
              </a:rPr>
              <a:t>MULTIPLE</a:t>
            </a:r>
            <a:r>
              <a:rPr lang="en-US" altLang="en-US" dirty="0"/>
              <a:t> attribute specifies multiple selection list. </a:t>
            </a:r>
          </a:p>
          <a:p>
            <a:r>
              <a:rPr lang="en-US" altLang="en-US" dirty="0"/>
              <a:t>By default the value returned by the list box will be the text in the option item which was selected when the form was submitted.  If you want to display one piece of text but submit a different value, you can use the </a:t>
            </a:r>
            <a:r>
              <a:rPr lang="en-US" altLang="en-US" b="1" dirty="0">
                <a:latin typeface="Courier New" panose="02070309020205020404" pitchFamily="49" charset="0"/>
              </a:rPr>
              <a:t>VALUE</a:t>
            </a:r>
            <a:r>
              <a:rPr lang="en-US" altLang="en-US" dirty="0"/>
              <a:t> property of the </a:t>
            </a:r>
            <a:r>
              <a:rPr lang="en-US" altLang="en-US" b="1" dirty="0">
                <a:latin typeface="Courier New" panose="02070309020205020404" pitchFamily="49" charset="0"/>
              </a:rPr>
              <a:t>&lt;option&gt;</a:t>
            </a:r>
            <a:r>
              <a:rPr lang="en-US" altLang="en-US" dirty="0"/>
              <a:t> tag, thus:</a:t>
            </a:r>
          </a:p>
          <a:p>
            <a:r>
              <a:rPr lang="en-US" altLang="en-US" b="1" dirty="0">
                <a:latin typeface="Lucida Console" panose="020B0609040504020204" pitchFamily="49" charset="0"/>
              </a:rPr>
              <a:t>&lt;select name="Drop2</a:t>
            </a:r>
            <a:r>
              <a:rPr lang="en-US" altLang="en-US" b="1" dirty="0"/>
              <a:t>“</a:t>
            </a:r>
            <a:r>
              <a:rPr lang="en-US" altLang="en-US" b="1" dirty="0">
                <a:latin typeface="Lucida Console" panose="020B0609040504020204" pitchFamily="49" charset="0"/>
              </a:rPr>
              <a:t> SIZE="3"&gt;</a:t>
            </a:r>
            <a:br>
              <a:rPr lang="en-US" altLang="en-US" b="1" dirty="0">
                <a:latin typeface="Lucida Console" panose="020B0609040504020204" pitchFamily="49" charset="0"/>
              </a:rPr>
            </a:br>
            <a:r>
              <a:rPr lang="en-US" altLang="en-US" b="1" dirty="0">
                <a:latin typeface="Lucida Console" panose="020B0609040504020204" pitchFamily="49" charset="0"/>
              </a:rPr>
              <a:t>   &lt;option value="2"&gt;High&lt;/option&gt; </a:t>
            </a:r>
            <a:br>
              <a:rPr lang="en-US" altLang="en-US" b="1" dirty="0">
                <a:latin typeface="Lucida Console" panose="020B0609040504020204" pitchFamily="49" charset="0"/>
              </a:rPr>
            </a:br>
            <a:r>
              <a:rPr lang="en-US" altLang="en-US" b="1" dirty="0">
                <a:latin typeface="Lucida Console" panose="020B0609040504020204" pitchFamily="49" charset="0"/>
              </a:rPr>
              <a:t>   &lt;option value="1"&gt;Medium&lt;/option&gt; </a:t>
            </a:r>
            <a:br>
              <a:rPr lang="en-US" altLang="en-US" b="1" dirty="0">
                <a:latin typeface="Lucida Console" panose="020B0609040504020204" pitchFamily="49" charset="0"/>
              </a:rPr>
            </a:br>
            <a:r>
              <a:rPr lang="en-US" altLang="en-US" b="1" dirty="0">
                <a:latin typeface="Lucida Console" panose="020B0609040504020204" pitchFamily="49" charset="0"/>
              </a:rPr>
              <a:t>   &lt;option value="0"&gt;Low&lt;/option&gt; </a:t>
            </a:r>
            <a:br>
              <a:rPr lang="en-US" altLang="en-US" b="1" dirty="0">
                <a:latin typeface="Lucida Console" panose="020B0609040504020204" pitchFamily="49" charset="0"/>
              </a:rPr>
            </a:br>
            <a:r>
              <a:rPr lang="en-US" altLang="en-US" b="1" dirty="0">
                <a:latin typeface="Lucida Console" panose="020B0609040504020204" pitchFamily="49" charset="0"/>
              </a:rPr>
              <a:t>&lt;/select&gt;</a:t>
            </a:r>
          </a:p>
          <a:p>
            <a:r>
              <a:rPr lang="en-US" altLang="en-US" dirty="0"/>
              <a:t>If you want to set up an initial (default) value, an </a:t>
            </a:r>
            <a:r>
              <a:rPr lang="en-US" altLang="en-US" b="1" dirty="0">
                <a:latin typeface="Courier New" panose="02070309020205020404" pitchFamily="49" charset="0"/>
              </a:rPr>
              <a:t>&lt;option&gt;</a:t>
            </a:r>
            <a:r>
              <a:rPr lang="en-US" altLang="en-US" dirty="0"/>
              <a:t> tag can have the </a:t>
            </a:r>
            <a:r>
              <a:rPr lang="en-US" altLang="en-US" b="1" dirty="0">
                <a:latin typeface="Courier New" panose="02070309020205020404" pitchFamily="49" charset="0"/>
              </a:rPr>
              <a:t>SELECTED</a:t>
            </a:r>
            <a:r>
              <a:rPr lang="en-US" altLang="en-US" dirty="0"/>
              <a:t> attribute.</a:t>
            </a:r>
          </a:p>
          <a:p>
            <a:r>
              <a:rPr lang="en-US" altLang="en-US" b="1" dirty="0">
                <a:latin typeface="Lucida Console" panose="020B0609040504020204" pitchFamily="49" charset="0"/>
              </a:rPr>
              <a:t>&lt;select name="Cars"&gt;</a:t>
            </a:r>
            <a:br>
              <a:rPr lang="en-US" altLang="en-US" b="1" dirty="0">
                <a:latin typeface="Lucida Console" panose="020B0609040504020204" pitchFamily="49" charset="0"/>
              </a:rPr>
            </a:br>
            <a:r>
              <a:rPr lang="en-US" altLang="en-US" b="1" dirty="0">
                <a:latin typeface="Lucida Console" panose="020B0609040504020204" pitchFamily="49" charset="0"/>
              </a:rPr>
              <a:t>   &lt;option&gt;Red&lt;/option&gt;</a:t>
            </a:r>
            <a:br>
              <a:rPr lang="en-US" altLang="en-US" b="1" dirty="0">
                <a:latin typeface="Lucida Console" panose="020B0609040504020204" pitchFamily="49" charset="0"/>
              </a:rPr>
            </a:br>
            <a:r>
              <a:rPr lang="en-US" altLang="en-US" b="1" dirty="0">
                <a:latin typeface="Lucida Console" panose="020B0609040504020204" pitchFamily="49" charset="0"/>
              </a:rPr>
              <a:t>   &lt;option selected&gt;Blue(</a:t>
            </a:r>
            <a:r>
              <a:rPr lang="en-US" altLang="en-US" b="1" dirty="0" err="1">
                <a:latin typeface="Lucida Console" panose="020B0609040504020204" pitchFamily="49" charset="0"/>
              </a:rPr>
              <a:t>myfavourite</a:t>
            </a:r>
            <a:r>
              <a:rPr lang="en-US" altLang="en-US" b="1" dirty="0">
                <a:latin typeface="Lucida Console" panose="020B0609040504020204" pitchFamily="49" charset="0"/>
              </a:rPr>
              <a:t>)&lt;/option&gt;</a:t>
            </a:r>
            <a:br>
              <a:rPr lang="en-US" altLang="en-US" b="1" dirty="0">
                <a:latin typeface="Lucida Console" panose="020B0609040504020204" pitchFamily="49" charset="0"/>
              </a:rPr>
            </a:br>
            <a:r>
              <a:rPr lang="en-US" altLang="en-US" b="1" dirty="0">
                <a:latin typeface="Lucida Console" panose="020B0609040504020204" pitchFamily="49" charset="0"/>
              </a:rPr>
              <a:t>   &lt;option&gt;Green&lt;/option&gt;</a:t>
            </a:r>
            <a:br>
              <a:rPr lang="en-US" altLang="en-US" b="1" dirty="0">
                <a:latin typeface="Lucida Console" panose="020B0609040504020204" pitchFamily="49" charset="0"/>
              </a:rPr>
            </a:br>
            <a:r>
              <a:rPr lang="en-US" altLang="en-US" b="1" dirty="0">
                <a:latin typeface="Lucida Console" panose="020B0609040504020204" pitchFamily="49" charset="0"/>
              </a:rPr>
              <a:t>&lt;/select&gt;</a:t>
            </a:r>
            <a:endParaRPr lang="en-US" altLang="en-US" dirty="0">
              <a:latin typeface="Lucida Console" panose="020B0609040504020204" pitchFamily="49" charset="0"/>
            </a:endParaRPr>
          </a:p>
          <a:p>
            <a:endParaRPr lang="en-US" altLang="en-US" dirty="0">
              <a:latin typeface="Lucida Console" panose="020B0609040504020204" pitchFamily="49" charset="0"/>
            </a:endParaRPr>
          </a:p>
          <a:p>
            <a:endParaRPr lang="en-GB" dirty="0"/>
          </a:p>
        </p:txBody>
      </p:sp>
    </p:spTree>
    <p:extLst>
      <p:ext uri="{BB962C8B-B14F-4D97-AF65-F5344CB8AC3E}">
        <p14:creationId xmlns:p14="http://schemas.microsoft.com/office/powerpoint/2010/main" val="161608012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txBody>
          <a:bodyPr/>
          <a:lstStyle/>
          <a:p>
            <a:endParaRPr lang="en-US"/>
          </a:p>
        </p:txBody>
      </p:sp>
      <p:sp>
        <p:nvSpPr>
          <p:cNvPr id="3" name="Notes Placeholder 2"/>
          <p:cNvSpPr>
            <a:spLocks noGrp="1"/>
          </p:cNvSpPr>
          <p:nvPr>
            <p:ph type="body" idx="1"/>
          </p:nvPr>
        </p:nvSpPr>
        <p:spPr/>
        <p:txBody>
          <a:bodyPr/>
          <a:lstStyle/>
          <a:p>
            <a:r>
              <a:rPr lang="en-GB" dirty="0"/>
              <a:t>Consistent rendering is important and if any browser fails to understand the date type it will drop back to treating it as a default input="text" ( it is actually optional to use the input attribute just typing &lt;input&gt; will give you a text box). </a:t>
            </a:r>
          </a:p>
          <a:p>
            <a:endParaRPr lang="en-GB" dirty="0"/>
          </a:p>
          <a:p>
            <a:r>
              <a:rPr lang="en-GB" dirty="0"/>
              <a:t>This gives us some consistency in handling browsers which do not yet implement the data types we are about to explore. If a browser fails to support the HTML5 types support we can defend against this and revert to javascript:</a:t>
            </a:r>
          </a:p>
          <a:p>
            <a:endParaRPr lang="en-GB" dirty="0"/>
          </a:p>
          <a:p>
            <a:r>
              <a:rPr lang="en-GB" dirty="0">
                <a:latin typeface="Lucida Console" pitchFamily="49" charset="0"/>
              </a:rPr>
              <a:t>&lt;script&gt; </a:t>
            </a:r>
          </a:p>
          <a:p>
            <a:r>
              <a:rPr lang="en-GB" dirty="0">
                <a:latin typeface="Lucida Console" pitchFamily="49" charset="0"/>
              </a:rPr>
              <a:t>	var i = document.createElement("input"); </a:t>
            </a:r>
          </a:p>
          <a:p>
            <a:r>
              <a:rPr lang="en-GB" dirty="0">
                <a:latin typeface="Lucida Console" pitchFamily="49" charset="0"/>
              </a:rPr>
              <a:t>	i.setAttribute("type", "date"); </a:t>
            </a:r>
          </a:p>
          <a:p>
            <a:r>
              <a:rPr lang="en-GB" dirty="0">
                <a:latin typeface="Lucida Console" pitchFamily="49" charset="0"/>
              </a:rPr>
              <a:t>	if (i.type == "text")</a:t>
            </a:r>
          </a:p>
          <a:p>
            <a:r>
              <a:rPr lang="en-GB" dirty="0">
                <a:latin typeface="Lucida Console" pitchFamily="49" charset="0"/>
              </a:rPr>
              <a:t> 	{ </a:t>
            </a:r>
          </a:p>
          <a:p>
            <a:r>
              <a:rPr lang="en-GB" dirty="0">
                <a:latin typeface="Lucida Console" pitchFamily="49" charset="0"/>
              </a:rPr>
              <a:t>		// No native date picker support </a:t>
            </a:r>
          </a:p>
          <a:p>
            <a:r>
              <a:rPr lang="en-GB" dirty="0">
                <a:latin typeface="Lucida Console" pitchFamily="49" charset="0"/>
              </a:rPr>
              <a:t>	} </a:t>
            </a:r>
          </a:p>
          <a:p>
            <a:r>
              <a:rPr lang="en-GB" dirty="0">
                <a:latin typeface="Lucida Console" pitchFamily="49" charset="0"/>
              </a:rPr>
              <a:t>&lt;/script&gt;</a:t>
            </a:r>
          </a:p>
          <a:p>
            <a:endParaRPr lang="en-GB" dirty="0"/>
          </a:p>
          <a:p>
            <a:endParaRPr lang="en-GB" dirty="0"/>
          </a:p>
        </p:txBody>
      </p:sp>
    </p:spTree>
    <p:extLst>
      <p:ext uri="{BB962C8B-B14F-4D97-AF65-F5344CB8AC3E}">
        <p14:creationId xmlns:p14="http://schemas.microsoft.com/office/powerpoint/2010/main" val="415981142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txBody>
          <a:bodyPr/>
          <a:lstStyle/>
          <a:p>
            <a:endParaRPr lang="en-US"/>
          </a:p>
        </p:txBody>
      </p:sp>
      <p:sp>
        <p:nvSpPr>
          <p:cNvPr id="3" name="Notes Placeholder 2"/>
          <p:cNvSpPr>
            <a:spLocks noGrp="1"/>
          </p:cNvSpPr>
          <p:nvPr>
            <p:ph type="body" idx="1"/>
          </p:nvPr>
        </p:nvSpPr>
        <p:spPr/>
        <p:txBody>
          <a:bodyPr/>
          <a:lstStyle/>
          <a:p>
            <a:r>
              <a:rPr lang="en-GB" dirty="0"/>
              <a:t>The first improvement HTML5 brings to web forms is the ability to set placeholder text in an input field. Placeholder text is displayed inside the input field as long as the field is empty and not focused. As soon as you click on (or tab to) the input field, the placeholder text disappears.</a:t>
            </a:r>
          </a:p>
          <a:p>
            <a:endParaRPr lang="en-GB" dirty="0"/>
          </a:p>
        </p:txBody>
      </p:sp>
    </p:spTree>
    <p:extLst>
      <p:ext uri="{BB962C8B-B14F-4D97-AF65-F5344CB8AC3E}">
        <p14:creationId xmlns:p14="http://schemas.microsoft.com/office/powerpoint/2010/main" val="88356902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txBody>
          <a:bodyPr/>
          <a:lstStyle/>
          <a:p>
            <a:endParaRPr lang="en-US"/>
          </a:p>
        </p:txBody>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77927725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txBody>
          <a:bodyPr/>
          <a:lstStyle/>
          <a:p>
            <a:endParaRPr lang="en-US"/>
          </a:p>
        </p:txBody>
      </p:sp>
      <p:sp>
        <p:nvSpPr>
          <p:cNvPr id="3" name="Notes Placeholder 2"/>
          <p:cNvSpPr>
            <a:spLocks noGrp="1"/>
          </p:cNvSpPr>
          <p:nvPr>
            <p:ph type="body" idx="1"/>
          </p:nvPr>
        </p:nvSpPr>
        <p:spPr/>
        <p:txBody>
          <a:bodyPr/>
          <a:lstStyle/>
          <a:p>
            <a:r>
              <a:rPr lang="en-GB" dirty="0"/>
              <a:t>HTML5 introduced an autofocus attribute on all web form controls. The autofocus attribute does exactly what it says on the tin: as soon as the page loads, it moves the input focus to a particular input field. But because it’s just mark up instead of script, the behaviour will be consistent across all web sites.</a:t>
            </a:r>
          </a:p>
          <a:p>
            <a:endParaRPr lang="en-GB" dirty="0"/>
          </a:p>
          <a:p>
            <a:r>
              <a:rPr lang="en-GB" dirty="0"/>
              <a:t>If the browser does not support this functionality</a:t>
            </a:r>
          </a:p>
          <a:p>
            <a:pPr marL="171450" indent="-171450">
              <a:buFont typeface="Arial" pitchFamily="34" charset="0"/>
              <a:buChar char="•"/>
            </a:pPr>
            <a:r>
              <a:rPr lang="en-GB" dirty="0"/>
              <a:t> Add the autofocus attribute to your HTML markup</a:t>
            </a:r>
          </a:p>
          <a:p>
            <a:pPr marL="171450" indent="-171450">
              <a:buFont typeface="Arial" pitchFamily="34" charset="0"/>
              <a:buChar char="•"/>
            </a:pPr>
            <a:r>
              <a:rPr lang="en-GB" dirty="0"/>
              <a:t>Detect whether the browser supports the autofocus attribute, and only run your own autofocus script if the browser doesn’t support autofocus natively</a:t>
            </a:r>
          </a:p>
          <a:p>
            <a:endParaRPr lang="en-GB" dirty="0"/>
          </a:p>
          <a:p>
            <a:r>
              <a:rPr lang="en-GB" dirty="0">
                <a:latin typeface="Lucida Console" pitchFamily="49" charset="0"/>
              </a:rPr>
              <a:t>&lt;form name="f"&gt;</a:t>
            </a:r>
          </a:p>
          <a:p>
            <a:r>
              <a:rPr lang="en-GB" dirty="0">
                <a:latin typeface="Lucida Console" pitchFamily="49" charset="0"/>
              </a:rPr>
              <a:t>  &lt;input id="q" autofocus&gt;</a:t>
            </a:r>
          </a:p>
          <a:p>
            <a:r>
              <a:rPr lang="en-GB" dirty="0">
                <a:latin typeface="Lucida Console" pitchFamily="49" charset="0"/>
              </a:rPr>
              <a:t>  &lt;script&gt;</a:t>
            </a:r>
          </a:p>
          <a:p>
            <a:r>
              <a:rPr lang="en-GB" dirty="0">
                <a:latin typeface="Lucida Console" pitchFamily="49" charset="0"/>
              </a:rPr>
              <a:t>   if (!("autofocus" in document.createElement("input"))) 	{</a:t>
            </a:r>
          </a:p>
          <a:p>
            <a:r>
              <a:rPr lang="en-GB" dirty="0">
                <a:latin typeface="Lucida Console" pitchFamily="49" charset="0"/>
              </a:rPr>
              <a:t>      document.getElementById("q").focus();</a:t>
            </a:r>
          </a:p>
          <a:p>
            <a:r>
              <a:rPr lang="en-GB" dirty="0">
                <a:latin typeface="Lucida Console" pitchFamily="49" charset="0"/>
              </a:rPr>
              <a:t>   }</a:t>
            </a:r>
          </a:p>
          <a:p>
            <a:r>
              <a:rPr lang="en-GB" dirty="0">
                <a:latin typeface="Lucida Console" pitchFamily="49" charset="0"/>
              </a:rPr>
              <a:t>  &lt;/script&gt;</a:t>
            </a:r>
          </a:p>
          <a:p>
            <a:r>
              <a:rPr lang="en-GB" dirty="0">
                <a:latin typeface="Lucida Console" pitchFamily="49" charset="0"/>
              </a:rPr>
              <a:t>  &lt;input type="submit" value="Go"&gt;</a:t>
            </a:r>
          </a:p>
          <a:p>
            <a:r>
              <a:rPr lang="en-GB" dirty="0">
                <a:latin typeface="Lucida Console" pitchFamily="49" charset="0"/>
              </a:rPr>
              <a:t>&lt;/form&gt;</a:t>
            </a:r>
          </a:p>
        </p:txBody>
      </p:sp>
    </p:spTree>
    <p:extLst>
      <p:ext uri="{BB962C8B-B14F-4D97-AF65-F5344CB8AC3E}">
        <p14:creationId xmlns:p14="http://schemas.microsoft.com/office/powerpoint/2010/main" val="135041489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txBody>
          <a:bodyPr/>
          <a:lstStyle/>
          <a:p>
            <a:endParaRPr lang="en-US"/>
          </a:p>
        </p:txBody>
      </p:sp>
      <p:sp>
        <p:nvSpPr>
          <p:cNvPr id="3" name="Notes Placeholder 2"/>
          <p:cNvSpPr>
            <a:spLocks noGrp="1"/>
          </p:cNvSpPr>
          <p:nvPr>
            <p:ph type="body" idx="1"/>
          </p:nvPr>
        </p:nvSpPr>
        <p:spPr/>
        <p:txBody>
          <a:bodyPr/>
          <a:lstStyle/>
          <a:p>
            <a:r>
              <a:rPr lang="en-GB" dirty="0"/>
              <a:t>This is where the different browsers become key</a:t>
            </a:r>
            <a:r>
              <a:rPr lang="en-GB" baseline="0" dirty="0"/>
              <a:t> and an interesting part of the standard, at this point, demanding more of an interface approach than a solid functionality requirement. Different browsers behave in different ways. If we are a Firefox user right now we have form validation without the developer doing a jot of code. If we are an &lt; IE10 user we see nothing different. If you are a mobile user the touch screen of an iPhone for instance loads up a different keyboard suited to emails. </a:t>
            </a:r>
          </a:p>
          <a:p>
            <a:endParaRPr lang="en-GB" baseline="0" dirty="0"/>
          </a:p>
          <a:p>
            <a:r>
              <a:rPr lang="en-GB" baseline="0" dirty="0"/>
              <a:t>It is an easy win for a small change!</a:t>
            </a:r>
            <a:endParaRPr lang="en-GB" dirty="0"/>
          </a:p>
        </p:txBody>
      </p:sp>
    </p:spTree>
    <p:extLst>
      <p:ext uri="{BB962C8B-B14F-4D97-AF65-F5344CB8AC3E}">
        <p14:creationId xmlns:p14="http://schemas.microsoft.com/office/powerpoint/2010/main" val="350757047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txBody>
          <a:bodyPr/>
          <a:lstStyle/>
          <a:p>
            <a:endParaRPr lang="en-US"/>
          </a:p>
        </p:txBody>
      </p:sp>
      <p:sp>
        <p:nvSpPr>
          <p:cNvPr id="3" name="Notes Placeholder 2"/>
          <p:cNvSpPr>
            <a:spLocks noGrp="1"/>
          </p:cNvSpPr>
          <p:nvPr>
            <p:ph type="body" idx="1"/>
          </p:nvPr>
        </p:nvSpPr>
        <p:spPr/>
        <p:txBody>
          <a:bodyPr/>
          <a:lstStyle/>
          <a:p>
            <a:r>
              <a:rPr lang="en-GB" dirty="0"/>
              <a:t>The input of this in the major browsers</a:t>
            </a:r>
            <a:r>
              <a:rPr lang="en-GB" baseline="0" dirty="0"/>
              <a:t> is a bit more of a scrap at the moment with IE, with IE10 the first IE browser to support. In this environment Safari and Firefox 4 force the user to enter a http:// address to pass the validation. While Opera instead adds the http prefix upon submission of the form.</a:t>
            </a:r>
          </a:p>
          <a:p>
            <a:endParaRPr lang="en-GB" baseline="0" dirty="0"/>
          </a:p>
          <a:p>
            <a:r>
              <a:rPr lang="en-GB" baseline="0" dirty="0"/>
              <a:t>While the iPhone / iPad brings a different virtual keyboard up if you have set the field accordingly</a:t>
            </a:r>
          </a:p>
        </p:txBody>
      </p:sp>
    </p:spTree>
    <p:extLst>
      <p:ext uri="{BB962C8B-B14F-4D97-AF65-F5344CB8AC3E}">
        <p14:creationId xmlns:p14="http://schemas.microsoft.com/office/powerpoint/2010/main" val="345795460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txBody>
          <a:bodyPr/>
          <a:lstStyle/>
          <a:p>
            <a:endParaRPr lang="en-US"/>
          </a:p>
        </p:txBody>
      </p:sp>
      <p:sp>
        <p:nvSpPr>
          <p:cNvPr id="3" name="Notes Placeholder 2"/>
          <p:cNvSpPr>
            <a:spLocks noGrp="1"/>
          </p:cNvSpPr>
          <p:nvPr>
            <p:ph type="body" idx="1"/>
          </p:nvPr>
        </p:nvSpPr>
        <p:spPr/>
        <p:txBody>
          <a:bodyPr/>
          <a:lstStyle/>
          <a:p>
            <a:r>
              <a:rPr lang="en-GB" dirty="0"/>
              <a:t>Once we get universal support to</a:t>
            </a:r>
            <a:r>
              <a:rPr lang="en-GB" baseline="0" dirty="0"/>
              <a:t> this control it will be an exciting and very useful resource. Windows forms programmers have been used to a numeric up down field for a number of years but in HTML we have had to do some JavaScript jiggery pokery to get this to work. At this point only Opera and Chrome support the functionality correctly in their desktop browsers. Mobile browsers again fair a great deal better here and once again the iPhone gets a different virtual keyboard displayed to assist the user.</a:t>
            </a:r>
          </a:p>
          <a:p>
            <a:endParaRPr lang="en-GB" baseline="0" dirty="0"/>
          </a:p>
          <a:p>
            <a:endParaRPr lang="en-GB" dirty="0"/>
          </a:p>
        </p:txBody>
      </p:sp>
      <p:pic>
        <p:nvPicPr>
          <p:cNvPr id="1229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98126" y="5041566"/>
            <a:ext cx="1988733" cy="30409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7932659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txBody>
          <a:bodyPr/>
          <a:lstStyle/>
          <a:p>
            <a:endParaRPr lang="en-US"/>
          </a:p>
        </p:txBody>
      </p:sp>
      <p:sp>
        <p:nvSpPr>
          <p:cNvPr id="3" name="Notes Placeholder 2"/>
          <p:cNvSpPr>
            <a:spLocks noGrp="1"/>
          </p:cNvSpPr>
          <p:nvPr>
            <p:ph type="body" idx="1"/>
          </p:nvPr>
        </p:nvSpPr>
        <p:spPr/>
        <p:txBody>
          <a:bodyPr/>
          <a:lstStyle/>
          <a:p>
            <a:r>
              <a:rPr lang="en-GB" dirty="0"/>
              <a:t>The range type has the same properties as the number type.</a:t>
            </a:r>
          </a:p>
        </p:txBody>
      </p:sp>
    </p:spTree>
    <p:extLst>
      <p:ext uri="{BB962C8B-B14F-4D97-AF65-F5344CB8AC3E}">
        <p14:creationId xmlns:p14="http://schemas.microsoft.com/office/powerpoint/2010/main" val="97365695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txBody>
          <a:bodyPr/>
          <a:lstStyle/>
          <a:p>
            <a:endParaRPr lang="en-US"/>
          </a:p>
        </p:txBody>
      </p:sp>
      <p:sp>
        <p:nvSpPr>
          <p:cNvPr id="3" name="Notes Placeholder 2"/>
          <p:cNvSpPr>
            <a:spLocks noGrp="1"/>
          </p:cNvSpPr>
          <p:nvPr>
            <p:ph type="body" idx="1"/>
          </p:nvPr>
        </p:nvSpPr>
        <p:spPr/>
        <p:txBody>
          <a:bodyPr/>
          <a:lstStyle/>
          <a:p>
            <a:r>
              <a:rPr lang="en-GB" dirty="0"/>
              <a:t>Within forms constraint of users input and providing a user with effective JavaScript selection is a UI developers bread and butter. In recent years this has often involved a library like jQuery to quickly create rich UI functionality such as calendar widgets. The forms section of the HTML5 spec expects, for full support, there will be widget functionality provided with no code required, just set the input type. </a:t>
            </a:r>
          </a:p>
        </p:txBody>
      </p:sp>
      <p:graphicFrame>
        <p:nvGraphicFramePr>
          <p:cNvPr id="6" name="Table 5"/>
          <p:cNvGraphicFramePr>
            <a:graphicFrameLocks noGrp="1"/>
          </p:cNvGraphicFramePr>
          <p:nvPr/>
        </p:nvGraphicFramePr>
        <p:xfrm>
          <a:off x="570998" y="4980928"/>
          <a:ext cx="5321014" cy="2597959"/>
        </p:xfrm>
        <a:graphic>
          <a:graphicData uri="http://schemas.openxmlformats.org/drawingml/2006/table">
            <a:tbl>
              <a:tblPr firstRow="1" bandRow="1">
                <a:tableStyleId>{073A0DAA-6AF3-43AB-8588-CEC1D06C72B9}</a:tableStyleId>
              </a:tblPr>
              <a:tblGrid>
                <a:gridCol w="1358614">
                  <a:extLst>
                    <a:ext uri="{9D8B030D-6E8A-4147-A177-3AD203B41FA5}">
                      <a16:colId xmlns:a16="http://schemas.microsoft.com/office/drawing/2014/main" val="20000"/>
                    </a:ext>
                  </a:extLst>
                </a:gridCol>
                <a:gridCol w="3962400">
                  <a:extLst>
                    <a:ext uri="{9D8B030D-6E8A-4147-A177-3AD203B41FA5}">
                      <a16:colId xmlns:a16="http://schemas.microsoft.com/office/drawing/2014/main" val="20001"/>
                    </a:ext>
                  </a:extLst>
                </a:gridCol>
              </a:tblGrid>
              <a:tr h="371137">
                <a:tc>
                  <a:txBody>
                    <a:bodyPr/>
                    <a:lstStyle/>
                    <a:p>
                      <a:r>
                        <a:rPr lang="en-GB" sz="1200" dirty="0">
                          <a:latin typeface="Arial" panose="020B0604020202020204" pitchFamily="34" charset="0"/>
                          <a:cs typeface="Arial" panose="020B0604020202020204" pitchFamily="34" charset="0"/>
                        </a:rPr>
                        <a:t>Input Type</a:t>
                      </a:r>
                    </a:p>
                  </a:txBody>
                  <a:tcPr marL="89774" marR="89774" marT="45757" marB="45757"/>
                </a:tc>
                <a:tc>
                  <a:txBody>
                    <a:bodyPr/>
                    <a:lstStyle/>
                    <a:p>
                      <a:r>
                        <a:rPr lang="en-GB" sz="1200" dirty="0">
                          <a:latin typeface="Arial" panose="020B0604020202020204" pitchFamily="34" charset="0"/>
                          <a:cs typeface="Arial" panose="020B0604020202020204" pitchFamily="34" charset="0"/>
                        </a:rPr>
                        <a:t>Definition</a:t>
                      </a:r>
                    </a:p>
                  </a:txBody>
                  <a:tcPr marL="89774" marR="89774" marT="45757" marB="45757"/>
                </a:tc>
                <a:extLst>
                  <a:ext uri="{0D108BD9-81ED-4DB2-BD59-A6C34878D82A}">
                    <a16:rowId xmlns:a16="http://schemas.microsoft.com/office/drawing/2014/main" val="10000"/>
                  </a:ext>
                </a:extLst>
              </a:tr>
              <a:tr h="371137">
                <a:tc>
                  <a:txBody>
                    <a:bodyPr/>
                    <a:lstStyle/>
                    <a:p>
                      <a:r>
                        <a:rPr lang="en-GB" sz="1200" dirty="0">
                          <a:latin typeface="Arial" panose="020B0604020202020204" pitchFamily="34" charset="0"/>
                          <a:cs typeface="Arial" panose="020B0604020202020204" pitchFamily="34" charset="0"/>
                        </a:rPr>
                        <a:t>date</a:t>
                      </a:r>
                    </a:p>
                  </a:txBody>
                  <a:tcPr marL="89774" marR="89774" marT="45757" marB="45757"/>
                </a:tc>
                <a:tc>
                  <a:txBody>
                    <a:bodyPr/>
                    <a:lstStyle/>
                    <a:p>
                      <a:r>
                        <a:rPr lang="en-GB" sz="1200" dirty="0">
                          <a:latin typeface="Arial" panose="020B0604020202020204" pitchFamily="34" charset="0"/>
                          <a:cs typeface="Arial" panose="020B0604020202020204" pitchFamily="34" charset="0"/>
                        </a:rPr>
                        <a:t>Reflects</a:t>
                      </a:r>
                      <a:r>
                        <a:rPr lang="en-GB" sz="1200" baseline="0" dirty="0">
                          <a:latin typeface="Arial" panose="020B0604020202020204" pitchFamily="34" charset="0"/>
                          <a:cs typeface="Arial" panose="020B0604020202020204" pitchFamily="34" charset="0"/>
                        </a:rPr>
                        <a:t> a UTC date </a:t>
                      </a:r>
                      <a:endParaRPr lang="en-GB" sz="1200" dirty="0">
                        <a:latin typeface="Arial" panose="020B0604020202020204" pitchFamily="34" charset="0"/>
                        <a:cs typeface="Arial" panose="020B0604020202020204" pitchFamily="34" charset="0"/>
                      </a:endParaRPr>
                    </a:p>
                  </a:txBody>
                  <a:tcPr marL="89774" marR="89774" marT="45757" marB="45757"/>
                </a:tc>
                <a:extLst>
                  <a:ext uri="{0D108BD9-81ED-4DB2-BD59-A6C34878D82A}">
                    <a16:rowId xmlns:a16="http://schemas.microsoft.com/office/drawing/2014/main" val="10001"/>
                  </a:ext>
                </a:extLst>
              </a:tr>
              <a:tr h="371137">
                <a:tc>
                  <a:txBody>
                    <a:bodyPr/>
                    <a:lstStyle/>
                    <a:p>
                      <a:r>
                        <a:rPr lang="en-GB" sz="1200" dirty="0">
                          <a:latin typeface="Arial" panose="020B0604020202020204" pitchFamily="34" charset="0"/>
                          <a:cs typeface="Arial" panose="020B0604020202020204" pitchFamily="34" charset="0"/>
                        </a:rPr>
                        <a:t>month</a:t>
                      </a:r>
                    </a:p>
                  </a:txBody>
                  <a:tcPr marL="89774" marR="89774" marT="45757" marB="45757"/>
                </a:tc>
                <a:tc>
                  <a:txBody>
                    <a:bodyPr/>
                    <a:lstStyle/>
                    <a:p>
                      <a:r>
                        <a:rPr lang="en-GB" sz="1200" dirty="0">
                          <a:latin typeface="Arial" panose="020B0604020202020204" pitchFamily="34" charset="0"/>
                          <a:cs typeface="Arial" panose="020B0604020202020204" pitchFamily="34" charset="0"/>
                        </a:rPr>
                        <a:t>Choice</a:t>
                      </a:r>
                      <a:r>
                        <a:rPr lang="en-GB" sz="1200" baseline="0" dirty="0">
                          <a:latin typeface="Arial" panose="020B0604020202020204" pitchFamily="34" charset="0"/>
                          <a:cs typeface="Arial" panose="020B0604020202020204" pitchFamily="34" charset="0"/>
                        </a:rPr>
                        <a:t> for only month and year</a:t>
                      </a:r>
                      <a:endParaRPr lang="en-GB" sz="1200" dirty="0">
                        <a:latin typeface="Arial" panose="020B0604020202020204" pitchFamily="34" charset="0"/>
                        <a:cs typeface="Arial" panose="020B0604020202020204" pitchFamily="34" charset="0"/>
                      </a:endParaRPr>
                    </a:p>
                  </a:txBody>
                  <a:tcPr marL="89774" marR="89774" marT="45757" marB="45757"/>
                </a:tc>
                <a:extLst>
                  <a:ext uri="{0D108BD9-81ED-4DB2-BD59-A6C34878D82A}">
                    <a16:rowId xmlns:a16="http://schemas.microsoft.com/office/drawing/2014/main" val="10002"/>
                  </a:ext>
                </a:extLst>
              </a:tr>
              <a:tr h="371137">
                <a:tc>
                  <a:txBody>
                    <a:bodyPr/>
                    <a:lstStyle/>
                    <a:p>
                      <a:r>
                        <a:rPr lang="en-GB" sz="1200" dirty="0">
                          <a:latin typeface="Arial" panose="020B0604020202020204" pitchFamily="34" charset="0"/>
                          <a:cs typeface="Arial" panose="020B0604020202020204" pitchFamily="34" charset="0"/>
                        </a:rPr>
                        <a:t>week</a:t>
                      </a:r>
                    </a:p>
                  </a:txBody>
                  <a:tcPr marL="89774" marR="89774" marT="45757" marB="45757"/>
                </a:tc>
                <a:tc>
                  <a:txBody>
                    <a:bodyPr/>
                    <a:lstStyle/>
                    <a:p>
                      <a:r>
                        <a:rPr lang="en-GB" sz="1200" dirty="0">
                          <a:latin typeface="Arial" panose="020B0604020202020204" pitchFamily="34" charset="0"/>
                          <a:cs typeface="Arial" panose="020B0604020202020204" pitchFamily="34" charset="0"/>
                        </a:rPr>
                        <a:t>Select only a specific week</a:t>
                      </a:r>
                    </a:p>
                  </a:txBody>
                  <a:tcPr marL="89774" marR="89774" marT="45757" marB="45757"/>
                </a:tc>
                <a:extLst>
                  <a:ext uri="{0D108BD9-81ED-4DB2-BD59-A6C34878D82A}">
                    <a16:rowId xmlns:a16="http://schemas.microsoft.com/office/drawing/2014/main" val="10003"/>
                  </a:ext>
                </a:extLst>
              </a:tr>
              <a:tr h="371137">
                <a:tc>
                  <a:txBody>
                    <a:bodyPr/>
                    <a:lstStyle/>
                    <a:p>
                      <a:r>
                        <a:rPr lang="en-GB" sz="1200" dirty="0">
                          <a:latin typeface="Arial" panose="020B0604020202020204" pitchFamily="34" charset="0"/>
                          <a:cs typeface="Arial" panose="020B0604020202020204" pitchFamily="34" charset="0"/>
                        </a:rPr>
                        <a:t>time</a:t>
                      </a:r>
                    </a:p>
                  </a:txBody>
                  <a:tcPr marL="89774" marR="89774" marT="45757" marB="45757"/>
                </a:tc>
                <a:tc>
                  <a:txBody>
                    <a:bodyPr/>
                    <a:lstStyle/>
                    <a:p>
                      <a:r>
                        <a:rPr lang="en-GB" sz="1200" dirty="0">
                          <a:latin typeface="Arial" panose="020B0604020202020204" pitchFamily="34" charset="0"/>
                          <a:cs typeface="Arial" panose="020B0604020202020204" pitchFamily="34" charset="0"/>
                        </a:rPr>
                        <a:t>Time</a:t>
                      </a:r>
                      <a:r>
                        <a:rPr lang="en-GB" sz="1200" baseline="0" dirty="0">
                          <a:latin typeface="Arial" panose="020B0604020202020204" pitchFamily="34" charset="0"/>
                          <a:cs typeface="Arial" panose="020B0604020202020204" pitchFamily="34" charset="0"/>
                        </a:rPr>
                        <a:t> only in UTC format</a:t>
                      </a:r>
                      <a:endParaRPr lang="en-GB" sz="1200" dirty="0">
                        <a:latin typeface="Arial" panose="020B0604020202020204" pitchFamily="34" charset="0"/>
                        <a:cs typeface="Arial" panose="020B0604020202020204" pitchFamily="34" charset="0"/>
                      </a:endParaRPr>
                    </a:p>
                  </a:txBody>
                  <a:tcPr marL="89774" marR="89774" marT="45757" marB="45757"/>
                </a:tc>
                <a:extLst>
                  <a:ext uri="{0D108BD9-81ED-4DB2-BD59-A6C34878D82A}">
                    <a16:rowId xmlns:a16="http://schemas.microsoft.com/office/drawing/2014/main" val="10004"/>
                  </a:ext>
                </a:extLst>
              </a:tr>
              <a:tr h="371137">
                <a:tc>
                  <a:txBody>
                    <a:bodyPr/>
                    <a:lstStyle/>
                    <a:p>
                      <a:r>
                        <a:rPr lang="en-GB" sz="1200" dirty="0">
                          <a:latin typeface="Arial" panose="020B0604020202020204" pitchFamily="34" charset="0"/>
                          <a:cs typeface="Arial" panose="020B0604020202020204" pitchFamily="34" charset="0"/>
                        </a:rPr>
                        <a:t>datetime</a:t>
                      </a:r>
                    </a:p>
                  </a:txBody>
                  <a:tcPr marL="89774" marR="89774" marT="45757" marB="45757"/>
                </a:tc>
                <a:tc>
                  <a:txBody>
                    <a:bodyPr/>
                    <a:lstStyle/>
                    <a:p>
                      <a:r>
                        <a:rPr lang="en-GB" sz="1200" dirty="0">
                          <a:latin typeface="Arial" panose="020B0604020202020204" pitchFamily="34" charset="0"/>
                          <a:cs typeface="Arial" panose="020B0604020202020204" pitchFamily="34" charset="0"/>
                        </a:rPr>
                        <a:t>Reflects a UTC date and time</a:t>
                      </a:r>
                    </a:p>
                  </a:txBody>
                  <a:tcPr marL="89774" marR="89774" marT="45757" marB="45757"/>
                </a:tc>
                <a:extLst>
                  <a:ext uri="{0D108BD9-81ED-4DB2-BD59-A6C34878D82A}">
                    <a16:rowId xmlns:a16="http://schemas.microsoft.com/office/drawing/2014/main" val="10005"/>
                  </a:ext>
                </a:extLst>
              </a:tr>
              <a:tr h="371137">
                <a:tc>
                  <a:txBody>
                    <a:bodyPr/>
                    <a:lstStyle/>
                    <a:p>
                      <a:r>
                        <a:rPr lang="en-GB" sz="1200" dirty="0">
                          <a:latin typeface="Arial" panose="020B0604020202020204" pitchFamily="34" charset="0"/>
                          <a:cs typeface="Arial" panose="020B0604020202020204" pitchFamily="34" charset="0"/>
                        </a:rPr>
                        <a:t>datetime-local</a:t>
                      </a:r>
                    </a:p>
                  </a:txBody>
                  <a:tcPr marL="89774" marR="89774" marT="45757" marB="45757"/>
                </a:tc>
                <a:tc>
                  <a:txBody>
                    <a:bodyPr/>
                    <a:lstStyle/>
                    <a:p>
                      <a:r>
                        <a:rPr lang="en-GB" sz="1200" dirty="0">
                          <a:latin typeface="Arial" panose="020B0604020202020204" pitchFamily="34" charset="0"/>
                          <a:cs typeface="Arial" panose="020B0604020202020204" pitchFamily="34" charset="0"/>
                        </a:rPr>
                        <a:t>As datetime but assumes local timezone</a:t>
                      </a:r>
                      <a:r>
                        <a:rPr lang="en-GB" sz="1200" baseline="0" dirty="0">
                          <a:latin typeface="Arial" panose="020B0604020202020204" pitchFamily="34" charset="0"/>
                          <a:cs typeface="Arial" panose="020B0604020202020204" pitchFamily="34" charset="0"/>
                        </a:rPr>
                        <a:t> to be correct</a:t>
                      </a:r>
                      <a:endParaRPr lang="en-GB" sz="1200" dirty="0">
                        <a:latin typeface="Arial" panose="020B0604020202020204" pitchFamily="34" charset="0"/>
                        <a:cs typeface="Arial" panose="020B0604020202020204" pitchFamily="34" charset="0"/>
                      </a:endParaRPr>
                    </a:p>
                  </a:txBody>
                  <a:tcPr marL="89774" marR="89774" marT="45757" marB="45757"/>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73801370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txBody>
          <a:bodyPr/>
          <a:lstStyle/>
          <a:p>
            <a:endParaRPr lang="en-US"/>
          </a:p>
        </p:txBody>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46404312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txBody>
          <a:bodyPr/>
          <a:lstStyle/>
          <a:p>
            <a:endParaRPr lang="en-US"/>
          </a:p>
        </p:txBody>
      </p:sp>
      <p:sp>
        <p:nvSpPr>
          <p:cNvPr id="3" name="Notes Placeholder 2"/>
          <p:cNvSpPr>
            <a:spLocks noGrp="1"/>
          </p:cNvSpPr>
          <p:nvPr>
            <p:ph type="body" idx="1"/>
          </p:nvPr>
        </p:nvSpPr>
        <p:spPr/>
        <p:txBody>
          <a:bodyPr/>
          <a:lstStyle/>
          <a:p>
            <a:r>
              <a:rPr lang="en-GB" dirty="0"/>
              <a:t>No support in IE, Edge, Safari so will need a </a:t>
            </a:r>
            <a:r>
              <a:rPr lang="en-GB" dirty="0" err="1"/>
              <a:t>fallback</a:t>
            </a:r>
            <a:endParaRPr lang="en-GB" dirty="0"/>
          </a:p>
        </p:txBody>
      </p:sp>
    </p:spTree>
    <p:extLst>
      <p:ext uri="{BB962C8B-B14F-4D97-AF65-F5344CB8AC3E}">
        <p14:creationId xmlns:p14="http://schemas.microsoft.com/office/powerpoint/2010/main" val="186977071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txBody>
          <a:bodyPr/>
          <a:lstStyle/>
          <a:p>
            <a:endParaRPr lang="en-US"/>
          </a:p>
        </p:txBody>
      </p:sp>
      <p:sp>
        <p:nvSpPr>
          <p:cNvPr id="3" name="Notes Placeholder 2"/>
          <p:cNvSpPr>
            <a:spLocks noGrp="1"/>
          </p:cNvSpPr>
          <p:nvPr>
            <p:ph type="body" idx="1"/>
          </p:nvPr>
        </p:nvSpPr>
        <p:spPr/>
        <p:txBody>
          <a:bodyPr/>
          <a:lstStyle/>
          <a:p>
            <a:r>
              <a:rPr lang="en-GB" dirty="0"/>
              <a:t>The pattern attribute specifies a regular expression that the &lt;input&gt; element's value is checked against.</a:t>
            </a:r>
          </a:p>
          <a:p>
            <a:endParaRPr lang="en-GB" dirty="0"/>
          </a:p>
          <a:p>
            <a:r>
              <a:rPr lang="en-GB" dirty="0"/>
              <a:t>Note: The pattern attribute works with the following input types: text, search, url, tel, email, and password.</a:t>
            </a:r>
          </a:p>
          <a:p>
            <a:endParaRPr lang="en-GB" dirty="0"/>
          </a:p>
          <a:p>
            <a:r>
              <a:rPr lang="en-GB" dirty="0"/>
              <a:t>Useful</a:t>
            </a:r>
            <a:r>
              <a:rPr lang="en-GB" baseline="0" dirty="0"/>
              <a:t> pattern generation website:</a:t>
            </a:r>
          </a:p>
          <a:p>
            <a:endParaRPr lang="en-GB" baseline="0" dirty="0"/>
          </a:p>
          <a:p>
            <a:r>
              <a:rPr lang="en-GB" dirty="0"/>
              <a:t>http://html5pattern.com/</a:t>
            </a:r>
          </a:p>
        </p:txBody>
      </p:sp>
    </p:spTree>
    <p:extLst>
      <p:ext uri="{BB962C8B-B14F-4D97-AF65-F5344CB8AC3E}">
        <p14:creationId xmlns:p14="http://schemas.microsoft.com/office/powerpoint/2010/main" val="319794737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txBody>
          <a:bodyPr/>
          <a:lstStyle/>
          <a:p>
            <a:endParaRPr lang="en-US"/>
          </a:p>
        </p:txBody>
      </p:sp>
      <p:sp>
        <p:nvSpPr>
          <p:cNvPr id="3" name="Notes Placeholder 2"/>
          <p:cNvSpPr>
            <a:spLocks noGrp="1"/>
          </p:cNvSpPr>
          <p:nvPr>
            <p:ph type="body" idx="1"/>
          </p:nvPr>
        </p:nvSpPr>
        <p:spPr/>
        <p:txBody>
          <a:bodyPr/>
          <a:lstStyle/>
          <a:p>
            <a:r>
              <a:rPr lang="en-GB" dirty="0"/>
              <a:t>The</a:t>
            </a:r>
            <a:r>
              <a:rPr lang="en-GB" baseline="0" dirty="0"/>
              <a:t> &lt;datalist&gt; element provides a list of options into an input element providing as set of options for a user to select. The implementation is sufficiently buggy that we can’t currently rely on this behaviour.  </a:t>
            </a:r>
          </a:p>
          <a:p>
            <a:endParaRPr lang="en-GB" baseline="0" dirty="0"/>
          </a:p>
        </p:txBody>
      </p:sp>
    </p:spTree>
    <p:extLst>
      <p:ext uri="{BB962C8B-B14F-4D97-AF65-F5344CB8AC3E}">
        <p14:creationId xmlns:p14="http://schemas.microsoft.com/office/powerpoint/2010/main" val="4858960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txBody>
          <a:bodyPr/>
          <a:lstStyle/>
          <a:p>
            <a:endParaRPr lang="en-US"/>
          </a:p>
        </p:txBody>
      </p:sp>
      <p:sp>
        <p:nvSpPr>
          <p:cNvPr id="3" name="Notes Placeholder 2"/>
          <p:cNvSpPr>
            <a:spLocks noGrp="1"/>
          </p:cNvSpPr>
          <p:nvPr>
            <p:ph type="body" idx="1"/>
          </p:nvPr>
        </p:nvSpPr>
        <p:spPr/>
        <p:txBody>
          <a:bodyPr/>
          <a:lstStyle/>
          <a:p>
            <a:r>
              <a:rPr lang="en-GB" dirty="0"/>
              <a:t>Time to look at this honestly, many of these new input types are exceptionally cool. When we have the big guys like Chrome and IE supporting these fully, and there is sufficient browser penetration in the market, then simple JavaScript validation will be a thing of the past. Until we get there you may be wondering is it worth the headache of supporting the two workflows of user validation.</a:t>
            </a:r>
          </a:p>
          <a:p>
            <a:endParaRPr lang="en-GB" dirty="0"/>
          </a:p>
          <a:p>
            <a:r>
              <a:rPr lang="en-GB" dirty="0"/>
              <a:t>If you choose to use JavaScript as you can switch off the HTML client side support and go back to pure JavaScript for validation. </a:t>
            </a:r>
          </a:p>
          <a:p>
            <a:endParaRPr lang="en-GB" dirty="0"/>
          </a:p>
          <a:p>
            <a:r>
              <a:rPr lang="en-GB" dirty="0"/>
              <a:t>The other option is to check for support as we discussed at the beginning of this chapter and using JavaScript to dynamically rewrite the page for non supporting browser. </a:t>
            </a:r>
          </a:p>
          <a:p>
            <a:endParaRPr lang="en-GB" dirty="0"/>
          </a:p>
          <a:p>
            <a:r>
              <a:rPr lang="en-GB" dirty="0"/>
              <a:t>Even if you choose to disable the JavaScript free validation and go for your own controls the new semantic types are useful. With them we can define a clearer sense of meaning to the form creators intentions.</a:t>
            </a:r>
          </a:p>
          <a:p>
            <a:endParaRPr lang="en-GB" dirty="0"/>
          </a:p>
          <a:p>
            <a:endParaRPr lang="en-GB" dirty="0"/>
          </a:p>
          <a:p>
            <a:endParaRPr lang="en-GB" dirty="0"/>
          </a:p>
          <a:p>
            <a:endParaRPr lang="en-GB" dirty="0"/>
          </a:p>
          <a:p>
            <a:endParaRPr lang="en-GB" dirty="0"/>
          </a:p>
        </p:txBody>
      </p:sp>
    </p:spTree>
    <p:extLst>
      <p:ext uri="{BB962C8B-B14F-4D97-AF65-F5344CB8AC3E}">
        <p14:creationId xmlns:p14="http://schemas.microsoft.com/office/powerpoint/2010/main" val="283797064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body" idx="1"/>
          </p:nvPr>
        </p:nvSpPr>
        <p:spPr>
          <a:xfrm>
            <a:off x="588963" y="4868863"/>
            <a:ext cx="5526087" cy="46069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7259" tIns="43629" rIns="87259" bIns="43629"/>
          <a:lstStyle/>
          <a:p>
            <a:endParaRPr lang="en-US" altLang="en-US" dirty="0">
              <a:latin typeface="Lucida Console" panose="020B0609040504020204" pitchFamily="49" charset="0"/>
            </a:endParaRPr>
          </a:p>
        </p:txBody>
      </p:sp>
      <p:sp>
        <p:nvSpPr>
          <p:cNvPr id="48131" name="Slide"/>
          <p:cNvSpPr>
            <a:spLocks noGrp="1" noRot="1" noChangeAspect="1" noChangeArrowheads="1" noTextEdit="1"/>
          </p:cNvSpPr>
          <p:nvPr>
            <p:ph type="sldImg" idx="2"/>
          </p:nvPr>
        </p:nvSpPr>
        <p:spPr>
          <a:xfrm>
            <a:off x="571500" y="581025"/>
            <a:ext cx="5715000" cy="3216275"/>
          </a:xfrm>
          <a:ln/>
        </p:spPr>
        <p:txBody>
          <a:bodyPr/>
          <a:lstStyle/>
          <a:p>
            <a:endParaRPr lang="en-US"/>
          </a:p>
        </p:txBody>
      </p:sp>
    </p:spTree>
    <p:extLst>
      <p:ext uri="{BB962C8B-B14F-4D97-AF65-F5344CB8AC3E}">
        <p14:creationId xmlns:p14="http://schemas.microsoft.com/office/powerpoint/2010/main" val="374296104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txBody>
          <a:bodyPr/>
          <a:lstStyle/>
          <a:p>
            <a:endParaRPr lang="en-US"/>
          </a:p>
        </p:txBody>
      </p:sp>
      <p:sp>
        <p:nvSpPr>
          <p:cNvPr id="3" name="Notes Placeholder 2"/>
          <p:cNvSpPr>
            <a:spLocks noGrp="1"/>
          </p:cNvSpPr>
          <p:nvPr>
            <p:ph type="body" idx="1"/>
          </p:nvPr>
        </p:nvSpPr>
        <p:spPr/>
        <p:txBody>
          <a:bodyPr/>
          <a:lstStyle/>
          <a:p>
            <a:r>
              <a:rPr lang="en-US" altLang="en-US" dirty="0"/>
              <a:t>Having information in a form is no use unless it can be submitted to a server script, so this next section examines the way in which information entered into the form by the user is transferred to the server.</a:t>
            </a:r>
          </a:p>
          <a:p>
            <a:r>
              <a:rPr lang="en-US" altLang="en-US" dirty="0"/>
              <a:t> When the submit button is pressed, the browser takes all the information in the form’s </a:t>
            </a:r>
            <a:r>
              <a:rPr lang="en-US" altLang="en-US" b="1" dirty="0">
                <a:latin typeface="Courier New" panose="02070309020205020404" pitchFamily="49" charset="0"/>
              </a:rPr>
              <a:t>&lt;input&gt;</a:t>
            </a:r>
            <a:r>
              <a:rPr lang="en-US" altLang="en-US" dirty="0"/>
              <a:t> and </a:t>
            </a:r>
            <a:r>
              <a:rPr lang="en-US" altLang="en-US" b="1" dirty="0">
                <a:latin typeface="Courier New" panose="02070309020205020404" pitchFamily="49" charset="0"/>
              </a:rPr>
              <a:t>&lt;</a:t>
            </a:r>
            <a:r>
              <a:rPr lang="en-US" altLang="en-US" b="1" dirty="0" err="1">
                <a:latin typeface="Courier New" panose="02070309020205020404" pitchFamily="49" charset="0"/>
              </a:rPr>
              <a:t>textarea</a:t>
            </a:r>
            <a:r>
              <a:rPr lang="en-US" altLang="en-US" b="1" dirty="0">
                <a:latin typeface="Courier New" panose="02070309020205020404" pitchFamily="49" charset="0"/>
              </a:rPr>
              <a:t>&gt;</a:t>
            </a:r>
            <a:r>
              <a:rPr lang="en-US" altLang="en-US" dirty="0"/>
              <a:t> fields and packages the names and their corresponding values into a combined string.  The exact mechanism depends on whether the </a:t>
            </a:r>
            <a:r>
              <a:rPr lang="en-US" altLang="en-US" b="1" dirty="0">
                <a:latin typeface="Courier New" panose="02070309020205020404" pitchFamily="49" charset="0"/>
              </a:rPr>
              <a:t>ACTION</a:t>
            </a:r>
            <a:r>
              <a:rPr lang="en-US" altLang="en-US" dirty="0"/>
              <a:t> attribute specifies the </a:t>
            </a:r>
            <a:r>
              <a:rPr lang="en-US" altLang="en-US" b="1" dirty="0">
                <a:latin typeface="Courier New" panose="02070309020205020404" pitchFamily="49" charset="0"/>
              </a:rPr>
              <a:t>POST</a:t>
            </a:r>
            <a:r>
              <a:rPr lang="en-US" altLang="en-US" dirty="0"/>
              <a:t> or </a:t>
            </a:r>
            <a:r>
              <a:rPr lang="en-US" altLang="en-US" b="1" dirty="0">
                <a:latin typeface="Courier New" panose="02070309020205020404" pitchFamily="49" charset="0"/>
              </a:rPr>
              <a:t>GET</a:t>
            </a:r>
            <a:r>
              <a:rPr lang="en-US" altLang="en-US" dirty="0"/>
              <a:t> mechanisms.</a:t>
            </a:r>
          </a:p>
          <a:p>
            <a:endParaRPr lang="en-GB" dirty="0"/>
          </a:p>
        </p:txBody>
      </p:sp>
    </p:spTree>
    <p:extLst>
      <p:ext uri="{BB962C8B-B14F-4D97-AF65-F5344CB8AC3E}">
        <p14:creationId xmlns:p14="http://schemas.microsoft.com/office/powerpoint/2010/main" val="23124895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71500" y="581025"/>
            <a:ext cx="5715000" cy="3216275"/>
          </a:xfrm>
        </p:spPr>
        <p:txBody>
          <a:bodyPr/>
          <a:lstStyle/>
          <a:p>
            <a:endParaRPr lang="en-US"/>
          </a:p>
        </p:txBody>
      </p:sp>
      <p:sp>
        <p:nvSpPr>
          <p:cNvPr id="3" name="Notes Placeholder 2"/>
          <p:cNvSpPr>
            <a:spLocks noGrp="1"/>
          </p:cNvSpPr>
          <p:nvPr>
            <p:ph type="body" idx="1"/>
          </p:nvPr>
        </p:nvSpPr>
        <p:spPr/>
        <p:txBody>
          <a:bodyPr/>
          <a:lstStyle/>
          <a:p>
            <a:r>
              <a:rPr lang="en-US" altLang="en-US" dirty="0"/>
              <a:t>Server scripting simply defines the environment in which an extension application runs.  This consists of the data that is available to the application and how it is received, together with how the application returns results back to the web server.  The server is responsible for providing the data to the application and receiving the results back from it.</a:t>
            </a:r>
          </a:p>
          <a:p>
            <a:r>
              <a:rPr lang="en-US" altLang="en-US" dirty="0"/>
              <a:t>The browser triggers a request for a script in exactly the same way as for a normal page, through the HTTP </a:t>
            </a:r>
            <a:r>
              <a:rPr lang="en-US" altLang="en-US" b="1" dirty="0">
                <a:latin typeface="Courier New" panose="02070309020205020404" pitchFamily="49" charset="0"/>
              </a:rPr>
              <a:t>GET</a:t>
            </a:r>
            <a:r>
              <a:rPr lang="en-US" altLang="en-US" dirty="0"/>
              <a:t> command.  The browser neither knows nor cares that the requested resource is a script; that is for the server to decide.</a:t>
            </a:r>
          </a:p>
          <a:p>
            <a:r>
              <a:rPr lang="en-US" altLang="en-US" dirty="0"/>
              <a:t>The inputs available to the script are the URL string which the browser requested, and, if the request was made via a form, the values of the various fields in the form.</a:t>
            </a:r>
          </a:p>
          <a:p>
            <a:r>
              <a:rPr lang="en-US" altLang="en-US" dirty="0"/>
              <a:t>This information is provided to the application as a set of environment variables and (in some cases) through the standard input stream of that application.</a:t>
            </a:r>
          </a:p>
          <a:p>
            <a:r>
              <a:rPr lang="en-US" altLang="en-US" dirty="0"/>
              <a:t>The script must, as a minimum, return a valid HTTP response code.  This consists of HTTP headers and an optional body; the body is the part which is normally displayed by the client browser.  The response need not be an HTML page; it could be any kind of resource, such as GIF file.</a:t>
            </a:r>
          </a:p>
          <a:p>
            <a:r>
              <a:rPr lang="en-US" altLang="en-US" dirty="0"/>
              <a:t>Between reading the input and creating the results, your application can do anything you like.  It could update a database, subscribe to a mailing list, or order a product.</a:t>
            </a:r>
            <a:endParaRPr lang="en-GB" altLang="en-US" dirty="0"/>
          </a:p>
          <a:p>
            <a:endParaRPr lang="en-GB" dirty="0"/>
          </a:p>
        </p:txBody>
      </p:sp>
    </p:spTree>
    <p:extLst>
      <p:ext uri="{BB962C8B-B14F-4D97-AF65-F5344CB8AC3E}">
        <p14:creationId xmlns:p14="http://schemas.microsoft.com/office/powerpoint/2010/main" val="343334446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body" idx="1"/>
          </p:nvPr>
        </p:nvSpPr>
        <p:spPr/>
        <p:txBody>
          <a:bodyPr/>
          <a:lstStyle/>
          <a:p>
            <a:r>
              <a:rPr lang="en-US" altLang="en-US"/>
              <a:t>Forms are a security risk because users can type in just about anything into a form.  Back-end programs should always be very careful when processing data submitted by a form.  In particular check that the parent directory ‘..’ command cannot be used to access files outside of the Web server environment and remember that these can also be specified by their character entity equivalents.  Unverified strings should never be executed by the back-end script.</a:t>
            </a:r>
          </a:p>
          <a:p>
            <a:r>
              <a:rPr lang="en-US" altLang="en-US"/>
              <a:t>Web site developers should be aware that forms data is transmitted as plain text unless some lower level mechanism such as the Secure Sockets Layer (SSL) is used.  Without some form of security, anyone with a TCP/IP analysis package could look at the data as it is being transmitted from the browser to the server.</a:t>
            </a:r>
            <a:endParaRPr lang="en-US" altLang="en-US" dirty="0"/>
          </a:p>
        </p:txBody>
      </p:sp>
      <p:sp>
        <p:nvSpPr>
          <p:cNvPr id="3" name="Slide Image Placeholder 2"/>
          <p:cNvSpPr>
            <a:spLocks noGrp="1" noRot="1" noChangeAspect="1"/>
          </p:cNvSpPr>
          <p:nvPr>
            <p:ph type="sldImg"/>
          </p:nvPr>
        </p:nvSpPr>
        <p:spPr>
          <a:xfrm>
            <a:off x="571500" y="581025"/>
            <a:ext cx="5715000" cy="3216275"/>
          </a:xfrm>
        </p:spPr>
        <p:txBody>
          <a:bodyPr/>
          <a:lstStyle/>
          <a:p>
            <a:endParaRPr lang="en-US"/>
          </a:p>
        </p:txBody>
      </p:sp>
    </p:spTree>
    <p:extLst>
      <p:ext uri="{BB962C8B-B14F-4D97-AF65-F5344CB8AC3E}">
        <p14:creationId xmlns:p14="http://schemas.microsoft.com/office/powerpoint/2010/main" val="284660693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 Id="rId6" Type="http://schemas.openxmlformats.org/officeDocument/2006/relationships/image" Target="../media/image13.svg"/><Relationship Id="rId5" Type="http://schemas.openxmlformats.org/officeDocument/2006/relationships/image" Target="../media/image12.svg"/><Relationship Id="rId4" Type="http://schemas.openxmlformats.org/officeDocument/2006/relationships/image" Target="../media/image11.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14.png"/><Relationship Id="rId1" Type="http://schemas.openxmlformats.org/officeDocument/2006/relationships/slideMaster" Target="../slideMasters/slideMaster2.xml"/><Relationship Id="rId6" Type="http://schemas.openxmlformats.org/officeDocument/2006/relationships/image" Target="../media/image13.svg"/><Relationship Id="rId5" Type="http://schemas.openxmlformats.org/officeDocument/2006/relationships/image" Target="../media/image12.svg"/><Relationship Id="rId4" Type="http://schemas.openxmlformats.org/officeDocument/2006/relationships/image" Target="../media/image11.svg"/></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0.svg"/><Relationship Id="rId7" Type="http://schemas.openxmlformats.org/officeDocument/2006/relationships/image" Target="../media/image18.svg"/><Relationship Id="rId2" Type="http://schemas.openxmlformats.org/officeDocument/2006/relationships/image" Target="../media/image14.png"/><Relationship Id="rId1" Type="http://schemas.openxmlformats.org/officeDocument/2006/relationships/slideMaster" Target="../slideMasters/slideMaster2.xml"/><Relationship Id="rId6" Type="http://schemas.openxmlformats.org/officeDocument/2006/relationships/image" Target="../media/image17.svg"/><Relationship Id="rId5" Type="http://schemas.openxmlformats.org/officeDocument/2006/relationships/image" Target="../media/image16.svg"/><Relationship Id="rId10" Type="http://schemas.openxmlformats.org/officeDocument/2006/relationships/image" Target="../media/image21.svg"/><Relationship Id="rId4" Type="http://schemas.openxmlformats.org/officeDocument/2006/relationships/image" Target="../media/image15.svg"/><Relationship Id="rId9" Type="http://schemas.openxmlformats.org/officeDocument/2006/relationships/image" Target="../media/image20.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2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23.png"/><Relationship Id="rId1" Type="http://schemas.openxmlformats.org/officeDocument/2006/relationships/slideMaster" Target="../slideMasters/slideMaster3.xml"/><Relationship Id="rId6" Type="http://schemas.openxmlformats.org/officeDocument/2006/relationships/image" Target="../media/image13.svg"/><Relationship Id="rId5" Type="http://schemas.openxmlformats.org/officeDocument/2006/relationships/image" Target="../media/image12.svg"/><Relationship Id="rId4" Type="http://schemas.openxmlformats.org/officeDocument/2006/relationships/image" Target="../media/image11.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14.png"/><Relationship Id="rId1" Type="http://schemas.openxmlformats.org/officeDocument/2006/relationships/slideMaster" Target="../slideMasters/slideMaster3.xml"/><Relationship Id="rId6" Type="http://schemas.openxmlformats.org/officeDocument/2006/relationships/image" Target="../media/image13.svg"/><Relationship Id="rId5" Type="http://schemas.openxmlformats.org/officeDocument/2006/relationships/image" Target="../media/image12.svg"/><Relationship Id="rId4" Type="http://schemas.openxmlformats.org/officeDocument/2006/relationships/image" Target="../media/image11.svg"/></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0.svg"/><Relationship Id="rId7" Type="http://schemas.openxmlformats.org/officeDocument/2006/relationships/image" Target="../media/image18.svg"/><Relationship Id="rId2" Type="http://schemas.openxmlformats.org/officeDocument/2006/relationships/image" Target="../media/image14.png"/><Relationship Id="rId1" Type="http://schemas.openxmlformats.org/officeDocument/2006/relationships/slideMaster" Target="../slideMasters/slideMaster3.xml"/><Relationship Id="rId6" Type="http://schemas.openxmlformats.org/officeDocument/2006/relationships/image" Target="../media/image17.svg"/><Relationship Id="rId5" Type="http://schemas.openxmlformats.org/officeDocument/2006/relationships/image" Target="../media/image16.svg"/><Relationship Id="rId10" Type="http://schemas.openxmlformats.org/officeDocument/2006/relationships/image" Target="../media/image21.svg"/><Relationship Id="rId4" Type="http://schemas.openxmlformats.org/officeDocument/2006/relationships/image" Target="../media/image15.svg"/><Relationship Id="rId9" Type="http://schemas.openxmlformats.org/officeDocument/2006/relationships/image" Target="../media/image20.sv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7.png"/><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8.png"/><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9.png"/><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30.png"/><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31.png"/><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32.png"/><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image" Target="../media/image35.png"/><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5.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5.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image" Target="../media/image37.png"/><Relationship Id="rId1" Type="http://schemas.openxmlformats.org/officeDocument/2006/relationships/slideMaster" Target="../slideMasters/slideMaster5.xml"/><Relationship Id="rId4" Type="http://schemas.openxmlformats.org/officeDocument/2006/relationships/image" Target="../media/image35.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9.png"/><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40.png"/><Relationship Id="rId1" Type="http://schemas.openxmlformats.org/officeDocument/2006/relationships/slideMaster" Target="../slideMasters/slideMaster5.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5.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41.png"/><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6.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image" Target="../media/image35.png"/><Relationship Id="rId1" Type="http://schemas.openxmlformats.org/officeDocument/2006/relationships/slideMaster" Target="../slideMasters/slideMaster6.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6.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6.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6.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image" Target="../media/image42.png"/><Relationship Id="rId1" Type="http://schemas.openxmlformats.org/officeDocument/2006/relationships/slideMaster" Target="../slideMasters/slideMaster6.xml"/><Relationship Id="rId4" Type="http://schemas.openxmlformats.org/officeDocument/2006/relationships/image" Target="../media/image35.pn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44.png"/><Relationship Id="rId1" Type="http://schemas.openxmlformats.org/officeDocument/2006/relationships/slideMaster" Target="../slideMasters/slideMaster6.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45.png"/><Relationship Id="rId1" Type="http://schemas.openxmlformats.org/officeDocument/2006/relationships/slideMaster" Target="../slideMasters/slideMaster6.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6.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46.png"/><Relationship Id="rId1" Type="http://schemas.openxmlformats.org/officeDocument/2006/relationships/slideMaster" Target="../slideMasters/slideMaster6.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7.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6.emf"/><Relationship Id="rId1" Type="http://schemas.openxmlformats.org/officeDocument/2006/relationships/slideMaster" Target="../slideMasters/slideMaster7.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7.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7.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7.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48.emf"/><Relationship Id="rId2" Type="http://schemas.openxmlformats.org/officeDocument/2006/relationships/image" Target="../media/image47.png"/><Relationship Id="rId1" Type="http://schemas.openxmlformats.org/officeDocument/2006/relationships/slideMaster" Target="../slideMasters/slideMaster7.xml"/><Relationship Id="rId4" Type="http://schemas.openxmlformats.org/officeDocument/2006/relationships/image" Target="../media/image35.pn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49.png"/><Relationship Id="rId1" Type="http://schemas.openxmlformats.org/officeDocument/2006/relationships/slideMaster" Target="../slideMasters/slideMaster7.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50.png"/><Relationship Id="rId1" Type="http://schemas.openxmlformats.org/officeDocument/2006/relationships/slideMaster" Target="../slideMasters/slideMaster7.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7.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51.png"/><Relationship Id="rId1" Type="http://schemas.openxmlformats.org/officeDocument/2006/relationships/slideMaster" Target="../slideMasters/slideMaster7.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8.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6.emf"/><Relationship Id="rId1" Type="http://schemas.openxmlformats.org/officeDocument/2006/relationships/slideMaster" Target="../slideMasters/slideMaster8.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8.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8.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8.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53.emf"/><Relationship Id="rId2" Type="http://schemas.openxmlformats.org/officeDocument/2006/relationships/image" Target="../media/image52.png"/><Relationship Id="rId1" Type="http://schemas.openxmlformats.org/officeDocument/2006/relationships/slideMaster" Target="../slideMasters/slideMaster8.xml"/><Relationship Id="rId4" Type="http://schemas.openxmlformats.org/officeDocument/2006/relationships/image" Target="../media/image35.png"/></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54.png"/><Relationship Id="rId1" Type="http://schemas.openxmlformats.org/officeDocument/2006/relationships/slideMaster" Target="../slideMasters/slideMaster8.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55.png"/><Relationship Id="rId1" Type="http://schemas.openxmlformats.org/officeDocument/2006/relationships/slideMaster" Target="../slideMasters/slideMaster8.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8.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56.png"/><Relationship Id="rId1" Type="http://schemas.openxmlformats.org/officeDocument/2006/relationships/slideMaster" Target="../slideMasters/slideMaster8.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9.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57.svg"/><Relationship Id="rId2" Type="http://schemas.openxmlformats.org/officeDocument/2006/relationships/image" Target="../media/image35.png"/><Relationship Id="rId1" Type="http://schemas.openxmlformats.org/officeDocument/2006/relationships/slideMaster" Target="../slideMasters/slideMaster9.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9.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9.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9.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59.emf"/><Relationship Id="rId2" Type="http://schemas.openxmlformats.org/officeDocument/2006/relationships/image" Target="../media/image58.png"/><Relationship Id="rId1" Type="http://schemas.openxmlformats.org/officeDocument/2006/relationships/slideMaster" Target="../slideMasters/slideMaster9.xml"/><Relationship Id="rId4" Type="http://schemas.openxmlformats.org/officeDocument/2006/relationships/image" Target="../media/image35.png"/></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60.png"/><Relationship Id="rId1" Type="http://schemas.openxmlformats.org/officeDocument/2006/relationships/slideMaster" Target="../slideMasters/slideMaster9.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61.png"/><Relationship Id="rId1" Type="http://schemas.openxmlformats.org/officeDocument/2006/relationships/slideMaster" Target="../slideMasters/slideMaster9.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9.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62.png"/><Relationship Id="rId1" Type="http://schemas.openxmlformats.org/officeDocument/2006/relationships/slideMaster" Target="../slideMasters/slideMaster9.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10.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6.emf"/><Relationship Id="rId1" Type="http://schemas.openxmlformats.org/officeDocument/2006/relationships/slideMaster" Target="../slideMasters/slideMaster10.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10.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10.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10.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64.emf"/><Relationship Id="rId2" Type="http://schemas.openxmlformats.org/officeDocument/2006/relationships/image" Target="../media/image63.png"/><Relationship Id="rId1" Type="http://schemas.openxmlformats.org/officeDocument/2006/relationships/slideMaster" Target="../slideMasters/slideMaster10.xml"/><Relationship Id="rId4" Type="http://schemas.openxmlformats.org/officeDocument/2006/relationships/image" Target="../media/image35.png"/></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65.png"/><Relationship Id="rId1" Type="http://schemas.openxmlformats.org/officeDocument/2006/relationships/slideMaster" Target="../slideMasters/slideMaster10.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66.png"/><Relationship Id="rId1" Type="http://schemas.openxmlformats.org/officeDocument/2006/relationships/slideMaster" Target="../slideMasters/slideMaster10.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10.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67.png"/><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usiness/Marketing - 1">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r>
              <a:rPr lang="en-US"/>
              <a:t>Click to edit Master title style</a:t>
            </a:r>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pic>
        <p:nvPicPr>
          <p:cNvPr id="10" name="Picture 9" descr="A person holding an orange paper&#10;&#10;Description automatically generated">
            <a:extLst>
              <a:ext uri="{FF2B5EF4-FFF2-40B4-BE49-F238E27FC236}">
                <a16:creationId xmlns:a16="http://schemas.microsoft.com/office/drawing/2014/main" id="{04697691-3082-2ECF-DAB8-FE29E8E66DDD}"/>
              </a:ext>
              <a:ext uri="{C183D7F6-B498-43B3-948B-1728B52AA6E4}">
                <adec:decorative xmlns:adec="http://schemas.microsoft.com/office/drawing/2017/decorative" val="0"/>
              </a:ext>
            </a:extLst>
          </p:cNvPr>
          <p:cNvPicPr>
            <a:picLocks noChangeAspect="1"/>
          </p:cNvPicPr>
          <p:nvPr userDrawn="1"/>
        </p:nvPicPr>
        <p:blipFill>
          <a:blip r:embed="rId2">
            <a:extLst>
              <a:ext uri="{28A0092B-C50C-407E-A947-70E740481C1C}">
                <a14:useLocalDpi xmlns:a14="http://schemas.microsoft.com/office/drawing/2010/main" val="0"/>
              </a:ext>
            </a:extLst>
          </a:blip>
          <a:srcRect l="16320" r="29534" b="1793"/>
          <a:stretch/>
        </p:blipFill>
        <p:spPr>
          <a:xfrm>
            <a:off x="6528390" y="0"/>
            <a:ext cx="5663609" cy="6849922"/>
          </a:xfrm>
          <a:prstGeom prst="rect">
            <a:avLst/>
          </a:prstGeom>
        </p:spPr>
      </p:pic>
      <p:pic>
        <p:nvPicPr>
          <p:cNvPr id="7" name="Graphic 6">
            <a:extLst>
              <a:ext uri="{FF2B5EF4-FFF2-40B4-BE49-F238E27FC236}">
                <a16:creationId xmlns:a16="http://schemas.microsoft.com/office/drawing/2014/main" id="{75BE4213-8917-C466-A93D-D6E1EE6990D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54776" y="5147732"/>
            <a:ext cx="2407904" cy="1152501"/>
          </a:xfrm>
          <a:prstGeom prst="rect">
            <a:avLst/>
          </a:prstGeom>
        </p:spPr>
      </p:pic>
    </p:spTree>
    <p:extLst>
      <p:ext uri="{BB962C8B-B14F-4D97-AF65-F5344CB8AC3E}">
        <p14:creationId xmlns:p14="http://schemas.microsoft.com/office/powerpoint/2010/main" val="2912373933"/>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Business/Marketing - 2">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r>
              <a:rPr lang="en-US"/>
              <a:t>Click to edit Master title style</a:t>
            </a:r>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pic>
        <p:nvPicPr>
          <p:cNvPr id="7" name="Picture 6" descr="A person talking to another person&#10;&#10;Description automatically generated">
            <a:extLst>
              <a:ext uri="{FF2B5EF4-FFF2-40B4-BE49-F238E27FC236}">
                <a16:creationId xmlns:a16="http://schemas.microsoft.com/office/drawing/2014/main" id="{BD578162-5FB4-6C6D-006A-D95E9BA25FAF}"/>
              </a:ext>
            </a:extLst>
          </p:cNvPr>
          <p:cNvPicPr>
            <a:picLocks noChangeAspect="1"/>
          </p:cNvPicPr>
          <p:nvPr userDrawn="1"/>
        </p:nvPicPr>
        <p:blipFill>
          <a:blip r:embed="rId2">
            <a:extLst>
              <a:ext uri="{28A0092B-C50C-407E-A947-70E740481C1C}">
                <a14:useLocalDpi xmlns:a14="http://schemas.microsoft.com/office/drawing/2010/main" val="0"/>
              </a:ext>
            </a:extLst>
          </a:blip>
          <a:srcRect l="17765" r="27171"/>
          <a:stretch/>
        </p:blipFill>
        <p:spPr>
          <a:xfrm>
            <a:off x="6528390" y="0"/>
            <a:ext cx="5663609" cy="6859064"/>
          </a:xfrm>
          <a:prstGeom prst="rect">
            <a:avLst/>
          </a:prstGeom>
        </p:spPr>
      </p:pic>
      <p:pic>
        <p:nvPicPr>
          <p:cNvPr id="5" name="Graphic 4">
            <a:extLst>
              <a:ext uri="{FF2B5EF4-FFF2-40B4-BE49-F238E27FC236}">
                <a16:creationId xmlns:a16="http://schemas.microsoft.com/office/drawing/2014/main" id="{3E56F909-C745-4878-6B8F-D6A95713848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54776" y="5147732"/>
            <a:ext cx="2407904" cy="1152501"/>
          </a:xfrm>
          <a:prstGeom prst="rect">
            <a:avLst/>
          </a:prstGeom>
        </p:spPr>
      </p:pic>
    </p:spTree>
    <p:extLst>
      <p:ext uri="{BB962C8B-B14F-4D97-AF65-F5344CB8AC3E}">
        <p14:creationId xmlns:p14="http://schemas.microsoft.com/office/powerpoint/2010/main" val="154782600"/>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Business/Marketing - 3">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r>
              <a:rPr lang="en-US"/>
              <a:t>Click to edit Master title style</a:t>
            </a:r>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pic>
        <p:nvPicPr>
          <p:cNvPr id="8" name="Picture 7" descr="A person and person standing in an office&#10;&#10;Description automatically generated">
            <a:extLst>
              <a:ext uri="{FF2B5EF4-FFF2-40B4-BE49-F238E27FC236}">
                <a16:creationId xmlns:a16="http://schemas.microsoft.com/office/drawing/2014/main" id="{5A656440-781D-FF89-A173-6F135D6EB40D}"/>
              </a:ext>
            </a:extLst>
          </p:cNvPr>
          <p:cNvPicPr>
            <a:picLocks noChangeAspect="1"/>
          </p:cNvPicPr>
          <p:nvPr userDrawn="1"/>
        </p:nvPicPr>
        <p:blipFill>
          <a:blip r:embed="rId2">
            <a:extLst>
              <a:ext uri="{28A0092B-C50C-407E-A947-70E740481C1C}">
                <a14:useLocalDpi xmlns:a14="http://schemas.microsoft.com/office/drawing/2010/main" val="0"/>
              </a:ext>
            </a:extLst>
          </a:blip>
          <a:srcRect l="26161" t="-118" r="18817" b="118"/>
          <a:stretch/>
        </p:blipFill>
        <p:spPr>
          <a:xfrm>
            <a:off x="6528390" y="0"/>
            <a:ext cx="5663610" cy="6858000"/>
          </a:xfrm>
          <a:prstGeom prst="rect">
            <a:avLst/>
          </a:prstGeom>
        </p:spPr>
      </p:pic>
      <p:pic>
        <p:nvPicPr>
          <p:cNvPr id="5" name="Graphic 4">
            <a:extLst>
              <a:ext uri="{FF2B5EF4-FFF2-40B4-BE49-F238E27FC236}">
                <a16:creationId xmlns:a16="http://schemas.microsoft.com/office/drawing/2014/main" id="{E007CEAE-65F2-D639-3C6B-EC6367B593F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54776" y="5147732"/>
            <a:ext cx="2407904" cy="1152501"/>
          </a:xfrm>
          <a:prstGeom prst="rect">
            <a:avLst/>
          </a:prstGeom>
        </p:spPr>
      </p:pic>
    </p:spTree>
    <p:extLst>
      <p:ext uri="{BB962C8B-B14F-4D97-AF65-F5344CB8AC3E}">
        <p14:creationId xmlns:p14="http://schemas.microsoft.com/office/powerpoint/2010/main" val="2814616556"/>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Business/Marketing - 4">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r>
              <a:rPr lang="en-US"/>
              <a:t>Click to edit Master title style</a:t>
            </a:r>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pic>
        <p:nvPicPr>
          <p:cNvPr id="7" name="Picture 6" descr="A person and person looking at a computer&#10;&#10;Description automatically generated">
            <a:extLst>
              <a:ext uri="{FF2B5EF4-FFF2-40B4-BE49-F238E27FC236}">
                <a16:creationId xmlns:a16="http://schemas.microsoft.com/office/drawing/2014/main" id="{67CEBF45-943F-B807-5DB4-2E9C2442F67F}"/>
              </a:ext>
            </a:extLst>
          </p:cNvPr>
          <p:cNvPicPr>
            <a:picLocks noChangeAspect="1"/>
          </p:cNvPicPr>
          <p:nvPr userDrawn="1"/>
        </p:nvPicPr>
        <p:blipFill>
          <a:blip r:embed="rId2">
            <a:extLst>
              <a:ext uri="{28A0092B-C50C-407E-A947-70E740481C1C}">
                <a14:useLocalDpi xmlns:a14="http://schemas.microsoft.com/office/drawing/2010/main" val="0"/>
              </a:ext>
            </a:extLst>
          </a:blip>
          <a:srcRect l="27408" r="17522"/>
          <a:stretch/>
        </p:blipFill>
        <p:spPr>
          <a:xfrm>
            <a:off x="6528389" y="0"/>
            <a:ext cx="5663609" cy="6858000"/>
          </a:xfrm>
          <a:prstGeom prst="rect">
            <a:avLst/>
          </a:prstGeom>
        </p:spPr>
      </p:pic>
      <p:pic>
        <p:nvPicPr>
          <p:cNvPr id="5" name="Graphic 4">
            <a:extLst>
              <a:ext uri="{FF2B5EF4-FFF2-40B4-BE49-F238E27FC236}">
                <a16:creationId xmlns:a16="http://schemas.microsoft.com/office/drawing/2014/main" id="{459AEA80-3564-9C9A-E0E6-A7267D933AD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54776" y="5147732"/>
            <a:ext cx="2407904" cy="1152501"/>
          </a:xfrm>
          <a:prstGeom prst="rect">
            <a:avLst/>
          </a:prstGeom>
        </p:spPr>
      </p:pic>
    </p:spTree>
    <p:extLst>
      <p:ext uri="{BB962C8B-B14F-4D97-AF65-F5344CB8AC3E}">
        <p14:creationId xmlns:p14="http://schemas.microsoft.com/office/powerpoint/2010/main" val="23220345"/>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Business/Marketing - 5">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r>
              <a:rPr lang="en-US"/>
              <a:t>Click to edit Master title style</a:t>
            </a:r>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pic>
        <p:nvPicPr>
          <p:cNvPr id="7" name="Picture 6" descr="A person and person looking at a computer&#10;&#10;Description automatically generated">
            <a:extLst>
              <a:ext uri="{FF2B5EF4-FFF2-40B4-BE49-F238E27FC236}">
                <a16:creationId xmlns:a16="http://schemas.microsoft.com/office/drawing/2014/main" id="{10FDA179-75B5-61CF-9CC0-8277D61F4031}"/>
              </a:ext>
            </a:extLst>
          </p:cNvPr>
          <p:cNvPicPr>
            <a:picLocks noChangeAspect="1"/>
          </p:cNvPicPr>
          <p:nvPr userDrawn="1"/>
        </p:nvPicPr>
        <p:blipFill>
          <a:blip r:embed="rId2">
            <a:extLst>
              <a:ext uri="{28A0092B-C50C-407E-A947-70E740481C1C}">
                <a14:useLocalDpi xmlns:a14="http://schemas.microsoft.com/office/drawing/2010/main" val="0"/>
              </a:ext>
            </a:extLst>
          </a:blip>
          <a:srcRect l="22465" r="22465"/>
          <a:stretch/>
        </p:blipFill>
        <p:spPr>
          <a:xfrm>
            <a:off x="6528390" y="0"/>
            <a:ext cx="5663610" cy="6858000"/>
          </a:xfrm>
          <a:prstGeom prst="rect">
            <a:avLst/>
          </a:prstGeom>
        </p:spPr>
      </p:pic>
      <p:pic>
        <p:nvPicPr>
          <p:cNvPr id="5" name="Graphic 4">
            <a:extLst>
              <a:ext uri="{FF2B5EF4-FFF2-40B4-BE49-F238E27FC236}">
                <a16:creationId xmlns:a16="http://schemas.microsoft.com/office/drawing/2014/main" id="{23C7DFE7-B5B6-B53E-DDA1-4B5F40A5EC2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54776" y="5147732"/>
            <a:ext cx="2407904" cy="1152501"/>
          </a:xfrm>
          <a:prstGeom prst="rect">
            <a:avLst/>
          </a:prstGeom>
        </p:spPr>
      </p:pic>
    </p:spTree>
    <p:extLst>
      <p:ext uri="{BB962C8B-B14F-4D97-AF65-F5344CB8AC3E}">
        <p14:creationId xmlns:p14="http://schemas.microsoft.com/office/powerpoint/2010/main" val="1793710519"/>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QA_Layout5">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1F750EB8-8B5E-27BB-F5B5-15E38895D8B5}"/>
              </a:ext>
            </a:extLst>
          </p:cNvPr>
          <p:cNvSpPr/>
          <p:nvPr userDrawn="1"/>
        </p:nvSpPr>
        <p:spPr>
          <a:xfrm>
            <a:off x="0" y="6663189"/>
            <a:ext cx="12192000" cy="19481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178708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QA_Layout1">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515939" y="972000"/>
            <a:ext cx="11160122" cy="720000"/>
          </a:xfrm>
          <a:prstGeom prst="rect">
            <a:avLst/>
          </a:prstGeom>
          <a:ln>
            <a:noFill/>
          </a:ln>
        </p:spPr>
        <p:txBody>
          <a:bodyPr anchor="t">
            <a:noAutofit/>
          </a:bodyPr>
          <a:lstStyle>
            <a:lvl1pPr algn="l">
              <a:defRPr sz="3600">
                <a:solidFill>
                  <a:schemeClr val="tx1"/>
                </a:solidFill>
              </a:defRPr>
            </a:lvl1pPr>
          </a:lstStyle>
          <a:p>
            <a:r>
              <a:rPr lang="en-US"/>
              <a:t>Click to edit Master title style</a:t>
            </a:r>
            <a:endParaRPr lang="en-GB"/>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7" y="1799186"/>
            <a:ext cx="11160123" cy="358296"/>
          </a:xfrm>
          <a:prstGeom prst="rect">
            <a:avLst/>
          </a:prstGeom>
          <a:ln>
            <a:noFill/>
          </a:ln>
        </p:spPr>
        <p:txBody>
          <a:bodyPr anchor="t">
            <a:noAutofit/>
          </a:bodyPr>
          <a:lstStyle>
            <a:lvl1pPr marL="0" indent="0" algn="l">
              <a:buNone/>
              <a:defRPr sz="2800" b="1">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9" name="Text Placeholder 8">
            <a:extLst>
              <a:ext uri="{FF2B5EF4-FFF2-40B4-BE49-F238E27FC236}">
                <a16:creationId xmlns:a16="http://schemas.microsoft.com/office/drawing/2014/main" id="{92EFEF58-42AF-670A-ABB0-E36C90B7E173}"/>
              </a:ext>
            </a:extLst>
          </p:cNvPr>
          <p:cNvSpPr>
            <a:spLocks noGrp="1"/>
          </p:cNvSpPr>
          <p:nvPr>
            <p:ph type="body" sz="quarter" idx="10"/>
          </p:nvPr>
        </p:nvSpPr>
        <p:spPr>
          <a:xfrm>
            <a:off x="515938" y="2879999"/>
            <a:ext cx="3348037" cy="3428725"/>
          </a:xfrm>
          <a:prstGeom prst="rect">
            <a:avLst/>
          </a:prstGeom>
        </p:spPr>
        <p:txBody>
          <a:bodyPr>
            <a:noAutofit/>
          </a:bodyPr>
          <a:lstStyle>
            <a:lvl1pPr marL="0" inden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1" name="Text Placeholder 10">
            <a:extLst>
              <a:ext uri="{FF2B5EF4-FFF2-40B4-BE49-F238E27FC236}">
                <a16:creationId xmlns:a16="http://schemas.microsoft.com/office/drawing/2014/main" id="{BA62B451-9077-73D8-F2D3-9A668C4D3685}"/>
              </a:ext>
            </a:extLst>
          </p:cNvPr>
          <p:cNvSpPr>
            <a:spLocks noGrp="1"/>
          </p:cNvSpPr>
          <p:nvPr>
            <p:ph type="body" sz="quarter" idx="11"/>
          </p:nvPr>
        </p:nvSpPr>
        <p:spPr>
          <a:xfrm>
            <a:off x="4403725" y="2879999"/>
            <a:ext cx="7272338" cy="3428725"/>
          </a:xfrm>
          <a:prstGeom prst="rect">
            <a:avLst/>
          </a:prstGeom>
        </p:spPr>
        <p:txBody>
          <a:bodyPr>
            <a:noAutofit/>
          </a:bodyPr>
          <a:lstStyle>
            <a:lvl1pPr>
              <a:defRPr sz="1400"/>
            </a:lvl1pPr>
          </a:lstStyle>
          <a:p>
            <a:pPr lvl="0"/>
            <a:r>
              <a:rPr lang="en-US"/>
              <a:t>Click to edit Master text styles</a:t>
            </a:r>
          </a:p>
        </p:txBody>
      </p:sp>
      <p:sp>
        <p:nvSpPr>
          <p:cNvPr id="4" name="Rectangle 3">
            <a:extLst>
              <a:ext uri="{FF2B5EF4-FFF2-40B4-BE49-F238E27FC236}">
                <a16:creationId xmlns:a16="http://schemas.microsoft.com/office/drawing/2014/main" id="{FC0BA25C-539F-AC13-A09B-C239D82ECDFA}"/>
              </a:ext>
            </a:extLst>
          </p:cNvPr>
          <p:cNvSpPr/>
          <p:nvPr userDrawn="1"/>
        </p:nvSpPr>
        <p:spPr>
          <a:xfrm>
            <a:off x="0" y="6663189"/>
            <a:ext cx="12192000" cy="194811"/>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62119125"/>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2_QA_Layout5_NoSymb">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7D72711D-C1D3-A4A4-66F7-B70A1F3906BE}"/>
              </a:ext>
            </a:extLst>
          </p:cNvPr>
          <p:cNvSpPr/>
          <p:nvPr userDrawn="1"/>
        </p:nvSpPr>
        <p:spPr>
          <a:xfrm>
            <a:off x="0" y="6663189"/>
            <a:ext cx="12192000" cy="19481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18551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ue_profi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C389C0BE-4DCC-E9AD-17C1-AD749CACE2F7}"/>
              </a:ext>
            </a:extLst>
          </p:cNvPr>
          <p:cNvSpPr>
            <a:spLocks noGrp="1"/>
          </p:cNvSpPr>
          <p:nvPr>
            <p:ph type="ctrTitle" hasCustomPrompt="1"/>
          </p:nvPr>
        </p:nvSpPr>
        <p:spPr>
          <a:xfrm>
            <a:off x="989555" y="1218612"/>
            <a:ext cx="7011445"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r>
              <a:rPr lang="en-GB" dirty="0"/>
              <a:t>Instructor Name</a:t>
            </a:r>
          </a:p>
        </p:txBody>
      </p:sp>
      <p:sp>
        <p:nvSpPr>
          <p:cNvPr id="15" name="Text Placeholder 6">
            <a:extLst>
              <a:ext uri="{FF2B5EF4-FFF2-40B4-BE49-F238E27FC236}">
                <a16:creationId xmlns:a16="http://schemas.microsoft.com/office/drawing/2014/main" id="{8B631D41-CF16-4587-EE5A-FF7C83B8504A}"/>
              </a:ext>
            </a:extLst>
          </p:cNvPr>
          <p:cNvSpPr>
            <a:spLocks noGrp="1"/>
          </p:cNvSpPr>
          <p:nvPr>
            <p:ph type="body" sz="quarter" idx="16" hasCustomPrompt="1"/>
          </p:nvPr>
        </p:nvSpPr>
        <p:spPr>
          <a:xfrm>
            <a:off x="989556" y="2479805"/>
            <a:ext cx="7011444" cy="613776"/>
          </a:xfrm>
          <a:prstGeom prst="rect">
            <a:avLst/>
          </a:prstGeom>
        </p:spPr>
        <p:txBody>
          <a:bodyPr anchor="ctr">
            <a:noAutofit/>
          </a:bodyPr>
          <a:lstStyle>
            <a:lvl1pPr marL="0" indent="0">
              <a:lnSpc>
                <a:spcPct val="100000"/>
              </a:lnSpc>
              <a:buNone/>
              <a:defRPr sz="2400" i="1"/>
            </a:lvl1pPr>
          </a:lstStyle>
          <a:p>
            <a:pPr lvl="0"/>
            <a:r>
              <a:rPr lang="en-US" dirty="0"/>
              <a:t>Title or experience here</a:t>
            </a:r>
          </a:p>
        </p:txBody>
      </p:sp>
      <p:sp>
        <p:nvSpPr>
          <p:cNvPr id="7" name="Text Placeholder 6">
            <a:extLst>
              <a:ext uri="{FF2B5EF4-FFF2-40B4-BE49-F238E27FC236}">
                <a16:creationId xmlns:a16="http://schemas.microsoft.com/office/drawing/2014/main" id="{B9D4ED24-762D-EF61-C554-5532DF788FC9}"/>
              </a:ext>
            </a:extLst>
          </p:cNvPr>
          <p:cNvSpPr>
            <a:spLocks noGrp="1"/>
          </p:cNvSpPr>
          <p:nvPr>
            <p:ph type="body" sz="quarter" idx="13" hasCustomPrompt="1"/>
          </p:nvPr>
        </p:nvSpPr>
        <p:spPr>
          <a:xfrm>
            <a:off x="1578280" y="3306871"/>
            <a:ext cx="4885150" cy="613776"/>
          </a:xfrm>
          <a:prstGeom prst="rect">
            <a:avLst/>
          </a:prstGeom>
        </p:spPr>
        <p:txBody>
          <a:bodyPr anchor="ctr">
            <a:noAutofit/>
          </a:bodyPr>
          <a:lstStyle>
            <a:lvl1pPr marL="0" indent="0">
              <a:lnSpc>
                <a:spcPct val="100000"/>
              </a:lnSpc>
              <a:buNone/>
              <a:defRPr sz="1800" b="0" i="0">
                <a:latin typeface="Figtree Light" pitchFamily="2" charset="0"/>
              </a:defRPr>
            </a:lvl1pPr>
          </a:lstStyle>
          <a:p>
            <a:pPr lvl="0"/>
            <a:r>
              <a:rPr lang="en-US" dirty="0"/>
              <a:t>Information/profile here</a:t>
            </a:r>
          </a:p>
        </p:txBody>
      </p:sp>
      <p:sp>
        <p:nvSpPr>
          <p:cNvPr id="12" name="Text Placeholder 6">
            <a:extLst>
              <a:ext uri="{FF2B5EF4-FFF2-40B4-BE49-F238E27FC236}">
                <a16:creationId xmlns:a16="http://schemas.microsoft.com/office/drawing/2014/main" id="{745B8894-94B7-BA63-DFF3-E0A4A6036B8C}"/>
              </a:ext>
            </a:extLst>
          </p:cNvPr>
          <p:cNvSpPr>
            <a:spLocks noGrp="1"/>
          </p:cNvSpPr>
          <p:nvPr>
            <p:ph type="body" sz="quarter" idx="14" hasCustomPrompt="1"/>
          </p:nvPr>
        </p:nvSpPr>
        <p:spPr>
          <a:xfrm>
            <a:off x="1578280" y="3995802"/>
            <a:ext cx="4885150" cy="613776"/>
          </a:xfrm>
          <a:prstGeom prst="rect">
            <a:avLst/>
          </a:prstGeom>
        </p:spPr>
        <p:txBody>
          <a:bodyPr anchor="ctr">
            <a:noAutofit/>
          </a:bodyPr>
          <a:lstStyle>
            <a:lvl1pPr marL="0" indent="0">
              <a:lnSpc>
                <a:spcPct val="100000"/>
              </a:lnSpc>
              <a:buNone/>
              <a:defRPr sz="1800" b="0" i="0">
                <a:latin typeface="Figtree Light" pitchFamily="2" charset="0"/>
              </a:defRPr>
            </a:lvl1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Information/profile here</a:t>
            </a:r>
          </a:p>
        </p:txBody>
      </p:sp>
      <p:sp>
        <p:nvSpPr>
          <p:cNvPr id="14" name="Text Placeholder 6">
            <a:extLst>
              <a:ext uri="{FF2B5EF4-FFF2-40B4-BE49-F238E27FC236}">
                <a16:creationId xmlns:a16="http://schemas.microsoft.com/office/drawing/2014/main" id="{E7AF134F-3754-D28E-D2D1-25D9830F34DE}"/>
              </a:ext>
            </a:extLst>
          </p:cNvPr>
          <p:cNvSpPr>
            <a:spLocks noGrp="1"/>
          </p:cNvSpPr>
          <p:nvPr>
            <p:ph type="body" sz="quarter" idx="15" hasCustomPrompt="1"/>
          </p:nvPr>
        </p:nvSpPr>
        <p:spPr>
          <a:xfrm>
            <a:off x="1578280" y="4685081"/>
            <a:ext cx="4885150" cy="613776"/>
          </a:xfrm>
          <a:prstGeom prst="rect">
            <a:avLst/>
          </a:prstGeom>
        </p:spPr>
        <p:txBody>
          <a:bodyPr anchor="ctr">
            <a:noAutofit/>
          </a:bodyPr>
          <a:lstStyle>
            <a:lvl1pPr marL="0" indent="0">
              <a:lnSpc>
                <a:spcPct val="100000"/>
              </a:lnSpc>
              <a:buNone/>
              <a:defRPr sz="1800" b="0" i="0">
                <a:latin typeface="Figtree Light" pitchFamily="2" charset="0"/>
              </a:defRPr>
            </a:lvl1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Information/profile here</a:t>
            </a:r>
          </a:p>
        </p:txBody>
      </p:sp>
      <p:pic>
        <p:nvPicPr>
          <p:cNvPr id="3" name="Graphic 2">
            <a:extLst>
              <a:ext uri="{FF2B5EF4-FFF2-40B4-BE49-F238E27FC236}">
                <a16:creationId xmlns:a16="http://schemas.microsoft.com/office/drawing/2014/main" id="{79AC3A23-6D2C-09F5-35BB-ED8FEAD8C38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09415" y="6377712"/>
            <a:ext cx="566418" cy="281047"/>
          </a:xfrm>
          <a:prstGeom prst="rect">
            <a:avLst/>
          </a:prstGeom>
        </p:spPr>
      </p:pic>
      <p:sp>
        <p:nvSpPr>
          <p:cNvPr id="21" name="Rounded Rectangle 20">
            <a:extLst>
              <a:ext uri="{FF2B5EF4-FFF2-40B4-BE49-F238E27FC236}">
                <a16:creationId xmlns:a16="http://schemas.microsoft.com/office/drawing/2014/main" id="{34DBCE62-BC3D-1742-CAB8-D335BD7CFD52}"/>
              </a:ext>
            </a:extLst>
          </p:cNvPr>
          <p:cNvSpPr/>
          <p:nvPr userDrawn="1"/>
        </p:nvSpPr>
        <p:spPr>
          <a:xfrm>
            <a:off x="0" y="1031661"/>
            <a:ext cx="8921407" cy="1234856"/>
          </a:xfrm>
          <a:custGeom>
            <a:avLst/>
            <a:gdLst>
              <a:gd name="connsiteX0" fmla="*/ 0 w 9538834"/>
              <a:gd name="connsiteY0" fmla="*/ 617428 h 1234855"/>
              <a:gd name="connsiteX1" fmla="*/ 617428 w 9538834"/>
              <a:gd name="connsiteY1" fmla="*/ 0 h 1234855"/>
              <a:gd name="connsiteX2" fmla="*/ 8921407 w 9538834"/>
              <a:gd name="connsiteY2" fmla="*/ 0 h 1234855"/>
              <a:gd name="connsiteX3" fmla="*/ 9538835 w 9538834"/>
              <a:gd name="connsiteY3" fmla="*/ 617428 h 1234855"/>
              <a:gd name="connsiteX4" fmla="*/ 9538834 w 9538834"/>
              <a:gd name="connsiteY4" fmla="*/ 617428 h 1234855"/>
              <a:gd name="connsiteX5" fmla="*/ 8921406 w 9538834"/>
              <a:gd name="connsiteY5" fmla="*/ 1234856 h 1234855"/>
              <a:gd name="connsiteX6" fmla="*/ 617428 w 9538834"/>
              <a:gd name="connsiteY6" fmla="*/ 1234855 h 1234855"/>
              <a:gd name="connsiteX7" fmla="*/ 0 w 9538834"/>
              <a:gd name="connsiteY7" fmla="*/ 617427 h 1234855"/>
              <a:gd name="connsiteX8" fmla="*/ 0 w 9538834"/>
              <a:gd name="connsiteY8" fmla="*/ 617428 h 1234855"/>
              <a:gd name="connsiteX0" fmla="*/ 160255 w 9538835"/>
              <a:gd name="connsiteY0" fmla="*/ 247868 h 1251795"/>
              <a:gd name="connsiteX1" fmla="*/ 617428 w 9538835"/>
              <a:gd name="connsiteY1" fmla="*/ 16939 h 1251795"/>
              <a:gd name="connsiteX2" fmla="*/ 8921407 w 9538835"/>
              <a:gd name="connsiteY2" fmla="*/ 16939 h 1251795"/>
              <a:gd name="connsiteX3" fmla="*/ 9538835 w 9538835"/>
              <a:gd name="connsiteY3" fmla="*/ 634367 h 1251795"/>
              <a:gd name="connsiteX4" fmla="*/ 9538834 w 9538835"/>
              <a:gd name="connsiteY4" fmla="*/ 634367 h 1251795"/>
              <a:gd name="connsiteX5" fmla="*/ 8921406 w 9538835"/>
              <a:gd name="connsiteY5" fmla="*/ 1251795 h 1251795"/>
              <a:gd name="connsiteX6" fmla="*/ 617428 w 9538835"/>
              <a:gd name="connsiteY6" fmla="*/ 1251794 h 1251795"/>
              <a:gd name="connsiteX7" fmla="*/ 0 w 9538835"/>
              <a:gd name="connsiteY7" fmla="*/ 634366 h 1251795"/>
              <a:gd name="connsiteX8" fmla="*/ 160255 w 9538835"/>
              <a:gd name="connsiteY8" fmla="*/ 247868 h 1251795"/>
              <a:gd name="connsiteX0" fmla="*/ 0 w 9538835"/>
              <a:gd name="connsiteY0" fmla="*/ 617427 h 1234856"/>
              <a:gd name="connsiteX1" fmla="*/ 617428 w 9538835"/>
              <a:gd name="connsiteY1" fmla="*/ 0 h 1234856"/>
              <a:gd name="connsiteX2" fmla="*/ 8921407 w 9538835"/>
              <a:gd name="connsiteY2" fmla="*/ 0 h 1234856"/>
              <a:gd name="connsiteX3" fmla="*/ 9538835 w 9538835"/>
              <a:gd name="connsiteY3" fmla="*/ 617428 h 1234856"/>
              <a:gd name="connsiteX4" fmla="*/ 9538834 w 9538835"/>
              <a:gd name="connsiteY4" fmla="*/ 617428 h 1234856"/>
              <a:gd name="connsiteX5" fmla="*/ 8921406 w 9538835"/>
              <a:gd name="connsiteY5" fmla="*/ 1234856 h 1234856"/>
              <a:gd name="connsiteX6" fmla="*/ 617428 w 9538835"/>
              <a:gd name="connsiteY6" fmla="*/ 1234855 h 1234856"/>
              <a:gd name="connsiteX7" fmla="*/ 0 w 9538835"/>
              <a:gd name="connsiteY7" fmla="*/ 617427 h 1234856"/>
              <a:gd name="connsiteX0" fmla="*/ 1037997 w 9959404"/>
              <a:gd name="connsiteY0" fmla="*/ 1234855 h 1234856"/>
              <a:gd name="connsiteX1" fmla="*/ 1037997 w 9959404"/>
              <a:gd name="connsiteY1" fmla="*/ 0 h 1234856"/>
              <a:gd name="connsiteX2" fmla="*/ 9341976 w 9959404"/>
              <a:gd name="connsiteY2" fmla="*/ 0 h 1234856"/>
              <a:gd name="connsiteX3" fmla="*/ 9959404 w 9959404"/>
              <a:gd name="connsiteY3" fmla="*/ 617428 h 1234856"/>
              <a:gd name="connsiteX4" fmla="*/ 9959403 w 9959404"/>
              <a:gd name="connsiteY4" fmla="*/ 617428 h 1234856"/>
              <a:gd name="connsiteX5" fmla="*/ 9341975 w 9959404"/>
              <a:gd name="connsiteY5" fmla="*/ 1234856 h 1234856"/>
              <a:gd name="connsiteX6" fmla="*/ 1037997 w 9959404"/>
              <a:gd name="connsiteY6" fmla="*/ 1234855 h 1234856"/>
              <a:gd name="connsiteX0" fmla="*/ 614722 w 9536129"/>
              <a:gd name="connsiteY0" fmla="*/ 1234855 h 1234856"/>
              <a:gd name="connsiteX1" fmla="*/ 614722 w 9536129"/>
              <a:gd name="connsiteY1" fmla="*/ 0 h 1234856"/>
              <a:gd name="connsiteX2" fmla="*/ 8918701 w 9536129"/>
              <a:gd name="connsiteY2" fmla="*/ 0 h 1234856"/>
              <a:gd name="connsiteX3" fmla="*/ 9536129 w 9536129"/>
              <a:gd name="connsiteY3" fmla="*/ 617428 h 1234856"/>
              <a:gd name="connsiteX4" fmla="*/ 9536128 w 9536129"/>
              <a:gd name="connsiteY4" fmla="*/ 617428 h 1234856"/>
              <a:gd name="connsiteX5" fmla="*/ 8918700 w 9536129"/>
              <a:gd name="connsiteY5" fmla="*/ 1234856 h 1234856"/>
              <a:gd name="connsiteX6" fmla="*/ 614722 w 9536129"/>
              <a:gd name="connsiteY6" fmla="*/ 1234855 h 1234856"/>
              <a:gd name="connsiteX0" fmla="*/ 3059 w 8924466"/>
              <a:gd name="connsiteY0" fmla="*/ 1234855 h 1234856"/>
              <a:gd name="connsiteX1" fmla="*/ 3059 w 8924466"/>
              <a:gd name="connsiteY1" fmla="*/ 0 h 1234856"/>
              <a:gd name="connsiteX2" fmla="*/ 8307038 w 8924466"/>
              <a:gd name="connsiteY2" fmla="*/ 0 h 1234856"/>
              <a:gd name="connsiteX3" fmla="*/ 8924466 w 8924466"/>
              <a:gd name="connsiteY3" fmla="*/ 617428 h 1234856"/>
              <a:gd name="connsiteX4" fmla="*/ 8924465 w 8924466"/>
              <a:gd name="connsiteY4" fmla="*/ 617428 h 1234856"/>
              <a:gd name="connsiteX5" fmla="*/ 8307037 w 8924466"/>
              <a:gd name="connsiteY5" fmla="*/ 1234856 h 1234856"/>
              <a:gd name="connsiteX6" fmla="*/ 3059 w 8924466"/>
              <a:gd name="connsiteY6" fmla="*/ 1234855 h 1234856"/>
              <a:gd name="connsiteX0" fmla="*/ 0 w 8921407"/>
              <a:gd name="connsiteY0" fmla="*/ 0 h 1234856"/>
              <a:gd name="connsiteX1" fmla="*/ 8303979 w 8921407"/>
              <a:gd name="connsiteY1" fmla="*/ 0 h 1234856"/>
              <a:gd name="connsiteX2" fmla="*/ 8921407 w 8921407"/>
              <a:gd name="connsiteY2" fmla="*/ 617428 h 1234856"/>
              <a:gd name="connsiteX3" fmla="*/ 8921406 w 8921407"/>
              <a:gd name="connsiteY3" fmla="*/ 617428 h 1234856"/>
              <a:gd name="connsiteX4" fmla="*/ 8303978 w 8921407"/>
              <a:gd name="connsiteY4" fmla="*/ 1234856 h 1234856"/>
              <a:gd name="connsiteX5" fmla="*/ 0 w 8921407"/>
              <a:gd name="connsiteY5" fmla="*/ 1234855 h 1234856"/>
              <a:gd name="connsiteX6" fmla="*/ 91440 w 8921407"/>
              <a:gd name="connsiteY6" fmla="*/ 91440 h 1234856"/>
              <a:gd name="connsiteX0" fmla="*/ 0 w 8921407"/>
              <a:gd name="connsiteY0" fmla="*/ 0 h 1234856"/>
              <a:gd name="connsiteX1" fmla="*/ 8303979 w 8921407"/>
              <a:gd name="connsiteY1" fmla="*/ 0 h 1234856"/>
              <a:gd name="connsiteX2" fmla="*/ 8921407 w 8921407"/>
              <a:gd name="connsiteY2" fmla="*/ 617428 h 1234856"/>
              <a:gd name="connsiteX3" fmla="*/ 8921406 w 8921407"/>
              <a:gd name="connsiteY3" fmla="*/ 617428 h 1234856"/>
              <a:gd name="connsiteX4" fmla="*/ 8303978 w 8921407"/>
              <a:gd name="connsiteY4" fmla="*/ 1234856 h 1234856"/>
              <a:gd name="connsiteX5" fmla="*/ 0 w 8921407"/>
              <a:gd name="connsiteY5" fmla="*/ 1234855 h 1234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21407" h="1234856">
                <a:moveTo>
                  <a:pt x="0" y="0"/>
                </a:moveTo>
                <a:lnTo>
                  <a:pt x="8303979" y="0"/>
                </a:lnTo>
                <a:cubicBezTo>
                  <a:pt x="8644975" y="0"/>
                  <a:pt x="8921407" y="276432"/>
                  <a:pt x="8921407" y="617428"/>
                </a:cubicBezTo>
                <a:lnTo>
                  <a:pt x="8921406" y="617428"/>
                </a:lnTo>
                <a:cubicBezTo>
                  <a:pt x="8921406" y="958424"/>
                  <a:pt x="8644974" y="1234856"/>
                  <a:pt x="8303978" y="1234856"/>
                </a:cubicBezTo>
                <a:lnTo>
                  <a:pt x="0" y="1234855"/>
                </a:lnTo>
              </a:path>
            </a:pathLst>
          </a:custGeom>
          <a:noFill/>
          <a:ln w="508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2" name="Graphic 21">
            <a:extLst>
              <a:ext uri="{FF2B5EF4-FFF2-40B4-BE49-F238E27FC236}">
                <a16:creationId xmlns:a16="http://schemas.microsoft.com/office/drawing/2014/main" id="{193A4613-8585-77DA-BD0B-A22E5BFC7E3B}"/>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037993" y="4100138"/>
            <a:ext cx="400552" cy="400552"/>
          </a:xfrm>
          <a:prstGeom prst="rect">
            <a:avLst/>
          </a:prstGeom>
        </p:spPr>
      </p:pic>
      <p:pic>
        <p:nvPicPr>
          <p:cNvPr id="23" name="Graphic 22">
            <a:extLst>
              <a:ext uri="{FF2B5EF4-FFF2-40B4-BE49-F238E27FC236}">
                <a16:creationId xmlns:a16="http://schemas.microsoft.com/office/drawing/2014/main" id="{9C424C93-4E2C-4D8E-A66B-C152CF637D3F}"/>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37993" y="3415759"/>
            <a:ext cx="400552" cy="396000"/>
          </a:xfrm>
          <a:prstGeom prst="rect">
            <a:avLst/>
          </a:prstGeom>
        </p:spPr>
      </p:pic>
      <p:pic>
        <p:nvPicPr>
          <p:cNvPr id="24" name="Graphic 23">
            <a:extLst>
              <a:ext uri="{FF2B5EF4-FFF2-40B4-BE49-F238E27FC236}">
                <a16:creationId xmlns:a16="http://schemas.microsoft.com/office/drawing/2014/main" id="{EC940E8B-08D5-20D4-A013-77211E491D07}"/>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1037993" y="4789069"/>
            <a:ext cx="400552" cy="396000"/>
          </a:xfrm>
          <a:prstGeom prst="rect">
            <a:avLst/>
          </a:prstGeom>
        </p:spPr>
      </p:pic>
    </p:spTree>
    <p:extLst>
      <p:ext uri="{BB962C8B-B14F-4D97-AF65-F5344CB8AC3E}">
        <p14:creationId xmlns:p14="http://schemas.microsoft.com/office/powerpoint/2010/main" val="35623400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lue_profile_pictur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C389C0BE-4DCC-E9AD-17C1-AD749CACE2F7}"/>
              </a:ext>
            </a:extLst>
          </p:cNvPr>
          <p:cNvSpPr>
            <a:spLocks noGrp="1"/>
          </p:cNvSpPr>
          <p:nvPr>
            <p:ph type="ctrTitle" hasCustomPrompt="1"/>
          </p:nvPr>
        </p:nvSpPr>
        <p:spPr>
          <a:xfrm>
            <a:off x="402180" y="1218612"/>
            <a:ext cx="5693819"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r>
              <a:rPr lang="en-GB" dirty="0"/>
              <a:t>Instructor Name</a:t>
            </a:r>
          </a:p>
        </p:txBody>
      </p:sp>
      <p:sp>
        <p:nvSpPr>
          <p:cNvPr id="15" name="Text Placeholder 6">
            <a:extLst>
              <a:ext uri="{FF2B5EF4-FFF2-40B4-BE49-F238E27FC236}">
                <a16:creationId xmlns:a16="http://schemas.microsoft.com/office/drawing/2014/main" id="{8B631D41-CF16-4587-EE5A-FF7C83B8504A}"/>
              </a:ext>
            </a:extLst>
          </p:cNvPr>
          <p:cNvSpPr>
            <a:spLocks noGrp="1"/>
          </p:cNvSpPr>
          <p:nvPr>
            <p:ph type="body" sz="quarter" idx="16" hasCustomPrompt="1"/>
          </p:nvPr>
        </p:nvSpPr>
        <p:spPr>
          <a:xfrm>
            <a:off x="402181" y="2479805"/>
            <a:ext cx="5693817" cy="613776"/>
          </a:xfrm>
          <a:prstGeom prst="rect">
            <a:avLst/>
          </a:prstGeom>
        </p:spPr>
        <p:txBody>
          <a:bodyPr anchor="ctr">
            <a:noAutofit/>
          </a:bodyPr>
          <a:lstStyle>
            <a:lvl1pPr marL="0" indent="0">
              <a:lnSpc>
                <a:spcPct val="100000"/>
              </a:lnSpc>
              <a:buNone/>
              <a:defRPr sz="2400" i="1"/>
            </a:lvl1pPr>
          </a:lstStyle>
          <a:p>
            <a:pPr lvl="0"/>
            <a:r>
              <a:rPr lang="en-US" dirty="0"/>
              <a:t>Title or experience here</a:t>
            </a:r>
          </a:p>
        </p:txBody>
      </p:sp>
      <p:sp>
        <p:nvSpPr>
          <p:cNvPr id="7" name="Text Placeholder 6">
            <a:extLst>
              <a:ext uri="{FF2B5EF4-FFF2-40B4-BE49-F238E27FC236}">
                <a16:creationId xmlns:a16="http://schemas.microsoft.com/office/drawing/2014/main" id="{B9D4ED24-762D-EF61-C554-5532DF788FC9}"/>
              </a:ext>
            </a:extLst>
          </p:cNvPr>
          <p:cNvSpPr>
            <a:spLocks noGrp="1"/>
          </p:cNvSpPr>
          <p:nvPr>
            <p:ph type="body" sz="quarter" idx="13" hasCustomPrompt="1"/>
          </p:nvPr>
        </p:nvSpPr>
        <p:spPr>
          <a:xfrm>
            <a:off x="990905" y="3306871"/>
            <a:ext cx="4885150" cy="613776"/>
          </a:xfrm>
          <a:prstGeom prst="rect">
            <a:avLst/>
          </a:prstGeom>
        </p:spPr>
        <p:txBody>
          <a:bodyPr anchor="ctr">
            <a:noAutofit/>
          </a:bodyPr>
          <a:lstStyle>
            <a:lvl1pPr marL="0" indent="0">
              <a:lnSpc>
                <a:spcPct val="100000"/>
              </a:lnSpc>
              <a:buNone/>
              <a:defRPr sz="1800" b="0" i="0">
                <a:latin typeface="Figtree Light" pitchFamily="2" charset="0"/>
              </a:defRPr>
            </a:lvl1pPr>
          </a:lstStyle>
          <a:p>
            <a:pPr lvl="0"/>
            <a:r>
              <a:rPr lang="en-US" dirty="0"/>
              <a:t>Information/profile here</a:t>
            </a:r>
          </a:p>
        </p:txBody>
      </p:sp>
      <p:sp>
        <p:nvSpPr>
          <p:cNvPr id="12" name="Text Placeholder 6">
            <a:extLst>
              <a:ext uri="{FF2B5EF4-FFF2-40B4-BE49-F238E27FC236}">
                <a16:creationId xmlns:a16="http://schemas.microsoft.com/office/drawing/2014/main" id="{745B8894-94B7-BA63-DFF3-E0A4A6036B8C}"/>
              </a:ext>
            </a:extLst>
          </p:cNvPr>
          <p:cNvSpPr>
            <a:spLocks noGrp="1"/>
          </p:cNvSpPr>
          <p:nvPr>
            <p:ph type="body" sz="quarter" idx="14" hasCustomPrompt="1"/>
          </p:nvPr>
        </p:nvSpPr>
        <p:spPr>
          <a:xfrm>
            <a:off x="990905" y="3995802"/>
            <a:ext cx="4885150" cy="613776"/>
          </a:xfrm>
          <a:prstGeom prst="rect">
            <a:avLst/>
          </a:prstGeom>
        </p:spPr>
        <p:txBody>
          <a:bodyPr anchor="ctr">
            <a:noAutofit/>
          </a:bodyPr>
          <a:lstStyle>
            <a:lvl1pPr marL="0" indent="0">
              <a:lnSpc>
                <a:spcPct val="100000"/>
              </a:lnSpc>
              <a:buNone/>
              <a:defRPr sz="1800" b="0" i="0">
                <a:latin typeface="Figtree Light" pitchFamily="2" charset="0"/>
              </a:defRPr>
            </a:lvl1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Information/profile here</a:t>
            </a:r>
          </a:p>
        </p:txBody>
      </p:sp>
      <p:sp>
        <p:nvSpPr>
          <p:cNvPr id="14" name="Text Placeholder 6">
            <a:extLst>
              <a:ext uri="{FF2B5EF4-FFF2-40B4-BE49-F238E27FC236}">
                <a16:creationId xmlns:a16="http://schemas.microsoft.com/office/drawing/2014/main" id="{E7AF134F-3754-D28E-D2D1-25D9830F34DE}"/>
              </a:ext>
            </a:extLst>
          </p:cNvPr>
          <p:cNvSpPr>
            <a:spLocks noGrp="1"/>
          </p:cNvSpPr>
          <p:nvPr>
            <p:ph type="body" sz="quarter" idx="15" hasCustomPrompt="1"/>
          </p:nvPr>
        </p:nvSpPr>
        <p:spPr>
          <a:xfrm>
            <a:off x="990905" y="4685081"/>
            <a:ext cx="4885150" cy="613776"/>
          </a:xfrm>
          <a:prstGeom prst="rect">
            <a:avLst/>
          </a:prstGeom>
        </p:spPr>
        <p:txBody>
          <a:bodyPr anchor="ctr">
            <a:noAutofit/>
          </a:bodyPr>
          <a:lstStyle>
            <a:lvl1pPr marL="0" indent="0">
              <a:lnSpc>
                <a:spcPct val="100000"/>
              </a:lnSpc>
              <a:buNone/>
              <a:defRPr sz="1800" b="0" i="0">
                <a:latin typeface="Figtree Light" pitchFamily="2" charset="0"/>
              </a:defRPr>
            </a:lvl1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Information/profile here</a:t>
            </a:r>
          </a:p>
        </p:txBody>
      </p:sp>
      <p:sp>
        <p:nvSpPr>
          <p:cNvPr id="5" name="Content Placeholder 5">
            <a:extLst>
              <a:ext uri="{FF2B5EF4-FFF2-40B4-BE49-F238E27FC236}">
                <a16:creationId xmlns:a16="http://schemas.microsoft.com/office/drawing/2014/main" id="{862ED008-750F-5C6C-9BEB-B739BD330E65}"/>
              </a:ext>
            </a:extLst>
          </p:cNvPr>
          <p:cNvSpPr>
            <a:spLocks noGrp="1"/>
          </p:cNvSpPr>
          <p:nvPr>
            <p:ph sz="quarter" idx="4"/>
          </p:nvPr>
        </p:nvSpPr>
        <p:spPr>
          <a:xfrm>
            <a:off x="7306848" y="0"/>
            <a:ext cx="4885151" cy="6858000"/>
          </a:xfrm>
          <a:prstGeom prst="rect">
            <a:avLst/>
          </a:prstGeom>
        </p:spPr>
        <p:txBody>
          <a:bodyPr/>
          <a:lstStyle>
            <a:lvl1pPr>
              <a:defRPr>
                <a:noFill/>
              </a:defRPr>
            </a:lvl1pPr>
          </a:lstStyle>
          <a:p>
            <a:pPr lvl="0"/>
            <a:endParaRPr lang="en-US" dirty="0"/>
          </a:p>
        </p:txBody>
      </p:sp>
      <p:pic>
        <p:nvPicPr>
          <p:cNvPr id="2" name="Graphic 1">
            <a:extLst>
              <a:ext uri="{FF2B5EF4-FFF2-40B4-BE49-F238E27FC236}">
                <a16:creationId xmlns:a16="http://schemas.microsoft.com/office/drawing/2014/main" id="{052FA015-3829-1304-07E4-7B381B57F21E}"/>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09415" y="6377712"/>
            <a:ext cx="566418" cy="281047"/>
          </a:xfrm>
          <a:prstGeom prst="rect">
            <a:avLst/>
          </a:prstGeom>
        </p:spPr>
      </p:pic>
      <p:sp>
        <p:nvSpPr>
          <p:cNvPr id="20" name="Rounded Rectangle 19">
            <a:extLst>
              <a:ext uri="{FF2B5EF4-FFF2-40B4-BE49-F238E27FC236}">
                <a16:creationId xmlns:a16="http://schemas.microsoft.com/office/drawing/2014/main" id="{8F18EDF8-6C48-C937-CF2D-C9ABFC26DF5F}"/>
              </a:ext>
            </a:extLst>
          </p:cNvPr>
          <p:cNvSpPr/>
          <p:nvPr userDrawn="1"/>
        </p:nvSpPr>
        <p:spPr>
          <a:xfrm>
            <a:off x="-8677" y="980576"/>
            <a:ext cx="6707822" cy="1303446"/>
          </a:xfrm>
          <a:custGeom>
            <a:avLst/>
            <a:gdLst>
              <a:gd name="connsiteX0" fmla="*/ 0 w 7359545"/>
              <a:gd name="connsiteY0" fmla="*/ 651723 h 1303446"/>
              <a:gd name="connsiteX1" fmla="*/ 651723 w 7359545"/>
              <a:gd name="connsiteY1" fmla="*/ 0 h 1303446"/>
              <a:gd name="connsiteX2" fmla="*/ 6707822 w 7359545"/>
              <a:gd name="connsiteY2" fmla="*/ 0 h 1303446"/>
              <a:gd name="connsiteX3" fmla="*/ 7359545 w 7359545"/>
              <a:gd name="connsiteY3" fmla="*/ 651723 h 1303446"/>
              <a:gd name="connsiteX4" fmla="*/ 7359545 w 7359545"/>
              <a:gd name="connsiteY4" fmla="*/ 651723 h 1303446"/>
              <a:gd name="connsiteX5" fmla="*/ 6707822 w 7359545"/>
              <a:gd name="connsiteY5" fmla="*/ 1303446 h 1303446"/>
              <a:gd name="connsiteX6" fmla="*/ 651723 w 7359545"/>
              <a:gd name="connsiteY6" fmla="*/ 1303446 h 1303446"/>
              <a:gd name="connsiteX7" fmla="*/ 0 w 7359545"/>
              <a:gd name="connsiteY7" fmla="*/ 651723 h 1303446"/>
              <a:gd name="connsiteX0" fmla="*/ 0 w 7359545"/>
              <a:gd name="connsiteY0" fmla="*/ 651723 h 1303446"/>
              <a:gd name="connsiteX1" fmla="*/ 651723 w 7359545"/>
              <a:gd name="connsiteY1" fmla="*/ 0 h 1303446"/>
              <a:gd name="connsiteX2" fmla="*/ 6707822 w 7359545"/>
              <a:gd name="connsiteY2" fmla="*/ 0 h 1303446"/>
              <a:gd name="connsiteX3" fmla="*/ 7359545 w 7359545"/>
              <a:gd name="connsiteY3" fmla="*/ 651723 h 1303446"/>
              <a:gd name="connsiteX4" fmla="*/ 7359545 w 7359545"/>
              <a:gd name="connsiteY4" fmla="*/ 651723 h 1303446"/>
              <a:gd name="connsiteX5" fmla="*/ 6707822 w 7359545"/>
              <a:gd name="connsiteY5" fmla="*/ 1303446 h 1303446"/>
              <a:gd name="connsiteX6" fmla="*/ 651723 w 7359545"/>
              <a:gd name="connsiteY6" fmla="*/ 1303446 h 1303446"/>
              <a:gd name="connsiteX7" fmla="*/ 91440 w 7359545"/>
              <a:gd name="connsiteY7" fmla="*/ 743163 h 1303446"/>
              <a:gd name="connsiteX0" fmla="*/ 0 w 7359545"/>
              <a:gd name="connsiteY0" fmla="*/ 651723 h 1303446"/>
              <a:gd name="connsiteX1" fmla="*/ 651723 w 7359545"/>
              <a:gd name="connsiteY1" fmla="*/ 0 h 1303446"/>
              <a:gd name="connsiteX2" fmla="*/ 6707822 w 7359545"/>
              <a:gd name="connsiteY2" fmla="*/ 0 h 1303446"/>
              <a:gd name="connsiteX3" fmla="*/ 7359545 w 7359545"/>
              <a:gd name="connsiteY3" fmla="*/ 651723 h 1303446"/>
              <a:gd name="connsiteX4" fmla="*/ 7359545 w 7359545"/>
              <a:gd name="connsiteY4" fmla="*/ 651723 h 1303446"/>
              <a:gd name="connsiteX5" fmla="*/ 6707822 w 7359545"/>
              <a:gd name="connsiteY5" fmla="*/ 1303446 h 1303446"/>
              <a:gd name="connsiteX6" fmla="*/ 651723 w 7359545"/>
              <a:gd name="connsiteY6" fmla="*/ 1303446 h 1303446"/>
              <a:gd name="connsiteX0" fmla="*/ 0 w 6707822"/>
              <a:gd name="connsiteY0" fmla="*/ 0 h 1303446"/>
              <a:gd name="connsiteX1" fmla="*/ 6056099 w 6707822"/>
              <a:gd name="connsiteY1" fmla="*/ 0 h 1303446"/>
              <a:gd name="connsiteX2" fmla="*/ 6707822 w 6707822"/>
              <a:gd name="connsiteY2" fmla="*/ 651723 h 1303446"/>
              <a:gd name="connsiteX3" fmla="*/ 6707822 w 6707822"/>
              <a:gd name="connsiteY3" fmla="*/ 651723 h 1303446"/>
              <a:gd name="connsiteX4" fmla="*/ 6056099 w 6707822"/>
              <a:gd name="connsiteY4" fmla="*/ 1303446 h 1303446"/>
              <a:gd name="connsiteX5" fmla="*/ 0 w 6707822"/>
              <a:gd name="connsiteY5" fmla="*/ 1303446 h 1303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07822" h="1303446">
                <a:moveTo>
                  <a:pt x="0" y="0"/>
                </a:moveTo>
                <a:lnTo>
                  <a:pt x="6056099" y="0"/>
                </a:lnTo>
                <a:cubicBezTo>
                  <a:pt x="6416036" y="0"/>
                  <a:pt x="6707822" y="291786"/>
                  <a:pt x="6707822" y="651723"/>
                </a:cubicBezTo>
                <a:lnTo>
                  <a:pt x="6707822" y="651723"/>
                </a:lnTo>
                <a:cubicBezTo>
                  <a:pt x="6707822" y="1011660"/>
                  <a:pt x="6416036" y="1303446"/>
                  <a:pt x="6056099" y="1303446"/>
                </a:cubicBezTo>
                <a:lnTo>
                  <a:pt x="0" y="1303446"/>
                </a:lnTo>
              </a:path>
            </a:pathLst>
          </a:custGeom>
          <a:noFill/>
          <a:ln w="508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Graphic 20">
            <a:extLst>
              <a:ext uri="{FF2B5EF4-FFF2-40B4-BE49-F238E27FC236}">
                <a16:creationId xmlns:a16="http://schemas.microsoft.com/office/drawing/2014/main" id="{3783B3A4-BC5E-400E-E27B-330E92E84054}"/>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446978" y="4100138"/>
            <a:ext cx="400552" cy="400552"/>
          </a:xfrm>
          <a:prstGeom prst="rect">
            <a:avLst/>
          </a:prstGeom>
        </p:spPr>
      </p:pic>
      <p:pic>
        <p:nvPicPr>
          <p:cNvPr id="22" name="Graphic 21">
            <a:extLst>
              <a:ext uri="{FF2B5EF4-FFF2-40B4-BE49-F238E27FC236}">
                <a16:creationId xmlns:a16="http://schemas.microsoft.com/office/drawing/2014/main" id="{076618A0-71E2-42D3-CAE1-776B919E1EFB}"/>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446978" y="3415759"/>
            <a:ext cx="400552" cy="396000"/>
          </a:xfrm>
          <a:prstGeom prst="rect">
            <a:avLst/>
          </a:prstGeom>
        </p:spPr>
      </p:pic>
      <p:pic>
        <p:nvPicPr>
          <p:cNvPr id="23" name="Graphic 22">
            <a:extLst>
              <a:ext uri="{FF2B5EF4-FFF2-40B4-BE49-F238E27FC236}">
                <a16:creationId xmlns:a16="http://schemas.microsoft.com/office/drawing/2014/main" id="{8B1EC57C-08B1-9179-C0E2-09F5F76BC4E6}"/>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446978" y="4789069"/>
            <a:ext cx="400552" cy="396000"/>
          </a:xfrm>
          <a:prstGeom prst="rect">
            <a:avLst/>
          </a:prstGeom>
        </p:spPr>
      </p:pic>
    </p:spTree>
    <p:extLst>
      <p:ext uri="{BB962C8B-B14F-4D97-AF65-F5344CB8AC3E}">
        <p14:creationId xmlns:p14="http://schemas.microsoft.com/office/powerpoint/2010/main" val="5201818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lue_house_keep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189EBF8-C9A6-D8B4-0B6B-44BFEAE13628}"/>
              </a:ext>
            </a:extLst>
          </p:cNvPr>
          <p:cNvSpPr txBox="1"/>
          <p:nvPr userDrawn="1"/>
        </p:nvSpPr>
        <p:spPr>
          <a:xfrm>
            <a:off x="443921" y="652687"/>
            <a:ext cx="5322193" cy="553998"/>
          </a:xfrm>
          <a:prstGeom prst="rect">
            <a:avLst/>
          </a:prstGeom>
          <a:noFill/>
        </p:spPr>
        <p:txBody>
          <a:bodyPr wrap="square" rtlCol="0">
            <a:spAutoFit/>
          </a:bodyPr>
          <a:lstStyle/>
          <a:p>
            <a:r>
              <a:rPr lang="en-GB" sz="3000" b="1" dirty="0">
                <a:latin typeface="+mn-lt"/>
              </a:rPr>
              <a:t>Housekeeping</a:t>
            </a:r>
            <a:endParaRPr lang="en-US" sz="3000" b="1" dirty="0">
              <a:latin typeface="+mn-lt"/>
            </a:endParaRPr>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3" name="Graphic 2">
            <a:extLst>
              <a:ext uri="{FF2B5EF4-FFF2-40B4-BE49-F238E27FC236}">
                <a16:creationId xmlns:a16="http://schemas.microsoft.com/office/drawing/2014/main" id="{C9F7D505-3156-BD0D-3CFF-C37413DAF74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09415" y="6377712"/>
            <a:ext cx="566418" cy="281047"/>
          </a:xfrm>
          <a:prstGeom prst="rect">
            <a:avLst/>
          </a:prstGeom>
        </p:spPr>
      </p:pic>
      <p:pic>
        <p:nvPicPr>
          <p:cNvPr id="6" name="Graphic 5" descr="Fire outline">
            <a:extLst>
              <a:ext uri="{FF2B5EF4-FFF2-40B4-BE49-F238E27FC236}">
                <a16:creationId xmlns:a16="http://schemas.microsoft.com/office/drawing/2014/main" id="{E735A1D2-4554-778B-8CB2-375876EA27C0}"/>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5273954" y="3913547"/>
            <a:ext cx="1702580" cy="1702580"/>
          </a:xfrm>
          <a:prstGeom prst="rect">
            <a:avLst/>
          </a:prstGeom>
        </p:spPr>
      </p:pic>
      <p:pic>
        <p:nvPicPr>
          <p:cNvPr id="8" name="Graphic 7" descr="Latte Cup outline">
            <a:extLst>
              <a:ext uri="{FF2B5EF4-FFF2-40B4-BE49-F238E27FC236}">
                <a16:creationId xmlns:a16="http://schemas.microsoft.com/office/drawing/2014/main" id="{B1FEE8B1-FED3-6D24-5F6A-A42A0E4E7CC9}"/>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6282267" y="1481667"/>
            <a:ext cx="1936046" cy="1936046"/>
          </a:xfrm>
          <a:prstGeom prst="rect">
            <a:avLst/>
          </a:prstGeom>
        </p:spPr>
      </p:pic>
      <p:pic>
        <p:nvPicPr>
          <p:cNvPr id="10" name="Graphic 9" descr="Clock outline">
            <a:extLst>
              <a:ext uri="{FF2B5EF4-FFF2-40B4-BE49-F238E27FC236}">
                <a16:creationId xmlns:a16="http://schemas.microsoft.com/office/drawing/2014/main" id="{1596FEB3-DD5D-E0E6-B23C-BAE0DB1CBE13}"/>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9031109" y="1600198"/>
            <a:ext cx="1789290" cy="1789290"/>
          </a:xfrm>
          <a:prstGeom prst="rect">
            <a:avLst/>
          </a:prstGeom>
        </p:spPr>
      </p:pic>
      <p:pic>
        <p:nvPicPr>
          <p:cNvPr id="11" name="Graphic 10" descr="Clipboard Ticked outline">
            <a:extLst>
              <a:ext uri="{FF2B5EF4-FFF2-40B4-BE49-F238E27FC236}">
                <a16:creationId xmlns:a16="http://schemas.microsoft.com/office/drawing/2014/main" id="{CEDAB70C-C978-AEE8-4681-4F1FE65F440B}"/>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7561516" y="4010282"/>
            <a:ext cx="1749778" cy="1749778"/>
          </a:xfrm>
          <a:prstGeom prst="rect">
            <a:avLst/>
          </a:prstGeom>
        </p:spPr>
      </p:pic>
      <p:pic>
        <p:nvPicPr>
          <p:cNvPr id="12" name="Graphic 11" descr="Smart Phone outline">
            <a:extLst>
              <a:ext uri="{FF2B5EF4-FFF2-40B4-BE49-F238E27FC236}">
                <a16:creationId xmlns:a16="http://schemas.microsoft.com/office/drawing/2014/main" id="{880D723C-3B64-340A-AE1E-3E47F0359344}"/>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3913881" y="1735844"/>
            <a:ext cx="1550181" cy="1550181"/>
          </a:xfrm>
          <a:prstGeom prst="rect">
            <a:avLst/>
          </a:prstGeom>
        </p:spPr>
      </p:pic>
      <p:pic>
        <p:nvPicPr>
          <p:cNvPr id="13" name="Graphic 12" descr="Lock outline">
            <a:extLst>
              <a:ext uri="{FF2B5EF4-FFF2-40B4-BE49-F238E27FC236}">
                <a16:creationId xmlns:a16="http://schemas.microsoft.com/office/drawing/2014/main" id="{546B8FDB-94C0-5D83-89E3-4FDCAC468562}"/>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2730350" y="3849510"/>
            <a:ext cx="1910549" cy="1910549"/>
          </a:xfrm>
          <a:prstGeom prst="rect">
            <a:avLst/>
          </a:prstGeom>
        </p:spPr>
      </p:pic>
      <p:pic>
        <p:nvPicPr>
          <p:cNvPr id="14" name="Graphic 13" descr="Gender outline">
            <a:extLst>
              <a:ext uri="{FF2B5EF4-FFF2-40B4-BE49-F238E27FC236}">
                <a16:creationId xmlns:a16="http://schemas.microsoft.com/office/drawing/2014/main" id="{E4261D43-65DC-E522-ADB1-81CEC11F2463}"/>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1545495" y="1766888"/>
            <a:ext cx="1550181" cy="1550181"/>
          </a:xfrm>
          <a:prstGeom prst="rect">
            <a:avLst/>
          </a:prstGeom>
        </p:spPr>
      </p:pic>
    </p:spTree>
    <p:extLst>
      <p:ext uri="{BB962C8B-B14F-4D97-AF65-F5344CB8AC3E}">
        <p14:creationId xmlns:p14="http://schemas.microsoft.com/office/powerpoint/2010/main" val="15272913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Blue_learning_objectiv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15C72453-C378-A9F5-E1DB-2E1493085A31}"/>
              </a:ext>
            </a:extLst>
          </p:cNvPr>
          <p:cNvSpPr txBox="1"/>
          <p:nvPr userDrawn="1"/>
        </p:nvSpPr>
        <p:spPr>
          <a:xfrm>
            <a:off x="443921" y="652687"/>
            <a:ext cx="5322193" cy="553998"/>
          </a:xfrm>
          <a:prstGeom prst="rect">
            <a:avLst/>
          </a:prstGeom>
          <a:noFill/>
        </p:spPr>
        <p:txBody>
          <a:bodyPr wrap="square" rtlCol="0">
            <a:spAutoFit/>
          </a:bodyPr>
          <a:lstStyle/>
          <a:p>
            <a:r>
              <a:rPr lang="en-GB" sz="3000" b="1" dirty="0">
                <a:latin typeface="+mn-lt"/>
              </a:rPr>
              <a:t>Learning objectives</a:t>
            </a:r>
            <a:endParaRPr lang="en-US" sz="3000" b="1" dirty="0">
              <a:latin typeface="+mn-lt"/>
            </a:endParaRPr>
          </a:p>
        </p:txBody>
      </p:sp>
      <p:sp>
        <p:nvSpPr>
          <p:cNvPr id="4" name="Text Placeholder 6">
            <a:extLst>
              <a:ext uri="{FF2B5EF4-FFF2-40B4-BE49-F238E27FC236}">
                <a16:creationId xmlns:a16="http://schemas.microsoft.com/office/drawing/2014/main" id="{ED954F0F-85CA-F1D6-450D-3519C10B1F07}"/>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spcBef>
                <a:spcPts val="1600"/>
              </a:spcBef>
              <a:buNone/>
              <a:defRPr sz="1800"/>
            </a:lvl1pPr>
          </a:lstStyle>
          <a:p>
            <a:pPr lvl="0"/>
            <a:endParaRPr lang="en-US" dirty="0"/>
          </a:p>
        </p:txBody>
      </p:sp>
      <p:pic>
        <p:nvPicPr>
          <p:cNvPr id="2" name="Graphic 1">
            <a:extLst>
              <a:ext uri="{FF2B5EF4-FFF2-40B4-BE49-F238E27FC236}">
                <a16:creationId xmlns:a16="http://schemas.microsoft.com/office/drawing/2014/main" id="{DCAEDBB4-5A74-ED5B-68D3-6E71A193F6C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09415" y="6377712"/>
            <a:ext cx="566418" cy="281047"/>
          </a:xfrm>
          <a:prstGeom prst="rect">
            <a:avLst/>
          </a:prstGeom>
        </p:spPr>
      </p:pic>
    </p:spTree>
    <p:extLst>
      <p:ext uri="{BB962C8B-B14F-4D97-AF65-F5344CB8AC3E}">
        <p14:creationId xmlns:p14="http://schemas.microsoft.com/office/powerpoint/2010/main" val="21709481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Yellow_profi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C389C0BE-4DCC-E9AD-17C1-AD749CACE2F7}"/>
              </a:ext>
            </a:extLst>
          </p:cNvPr>
          <p:cNvSpPr>
            <a:spLocks noGrp="1"/>
          </p:cNvSpPr>
          <p:nvPr>
            <p:ph type="ctrTitle" hasCustomPrompt="1"/>
          </p:nvPr>
        </p:nvSpPr>
        <p:spPr>
          <a:xfrm>
            <a:off x="989555" y="1218612"/>
            <a:ext cx="7011445"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r>
              <a:rPr lang="en-GB" dirty="0"/>
              <a:t>Instructor Name</a:t>
            </a:r>
          </a:p>
        </p:txBody>
      </p:sp>
      <p:sp>
        <p:nvSpPr>
          <p:cNvPr id="15" name="Text Placeholder 6">
            <a:extLst>
              <a:ext uri="{FF2B5EF4-FFF2-40B4-BE49-F238E27FC236}">
                <a16:creationId xmlns:a16="http://schemas.microsoft.com/office/drawing/2014/main" id="{8B631D41-CF16-4587-EE5A-FF7C83B8504A}"/>
              </a:ext>
            </a:extLst>
          </p:cNvPr>
          <p:cNvSpPr>
            <a:spLocks noGrp="1"/>
          </p:cNvSpPr>
          <p:nvPr>
            <p:ph type="body" sz="quarter" idx="16" hasCustomPrompt="1"/>
          </p:nvPr>
        </p:nvSpPr>
        <p:spPr>
          <a:xfrm>
            <a:off x="989556" y="2479805"/>
            <a:ext cx="7011444" cy="613776"/>
          </a:xfrm>
          <a:prstGeom prst="rect">
            <a:avLst/>
          </a:prstGeom>
        </p:spPr>
        <p:txBody>
          <a:bodyPr anchor="ctr">
            <a:noAutofit/>
          </a:bodyPr>
          <a:lstStyle>
            <a:lvl1pPr marL="0" indent="0">
              <a:lnSpc>
                <a:spcPct val="100000"/>
              </a:lnSpc>
              <a:buNone/>
              <a:defRPr sz="2400" i="1"/>
            </a:lvl1pPr>
          </a:lstStyle>
          <a:p>
            <a:pPr lvl="0"/>
            <a:r>
              <a:rPr lang="en-US" dirty="0"/>
              <a:t>Title or experience here</a:t>
            </a:r>
          </a:p>
        </p:txBody>
      </p:sp>
      <p:sp>
        <p:nvSpPr>
          <p:cNvPr id="7" name="Text Placeholder 6">
            <a:extLst>
              <a:ext uri="{FF2B5EF4-FFF2-40B4-BE49-F238E27FC236}">
                <a16:creationId xmlns:a16="http://schemas.microsoft.com/office/drawing/2014/main" id="{B9D4ED24-762D-EF61-C554-5532DF788FC9}"/>
              </a:ext>
            </a:extLst>
          </p:cNvPr>
          <p:cNvSpPr>
            <a:spLocks noGrp="1"/>
          </p:cNvSpPr>
          <p:nvPr>
            <p:ph type="body" sz="quarter" idx="13" hasCustomPrompt="1"/>
          </p:nvPr>
        </p:nvSpPr>
        <p:spPr>
          <a:xfrm>
            <a:off x="1578280" y="3306871"/>
            <a:ext cx="4885150" cy="613776"/>
          </a:xfrm>
          <a:prstGeom prst="rect">
            <a:avLst/>
          </a:prstGeom>
        </p:spPr>
        <p:txBody>
          <a:bodyPr anchor="ctr">
            <a:noAutofit/>
          </a:bodyPr>
          <a:lstStyle>
            <a:lvl1pPr marL="0" indent="0">
              <a:lnSpc>
                <a:spcPct val="100000"/>
              </a:lnSpc>
              <a:buNone/>
              <a:defRPr sz="1800" b="0" i="0">
                <a:latin typeface="Figtree Light" pitchFamily="2" charset="0"/>
              </a:defRPr>
            </a:lvl1pPr>
          </a:lstStyle>
          <a:p>
            <a:pPr lvl="0"/>
            <a:r>
              <a:rPr lang="en-US" dirty="0"/>
              <a:t>Information/profile here</a:t>
            </a:r>
          </a:p>
        </p:txBody>
      </p:sp>
      <p:sp>
        <p:nvSpPr>
          <p:cNvPr id="12" name="Text Placeholder 6">
            <a:extLst>
              <a:ext uri="{FF2B5EF4-FFF2-40B4-BE49-F238E27FC236}">
                <a16:creationId xmlns:a16="http://schemas.microsoft.com/office/drawing/2014/main" id="{745B8894-94B7-BA63-DFF3-E0A4A6036B8C}"/>
              </a:ext>
            </a:extLst>
          </p:cNvPr>
          <p:cNvSpPr>
            <a:spLocks noGrp="1"/>
          </p:cNvSpPr>
          <p:nvPr>
            <p:ph type="body" sz="quarter" idx="14" hasCustomPrompt="1"/>
          </p:nvPr>
        </p:nvSpPr>
        <p:spPr>
          <a:xfrm>
            <a:off x="1578280" y="3995802"/>
            <a:ext cx="4885150" cy="613776"/>
          </a:xfrm>
          <a:prstGeom prst="rect">
            <a:avLst/>
          </a:prstGeom>
        </p:spPr>
        <p:txBody>
          <a:bodyPr anchor="ctr">
            <a:noAutofit/>
          </a:bodyPr>
          <a:lstStyle>
            <a:lvl1pPr marL="0" indent="0">
              <a:lnSpc>
                <a:spcPct val="100000"/>
              </a:lnSpc>
              <a:buNone/>
              <a:defRPr sz="1800" b="0" i="0">
                <a:latin typeface="Figtree Light" pitchFamily="2" charset="0"/>
              </a:defRPr>
            </a:lvl1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Information/profile here</a:t>
            </a:r>
          </a:p>
        </p:txBody>
      </p:sp>
      <p:sp>
        <p:nvSpPr>
          <p:cNvPr id="14" name="Text Placeholder 6">
            <a:extLst>
              <a:ext uri="{FF2B5EF4-FFF2-40B4-BE49-F238E27FC236}">
                <a16:creationId xmlns:a16="http://schemas.microsoft.com/office/drawing/2014/main" id="{E7AF134F-3754-D28E-D2D1-25D9830F34DE}"/>
              </a:ext>
            </a:extLst>
          </p:cNvPr>
          <p:cNvSpPr>
            <a:spLocks noGrp="1"/>
          </p:cNvSpPr>
          <p:nvPr>
            <p:ph type="body" sz="quarter" idx="15" hasCustomPrompt="1"/>
          </p:nvPr>
        </p:nvSpPr>
        <p:spPr>
          <a:xfrm>
            <a:off x="1578280" y="4685081"/>
            <a:ext cx="4885150" cy="613776"/>
          </a:xfrm>
          <a:prstGeom prst="rect">
            <a:avLst/>
          </a:prstGeom>
        </p:spPr>
        <p:txBody>
          <a:bodyPr anchor="ctr">
            <a:noAutofit/>
          </a:bodyPr>
          <a:lstStyle>
            <a:lvl1pPr marL="0" indent="0">
              <a:lnSpc>
                <a:spcPct val="100000"/>
              </a:lnSpc>
              <a:buNone/>
              <a:defRPr sz="1800" b="0" i="0">
                <a:latin typeface="Figtree Light" pitchFamily="2" charset="0"/>
              </a:defRPr>
            </a:lvl1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Information/profile here</a:t>
            </a:r>
          </a:p>
        </p:txBody>
      </p:sp>
      <p:pic>
        <p:nvPicPr>
          <p:cNvPr id="3" name="Graphic 2">
            <a:extLst>
              <a:ext uri="{FF2B5EF4-FFF2-40B4-BE49-F238E27FC236}">
                <a16:creationId xmlns:a16="http://schemas.microsoft.com/office/drawing/2014/main" id="{7AD9761F-C13D-A1C2-DFF0-D37AD71E7D4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09415" y="6377712"/>
            <a:ext cx="566418" cy="281047"/>
          </a:xfrm>
          <a:prstGeom prst="rect">
            <a:avLst/>
          </a:prstGeom>
        </p:spPr>
      </p:pic>
      <p:sp>
        <p:nvSpPr>
          <p:cNvPr id="21" name="Rounded Rectangle 20">
            <a:extLst>
              <a:ext uri="{FF2B5EF4-FFF2-40B4-BE49-F238E27FC236}">
                <a16:creationId xmlns:a16="http://schemas.microsoft.com/office/drawing/2014/main" id="{32463226-B769-9E3D-48E3-99BB54809DAB}"/>
              </a:ext>
            </a:extLst>
          </p:cNvPr>
          <p:cNvSpPr/>
          <p:nvPr userDrawn="1"/>
        </p:nvSpPr>
        <p:spPr>
          <a:xfrm>
            <a:off x="0" y="1031661"/>
            <a:ext cx="8921407" cy="1234856"/>
          </a:xfrm>
          <a:custGeom>
            <a:avLst/>
            <a:gdLst>
              <a:gd name="connsiteX0" fmla="*/ 0 w 9538834"/>
              <a:gd name="connsiteY0" fmla="*/ 617428 h 1234855"/>
              <a:gd name="connsiteX1" fmla="*/ 617428 w 9538834"/>
              <a:gd name="connsiteY1" fmla="*/ 0 h 1234855"/>
              <a:gd name="connsiteX2" fmla="*/ 8921407 w 9538834"/>
              <a:gd name="connsiteY2" fmla="*/ 0 h 1234855"/>
              <a:gd name="connsiteX3" fmla="*/ 9538835 w 9538834"/>
              <a:gd name="connsiteY3" fmla="*/ 617428 h 1234855"/>
              <a:gd name="connsiteX4" fmla="*/ 9538834 w 9538834"/>
              <a:gd name="connsiteY4" fmla="*/ 617428 h 1234855"/>
              <a:gd name="connsiteX5" fmla="*/ 8921406 w 9538834"/>
              <a:gd name="connsiteY5" fmla="*/ 1234856 h 1234855"/>
              <a:gd name="connsiteX6" fmla="*/ 617428 w 9538834"/>
              <a:gd name="connsiteY6" fmla="*/ 1234855 h 1234855"/>
              <a:gd name="connsiteX7" fmla="*/ 0 w 9538834"/>
              <a:gd name="connsiteY7" fmla="*/ 617427 h 1234855"/>
              <a:gd name="connsiteX8" fmla="*/ 0 w 9538834"/>
              <a:gd name="connsiteY8" fmla="*/ 617428 h 1234855"/>
              <a:gd name="connsiteX0" fmla="*/ 160255 w 9538835"/>
              <a:gd name="connsiteY0" fmla="*/ 247868 h 1251795"/>
              <a:gd name="connsiteX1" fmla="*/ 617428 w 9538835"/>
              <a:gd name="connsiteY1" fmla="*/ 16939 h 1251795"/>
              <a:gd name="connsiteX2" fmla="*/ 8921407 w 9538835"/>
              <a:gd name="connsiteY2" fmla="*/ 16939 h 1251795"/>
              <a:gd name="connsiteX3" fmla="*/ 9538835 w 9538835"/>
              <a:gd name="connsiteY3" fmla="*/ 634367 h 1251795"/>
              <a:gd name="connsiteX4" fmla="*/ 9538834 w 9538835"/>
              <a:gd name="connsiteY4" fmla="*/ 634367 h 1251795"/>
              <a:gd name="connsiteX5" fmla="*/ 8921406 w 9538835"/>
              <a:gd name="connsiteY5" fmla="*/ 1251795 h 1251795"/>
              <a:gd name="connsiteX6" fmla="*/ 617428 w 9538835"/>
              <a:gd name="connsiteY6" fmla="*/ 1251794 h 1251795"/>
              <a:gd name="connsiteX7" fmla="*/ 0 w 9538835"/>
              <a:gd name="connsiteY7" fmla="*/ 634366 h 1251795"/>
              <a:gd name="connsiteX8" fmla="*/ 160255 w 9538835"/>
              <a:gd name="connsiteY8" fmla="*/ 247868 h 1251795"/>
              <a:gd name="connsiteX0" fmla="*/ 0 w 9538835"/>
              <a:gd name="connsiteY0" fmla="*/ 617427 h 1234856"/>
              <a:gd name="connsiteX1" fmla="*/ 617428 w 9538835"/>
              <a:gd name="connsiteY1" fmla="*/ 0 h 1234856"/>
              <a:gd name="connsiteX2" fmla="*/ 8921407 w 9538835"/>
              <a:gd name="connsiteY2" fmla="*/ 0 h 1234856"/>
              <a:gd name="connsiteX3" fmla="*/ 9538835 w 9538835"/>
              <a:gd name="connsiteY3" fmla="*/ 617428 h 1234856"/>
              <a:gd name="connsiteX4" fmla="*/ 9538834 w 9538835"/>
              <a:gd name="connsiteY4" fmla="*/ 617428 h 1234856"/>
              <a:gd name="connsiteX5" fmla="*/ 8921406 w 9538835"/>
              <a:gd name="connsiteY5" fmla="*/ 1234856 h 1234856"/>
              <a:gd name="connsiteX6" fmla="*/ 617428 w 9538835"/>
              <a:gd name="connsiteY6" fmla="*/ 1234855 h 1234856"/>
              <a:gd name="connsiteX7" fmla="*/ 0 w 9538835"/>
              <a:gd name="connsiteY7" fmla="*/ 617427 h 1234856"/>
              <a:gd name="connsiteX0" fmla="*/ 1037997 w 9959404"/>
              <a:gd name="connsiteY0" fmla="*/ 1234855 h 1234856"/>
              <a:gd name="connsiteX1" fmla="*/ 1037997 w 9959404"/>
              <a:gd name="connsiteY1" fmla="*/ 0 h 1234856"/>
              <a:gd name="connsiteX2" fmla="*/ 9341976 w 9959404"/>
              <a:gd name="connsiteY2" fmla="*/ 0 h 1234856"/>
              <a:gd name="connsiteX3" fmla="*/ 9959404 w 9959404"/>
              <a:gd name="connsiteY3" fmla="*/ 617428 h 1234856"/>
              <a:gd name="connsiteX4" fmla="*/ 9959403 w 9959404"/>
              <a:gd name="connsiteY4" fmla="*/ 617428 h 1234856"/>
              <a:gd name="connsiteX5" fmla="*/ 9341975 w 9959404"/>
              <a:gd name="connsiteY5" fmla="*/ 1234856 h 1234856"/>
              <a:gd name="connsiteX6" fmla="*/ 1037997 w 9959404"/>
              <a:gd name="connsiteY6" fmla="*/ 1234855 h 1234856"/>
              <a:gd name="connsiteX0" fmla="*/ 614722 w 9536129"/>
              <a:gd name="connsiteY0" fmla="*/ 1234855 h 1234856"/>
              <a:gd name="connsiteX1" fmla="*/ 614722 w 9536129"/>
              <a:gd name="connsiteY1" fmla="*/ 0 h 1234856"/>
              <a:gd name="connsiteX2" fmla="*/ 8918701 w 9536129"/>
              <a:gd name="connsiteY2" fmla="*/ 0 h 1234856"/>
              <a:gd name="connsiteX3" fmla="*/ 9536129 w 9536129"/>
              <a:gd name="connsiteY3" fmla="*/ 617428 h 1234856"/>
              <a:gd name="connsiteX4" fmla="*/ 9536128 w 9536129"/>
              <a:gd name="connsiteY4" fmla="*/ 617428 h 1234856"/>
              <a:gd name="connsiteX5" fmla="*/ 8918700 w 9536129"/>
              <a:gd name="connsiteY5" fmla="*/ 1234856 h 1234856"/>
              <a:gd name="connsiteX6" fmla="*/ 614722 w 9536129"/>
              <a:gd name="connsiteY6" fmla="*/ 1234855 h 1234856"/>
              <a:gd name="connsiteX0" fmla="*/ 3059 w 8924466"/>
              <a:gd name="connsiteY0" fmla="*/ 1234855 h 1234856"/>
              <a:gd name="connsiteX1" fmla="*/ 3059 w 8924466"/>
              <a:gd name="connsiteY1" fmla="*/ 0 h 1234856"/>
              <a:gd name="connsiteX2" fmla="*/ 8307038 w 8924466"/>
              <a:gd name="connsiteY2" fmla="*/ 0 h 1234856"/>
              <a:gd name="connsiteX3" fmla="*/ 8924466 w 8924466"/>
              <a:gd name="connsiteY3" fmla="*/ 617428 h 1234856"/>
              <a:gd name="connsiteX4" fmla="*/ 8924465 w 8924466"/>
              <a:gd name="connsiteY4" fmla="*/ 617428 h 1234856"/>
              <a:gd name="connsiteX5" fmla="*/ 8307037 w 8924466"/>
              <a:gd name="connsiteY5" fmla="*/ 1234856 h 1234856"/>
              <a:gd name="connsiteX6" fmla="*/ 3059 w 8924466"/>
              <a:gd name="connsiteY6" fmla="*/ 1234855 h 1234856"/>
              <a:gd name="connsiteX0" fmla="*/ 0 w 8921407"/>
              <a:gd name="connsiteY0" fmla="*/ 0 h 1234856"/>
              <a:gd name="connsiteX1" fmla="*/ 8303979 w 8921407"/>
              <a:gd name="connsiteY1" fmla="*/ 0 h 1234856"/>
              <a:gd name="connsiteX2" fmla="*/ 8921407 w 8921407"/>
              <a:gd name="connsiteY2" fmla="*/ 617428 h 1234856"/>
              <a:gd name="connsiteX3" fmla="*/ 8921406 w 8921407"/>
              <a:gd name="connsiteY3" fmla="*/ 617428 h 1234856"/>
              <a:gd name="connsiteX4" fmla="*/ 8303978 w 8921407"/>
              <a:gd name="connsiteY4" fmla="*/ 1234856 h 1234856"/>
              <a:gd name="connsiteX5" fmla="*/ 0 w 8921407"/>
              <a:gd name="connsiteY5" fmla="*/ 1234855 h 1234856"/>
              <a:gd name="connsiteX6" fmla="*/ 91440 w 8921407"/>
              <a:gd name="connsiteY6" fmla="*/ 91440 h 1234856"/>
              <a:gd name="connsiteX0" fmla="*/ 0 w 8921407"/>
              <a:gd name="connsiteY0" fmla="*/ 0 h 1234856"/>
              <a:gd name="connsiteX1" fmla="*/ 8303979 w 8921407"/>
              <a:gd name="connsiteY1" fmla="*/ 0 h 1234856"/>
              <a:gd name="connsiteX2" fmla="*/ 8921407 w 8921407"/>
              <a:gd name="connsiteY2" fmla="*/ 617428 h 1234856"/>
              <a:gd name="connsiteX3" fmla="*/ 8921406 w 8921407"/>
              <a:gd name="connsiteY3" fmla="*/ 617428 h 1234856"/>
              <a:gd name="connsiteX4" fmla="*/ 8303978 w 8921407"/>
              <a:gd name="connsiteY4" fmla="*/ 1234856 h 1234856"/>
              <a:gd name="connsiteX5" fmla="*/ 0 w 8921407"/>
              <a:gd name="connsiteY5" fmla="*/ 1234855 h 1234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21407" h="1234856">
                <a:moveTo>
                  <a:pt x="0" y="0"/>
                </a:moveTo>
                <a:lnTo>
                  <a:pt x="8303979" y="0"/>
                </a:lnTo>
                <a:cubicBezTo>
                  <a:pt x="8644975" y="0"/>
                  <a:pt x="8921407" y="276432"/>
                  <a:pt x="8921407" y="617428"/>
                </a:cubicBezTo>
                <a:lnTo>
                  <a:pt x="8921406" y="617428"/>
                </a:lnTo>
                <a:cubicBezTo>
                  <a:pt x="8921406" y="958424"/>
                  <a:pt x="8644974" y="1234856"/>
                  <a:pt x="8303978" y="1234856"/>
                </a:cubicBezTo>
                <a:lnTo>
                  <a:pt x="0" y="1234855"/>
                </a:lnTo>
              </a:path>
            </a:pathLst>
          </a:custGeom>
          <a:noFill/>
          <a:ln w="508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2" name="Graphic 21">
            <a:extLst>
              <a:ext uri="{FF2B5EF4-FFF2-40B4-BE49-F238E27FC236}">
                <a16:creationId xmlns:a16="http://schemas.microsoft.com/office/drawing/2014/main" id="{2CCE5EEC-5CF7-1370-206C-F5AF8C92772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037993" y="4100138"/>
            <a:ext cx="400552" cy="400552"/>
          </a:xfrm>
          <a:prstGeom prst="rect">
            <a:avLst/>
          </a:prstGeom>
        </p:spPr>
      </p:pic>
      <p:pic>
        <p:nvPicPr>
          <p:cNvPr id="23" name="Graphic 22">
            <a:extLst>
              <a:ext uri="{FF2B5EF4-FFF2-40B4-BE49-F238E27FC236}">
                <a16:creationId xmlns:a16="http://schemas.microsoft.com/office/drawing/2014/main" id="{348AD798-5A9C-11A2-5E79-8FE5F0C7A7B6}"/>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37993" y="3415759"/>
            <a:ext cx="400552" cy="396000"/>
          </a:xfrm>
          <a:prstGeom prst="rect">
            <a:avLst/>
          </a:prstGeom>
        </p:spPr>
      </p:pic>
      <p:pic>
        <p:nvPicPr>
          <p:cNvPr id="24" name="Graphic 23">
            <a:extLst>
              <a:ext uri="{FF2B5EF4-FFF2-40B4-BE49-F238E27FC236}">
                <a16:creationId xmlns:a16="http://schemas.microsoft.com/office/drawing/2014/main" id="{EABEA314-0157-CF7E-FA1E-B53C3C2CC97F}"/>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1037993" y="4789069"/>
            <a:ext cx="400552" cy="396000"/>
          </a:xfrm>
          <a:prstGeom prst="rect">
            <a:avLst/>
          </a:prstGeom>
        </p:spPr>
      </p:pic>
    </p:spTree>
    <p:extLst>
      <p:ext uri="{BB962C8B-B14F-4D97-AF65-F5344CB8AC3E}">
        <p14:creationId xmlns:p14="http://schemas.microsoft.com/office/powerpoint/2010/main" val="16594876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Yellow_profile_pictur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C389C0BE-4DCC-E9AD-17C1-AD749CACE2F7}"/>
              </a:ext>
            </a:extLst>
          </p:cNvPr>
          <p:cNvSpPr>
            <a:spLocks noGrp="1"/>
          </p:cNvSpPr>
          <p:nvPr>
            <p:ph type="ctrTitle" hasCustomPrompt="1"/>
          </p:nvPr>
        </p:nvSpPr>
        <p:spPr>
          <a:xfrm>
            <a:off x="402180" y="1218612"/>
            <a:ext cx="5693819"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r>
              <a:rPr lang="en-GB" dirty="0"/>
              <a:t>Instructor Name</a:t>
            </a:r>
          </a:p>
        </p:txBody>
      </p:sp>
      <p:sp>
        <p:nvSpPr>
          <p:cNvPr id="15" name="Text Placeholder 6">
            <a:extLst>
              <a:ext uri="{FF2B5EF4-FFF2-40B4-BE49-F238E27FC236}">
                <a16:creationId xmlns:a16="http://schemas.microsoft.com/office/drawing/2014/main" id="{8B631D41-CF16-4587-EE5A-FF7C83B8504A}"/>
              </a:ext>
            </a:extLst>
          </p:cNvPr>
          <p:cNvSpPr>
            <a:spLocks noGrp="1"/>
          </p:cNvSpPr>
          <p:nvPr>
            <p:ph type="body" sz="quarter" idx="16" hasCustomPrompt="1"/>
          </p:nvPr>
        </p:nvSpPr>
        <p:spPr>
          <a:xfrm>
            <a:off x="402181" y="2479805"/>
            <a:ext cx="5693817" cy="613776"/>
          </a:xfrm>
          <a:prstGeom prst="rect">
            <a:avLst/>
          </a:prstGeom>
        </p:spPr>
        <p:txBody>
          <a:bodyPr anchor="ctr">
            <a:noAutofit/>
          </a:bodyPr>
          <a:lstStyle>
            <a:lvl1pPr marL="0" indent="0">
              <a:lnSpc>
                <a:spcPct val="100000"/>
              </a:lnSpc>
              <a:buNone/>
              <a:defRPr sz="2400" i="1"/>
            </a:lvl1pPr>
          </a:lstStyle>
          <a:p>
            <a:pPr lvl="0"/>
            <a:r>
              <a:rPr lang="en-US" dirty="0"/>
              <a:t>Title or experience here</a:t>
            </a:r>
          </a:p>
        </p:txBody>
      </p:sp>
      <p:sp>
        <p:nvSpPr>
          <p:cNvPr id="7" name="Text Placeholder 6">
            <a:extLst>
              <a:ext uri="{FF2B5EF4-FFF2-40B4-BE49-F238E27FC236}">
                <a16:creationId xmlns:a16="http://schemas.microsoft.com/office/drawing/2014/main" id="{B9D4ED24-762D-EF61-C554-5532DF788FC9}"/>
              </a:ext>
            </a:extLst>
          </p:cNvPr>
          <p:cNvSpPr>
            <a:spLocks noGrp="1"/>
          </p:cNvSpPr>
          <p:nvPr>
            <p:ph type="body" sz="quarter" idx="13" hasCustomPrompt="1"/>
          </p:nvPr>
        </p:nvSpPr>
        <p:spPr>
          <a:xfrm>
            <a:off x="990905" y="3306871"/>
            <a:ext cx="4885150" cy="613776"/>
          </a:xfrm>
          <a:prstGeom prst="rect">
            <a:avLst/>
          </a:prstGeom>
        </p:spPr>
        <p:txBody>
          <a:bodyPr anchor="ctr">
            <a:noAutofit/>
          </a:bodyPr>
          <a:lstStyle>
            <a:lvl1pPr marL="0" indent="0">
              <a:lnSpc>
                <a:spcPct val="100000"/>
              </a:lnSpc>
              <a:buNone/>
              <a:defRPr sz="1800" b="0" i="0">
                <a:latin typeface="Figtree Light" pitchFamily="2" charset="0"/>
              </a:defRPr>
            </a:lvl1pPr>
          </a:lstStyle>
          <a:p>
            <a:pPr lvl="0"/>
            <a:r>
              <a:rPr lang="en-US" dirty="0"/>
              <a:t>Information/profile here</a:t>
            </a:r>
          </a:p>
        </p:txBody>
      </p:sp>
      <p:sp>
        <p:nvSpPr>
          <p:cNvPr id="12" name="Text Placeholder 6">
            <a:extLst>
              <a:ext uri="{FF2B5EF4-FFF2-40B4-BE49-F238E27FC236}">
                <a16:creationId xmlns:a16="http://schemas.microsoft.com/office/drawing/2014/main" id="{745B8894-94B7-BA63-DFF3-E0A4A6036B8C}"/>
              </a:ext>
            </a:extLst>
          </p:cNvPr>
          <p:cNvSpPr>
            <a:spLocks noGrp="1"/>
          </p:cNvSpPr>
          <p:nvPr>
            <p:ph type="body" sz="quarter" idx="14" hasCustomPrompt="1"/>
          </p:nvPr>
        </p:nvSpPr>
        <p:spPr>
          <a:xfrm>
            <a:off x="990905" y="3995802"/>
            <a:ext cx="4885150" cy="613776"/>
          </a:xfrm>
          <a:prstGeom prst="rect">
            <a:avLst/>
          </a:prstGeom>
        </p:spPr>
        <p:txBody>
          <a:bodyPr anchor="ctr">
            <a:noAutofit/>
          </a:bodyPr>
          <a:lstStyle>
            <a:lvl1pPr marL="0" indent="0">
              <a:lnSpc>
                <a:spcPct val="100000"/>
              </a:lnSpc>
              <a:buNone/>
              <a:defRPr sz="1800" b="0" i="0">
                <a:latin typeface="Figtree Light" pitchFamily="2" charset="0"/>
              </a:defRPr>
            </a:lvl1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Information/profile here</a:t>
            </a:r>
          </a:p>
        </p:txBody>
      </p:sp>
      <p:sp>
        <p:nvSpPr>
          <p:cNvPr id="14" name="Text Placeholder 6">
            <a:extLst>
              <a:ext uri="{FF2B5EF4-FFF2-40B4-BE49-F238E27FC236}">
                <a16:creationId xmlns:a16="http://schemas.microsoft.com/office/drawing/2014/main" id="{E7AF134F-3754-D28E-D2D1-25D9830F34DE}"/>
              </a:ext>
            </a:extLst>
          </p:cNvPr>
          <p:cNvSpPr>
            <a:spLocks noGrp="1"/>
          </p:cNvSpPr>
          <p:nvPr>
            <p:ph type="body" sz="quarter" idx="15" hasCustomPrompt="1"/>
          </p:nvPr>
        </p:nvSpPr>
        <p:spPr>
          <a:xfrm>
            <a:off x="990905" y="4685081"/>
            <a:ext cx="4885150" cy="613776"/>
          </a:xfrm>
          <a:prstGeom prst="rect">
            <a:avLst/>
          </a:prstGeom>
        </p:spPr>
        <p:txBody>
          <a:bodyPr anchor="ctr">
            <a:noAutofit/>
          </a:bodyPr>
          <a:lstStyle>
            <a:lvl1pPr marL="0" indent="0">
              <a:lnSpc>
                <a:spcPct val="100000"/>
              </a:lnSpc>
              <a:buNone/>
              <a:defRPr sz="1800" b="0" i="0">
                <a:latin typeface="Figtree Light" pitchFamily="2" charset="0"/>
              </a:defRPr>
            </a:lvl1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Information/profile here</a:t>
            </a:r>
          </a:p>
        </p:txBody>
      </p:sp>
      <p:sp>
        <p:nvSpPr>
          <p:cNvPr id="5" name="Content Placeholder 5">
            <a:extLst>
              <a:ext uri="{FF2B5EF4-FFF2-40B4-BE49-F238E27FC236}">
                <a16:creationId xmlns:a16="http://schemas.microsoft.com/office/drawing/2014/main" id="{862ED008-750F-5C6C-9BEB-B739BD330E65}"/>
              </a:ext>
            </a:extLst>
          </p:cNvPr>
          <p:cNvSpPr>
            <a:spLocks noGrp="1"/>
          </p:cNvSpPr>
          <p:nvPr>
            <p:ph sz="quarter" idx="4"/>
          </p:nvPr>
        </p:nvSpPr>
        <p:spPr>
          <a:xfrm>
            <a:off x="7306848" y="0"/>
            <a:ext cx="4885151" cy="6858000"/>
          </a:xfrm>
          <a:prstGeom prst="rect">
            <a:avLst/>
          </a:prstGeom>
        </p:spPr>
        <p:txBody>
          <a:bodyPr/>
          <a:lstStyle>
            <a:lvl1pPr>
              <a:defRPr>
                <a:noFill/>
              </a:defRPr>
            </a:lvl1pPr>
          </a:lstStyle>
          <a:p>
            <a:pPr lvl="0"/>
            <a:endParaRPr lang="en-US" dirty="0"/>
          </a:p>
        </p:txBody>
      </p:sp>
      <p:pic>
        <p:nvPicPr>
          <p:cNvPr id="3" name="Graphic 2">
            <a:extLst>
              <a:ext uri="{FF2B5EF4-FFF2-40B4-BE49-F238E27FC236}">
                <a16:creationId xmlns:a16="http://schemas.microsoft.com/office/drawing/2014/main" id="{8323FF55-1E48-C494-7839-E0FB9CAB9E7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09415" y="6377712"/>
            <a:ext cx="566418" cy="281047"/>
          </a:xfrm>
          <a:prstGeom prst="rect">
            <a:avLst/>
          </a:prstGeom>
        </p:spPr>
      </p:pic>
      <p:sp>
        <p:nvSpPr>
          <p:cNvPr id="9" name="Rounded Rectangle 19">
            <a:extLst>
              <a:ext uri="{FF2B5EF4-FFF2-40B4-BE49-F238E27FC236}">
                <a16:creationId xmlns:a16="http://schemas.microsoft.com/office/drawing/2014/main" id="{5609E0E4-394B-5346-D78F-BAB26538E599}"/>
              </a:ext>
            </a:extLst>
          </p:cNvPr>
          <p:cNvSpPr/>
          <p:nvPr userDrawn="1"/>
        </p:nvSpPr>
        <p:spPr>
          <a:xfrm>
            <a:off x="-8677" y="980576"/>
            <a:ext cx="6707822" cy="1303446"/>
          </a:xfrm>
          <a:custGeom>
            <a:avLst/>
            <a:gdLst>
              <a:gd name="connsiteX0" fmla="*/ 0 w 7359545"/>
              <a:gd name="connsiteY0" fmla="*/ 651723 h 1303446"/>
              <a:gd name="connsiteX1" fmla="*/ 651723 w 7359545"/>
              <a:gd name="connsiteY1" fmla="*/ 0 h 1303446"/>
              <a:gd name="connsiteX2" fmla="*/ 6707822 w 7359545"/>
              <a:gd name="connsiteY2" fmla="*/ 0 h 1303446"/>
              <a:gd name="connsiteX3" fmla="*/ 7359545 w 7359545"/>
              <a:gd name="connsiteY3" fmla="*/ 651723 h 1303446"/>
              <a:gd name="connsiteX4" fmla="*/ 7359545 w 7359545"/>
              <a:gd name="connsiteY4" fmla="*/ 651723 h 1303446"/>
              <a:gd name="connsiteX5" fmla="*/ 6707822 w 7359545"/>
              <a:gd name="connsiteY5" fmla="*/ 1303446 h 1303446"/>
              <a:gd name="connsiteX6" fmla="*/ 651723 w 7359545"/>
              <a:gd name="connsiteY6" fmla="*/ 1303446 h 1303446"/>
              <a:gd name="connsiteX7" fmla="*/ 0 w 7359545"/>
              <a:gd name="connsiteY7" fmla="*/ 651723 h 1303446"/>
              <a:gd name="connsiteX0" fmla="*/ 0 w 7359545"/>
              <a:gd name="connsiteY0" fmla="*/ 651723 h 1303446"/>
              <a:gd name="connsiteX1" fmla="*/ 651723 w 7359545"/>
              <a:gd name="connsiteY1" fmla="*/ 0 h 1303446"/>
              <a:gd name="connsiteX2" fmla="*/ 6707822 w 7359545"/>
              <a:gd name="connsiteY2" fmla="*/ 0 h 1303446"/>
              <a:gd name="connsiteX3" fmla="*/ 7359545 w 7359545"/>
              <a:gd name="connsiteY3" fmla="*/ 651723 h 1303446"/>
              <a:gd name="connsiteX4" fmla="*/ 7359545 w 7359545"/>
              <a:gd name="connsiteY4" fmla="*/ 651723 h 1303446"/>
              <a:gd name="connsiteX5" fmla="*/ 6707822 w 7359545"/>
              <a:gd name="connsiteY5" fmla="*/ 1303446 h 1303446"/>
              <a:gd name="connsiteX6" fmla="*/ 651723 w 7359545"/>
              <a:gd name="connsiteY6" fmla="*/ 1303446 h 1303446"/>
              <a:gd name="connsiteX7" fmla="*/ 91440 w 7359545"/>
              <a:gd name="connsiteY7" fmla="*/ 743163 h 1303446"/>
              <a:gd name="connsiteX0" fmla="*/ 0 w 7359545"/>
              <a:gd name="connsiteY0" fmla="*/ 651723 h 1303446"/>
              <a:gd name="connsiteX1" fmla="*/ 651723 w 7359545"/>
              <a:gd name="connsiteY1" fmla="*/ 0 h 1303446"/>
              <a:gd name="connsiteX2" fmla="*/ 6707822 w 7359545"/>
              <a:gd name="connsiteY2" fmla="*/ 0 h 1303446"/>
              <a:gd name="connsiteX3" fmla="*/ 7359545 w 7359545"/>
              <a:gd name="connsiteY3" fmla="*/ 651723 h 1303446"/>
              <a:gd name="connsiteX4" fmla="*/ 7359545 w 7359545"/>
              <a:gd name="connsiteY4" fmla="*/ 651723 h 1303446"/>
              <a:gd name="connsiteX5" fmla="*/ 6707822 w 7359545"/>
              <a:gd name="connsiteY5" fmla="*/ 1303446 h 1303446"/>
              <a:gd name="connsiteX6" fmla="*/ 651723 w 7359545"/>
              <a:gd name="connsiteY6" fmla="*/ 1303446 h 1303446"/>
              <a:gd name="connsiteX0" fmla="*/ 0 w 6707822"/>
              <a:gd name="connsiteY0" fmla="*/ 0 h 1303446"/>
              <a:gd name="connsiteX1" fmla="*/ 6056099 w 6707822"/>
              <a:gd name="connsiteY1" fmla="*/ 0 h 1303446"/>
              <a:gd name="connsiteX2" fmla="*/ 6707822 w 6707822"/>
              <a:gd name="connsiteY2" fmla="*/ 651723 h 1303446"/>
              <a:gd name="connsiteX3" fmla="*/ 6707822 w 6707822"/>
              <a:gd name="connsiteY3" fmla="*/ 651723 h 1303446"/>
              <a:gd name="connsiteX4" fmla="*/ 6056099 w 6707822"/>
              <a:gd name="connsiteY4" fmla="*/ 1303446 h 1303446"/>
              <a:gd name="connsiteX5" fmla="*/ 0 w 6707822"/>
              <a:gd name="connsiteY5" fmla="*/ 1303446 h 1303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07822" h="1303446">
                <a:moveTo>
                  <a:pt x="0" y="0"/>
                </a:moveTo>
                <a:lnTo>
                  <a:pt x="6056099" y="0"/>
                </a:lnTo>
                <a:cubicBezTo>
                  <a:pt x="6416036" y="0"/>
                  <a:pt x="6707822" y="291786"/>
                  <a:pt x="6707822" y="651723"/>
                </a:cubicBezTo>
                <a:lnTo>
                  <a:pt x="6707822" y="651723"/>
                </a:lnTo>
                <a:cubicBezTo>
                  <a:pt x="6707822" y="1011660"/>
                  <a:pt x="6416036" y="1303446"/>
                  <a:pt x="6056099" y="1303446"/>
                </a:cubicBezTo>
                <a:lnTo>
                  <a:pt x="0" y="1303446"/>
                </a:lnTo>
              </a:path>
            </a:pathLst>
          </a:custGeom>
          <a:noFill/>
          <a:ln w="508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Graphic 10">
            <a:extLst>
              <a:ext uri="{FF2B5EF4-FFF2-40B4-BE49-F238E27FC236}">
                <a16:creationId xmlns:a16="http://schemas.microsoft.com/office/drawing/2014/main" id="{C2DA80CD-B044-203B-E5B3-C82E0C0FD78D}"/>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446978" y="4100138"/>
            <a:ext cx="400552" cy="400552"/>
          </a:xfrm>
          <a:prstGeom prst="rect">
            <a:avLst/>
          </a:prstGeom>
        </p:spPr>
      </p:pic>
      <p:pic>
        <p:nvPicPr>
          <p:cNvPr id="13" name="Graphic 12">
            <a:extLst>
              <a:ext uri="{FF2B5EF4-FFF2-40B4-BE49-F238E27FC236}">
                <a16:creationId xmlns:a16="http://schemas.microsoft.com/office/drawing/2014/main" id="{E793E8F6-0BC4-0DC7-BE0D-5DD5E5ECB49A}"/>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446978" y="3415759"/>
            <a:ext cx="400552" cy="396000"/>
          </a:xfrm>
          <a:prstGeom prst="rect">
            <a:avLst/>
          </a:prstGeom>
        </p:spPr>
      </p:pic>
      <p:pic>
        <p:nvPicPr>
          <p:cNvPr id="19" name="Graphic 18">
            <a:extLst>
              <a:ext uri="{FF2B5EF4-FFF2-40B4-BE49-F238E27FC236}">
                <a16:creationId xmlns:a16="http://schemas.microsoft.com/office/drawing/2014/main" id="{2ECD6470-45E9-D4E3-DC33-6D8ABF45402D}"/>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446978" y="4789069"/>
            <a:ext cx="400552" cy="396000"/>
          </a:xfrm>
          <a:prstGeom prst="rect">
            <a:avLst/>
          </a:prstGeom>
        </p:spPr>
      </p:pic>
    </p:spTree>
    <p:extLst>
      <p:ext uri="{BB962C8B-B14F-4D97-AF65-F5344CB8AC3E}">
        <p14:creationId xmlns:p14="http://schemas.microsoft.com/office/powerpoint/2010/main" val="32097703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Yellow_house_keep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189EBF8-C9A6-D8B4-0B6B-44BFEAE13628}"/>
              </a:ext>
            </a:extLst>
          </p:cNvPr>
          <p:cNvSpPr txBox="1"/>
          <p:nvPr userDrawn="1"/>
        </p:nvSpPr>
        <p:spPr>
          <a:xfrm>
            <a:off x="443921" y="652687"/>
            <a:ext cx="5322193" cy="553998"/>
          </a:xfrm>
          <a:prstGeom prst="rect">
            <a:avLst/>
          </a:prstGeom>
          <a:noFill/>
        </p:spPr>
        <p:txBody>
          <a:bodyPr wrap="square" rtlCol="0">
            <a:spAutoFit/>
          </a:bodyPr>
          <a:lstStyle/>
          <a:p>
            <a:r>
              <a:rPr lang="en-GB" sz="3000" b="1" dirty="0">
                <a:latin typeface="+mn-lt"/>
              </a:rPr>
              <a:t>Housekeeping</a:t>
            </a:r>
            <a:endParaRPr lang="en-US" sz="3000" b="1" dirty="0">
              <a:latin typeface="+mn-lt"/>
            </a:endParaRPr>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Graphic 5">
            <a:extLst>
              <a:ext uri="{FF2B5EF4-FFF2-40B4-BE49-F238E27FC236}">
                <a16:creationId xmlns:a16="http://schemas.microsoft.com/office/drawing/2014/main" id="{4E9B4787-DCDF-8566-1BBA-DC737CD7B41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09415" y="6377712"/>
            <a:ext cx="566418" cy="281047"/>
          </a:xfrm>
          <a:prstGeom prst="rect">
            <a:avLst/>
          </a:prstGeom>
        </p:spPr>
      </p:pic>
      <p:pic>
        <p:nvPicPr>
          <p:cNvPr id="7" name="Graphic 6" descr="Fire outline">
            <a:extLst>
              <a:ext uri="{FF2B5EF4-FFF2-40B4-BE49-F238E27FC236}">
                <a16:creationId xmlns:a16="http://schemas.microsoft.com/office/drawing/2014/main" id="{2A50084C-F540-2727-20DA-524B288D79F6}"/>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5273954" y="3913547"/>
            <a:ext cx="1702580" cy="1702580"/>
          </a:xfrm>
          <a:prstGeom prst="rect">
            <a:avLst/>
          </a:prstGeom>
        </p:spPr>
      </p:pic>
      <p:pic>
        <p:nvPicPr>
          <p:cNvPr id="8" name="Graphic 7" descr="Latte Cup outline">
            <a:extLst>
              <a:ext uri="{FF2B5EF4-FFF2-40B4-BE49-F238E27FC236}">
                <a16:creationId xmlns:a16="http://schemas.microsoft.com/office/drawing/2014/main" id="{E63FF85B-4960-EB77-17C0-9746598A1A05}"/>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6282267" y="1481667"/>
            <a:ext cx="1936046" cy="1936046"/>
          </a:xfrm>
          <a:prstGeom prst="rect">
            <a:avLst/>
          </a:prstGeom>
        </p:spPr>
      </p:pic>
      <p:pic>
        <p:nvPicPr>
          <p:cNvPr id="10" name="Graphic 9" descr="Clock outline">
            <a:extLst>
              <a:ext uri="{FF2B5EF4-FFF2-40B4-BE49-F238E27FC236}">
                <a16:creationId xmlns:a16="http://schemas.microsoft.com/office/drawing/2014/main" id="{B8E4F56D-C57F-3F00-9B07-49EAF130FD74}"/>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9031109" y="1600198"/>
            <a:ext cx="1789290" cy="1789290"/>
          </a:xfrm>
          <a:prstGeom prst="rect">
            <a:avLst/>
          </a:prstGeom>
        </p:spPr>
      </p:pic>
      <p:pic>
        <p:nvPicPr>
          <p:cNvPr id="11" name="Graphic 10" descr="Clipboard Ticked outline">
            <a:extLst>
              <a:ext uri="{FF2B5EF4-FFF2-40B4-BE49-F238E27FC236}">
                <a16:creationId xmlns:a16="http://schemas.microsoft.com/office/drawing/2014/main" id="{660C5601-A785-B9C3-D25C-AB184939DC48}"/>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7561516" y="4010282"/>
            <a:ext cx="1749778" cy="1749778"/>
          </a:xfrm>
          <a:prstGeom prst="rect">
            <a:avLst/>
          </a:prstGeom>
        </p:spPr>
      </p:pic>
      <p:pic>
        <p:nvPicPr>
          <p:cNvPr id="12" name="Graphic 11" descr="Smart Phone outline">
            <a:extLst>
              <a:ext uri="{FF2B5EF4-FFF2-40B4-BE49-F238E27FC236}">
                <a16:creationId xmlns:a16="http://schemas.microsoft.com/office/drawing/2014/main" id="{344A4DE4-F30A-59F0-1447-E25CBA7EA8AD}"/>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3913881" y="1735844"/>
            <a:ext cx="1550181" cy="1550181"/>
          </a:xfrm>
          <a:prstGeom prst="rect">
            <a:avLst/>
          </a:prstGeom>
        </p:spPr>
      </p:pic>
      <p:pic>
        <p:nvPicPr>
          <p:cNvPr id="13" name="Graphic 12" descr="Lock outline">
            <a:extLst>
              <a:ext uri="{FF2B5EF4-FFF2-40B4-BE49-F238E27FC236}">
                <a16:creationId xmlns:a16="http://schemas.microsoft.com/office/drawing/2014/main" id="{38160C6B-C3F2-699A-DE82-E4B274458771}"/>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2730350" y="3849510"/>
            <a:ext cx="1910549" cy="1910549"/>
          </a:xfrm>
          <a:prstGeom prst="rect">
            <a:avLst/>
          </a:prstGeom>
        </p:spPr>
      </p:pic>
      <p:pic>
        <p:nvPicPr>
          <p:cNvPr id="14" name="Graphic 13" descr="Gender outline">
            <a:extLst>
              <a:ext uri="{FF2B5EF4-FFF2-40B4-BE49-F238E27FC236}">
                <a16:creationId xmlns:a16="http://schemas.microsoft.com/office/drawing/2014/main" id="{8FF10E9C-8C34-1874-EEF3-487B627245D4}"/>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1545495" y="1766888"/>
            <a:ext cx="1550181" cy="1550181"/>
          </a:xfrm>
          <a:prstGeom prst="rect">
            <a:avLst/>
          </a:prstGeom>
        </p:spPr>
      </p:pic>
    </p:spTree>
    <p:extLst>
      <p:ext uri="{BB962C8B-B14F-4D97-AF65-F5344CB8AC3E}">
        <p14:creationId xmlns:p14="http://schemas.microsoft.com/office/powerpoint/2010/main" val="29895852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Yellow_learning_objectiv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15C72453-C378-A9F5-E1DB-2E1493085A31}"/>
              </a:ext>
            </a:extLst>
          </p:cNvPr>
          <p:cNvSpPr txBox="1"/>
          <p:nvPr userDrawn="1"/>
        </p:nvSpPr>
        <p:spPr>
          <a:xfrm>
            <a:off x="443921" y="652687"/>
            <a:ext cx="5322193" cy="553998"/>
          </a:xfrm>
          <a:prstGeom prst="rect">
            <a:avLst/>
          </a:prstGeom>
          <a:noFill/>
        </p:spPr>
        <p:txBody>
          <a:bodyPr wrap="square" rtlCol="0">
            <a:spAutoFit/>
          </a:bodyPr>
          <a:lstStyle/>
          <a:p>
            <a:r>
              <a:rPr lang="en-GB" sz="3000" b="1" dirty="0">
                <a:latin typeface="+mn-lt"/>
              </a:rPr>
              <a:t>Learning objectives</a:t>
            </a:r>
            <a:endParaRPr lang="en-US" sz="3000" b="1" dirty="0">
              <a:latin typeface="+mn-lt"/>
            </a:endParaRPr>
          </a:p>
        </p:txBody>
      </p:sp>
      <p:sp>
        <p:nvSpPr>
          <p:cNvPr id="4" name="Text Placeholder 6">
            <a:extLst>
              <a:ext uri="{FF2B5EF4-FFF2-40B4-BE49-F238E27FC236}">
                <a16:creationId xmlns:a16="http://schemas.microsoft.com/office/drawing/2014/main" id="{ED954F0F-85CA-F1D6-450D-3519C10B1F07}"/>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spcBef>
                <a:spcPts val="1600"/>
              </a:spcBef>
              <a:buNone/>
              <a:defRPr sz="1800"/>
            </a:lvl1pPr>
          </a:lstStyle>
          <a:p>
            <a:pPr lvl="0"/>
            <a:endParaRPr lang="en-US" dirty="0"/>
          </a:p>
        </p:txBody>
      </p:sp>
      <p:pic>
        <p:nvPicPr>
          <p:cNvPr id="2" name="Graphic 1">
            <a:extLst>
              <a:ext uri="{FF2B5EF4-FFF2-40B4-BE49-F238E27FC236}">
                <a16:creationId xmlns:a16="http://schemas.microsoft.com/office/drawing/2014/main" id="{BE99F6D9-EA95-D641-7642-FEF53F502D0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09415" y="6377712"/>
            <a:ext cx="566418" cy="281047"/>
          </a:xfrm>
          <a:prstGeom prst="rect">
            <a:avLst/>
          </a:prstGeom>
        </p:spPr>
      </p:pic>
    </p:spTree>
    <p:extLst>
      <p:ext uri="{BB962C8B-B14F-4D97-AF65-F5344CB8AC3E}">
        <p14:creationId xmlns:p14="http://schemas.microsoft.com/office/powerpoint/2010/main" val="7717020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Blu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5" name="Graphic 4">
            <a:extLst>
              <a:ext uri="{FF2B5EF4-FFF2-40B4-BE49-F238E27FC236}">
                <a16:creationId xmlns:a16="http://schemas.microsoft.com/office/drawing/2014/main" id="{741C8857-0A8E-6711-D542-A6B3F66A2177}"/>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73406" y="5650088"/>
            <a:ext cx="2007565" cy="650979"/>
          </a:xfrm>
          <a:prstGeom prst="rect">
            <a:avLst/>
          </a:prstGeom>
        </p:spPr>
      </p:pic>
      <p:sp>
        <p:nvSpPr>
          <p:cNvPr id="12" name="Freeform 11">
            <a:extLst>
              <a:ext uri="{FF2B5EF4-FFF2-40B4-BE49-F238E27FC236}">
                <a16:creationId xmlns:a16="http://schemas.microsoft.com/office/drawing/2014/main" id="{B06E6781-673D-8899-05F0-949E4E7D5ED2}"/>
              </a:ext>
            </a:extLst>
          </p:cNvPr>
          <p:cNvSpPr/>
          <p:nvPr userDrawn="1"/>
        </p:nvSpPr>
        <p:spPr>
          <a:xfrm>
            <a:off x="0" y="898803"/>
            <a:ext cx="8214693" cy="1684799"/>
          </a:xfrm>
          <a:custGeom>
            <a:avLst/>
            <a:gdLst>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 name="connsiteX6" fmla="*/ 91440 w 8214693"/>
              <a:gd name="connsiteY6" fmla="*/ 91440 h 1684799"/>
              <a:gd name="connsiteX0" fmla="*/ 162560 w 8377253"/>
              <a:gd name="connsiteY0" fmla="*/ 0 h 1684799"/>
              <a:gd name="connsiteX1" fmla="*/ 7534853 w 8377253"/>
              <a:gd name="connsiteY1" fmla="*/ 0 h 1684799"/>
              <a:gd name="connsiteX2" fmla="*/ 8377253 w 8377253"/>
              <a:gd name="connsiteY2" fmla="*/ 842400 h 1684799"/>
              <a:gd name="connsiteX3" fmla="*/ 8377252 w 8377253"/>
              <a:gd name="connsiteY3" fmla="*/ 842400 h 1684799"/>
              <a:gd name="connsiteX4" fmla="*/ 7534852 w 8377253"/>
              <a:gd name="connsiteY4" fmla="*/ 1684799 h 1684799"/>
              <a:gd name="connsiteX5" fmla="*/ 162560 w 8377253"/>
              <a:gd name="connsiteY5" fmla="*/ 1684798 h 1684799"/>
              <a:gd name="connsiteX6" fmla="*/ 0 w 8377253"/>
              <a:gd name="connsiteY6" fmla="*/ 485140 h 1684799"/>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14693" h="1684799">
                <a:moveTo>
                  <a:pt x="0" y="0"/>
                </a:moveTo>
                <a:lnTo>
                  <a:pt x="7372293" y="0"/>
                </a:lnTo>
                <a:cubicBezTo>
                  <a:pt x="7837538" y="0"/>
                  <a:pt x="8214693" y="377155"/>
                  <a:pt x="8214693" y="842400"/>
                </a:cubicBezTo>
                <a:lnTo>
                  <a:pt x="8214692" y="842400"/>
                </a:lnTo>
                <a:cubicBezTo>
                  <a:pt x="8214692" y="1307644"/>
                  <a:pt x="7837536" y="1684799"/>
                  <a:pt x="7372292" y="1684799"/>
                </a:cubicBezTo>
                <a:lnTo>
                  <a:pt x="0" y="1684798"/>
                </a:lnTo>
              </a:path>
            </a:pathLst>
          </a:custGeom>
          <a:noFill/>
          <a:ln w="508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008113637"/>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Yellow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6" name="Graphic 5">
            <a:extLst>
              <a:ext uri="{FF2B5EF4-FFF2-40B4-BE49-F238E27FC236}">
                <a16:creationId xmlns:a16="http://schemas.microsoft.com/office/drawing/2014/main" id="{926ADAF6-B51A-AC3B-ACBA-2608B6DB45B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73406" y="5650088"/>
            <a:ext cx="2007565" cy="650979"/>
          </a:xfrm>
          <a:prstGeom prst="rect">
            <a:avLst/>
          </a:prstGeom>
        </p:spPr>
      </p:pic>
      <p:sp>
        <p:nvSpPr>
          <p:cNvPr id="8" name="Freeform 7">
            <a:extLst>
              <a:ext uri="{FF2B5EF4-FFF2-40B4-BE49-F238E27FC236}">
                <a16:creationId xmlns:a16="http://schemas.microsoft.com/office/drawing/2014/main" id="{B56C8CEF-1C3E-0E51-93FD-243771C4CEBD}"/>
              </a:ext>
            </a:extLst>
          </p:cNvPr>
          <p:cNvSpPr/>
          <p:nvPr userDrawn="1"/>
        </p:nvSpPr>
        <p:spPr>
          <a:xfrm>
            <a:off x="0" y="898803"/>
            <a:ext cx="8214693" cy="1684799"/>
          </a:xfrm>
          <a:custGeom>
            <a:avLst/>
            <a:gdLst>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 name="connsiteX6" fmla="*/ 91440 w 8214693"/>
              <a:gd name="connsiteY6" fmla="*/ 91440 h 1684799"/>
              <a:gd name="connsiteX0" fmla="*/ 162560 w 8377253"/>
              <a:gd name="connsiteY0" fmla="*/ 0 h 1684799"/>
              <a:gd name="connsiteX1" fmla="*/ 7534853 w 8377253"/>
              <a:gd name="connsiteY1" fmla="*/ 0 h 1684799"/>
              <a:gd name="connsiteX2" fmla="*/ 8377253 w 8377253"/>
              <a:gd name="connsiteY2" fmla="*/ 842400 h 1684799"/>
              <a:gd name="connsiteX3" fmla="*/ 8377252 w 8377253"/>
              <a:gd name="connsiteY3" fmla="*/ 842400 h 1684799"/>
              <a:gd name="connsiteX4" fmla="*/ 7534852 w 8377253"/>
              <a:gd name="connsiteY4" fmla="*/ 1684799 h 1684799"/>
              <a:gd name="connsiteX5" fmla="*/ 162560 w 8377253"/>
              <a:gd name="connsiteY5" fmla="*/ 1684798 h 1684799"/>
              <a:gd name="connsiteX6" fmla="*/ 0 w 8377253"/>
              <a:gd name="connsiteY6" fmla="*/ 485140 h 1684799"/>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14693" h="1684799">
                <a:moveTo>
                  <a:pt x="0" y="0"/>
                </a:moveTo>
                <a:lnTo>
                  <a:pt x="7372293" y="0"/>
                </a:lnTo>
                <a:cubicBezTo>
                  <a:pt x="7837538" y="0"/>
                  <a:pt x="8214693" y="377155"/>
                  <a:pt x="8214693" y="842400"/>
                </a:cubicBezTo>
                <a:lnTo>
                  <a:pt x="8214692" y="842400"/>
                </a:lnTo>
                <a:cubicBezTo>
                  <a:pt x="8214692" y="1307644"/>
                  <a:pt x="7837536" y="1684799"/>
                  <a:pt x="7372292" y="1684799"/>
                </a:cubicBezTo>
                <a:lnTo>
                  <a:pt x="0" y="1684798"/>
                </a:lnTo>
              </a:path>
            </a:pathLst>
          </a:custGeom>
          <a:noFill/>
          <a:ln w="508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549756122"/>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Red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4" name="Graphic 3">
            <a:extLst>
              <a:ext uri="{FF2B5EF4-FFF2-40B4-BE49-F238E27FC236}">
                <a16:creationId xmlns:a16="http://schemas.microsoft.com/office/drawing/2014/main" id="{CBBEC975-BCA7-F4A2-5CE4-E8FF94B0C8A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73406" y="5650088"/>
            <a:ext cx="2007565" cy="650979"/>
          </a:xfrm>
          <a:prstGeom prst="rect">
            <a:avLst/>
          </a:prstGeom>
        </p:spPr>
      </p:pic>
      <p:sp>
        <p:nvSpPr>
          <p:cNvPr id="7" name="Freeform 6">
            <a:extLst>
              <a:ext uri="{FF2B5EF4-FFF2-40B4-BE49-F238E27FC236}">
                <a16:creationId xmlns:a16="http://schemas.microsoft.com/office/drawing/2014/main" id="{3A30F7DF-5E4A-EC19-4CF8-4163D8013686}"/>
              </a:ext>
            </a:extLst>
          </p:cNvPr>
          <p:cNvSpPr/>
          <p:nvPr userDrawn="1"/>
        </p:nvSpPr>
        <p:spPr>
          <a:xfrm>
            <a:off x="0" y="898803"/>
            <a:ext cx="8214693" cy="1684799"/>
          </a:xfrm>
          <a:custGeom>
            <a:avLst/>
            <a:gdLst>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 name="connsiteX6" fmla="*/ 91440 w 8214693"/>
              <a:gd name="connsiteY6" fmla="*/ 91440 h 1684799"/>
              <a:gd name="connsiteX0" fmla="*/ 162560 w 8377253"/>
              <a:gd name="connsiteY0" fmla="*/ 0 h 1684799"/>
              <a:gd name="connsiteX1" fmla="*/ 7534853 w 8377253"/>
              <a:gd name="connsiteY1" fmla="*/ 0 h 1684799"/>
              <a:gd name="connsiteX2" fmla="*/ 8377253 w 8377253"/>
              <a:gd name="connsiteY2" fmla="*/ 842400 h 1684799"/>
              <a:gd name="connsiteX3" fmla="*/ 8377252 w 8377253"/>
              <a:gd name="connsiteY3" fmla="*/ 842400 h 1684799"/>
              <a:gd name="connsiteX4" fmla="*/ 7534852 w 8377253"/>
              <a:gd name="connsiteY4" fmla="*/ 1684799 h 1684799"/>
              <a:gd name="connsiteX5" fmla="*/ 162560 w 8377253"/>
              <a:gd name="connsiteY5" fmla="*/ 1684798 h 1684799"/>
              <a:gd name="connsiteX6" fmla="*/ 0 w 8377253"/>
              <a:gd name="connsiteY6" fmla="*/ 485140 h 1684799"/>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14693" h="1684799">
                <a:moveTo>
                  <a:pt x="0" y="0"/>
                </a:moveTo>
                <a:lnTo>
                  <a:pt x="7372293" y="0"/>
                </a:lnTo>
                <a:cubicBezTo>
                  <a:pt x="7837538" y="0"/>
                  <a:pt x="8214693" y="377155"/>
                  <a:pt x="8214693" y="842400"/>
                </a:cubicBezTo>
                <a:lnTo>
                  <a:pt x="8214692" y="842400"/>
                </a:lnTo>
                <a:cubicBezTo>
                  <a:pt x="8214692" y="1307644"/>
                  <a:pt x="7837536" y="1684799"/>
                  <a:pt x="7372292" y="1684799"/>
                </a:cubicBezTo>
                <a:lnTo>
                  <a:pt x="0" y="1684798"/>
                </a:lnTo>
              </a:path>
            </a:pathLst>
          </a:custGeom>
          <a:noFill/>
          <a:ln w="508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624750333"/>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Purpl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4" name="Graphic 3">
            <a:extLst>
              <a:ext uri="{FF2B5EF4-FFF2-40B4-BE49-F238E27FC236}">
                <a16:creationId xmlns:a16="http://schemas.microsoft.com/office/drawing/2014/main" id="{B814EE5F-D61E-1D6B-DCB3-E0B5C09141D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73406" y="5650088"/>
            <a:ext cx="2007565" cy="650979"/>
          </a:xfrm>
          <a:prstGeom prst="rect">
            <a:avLst/>
          </a:prstGeom>
        </p:spPr>
      </p:pic>
      <p:sp>
        <p:nvSpPr>
          <p:cNvPr id="7" name="Freeform 6">
            <a:extLst>
              <a:ext uri="{FF2B5EF4-FFF2-40B4-BE49-F238E27FC236}">
                <a16:creationId xmlns:a16="http://schemas.microsoft.com/office/drawing/2014/main" id="{A9C6F01F-9078-90FA-16BB-3AE9FD89A458}"/>
              </a:ext>
            </a:extLst>
          </p:cNvPr>
          <p:cNvSpPr/>
          <p:nvPr userDrawn="1"/>
        </p:nvSpPr>
        <p:spPr>
          <a:xfrm>
            <a:off x="0" y="898803"/>
            <a:ext cx="8214693" cy="1684799"/>
          </a:xfrm>
          <a:custGeom>
            <a:avLst/>
            <a:gdLst>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 name="connsiteX6" fmla="*/ 91440 w 8214693"/>
              <a:gd name="connsiteY6" fmla="*/ 91440 h 1684799"/>
              <a:gd name="connsiteX0" fmla="*/ 162560 w 8377253"/>
              <a:gd name="connsiteY0" fmla="*/ 0 h 1684799"/>
              <a:gd name="connsiteX1" fmla="*/ 7534853 w 8377253"/>
              <a:gd name="connsiteY1" fmla="*/ 0 h 1684799"/>
              <a:gd name="connsiteX2" fmla="*/ 8377253 w 8377253"/>
              <a:gd name="connsiteY2" fmla="*/ 842400 h 1684799"/>
              <a:gd name="connsiteX3" fmla="*/ 8377252 w 8377253"/>
              <a:gd name="connsiteY3" fmla="*/ 842400 h 1684799"/>
              <a:gd name="connsiteX4" fmla="*/ 7534852 w 8377253"/>
              <a:gd name="connsiteY4" fmla="*/ 1684799 h 1684799"/>
              <a:gd name="connsiteX5" fmla="*/ 162560 w 8377253"/>
              <a:gd name="connsiteY5" fmla="*/ 1684798 h 1684799"/>
              <a:gd name="connsiteX6" fmla="*/ 0 w 8377253"/>
              <a:gd name="connsiteY6" fmla="*/ 485140 h 1684799"/>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14693" h="1684799">
                <a:moveTo>
                  <a:pt x="0" y="0"/>
                </a:moveTo>
                <a:lnTo>
                  <a:pt x="7372293" y="0"/>
                </a:lnTo>
                <a:cubicBezTo>
                  <a:pt x="7837538" y="0"/>
                  <a:pt x="8214693" y="377155"/>
                  <a:pt x="8214693" y="842400"/>
                </a:cubicBezTo>
                <a:lnTo>
                  <a:pt x="8214692" y="842400"/>
                </a:lnTo>
                <a:cubicBezTo>
                  <a:pt x="8214692" y="1307644"/>
                  <a:pt x="7837536" y="1684799"/>
                  <a:pt x="7372292" y="1684799"/>
                </a:cubicBezTo>
                <a:lnTo>
                  <a:pt x="0" y="1684798"/>
                </a:lnTo>
              </a:path>
            </a:pathLst>
          </a:custGeom>
          <a:noFill/>
          <a:ln w="508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52754516"/>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Orang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4" name="Graphic 3">
            <a:extLst>
              <a:ext uri="{FF2B5EF4-FFF2-40B4-BE49-F238E27FC236}">
                <a16:creationId xmlns:a16="http://schemas.microsoft.com/office/drawing/2014/main" id="{D37D7592-AE78-C419-05BB-BCB768CC22E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73406" y="5650088"/>
            <a:ext cx="2007565" cy="650979"/>
          </a:xfrm>
          <a:prstGeom prst="rect">
            <a:avLst/>
          </a:prstGeom>
        </p:spPr>
      </p:pic>
      <p:sp>
        <p:nvSpPr>
          <p:cNvPr id="7" name="Freeform 6">
            <a:extLst>
              <a:ext uri="{FF2B5EF4-FFF2-40B4-BE49-F238E27FC236}">
                <a16:creationId xmlns:a16="http://schemas.microsoft.com/office/drawing/2014/main" id="{8860FB98-ED29-A210-1BBC-6CD7C5315E02}"/>
              </a:ext>
            </a:extLst>
          </p:cNvPr>
          <p:cNvSpPr/>
          <p:nvPr userDrawn="1"/>
        </p:nvSpPr>
        <p:spPr>
          <a:xfrm>
            <a:off x="0" y="898803"/>
            <a:ext cx="8214693" cy="1684799"/>
          </a:xfrm>
          <a:custGeom>
            <a:avLst/>
            <a:gdLst>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 name="connsiteX6" fmla="*/ 91440 w 8214693"/>
              <a:gd name="connsiteY6" fmla="*/ 91440 h 1684799"/>
              <a:gd name="connsiteX0" fmla="*/ 162560 w 8377253"/>
              <a:gd name="connsiteY0" fmla="*/ 0 h 1684799"/>
              <a:gd name="connsiteX1" fmla="*/ 7534853 w 8377253"/>
              <a:gd name="connsiteY1" fmla="*/ 0 h 1684799"/>
              <a:gd name="connsiteX2" fmla="*/ 8377253 w 8377253"/>
              <a:gd name="connsiteY2" fmla="*/ 842400 h 1684799"/>
              <a:gd name="connsiteX3" fmla="*/ 8377252 w 8377253"/>
              <a:gd name="connsiteY3" fmla="*/ 842400 h 1684799"/>
              <a:gd name="connsiteX4" fmla="*/ 7534852 w 8377253"/>
              <a:gd name="connsiteY4" fmla="*/ 1684799 h 1684799"/>
              <a:gd name="connsiteX5" fmla="*/ 162560 w 8377253"/>
              <a:gd name="connsiteY5" fmla="*/ 1684798 h 1684799"/>
              <a:gd name="connsiteX6" fmla="*/ 0 w 8377253"/>
              <a:gd name="connsiteY6" fmla="*/ 485140 h 1684799"/>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14693" h="1684799">
                <a:moveTo>
                  <a:pt x="0" y="0"/>
                </a:moveTo>
                <a:lnTo>
                  <a:pt x="7372293" y="0"/>
                </a:lnTo>
                <a:cubicBezTo>
                  <a:pt x="7837538" y="0"/>
                  <a:pt x="8214693" y="377155"/>
                  <a:pt x="8214693" y="842400"/>
                </a:cubicBezTo>
                <a:lnTo>
                  <a:pt x="8214692" y="842400"/>
                </a:lnTo>
                <a:cubicBezTo>
                  <a:pt x="8214692" y="1307644"/>
                  <a:pt x="7837536" y="1684799"/>
                  <a:pt x="7372292" y="1684799"/>
                </a:cubicBezTo>
                <a:lnTo>
                  <a:pt x="0" y="1684798"/>
                </a:lnTo>
              </a:path>
            </a:pathLst>
          </a:custGeom>
          <a:noFill/>
          <a:ln w="508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174985879"/>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Green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6" name="Graphic 5">
            <a:extLst>
              <a:ext uri="{FF2B5EF4-FFF2-40B4-BE49-F238E27FC236}">
                <a16:creationId xmlns:a16="http://schemas.microsoft.com/office/drawing/2014/main" id="{EFEABEE5-E72D-BC7C-5B33-6ADAA84A037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73406" y="5650088"/>
            <a:ext cx="2007565" cy="650979"/>
          </a:xfrm>
          <a:prstGeom prst="rect">
            <a:avLst/>
          </a:prstGeom>
        </p:spPr>
      </p:pic>
      <p:sp>
        <p:nvSpPr>
          <p:cNvPr id="7" name="Freeform 6">
            <a:extLst>
              <a:ext uri="{FF2B5EF4-FFF2-40B4-BE49-F238E27FC236}">
                <a16:creationId xmlns:a16="http://schemas.microsoft.com/office/drawing/2014/main" id="{4A85BD9F-190C-89C0-323B-A2F6394B6A57}"/>
              </a:ext>
            </a:extLst>
          </p:cNvPr>
          <p:cNvSpPr/>
          <p:nvPr userDrawn="1"/>
        </p:nvSpPr>
        <p:spPr>
          <a:xfrm>
            <a:off x="0" y="898803"/>
            <a:ext cx="8214693" cy="1684799"/>
          </a:xfrm>
          <a:custGeom>
            <a:avLst/>
            <a:gdLst>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 name="connsiteX6" fmla="*/ 91440 w 8214693"/>
              <a:gd name="connsiteY6" fmla="*/ 91440 h 1684799"/>
              <a:gd name="connsiteX0" fmla="*/ 162560 w 8377253"/>
              <a:gd name="connsiteY0" fmla="*/ 0 h 1684799"/>
              <a:gd name="connsiteX1" fmla="*/ 7534853 w 8377253"/>
              <a:gd name="connsiteY1" fmla="*/ 0 h 1684799"/>
              <a:gd name="connsiteX2" fmla="*/ 8377253 w 8377253"/>
              <a:gd name="connsiteY2" fmla="*/ 842400 h 1684799"/>
              <a:gd name="connsiteX3" fmla="*/ 8377252 w 8377253"/>
              <a:gd name="connsiteY3" fmla="*/ 842400 h 1684799"/>
              <a:gd name="connsiteX4" fmla="*/ 7534852 w 8377253"/>
              <a:gd name="connsiteY4" fmla="*/ 1684799 h 1684799"/>
              <a:gd name="connsiteX5" fmla="*/ 162560 w 8377253"/>
              <a:gd name="connsiteY5" fmla="*/ 1684798 h 1684799"/>
              <a:gd name="connsiteX6" fmla="*/ 0 w 8377253"/>
              <a:gd name="connsiteY6" fmla="*/ 485140 h 1684799"/>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14693" h="1684799">
                <a:moveTo>
                  <a:pt x="0" y="0"/>
                </a:moveTo>
                <a:lnTo>
                  <a:pt x="7372293" y="0"/>
                </a:lnTo>
                <a:cubicBezTo>
                  <a:pt x="7837538" y="0"/>
                  <a:pt x="8214693" y="377155"/>
                  <a:pt x="8214693" y="842400"/>
                </a:cubicBezTo>
                <a:lnTo>
                  <a:pt x="8214692" y="842400"/>
                </a:lnTo>
                <a:cubicBezTo>
                  <a:pt x="8214692" y="1307644"/>
                  <a:pt x="7837536" y="1684799"/>
                  <a:pt x="7372292" y="1684799"/>
                </a:cubicBezTo>
                <a:lnTo>
                  <a:pt x="0" y="1684798"/>
                </a:lnTo>
              </a:path>
            </a:pathLst>
          </a:custGeom>
          <a:noFill/>
          <a:ln w="508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00770208"/>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B/W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6" name="Graphic 5">
            <a:extLst>
              <a:ext uri="{FF2B5EF4-FFF2-40B4-BE49-F238E27FC236}">
                <a16:creationId xmlns:a16="http://schemas.microsoft.com/office/drawing/2014/main" id="{613DD727-6128-13D0-2BFD-84B4E1ACC8A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73406" y="5633708"/>
            <a:ext cx="2007565" cy="650979"/>
          </a:xfrm>
          <a:prstGeom prst="rect">
            <a:avLst/>
          </a:prstGeom>
        </p:spPr>
      </p:pic>
      <p:sp>
        <p:nvSpPr>
          <p:cNvPr id="8" name="Freeform 7">
            <a:extLst>
              <a:ext uri="{FF2B5EF4-FFF2-40B4-BE49-F238E27FC236}">
                <a16:creationId xmlns:a16="http://schemas.microsoft.com/office/drawing/2014/main" id="{C5E47AE7-8205-543C-A266-BFAB11958B23}"/>
              </a:ext>
            </a:extLst>
          </p:cNvPr>
          <p:cNvSpPr/>
          <p:nvPr userDrawn="1"/>
        </p:nvSpPr>
        <p:spPr>
          <a:xfrm>
            <a:off x="0" y="898803"/>
            <a:ext cx="8214693" cy="1684799"/>
          </a:xfrm>
          <a:custGeom>
            <a:avLst/>
            <a:gdLst>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 name="connsiteX6" fmla="*/ 91440 w 8214693"/>
              <a:gd name="connsiteY6" fmla="*/ 91440 h 1684799"/>
              <a:gd name="connsiteX0" fmla="*/ 162560 w 8377253"/>
              <a:gd name="connsiteY0" fmla="*/ 0 h 1684799"/>
              <a:gd name="connsiteX1" fmla="*/ 7534853 w 8377253"/>
              <a:gd name="connsiteY1" fmla="*/ 0 h 1684799"/>
              <a:gd name="connsiteX2" fmla="*/ 8377253 w 8377253"/>
              <a:gd name="connsiteY2" fmla="*/ 842400 h 1684799"/>
              <a:gd name="connsiteX3" fmla="*/ 8377252 w 8377253"/>
              <a:gd name="connsiteY3" fmla="*/ 842400 h 1684799"/>
              <a:gd name="connsiteX4" fmla="*/ 7534852 w 8377253"/>
              <a:gd name="connsiteY4" fmla="*/ 1684799 h 1684799"/>
              <a:gd name="connsiteX5" fmla="*/ 162560 w 8377253"/>
              <a:gd name="connsiteY5" fmla="*/ 1684798 h 1684799"/>
              <a:gd name="connsiteX6" fmla="*/ 0 w 8377253"/>
              <a:gd name="connsiteY6" fmla="*/ 485140 h 1684799"/>
              <a:gd name="connsiteX0" fmla="*/ 0 w 8214693"/>
              <a:gd name="connsiteY0" fmla="*/ 0 h 1684799"/>
              <a:gd name="connsiteX1" fmla="*/ 7372293 w 8214693"/>
              <a:gd name="connsiteY1" fmla="*/ 0 h 1684799"/>
              <a:gd name="connsiteX2" fmla="*/ 8214693 w 8214693"/>
              <a:gd name="connsiteY2" fmla="*/ 842400 h 1684799"/>
              <a:gd name="connsiteX3" fmla="*/ 8214692 w 8214693"/>
              <a:gd name="connsiteY3" fmla="*/ 842400 h 1684799"/>
              <a:gd name="connsiteX4" fmla="*/ 7372292 w 8214693"/>
              <a:gd name="connsiteY4" fmla="*/ 1684799 h 1684799"/>
              <a:gd name="connsiteX5" fmla="*/ 0 w 8214693"/>
              <a:gd name="connsiteY5" fmla="*/ 1684798 h 1684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14693" h="1684799">
                <a:moveTo>
                  <a:pt x="0" y="0"/>
                </a:moveTo>
                <a:lnTo>
                  <a:pt x="7372293" y="0"/>
                </a:lnTo>
                <a:cubicBezTo>
                  <a:pt x="7837538" y="0"/>
                  <a:pt x="8214693" y="377155"/>
                  <a:pt x="8214693" y="842400"/>
                </a:cubicBezTo>
                <a:lnTo>
                  <a:pt x="8214692" y="842400"/>
                </a:lnTo>
                <a:cubicBezTo>
                  <a:pt x="8214692" y="1307644"/>
                  <a:pt x="7837536" y="1684799"/>
                  <a:pt x="7372292" y="1684799"/>
                </a:cubicBezTo>
                <a:lnTo>
                  <a:pt x="0" y="1684798"/>
                </a:lnTo>
              </a:path>
            </a:pathLst>
          </a:custGeom>
          <a:noFill/>
          <a:ln w="508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044249721"/>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ue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1D2F0620-6E87-D078-F005-280481B46EF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178523078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ue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8" name="Picture 7">
            <a:extLst>
              <a:ext uri="{FF2B5EF4-FFF2-40B4-BE49-F238E27FC236}">
                <a16:creationId xmlns:a16="http://schemas.microsoft.com/office/drawing/2014/main" id="{95D8961C-132F-4F5B-9513-3BEEB7EC740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3"/>
          <a:srcRect r="11695"/>
          <a:stretch/>
        </p:blipFill>
        <p:spPr>
          <a:xfrm>
            <a:off x="8961679" y="1733108"/>
            <a:ext cx="3230321" cy="4061405"/>
          </a:xfrm>
          <a:prstGeom prst="rect">
            <a:avLst/>
          </a:prstGeom>
        </p:spPr>
      </p:pic>
    </p:spTree>
    <p:extLst>
      <p:ext uri="{BB962C8B-B14F-4D97-AF65-F5344CB8AC3E}">
        <p14:creationId xmlns:p14="http://schemas.microsoft.com/office/powerpoint/2010/main" val="223807202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ue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B3C30AB-4BD7-1BEE-D547-04278C77F57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315109111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ue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DA4A0AF7-E60F-D26C-223A-64972B70308F}"/>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E784AA55-C870-2115-4570-2D8A771D8E82}"/>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33E9731A-D775-7881-2ADE-9A501C24649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267042205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lue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D2A10433-18F2-F019-2A4C-866AA14AE49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278516159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lue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ounded Rectangle 1">
            <a:extLst>
              <a:ext uri="{FF2B5EF4-FFF2-40B4-BE49-F238E27FC236}">
                <a16:creationId xmlns:a16="http://schemas.microsoft.com/office/drawing/2014/main" id="{5CFB9007-D20B-91C7-8CC4-8A0AF6A28EBD}"/>
              </a:ext>
            </a:extLst>
          </p:cNvPr>
          <p:cNvSpPr/>
          <p:nvPr userDrawn="1"/>
        </p:nvSpPr>
        <p:spPr>
          <a:xfrm>
            <a:off x="0" y="4629819"/>
            <a:ext cx="6096000" cy="838200"/>
          </a:xfrm>
          <a:custGeom>
            <a:avLst/>
            <a:gdLst>
              <a:gd name="connsiteX0" fmla="*/ 0 w 6629400"/>
              <a:gd name="connsiteY0" fmla="*/ 419100 h 838200"/>
              <a:gd name="connsiteX1" fmla="*/ 419100 w 6629400"/>
              <a:gd name="connsiteY1" fmla="*/ 0 h 838200"/>
              <a:gd name="connsiteX2" fmla="*/ 6210300 w 6629400"/>
              <a:gd name="connsiteY2" fmla="*/ 0 h 838200"/>
              <a:gd name="connsiteX3" fmla="*/ 6629400 w 6629400"/>
              <a:gd name="connsiteY3" fmla="*/ 419100 h 838200"/>
              <a:gd name="connsiteX4" fmla="*/ 6629400 w 6629400"/>
              <a:gd name="connsiteY4" fmla="*/ 419100 h 838200"/>
              <a:gd name="connsiteX5" fmla="*/ 6210300 w 6629400"/>
              <a:gd name="connsiteY5" fmla="*/ 838200 h 838200"/>
              <a:gd name="connsiteX6" fmla="*/ 419100 w 6629400"/>
              <a:gd name="connsiteY6" fmla="*/ 838200 h 838200"/>
              <a:gd name="connsiteX7" fmla="*/ 0 w 6629400"/>
              <a:gd name="connsiteY7" fmla="*/ 419100 h 838200"/>
              <a:gd name="connsiteX0" fmla="*/ 0 w 6629400"/>
              <a:gd name="connsiteY0" fmla="*/ 419100 h 838200"/>
              <a:gd name="connsiteX1" fmla="*/ 419100 w 6629400"/>
              <a:gd name="connsiteY1" fmla="*/ 0 h 838200"/>
              <a:gd name="connsiteX2" fmla="*/ 6210300 w 6629400"/>
              <a:gd name="connsiteY2" fmla="*/ 0 h 838200"/>
              <a:gd name="connsiteX3" fmla="*/ 6629400 w 6629400"/>
              <a:gd name="connsiteY3" fmla="*/ 419100 h 838200"/>
              <a:gd name="connsiteX4" fmla="*/ 6629400 w 6629400"/>
              <a:gd name="connsiteY4" fmla="*/ 419100 h 838200"/>
              <a:gd name="connsiteX5" fmla="*/ 6210300 w 6629400"/>
              <a:gd name="connsiteY5" fmla="*/ 838200 h 838200"/>
              <a:gd name="connsiteX6" fmla="*/ 419100 w 6629400"/>
              <a:gd name="connsiteY6" fmla="*/ 838200 h 838200"/>
              <a:gd name="connsiteX7" fmla="*/ 91440 w 6629400"/>
              <a:gd name="connsiteY7" fmla="*/ 510540 h 838200"/>
              <a:gd name="connsiteX0" fmla="*/ 0 w 6629400"/>
              <a:gd name="connsiteY0" fmla="*/ 419100 h 838200"/>
              <a:gd name="connsiteX1" fmla="*/ 419100 w 6629400"/>
              <a:gd name="connsiteY1" fmla="*/ 0 h 838200"/>
              <a:gd name="connsiteX2" fmla="*/ 6210300 w 6629400"/>
              <a:gd name="connsiteY2" fmla="*/ 0 h 838200"/>
              <a:gd name="connsiteX3" fmla="*/ 6629400 w 6629400"/>
              <a:gd name="connsiteY3" fmla="*/ 419100 h 838200"/>
              <a:gd name="connsiteX4" fmla="*/ 6629400 w 6629400"/>
              <a:gd name="connsiteY4" fmla="*/ 419100 h 838200"/>
              <a:gd name="connsiteX5" fmla="*/ 6210300 w 6629400"/>
              <a:gd name="connsiteY5" fmla="*/ 838200 h 838200"/>
              <a:gd name="connsiteX6" fmla="*/ 419100 w 6629400"/>
              <a:gd name="connsiteY6" fmla="*/ 838200 h 838200"/>
              <a:gd name="connsiteX0" fmla="*/ 0 w 6210300"/>
              <a:gd name="connsiteY0" fmla="*/ 0 h 838200"/>
              <a:gd name="connsiteX1" fmla="*/ 5791200 w 6210300"/>
              <a:gd name="connsiteY1" fmla="*/ 0 h 838200"/>
              <a:gd name="connsiteX2" fmla="*/ 6210300 w 6210300"/>
              <a:gd name="connsiteY2" fmla="*/ 419100 h 838200"/>
              <a:gd name="connsiteX3" fmla="*/ 6210300 w 6210300"/>
              <a:gd name="connsiteY3" fmla="*/ 419100 h 838200"/>
              <a:gd name="connsiteX4" fmla="*/ 5791200 w 6210300"/>
              <a:gd name="connsiteY4" fmla="*/ 838200 h 838200"/>
              <a:gd name="connsiteX5" fmla="*/ 0 w 6210300"/>
              <a:gd name="connsiteY5" fmla="*/ 838200 h 838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10300" h="838200">
                <a:moveTo>
                  <a:pt x="0" y="0"/>
                </a:moveTo>
                <a:lnTo>
                  <a:pt x="5791200" y="0"/>
                </a:lnTo>
                <a:cubicBezTo>
                  <a:pt x="6022663" y="0"/>
                  <a:pt x="6210300" y="187637"/>
                  <a:pt x="6210300" y="419100"/>
                </a:cubicBezTo>
                <a:lnTo>
                  <a:pt x="6210300" y="419100"/>
                </a:lnTo>
                <a:cubicBezTo>
                  <a:pt x="6210300" y="650563"/>
                  <a:pt x="6022663" y="838200"/>
                  <a:pt x="5791200" y="838200"/>
                </a:cubicBezTo>
                <a:lnTo>
                  <a:pt x="0" y="838200"/>
                </a:lnTo>
              </a:path>
            </a:pathLst>
          </a:custGeom>
          <a:solidFill>
            <a:srgbClr val="9EE5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12" name="Picture 11">
            <a:extLst>
              <a:ext uri="{FF2B5EF4-FFF2-40B4-BE49-F238E27FC236}">
                <a16:creationId xmlns:a16="http://schemas.microsoft.com/office/drawing/2014/main" id="{2BCAA29C-63B0-9448-5C14-96920038F1B5}"/>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pic>
        <p:nvPicPr>
          <p:cNvPr id="3" name="Picture 2">
            <a:extLst>
              <a:ext uri="{FF2B5EF4-FFF2-40B4-BE49-F238E27FC236}">
                <a16:creationId xmlns:a16="http://schemas.microsoft.com/office/drawing/2014/main" id="{022344C5-2C6A-6968-FC4F-D7A4F001B0B7}"/>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195852089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Blue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F4AB0FA7-2EA8-46CD-3DD8-9A8AB864529F}"/>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391081213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Blue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696AA4DE-F380-3C2D-4A19-3FFC6A6A4971}"/>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338985427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lue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 uri="{C183D7F6-B498-43B3-948B-1728B52AA6E4}">
                <adec:decorative xmlns:adec="http://schemas.microsoft.com/office/drawing/2017/decorative" val="0"/>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E39219E7-A5DF-DCFC-ECD4-D3B7C588338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47225133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lue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5" name="Picture 4">
            <a:extLst>
              <a:ext uri="{FF2B5EF4-FFF2-40B4-BE49-F238E27FC236}">
                <a16:creationId xmlns:a16="http://schemas.microsoft.com/office/drawing/2014/main" id="{C8E707AA-EFC2-FC0D-980D-5A04483F54CB}"/>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84440488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Yellow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C19CFEDB-1653-0EED-46D8-475B98465B4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323511915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Yellow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C3730F2-6DEC-D896-1430-33605078FC7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3"/>
          <a:srcRect r="11695"/>
          <a:stretch/>
        </p:blipFill>
        <p:spPr>
          <a:xfrm>
            <a:off x="8961679" y="1733108"/>
            <a:ext cx="3230321" cy="4061405"/>
          </a:xfrm>
          <a:prstGeom prst="rect">
            <a:avLst/>
          </a:prstGeom>
        </p:spPr>
      </p:pic>
    </p:spTree>
    <p:extLst>
      <p:ext uri="{BB962C8B-B14F-4D97-AF65-F5344CB8AC3E}">
        <p14:creationId xmlns:p14="http://schemas.microsoft.com/office/powerpoint/2010/main" val="80294784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Yellow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E2A2D6B-ABC5-BCE1-3725-0A105BCE6E1E}"/>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227456875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Yellow_image+text_v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302858F-B20D-C124-765A-91E5E5C4916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75DA1C70-139A-A7C6-8271-6F38BBB4B959}"/>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7" name="Content Placeholder 5">
            <a:extLst>
              <a:ext uri="{FF2B5EF4-FFF2-40B4-BE49-F238E27FC236}">
                <a16:creationId xmlns:a16="http://schemas.microsoft.com/office/drawing/2014/main" id="{080A5B11-85BD-B494-600D-3402BBF9D8B0}"/>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2" name="Text Placeholder 6">
            <a:extLst>
              <a:ext uri="{FF2B5EF4-FFF2-40B4-BE49-F238E27FC236}">
                <a16:creationId xmlns:a16="http://schemas.microsoft.com/office/drawing/2014/main" id="{0EA56FB2-667C-DAC6-0BC5-0F43E110DB83}"/>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2FD56FE-21A4-046E-1FD0-FA742B41035F}"/>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409656614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Yellow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38B625F-2939-0076-EE39-F5E9774F09E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399481906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Yellow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46CEEDC8-44B6-6273-45F2-CF61A3BADCBC}"/>
              </a:ext>
            </a:extLst>
          </p:cNvPr>
          <p:cNvSpPr/>
          <p:nvPr userDrawn="1"/>
        </p:nvSpPr>
        <p:spPr>
          <a:xfrm>
            <a:off x="0" y="4629819"/>
            <a:ext cx="6096000" cy="838200"/>
          </a:xfrm>
          <a:custGeom>
            <a:avLst/>
            <a:gdLst>
              <a:gd name="connsiteX0" fmla="*/ 0 w 6629400"/>
              <a:gd name="connsiteY0" fmla="*/ 419100 h 838200"/>
              <a:gd name="connsiteX1" fmla="*/ 419100 w 6629400"/>
              <a:gd name="connsiteY1" fmla="*/ 0 h 838200"/>
              <a:gd name="connsiteX2" fmla="*/ 6210300 w 6629400"/>
              <a:gd name="connsiteY2" fmla="*/ 0 h 838200"/>
              <a:gd name="connsiteX3" fmla="*/ 6629400 w 6629400"/>
              <a:gd name="connsiteY3" fmla="*/ 419100 h 838200"/>
              <a:gd name="connsiteX4" fmla="*/ 6629400 w 6629400"/>
              <a:gd name="connsiteY4" fmla="*/ 419100 h 838200"/>
              <a:gd name="connsiteX5" fmla="*/ 6210300 w 6629400"/>
              <a:gd name="connsiteY5" fmla="*/ 838200 h 838200"/>
              <a:gd name="connsiteX6" fmla="*/ 419100 w 6629400"/>
              <a:gd name="connsiteY6" fmla="*/ 838200 h 838200"/>
              <a:gd name="connsiteX7" fmla="*/ 0 w 6629400"/>
              <a:gd name="connsiteY7" fmla="*/ 419100 h 838200"/>
              <a:gd name="connsiteX0" fmla="*/ 0 w 6629400"/>
              <a:gd name="connsiteY0" fmla="*/ 419100 h 838200"/>
              <a:gd name="connsiteX1" fmla="*/ 419100 w 6629400"/>
              <a:gd name="connsiteY1" fmla="*/ 0 h 838200"/>
              <a:gd name="connsiteX2" fmla="*/ 6210300 w 6629400"/>
              <a:gd name="connsiteY2" fmla="*/ 0 h 838200"/>
              <a:gd name="connsiteX3" fmla="*/ 6629400 w 6629400"/>
              <a:gd name="connsiteY3" fmla="*/ 419100 h 838200"/>
              <a:gd name="connsiteX4" fmla="*/ 6629400 w 6629400"/>
              <a:gd name="connsiteY4" fmla="*/ 419100 h 838200"/>
              <a:gd name="connsiteX5" fmla="*/ 6210300 w 6629400"/>
              <a:gd name="connsiteY5" fmla="*/ 838200 h 838200"/>
              <a:gd name="connsiteX6" fmla="*/ 419100 w 6629400"/>
              <a:gd name="connsiteY6" fmla="*/ 838200 h 838200"/>
              <a:gd name="connsiteX7" fmla="*/ 91440 w 6629400"/>
              <a:gd name="connsiteY7" fmla="*/ 510540 h 838200"/>
              <a:gd name="connsiteX0" fmla="*/ 0 w 6629400"/>
              <a:gd name="connsiteY0" fmla="*/ 419100 h 838200"/>
              <a:gd name="connsiteX1" fmla="*/ 419100 w 6629400"/>
              <a:gd name="connsiteY1" fmla="*/ 0 h 838200"/>
              <a:gd name="connsiteX2" fmla="*/ 6210300 w 6629400"/>
              <a:gd name="connsiteY2" fmla="*/ 0 h 838200"/>
              <a:gd name="connsiteX3" fmla="*/ 6629400 w 6629400"/>
              <a:gd name="connsiteY3" fmla="*/ 419100 h 838200"/>
              <a:gd name="connsiteX4" fmla="*/ 6629400 w 6629400"/>
              <a:gd name="connsiteY4" fmla="*/ 419100 h 838200"/>
              <a:gd name="connsiteX5" fmla="*/ 6210300 w 6629400"/>
              <a:gd name="connsiteY5" fmla="*/ 838200 h 838200"/>
              <a:gd name="connsiteX6" fmla="*/ 419100 w 6629400"/>
              <a:gd name="connsiteY6" fmla="*/ 838200 h 838200"/>
              <a:gd name="connsiteX0" fmla="*/ 0 w 6210300"/>
              <a:gd name="connsiteY0" fmla="*/ 0 h 838200"/>
              <a:gd name="connsiteX1" fmla="*/ 5791200 w 6210300"/>
              <a:gd name="connsiteY1" fmla="*/ 0 h 838200"/>
              <a:gd name="connsiteX2" fmla="*/ 6210300 w 6210300"/>
              <a:gd name="connsiteY2" fmla="*/ 419100 h 838200"/>
              <a:gd name="connsiteX3" fmla="*/ 6210300 w 6210300"/>
              <a:gd name="connsiteY3" fmla="*/ 419100 h 838200"/>
              <a:gd name="connsiteX4" fmla="*/ 5791200 w 6210300"/>
              <a:gd name="connsiteY4" fmla="*/ 838200 h 838200"/>
              <a:gd name="connsiteX5" fmla="*/ 0 w 6210300"/>
              <a:gd name="connsiteY5" fmla="*/ 838200 h 838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10300" h="838200">
                <a:moveTo>
                  <a:pt x="0" y="0"/>
                </a:moveTo>
                <a:lnTo>
                  <a:pt x="5791200" y="0"/>
                </a:lnTo>
                <a:cubicBezTo>
                  <a:pt x="6022663" y="0"/>
                  <a:pt x="6210300" y="187637"/>
                  <a:pt x="6210300" y="419100"/>
                </a:cubicBezTo>
                <a:lnTo>
                  <a:pt x="6210300" y="419100"/>
                </a:lnTo>
                <a:cubicBezTo>
                  <a:pt x="6210300" y="650563"/>
                  <a:pt x="6022663" y="838200"/>
                  <a:pt x="5791200" y="838200"/>
                </a:cubicBezTo>
                <a:lnTo>
                  <a:pt x="0" y="838200"/>
                </a:lnTo>
              </a:path>
            </a:pathLst>
          </a:custGeom>
          <a:solidFill>
            <a:srgbClr val="FFE9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5" name="Picture 4">
            <a:extLst>
              <a:ext uri="{FF2B5EF4-FFF2-40B4-BE49-F238E27FC236}">
                <a16:creationId xmlns:a16="http://schemas.microsoft.com/office/drawing/2014/main" id="{03CEB9C0-B1BF-F2F0-CFBD-DBAA3B7E832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pic>
        <p:nvPicPr>
          <p:cNvPr id="3" name="Picture 2">
            <a:extLst>
              <a:ext uri="{FF2B5EF4-FFF2-40B4-BE49-F238E27FC236}">
                <a16:creationId xmlns:a16="http://schemas.microsoft.com/office/drawing/2014/main" id="{D96D993C-5A39-AF81-154F-95170C32DF08}"/>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294879838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Yellow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4D6264FC-E45E-4A65-ECA6-F6E6C78FF5C5}"/>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32125063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Yellow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5DBBE13A-E1A6-9F15-F402-BD17E71929A8}"/>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222735521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Yellow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AA86B467-B6E6-07FD-82C2-C8A720A2FAA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308430269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Yellow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FE50924B-6CC7-5CA4-2459-E85A3EB990A7}"/>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423128021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Red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B9174DD2-79E4-DA24-0FFC-AA922A467A2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251754207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Red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pic>
        <p:nvPicPr>
          <p:cNvPr id="6" name="Picture 5">
            <a:extLst>
              <a:ext uri="{FF2B5EF4-FFF2-40B4-BE49-F238E27FC236}">
                <a16:creationId xmlns:a16="http://schemas.microsoft.com/office/drawing/2014/main" id="{0DCA14C3-7ED5-46A2-17DF-41AE41BFC37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329450891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Red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41A2384-AB6C-1FB5-35F0-9F0E3D0A4E6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180190811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Red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5E7C4392-7068-04E6-20E1-4BBCA1386C0A}"/>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55F91432-260F-83D5-486C-E3B551E2ACBF}"/>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9FEABEF-5D6F-38BC-0E0A-DA96D9716CD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2454840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Red_icons+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6063FAD-08EF-BC2C-950C-16B3F0DE190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65982617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Red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7A069223-8163-48F8-4A16-13FF0425311F}"/>
              </a:ext>
            </a:extLst>
          </p:cNvPr>
          <p:cNvSpPr/>
          <p:nvPr userDrawn="1"/>
        </p:nvSpPr>
        <p:spPr>
          <a:xfrm>
            <a:off x="0" y="4629819"/>
            <a:ext cx="6096000" cy="838200"/>
          </a:xfrm>
          <a:custGeom>
            <a:avLst/>
            <a:gdLst>
              <a:gd name="connsiteX0" fmla="*/ 0 w 6629400"/>
              <a:gd name="connsiteY0" fmla="*/ 419100 h 838200"/>
              <a:gd name="connsiteX1" fmla="*/ 419100 w 6629400"/>
              <a:gd name="connsiteY1" fmla="*/ 0 h 838200"/>
              <a:gd name="connsiteX2" fmla="*/ 6210300 w 6629400"/>
              <a:gd name="connsiteY2" fmla="*/ 0 h 838200"/>
              <a:gd name="connsiteX3" fmla="*/ 6629400 w 6629400"/>
              <a:gd name="connsiteY3" fmla="*/ 419100 h 838200"/>
              <a:gd name="connsiteX4" fmla="*/ 6629400 w 6629400"/>
              <a:gd name="connsiteY4" fmla="*/ 419100 h 838200"/>
              <a:gd name="connsiteX5" fmla="*/ 6210300 w 6629400"/>
              <a:gd name="connsiteY5" fmla="*/ 838200 h 838200"/>
              <a:gd name="connsiteX6" fmla="*/ 419100 w 6629400"/>
              <a:gd name="connsiteY6" fmla="*/ 838200 h 838200"/>
              <a:gd name="connsiteX7" fmla="*/ 0 w 6629400"/>
              <a:gd name="connsiteY7" fmla="*/ 419100 h 838200"/>
              <a:gd name="connsiteX0" fmla="*/ 0 w 6629400"/>
              <a:gd name="connsiteY0" fmla="*/ 419100 h 838200"/>
              <a:gd name="connsiteX1" fmla="*/ 419100 w 6629400"/>
              <a:gd name="connsiteY1" fmla="*/ 0 h 838200"/>
              <a:gd name="connsiteX2" fmla="*/ 6210300 w 6629400"/>
              <a:gd name="connsiteY2" fmla="*/ 0 h 838200"/>
              <a:gd name="connsiteX3" fmla="*/ 6629400 w 6629400"/>
              <a:gd name="connsiteY3" fmla="*/ 419100 h 838200"/>
              <a:gd name="connsiteX4" fmla="*/ 6629400 w 6629400"/>
              <a:gd name="connsiteY4" fmla="*/ 419100 h 838200"/>
              <a:gd name="connsiteX5" fmla="*/ 6210300 w 6629400"/>
              <a:gd name="connsiteY5" fmla="*/ 838200 h 838200"/>
              <a:gd name="connsiteX6" fmla="*/ 419100 w 6629400"/>
              <a:gd name="connsiteY6" fmla="*/ 838200 h 838200"/>
              <a:gd name="connsiteX7" fmla="*/ 91440 w 6629400"/>
              <a:gd name="connsiteY7" fmla="*/ 510540 h 838200"/>
              <a:gd name="connsiteX0" fmla="*/ 0 w 6629400"/>
              <a:gd name="connsiteY0" fmla="*/ 419100 h 838200"/>
              <a:gd name="connsiteX1" fmla="*/ 419100 w 6629400"/>
              <a:gd name="connsiteY1" fmla="*/ 0 h 838200"/>
              <a:gd name="connsiteX2" fmla="*/ 6210300 w 6629400"/>
              <a:gd name="connsiteY2" fmla="*/ 0 h 838200"/>
              <a:gd name="connsiteX3" fmla="*/ 6629400 w 6629400"/>
              <a:gd name="connsiteY3" fmla="*/ 419100 h 838200"/>
              <a:gd name="connsiteX4" fmla="*/ 6629400 w 6629400"/>
              <a:gd name="connsiteY4" fmla="*/ 419100 h 838200"/>
              <a:gd name="connsiteX5" fmla="*/ 6210300 w 6629400"/>
              <a:gd name="connsiteY5" fmla="*/ 838200 h 838200"/>
              <a:gd name="connsiteX6" fmla="*/ 419100 w 6629400"/>
              <a:gd name="connsiteY6" fmla="*/ 838200 h 838200"/>
              <a:gd name="connsiteX0" fmla="*/ 0 w 6210300"/>
              <a:gd name="connsiteY0" fmla="*/ 0 h 838200"/>
              <a:gd name="connsiteX1" fmla="*/ 5791200 w 6210300"/>
              <a:gd name="connsiteY1" fmla="*/ 0 h 838200"/>
              <a:gd name="connsiteX2" fmla="*/ 6210300 w 6210300"/>
              <a:gd name="connsiteY2" fmla="*/ 419100 h 838200"/>
              <a:gd name="connsiteX3" fmla="*/ 6210300 w 6210300"/>
              <a:gd name="connsiteY3" fmla="*/ 419100 h 838200"/>
              <a:gd name="connsiteX4" fmla="*/ 5791200 w 6210300"/>
              <a:gd name="connsiteY4" fmla="*/ 838200 h 838200"/>
              <a:gd name="connsiteX5" fmla="*/ 0 w 6210300"/>
              <a:gd name="connsiteY5" fmla="*/ 838200 h 838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10300" h="838200">
                <a:moveTo>
                  <a:pt x="0" y="0"/>
                </a:moveTo>
                <a:lnTo>
                  <a:pt x="5791200" y="0"/>
                </a:lnTo>
                <a:cubicBezTo>
                  <a:pt x="6022663" y="0"/>
                  <a:pt x="6210300" y="187637"/>
                  <a:pt x="6210300" y="419100"/>
                </a:cubicBezTo>
                <a:lnTo>
                  <a:pt x="6210300" y="419100"/>
                </a:lnTo>
                <a:cubicBezTo>
                  <a:pt x="6210300" y="650563"/>
                  <a:pt x="6022663" y="838200"/>
                  <a:pt x="5791200" y="838200"/>
                </a:cubicBezTo>
                <a:lnTo>
                  <a:pt x="0" y="838200"/>
                </a:lnTo>
              </a:path>
            </a:pathLst>
          </a:custGeom>
          <a:solidFill>
            <a:srgbClr val="FFBA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5ADEBD8F-B578-3E5F-0F06-192614975472}"/>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4" name="Picture 3">
            <a:extLst>
              <a:ext uri="{FF2B5EF4-FFF2-40B4-BE49-F238E27FC236}">
                <a16:creationId xmlns:a16="http://schemas.microsoft.com/office/drawing/2014/main" id="{581EE01A-23C2-F8D5-2384-023AC8FA97E0}"/>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189848582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Red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85256DBB-84CC-C614-857B-C35C00C4AB17}"/>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122719890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Red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3D5CAE40-06A7-714E-722E-1EB095B8FE1B}"/>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33372833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Red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86B6BAC1-D792-8826-2337-B6A97D9A6F6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32819918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Red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4B1F8BED-FE48-CDF0-DEFB-8F7954964A9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297424434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Purple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AAFAF83E-84C1-EB63-2AE6-A697F4B2314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326529755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Purple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A9F038F-3F25-E2F9-C87A-21E6BA0347E6}"/>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399104167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Purple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D058DBC-ECFC-992C-B787-CF026CF7FC2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263263744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Purple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63EADF05-6147-C359-65E0-0B6C167D1B0D}"/>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4A3EF1E2-21DA-1F1B-ED20-1E0CA1400869}"/>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FF1A10E-9321-C019-89DF-4455D521905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261143197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Purple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E63F0D2-F250-3107-1483-DBDD26CD5D7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228515521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Purple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Rounded Rectangle 1">
            <a:extLst>
              <a:ext uri="{FF2B5EF4-FFF2-40B4-BE49-F238E27FC236}">
                <a16:creationId xmlns:a16="http://schemas.microsoft.com/office/drawing/2014/main" id="{29C565DE-AC08-897A-826A-140566BE4D3E}"/>
              </a:ext>
            </a:extLst>
          </p:cNvPr>
          <p:cNvSpPr/>
          <p:nvPr userDrawn="1"/>
        </p:nvSpPr>
        <p:spPr>
          <a:xfrm>
            <a:off x="0" y="4629819"/>
            <a:ext cx="6096000" cy="838200"/>
          </a:xfrm>
          <a:custGeom>
            <a:avLst/>
            <a:gdLst>
              <a:gd name="connsiteX0" fmla="*/ 0 w 6629400"/>
              <a:gd name="connsiteY0" fmla="*/ 419100 h 838200"/>
              <a:gd name="connsiteX1" fmla="*/ 419100 w 6629400"/>
              <a:gd name="connsiteY1" fmla="*/ 0 h 838200"/>
              <a:gd name="connsiteX2" fmla="*/ 6210300 w 6629400"/>
              <a:gd name="connsiteY2" fmla="*/ 0 h 838200"/>
              <a:gd name="connsiteX3" fmla="*/ 6629400 w 6629400"/>
              <a:gd name="connsiteY3" fmla="*/ 419100 h 838200"/>
              <a:gd name="connsiteX4" fmla="*/ 6629400 w 6629400"/>
              <a:gd name="connsiteY4" fmla="*/ 419100 h 838200"/>
              <a:gd name="connsiteX5" fmla="*/ 6210300 w 6629400"/>
              <a:gd name="connsiteY5" fmla="*/ 838200 h 838200"/>
              <a:gd name="connsiteX6" fmla="*/ 419100 w 6629400"/>
              <a:gd name="connsiteY6" fmla="*/ 838200 h 838200"/>
              <a:gd name="connsiteX7" fmla="*/ 0 w 6629400"/>
              <a:gd name="connsiteY7" fmla="*/ 419100 h 838200"/>
              <a:gd name="connsiteX0" fmla="*/ 0 w 6629400"/>
              <a:gd name="connsiteY0" fmla="*/ 419100 h 838200"/>
              <a:gd name="connsiteX1" fmla="*/ 419100 w 6629400"/>
              <a:gd name="connsiteY1" fmla="*/ 0 h 838200"/>
              <a:gd name="connsiteX2" fmla="*/ 6210300 w 6629400"/>
              <a:gd name="connsiteY2" fmla="*/ 0 h 838200"/>
              <a:gd name="connsiteX3" fmla="*/ 6629400 w 6629400"/>
              <a:gd name="connsiteY3" fmla="*/ 419100 h 838200"/>
              <a:gd name="connsiteX4" fmla="*/ 6629400 w 6629400"/>
              <a:gd name="connsiteY4" fmla="*/ 419100 h 838200"/>
              <a:gd name="connsiteX5" fmla="*/ 6210300 w 6629400"/>
              <a:gd name="connsiteY5" fmla="*/ 838200 h 838200"/>
              <a:gd name="connsiteX6" fmla="*/ 419100 w 6629400"/>
              <a:gd name="connsiteY6" fmla="*/ 838200 h 838200"/>
              <a:gd name="connsiteX7" fmla="*/ 91440 w 6629400"/>
              <a:gd name="connsiteY7" fmla="*/ 510540 h 838200"/>
              <a:gd name="connsiteX0" fmla="*/ 0 w 6629400"/>
              <a:gd name="connsiteY0" fmla="*/ 419100 h 838200"/>
              <a:gd name="connsiteX1" fmla="*/ 419100 w 6629400"/>
              <a:gd name="connsiteY1" fmla="*/ 0 h 838200"/>
              <a:gd name="connsiteX2" fmla="*/ 6210300 w 6629400"/>
              <a:gd name="connsiteY2" fmla="*/ 0 h 838200"/>
              <a:gd name="connsiteX3" fmla="*/ 6629400 w 6629400"/>
              <a:gd name="connsiteY3" fmla="*/ 419100 h 838200"/>
              <a:gd name="connsiteX4" fmla="*/ 6629400 w 6629400"/>
              <a:gd name="connsiteY4" fmla="*/ 419100 h 838200"/>
              <a:gd name="connsiteX5" fmla="*/ 6210300 w 6629400"/>
              <a:gd name="connsiteY5" fmla="*/ 838200 h 838200"/>
              <a:gd name="connsiteX6" fmla="*/ 419100 w 6629400"/>
              <a:gd name="connsiteY6" fmla="*/ 838200 h 838200"/>
              <a:gd name="connsiteX0" fmla="*/ 0 w 6210300"/>
              <a:gd name="connsiteY0" fmla="*/ 0 h 838200"/>
              <a:gd name="connsiteX1" fmla="*/ 5791200 w 6210300"/>
              <a:gd name="connsiteY1" fmla="*/ 0 h 838200"/>
              <a:gd name="connsiteX2" fmla="*/ 6210300 w 6210300"/>
              <a:gd name="connsiteY2" fmla="*/ 419100 h 838200"/>
              <a:gd name="connsiteX3" fmla="*/ 6210300 w 6210300"/>
              <a:gd name="connsiteY3" fmla="*/ 419100 h 838200"/>
              <a:gd name="connsiteX4" fmla="*/ 5791200 w 6210300"/>
              <a:gd name="connsiteY4" fmla="*/ 838200 h 838200"/>
              <a:gd name="connsiteX5" fmla="*/ 0 w 6210300"/>
              <a:gd name="connsiteY5" fmla="*/ 838200 h 838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10300" h="838200">
                <a:moveTo>
                  <a:pt x="0" y="0"/>
                </a:moveTo>
                <a:lnTo>
                  <a:pt x="5791200" y="0"/>
                </a:lnTo>
                <a:cubicBezTo>
                  <a:pt x="6022663" y="0"/>
                  <a:pt x="6210300" y="187637"/>
                  <a:pt x="6210300" y="419100"/>
                </a:cubicBezTo>
                <a:lnTo>
                  <a:pt x="6210300" y="419100"/>
                </a:lnTo>
                <a:cubicBezTo>
                  <a:pt x="6210300" y="650563"/>
                  <a:pt x="6022663" y="838200"/>
                  <a:pt x="5791200" y="838200"/>
                </a:cubicBezTo>
                <a:lnTo>
                  <a:pt x="0" y="838200"/>
                </a:lnTo>
              </a:path>
            </a:pathLst>
          </a:custGeom>
          <a:solidFill>
            <a:srgbClr val="DACE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7310531E-8BB5-02D6-AFEC-E5A33795F5F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5" name="Picture 4">
            <a:extLst>
              <a:ext uri="{FF2B5EF4-FFF2-40B4-BE49-F238E27FC236}">
                <a16:creationId xmlns:a16="http://schemas.microsoft.com/office/drawing/2014/main" id="{D9A27BC2-2F18-5323-A182-B58E5988F647}"/>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366292723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Purple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764599EA-33A9-714A-71F9-C9917BED559C}"/>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196855707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Purple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4ED66C63-7725-D0B5-A2BA-B83166EDE7E9}"/>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4102830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Purple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B325625-45A1-4974-9E2F-ACF1457967F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231275123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Purple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8A974466-2D86-293F-6B05-5E0EFB38430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55709535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Orange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A2A780B5-8449-24E7-03B6-02AD7F4CFFA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3375000662"/>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Orange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89824F45-9A75-4C9D-D15D-D057CCC9F3C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pic>
        <p:nvPicPr>
          <p:cNvPr id="9" name="Graphic 8">
            <a:extLst>
              <a:ext uri="{FF2B5EF4-FFF2-40B4-BE49-F238E27FC236}">
                <a16:creationId xmlns:a16="http://schemas.microsoft.com/office/drawing/2014/main" id="{1AE394A3-DA9E-AAC0-43BF-4B203F4DA5BB}"/>
              </a:ext>
            </a:extLst>
          </p:cNvPr>
          <p:cNvPicPr>
            <a:picLocks noChangeAspect="1"/>
          </p:cNvPicPr>
          <p:nvPr userDrawn="1"/>
        </p:nvPicPr>
        <p:blipFill>
          <a:blip>
            <a:extLst>
              <a:ext uri="{96DAC541-7B7A-43D3-8B79-37D633B846F1}">
                <asvg:svgBlip xmlns:asvg="http://schemas.microsoft.com/office/drawing/2016/SVG/main" r:embed="rId3"/>
              </a:ext>
            </a:extLst>
          </a:blip>
          <a:srcRect t="859" r="13363" b="-859"/>
          <a:stretch>
            <a:fillRect/>
          </a:stretch>
        </p:blipFill>
        <p:spPr>
          <a:xfrm>
            <a:off x="8948530" y="1733108"/>
            <a:ext cx="3243470" cy="4159710"/>
          </a:xfrm>
          <a:prstGeom prst="rect">
            <a:avLst/>
          </a:prstGeom>
        </p:spPr>
      </p:pic>
    </p:spTree>
    <p:extLst>
      <p:ext uri="{BB962C8B-B14F-4D97-AF65-F5344CB8AC3E}">
        <p14:creationId xmlns:p14="http://schemas.microsoft.com/office/powerpoint/2010/main" val="3170572682"/>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Orange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5FE87028-CAF7-F5B7-4CB1-0D4C0319BEA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4075806154"/>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Orange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655AB4C9-59BC-E224-FFFD-9DB88A07DD68}"/>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9D352A76-8A6F-211C-DD74-EAF5EB388BEA}"/>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5754DA5-0BF1-D01C-3093-2696272DADE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572188986"/>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Orange_icons+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BB01192-B93C-B441-2C51-0090D44614C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3207332113"/>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Orange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2F0C624A-B79E-B542-A13E-8D86CF284072}"/>
              </a:ext>
            </a:extLst>
          </p:cNvPr>
          <p:cNvSpPr/>
          <p:nvPr userDrawn="1"/>
        </p:nvSpPr>
        <p:spPr>
          <a:xfrm>
            <a:off x="0" y="4629819"/>
            <a:ext cx="6096000" cy="838200"/>
          </a:xfrm>
          <a:custGeom>
            <a:avLst/>
            <a:gdLst>
              <a:gd name="connsiteX0" fmla="*/ 0 w 6629400"/>
              <a:gd name="connsiteY0" fmla="*/ 419100 h 838200"/>
              <a:gd name="connsiteX1" fmla="*/ 419100 w 6629400"/>
              <a:gd name="connsiteY1" fmla="*/ 0 h 838200"/>
              <a:gd name="connsiteX2" fmla="*/ 6210300 w 6629400"/>
              <a:gd name="connsiteY2" fmla="*/ 0 h 838200"/>
              <a:gd name="connsiteX3" fmla="*/ 6629400 w 6629400"/>
              <a:gd name="connsiteY3" fmla="*/ 419100 h 838200"/>
              <a:gd name="connsiteX4" fmla="*/ 6629400 w 6629400"/>
              <a:gd name="connsiteY4" fmla="*/ 419100 h 838200"/>
              <a:gd name="connsiteX5" fmla="*/ 6210300 w 6629400"/>
              <a:gd name="connsiteY5" fmla="*/ 838200 h 838200"/>
              <a:gd name="connsiteX6" fmla="*/ 419100 w 6629400"/>
              <a:gd name="connsiteY6" fmla="*/ 838200 h 838200"/>
              <a:gd name="connsiteX7" fmla="*/ 0 w 6629400"/>
              <a:gd name="connsiteY7" fmla="*/ 419100 h 838200"/>
              <a:gd name="connsiteX0" fmla="*/ 0 w 6629400"/>
              <a:gd name="connsiteY0" fmla="*/ 419100 h 838200"/>
              <a:gd name="connsiteX1" fmla="*/ 419100 w 6629400"/>
              <a:gd name="connsiteY1" fmla="*/ 0 h 838200"/>
              <a:gd name="connsiteX2" fmla="*/ 6210300 w 6629400"/>
              <a:gd name="connsiteY2" fmla="*/ 0 h 838200"/>
              <a:gd name="connsiteX3" fmla="*/ 6629400 w 6629400"/>
              <a:gd name="connsiteY3" fmla="*/ 419100 h 838200"/>
              <a:gd name="connsiteX4" fmla="*/ 6629400 w 6629400"/>
              <a:gd name="connsiteY4" fmla="*/ 419100 h 838200"/>
              <a:gd name="connsiteX5" fmla="*/ 6210300 w 6629400"/>
              <a:gd name="connsiteY5" fmla="*/ 838200 h 838200"/>
              <a:gd name="connsiteX6" fmla="*/ 419100 w 6629400"/>
              <a:gd name="connsiteY6" fmla="*/ 838200 h 838200"/>
              <a:gd name="connsiteX7" fmla="*/ 91440 w 6629400"/>
              <a:gd name="connsiteY7" fmla="*/ 510540 h 838200"/>
              <a:gd name="connsiteX0" fmla="*/ 0 w 6629400"/>
              <a:gd name="connsiteY0" fmla="*/ 419100 h 838200"/>
              <a:gd name="connsiteX1" fmla="*/ 419100 w 6629400"/>
              <a:gd name="connsiteY1" fmla="*/ 0 h 838200"/>
              <a:gd name="connsiteX2" fmla="*/ 6210300 w 6629400"/>
              <a:gd name="connsiteY2" fmla="*/ 0 h 838200"/>
              <a:gd name="connsiteX3" fmla="*/ 6629400 w 6629400"/>
              <a:gd name="connsiteY3" fmla="*/ 419100 h 838200"/>
              <a:gd name="connsiteX4" fmla="*/ 6629400 w 6629400"/>
              <a:gd name="connsiteY4" fmla="*/ 419100 h 838200"/>
              <a:gd name="connsiteX5" fmla="*/ 6210300 w 6629400"/>
              <a:gd name="connsiteY5" fmla="*/ 838200 h 838200"/>
              <a:gd name="connsiteX6" fmla="*/ 419100 w 6629400"/>
              <a:gd name="connsiteY6" fmla="*/ 838200 h 838200"/>
              <a:gd name="connsiteX0" fmla="*/ 0 w 6210300"/>
              <a:gd name="connsiteY0" fmla="*/ 0 h 838200"/>
              <a:gd name="connsiteX1" fmla="*/ 5791200 w 6210300"/>
              <a:gd name="connsiteY1" fmla="*/ 0 h 838200"/>
              <a:gd name="connsiteX2" fmla="*/ 6210300 w 6210300"/>
              <a:gd name="connsiteY2" fmla="*/ 419100 h 838200"/>
              <a:gd name="connsiteX3" fmla="*/ 6210300 w 6210300"/>
              <a:gd name="connsiteY3" fmla="*/ 419100 h 838200"/>
              <a:gd name="connsiteX4" fmla="*/ 5791200 w 6210300"/>
              <a:gd name="connsiteY4" fmla="*/ 838200 h 838200"/>
              <a:gd name="connsiteX5" fmla="*/ 0 w 6210300"/>
              <a:gd name="connsiteY5" fmla="*/ 838200 h 838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10300" h="838200">
                <a:moveTo>
                  <a:pt x="0" y="0"/>
                </a:moveTo>
                <a:lnTo>
                  <a:pt x="5791200" y="0"/>
                </a:lnTo>
                <a:cubicBezTo>
                  <a:pt x="6022663" y="0"/>
                  <a:pt x="6210300" y="187637"/>
                  <a:pt x="6210300" y="419100"/>
                </a:cubicBezTo>
                <a:lnTo>
                  <a:pt x="6210300" y="419100"/>
                </a:lnTo>
                <a:cubicBezTo>
                  <a:pt x="6210300" y="650563"/>
                  <a:pt x="6022663" y="838200"/>
                  <a:pt x="5791200" y="838200"/>
                </a:cubicBezTo>
                <a:lnTo>
                  <a:pt x="0" y="838200"/>
                </a:lnTo>
              </a:path>
            </a:pathLst>
          </a:custGeom>
          <a:solidFill>
            <a:srgbClr val="FFD3A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662826E8-5ACA-BF47-3E86-1B0C693CACA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4" name="Picture 3">
            <a:extLst>
              <a:ext uri="{FF2B5EF4-FFF2-40B4-BE49-F238E27FC236}">
                <a16:creationId xmlns:a16="http://schemas.microsoft.com/office/drawing/2014/main" id="{57D9F0EF-0BC7-6322-F985-33B73069575D}"/>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1460219817"/>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Orange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986A2FB5-0ABC-A1F1-BCBB-0E5B880F38D6}"/>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994855307"/>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Orange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0C81A4E5-3F16-939E-5F18-58B9992D59EC}"/>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1060909352"/>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Orange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330F107-C548-1F71-0328-0C05847A32E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2650676527"/>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Orange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3A6BC58F-7098-6ED6-8197-0183DE87C741}"/>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787982011"/>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Green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DD630461-FF09-AE3A-830B-60852F9A836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2893047665"/>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Green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83BBDAFE-3463-2F49-E910-428222427573}"/>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2311018602"/>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Green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1F5DD92F-2C07-73B9-B390-73B00479653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409655489"/>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Green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F8C62C48-B4FC-0C92-2FD2-2D4AACC4DD15}"/>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0AD711B9-F295-7F9C-3A4F-1116B45B62C9}"/>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555278A0-C5E7-0F91-FA5D-B53388E5F65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1924027665"/>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Green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DC364825-0C99-1A6F-72FE-EBD3B38BDD1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1365561193"/>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Green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ounded Rectangle 1">
            <a:extLst>
              <a:ext uri="{FF2B5EF4-FFF2-40B4-BE49-F238E27FC236}">
                <a16:creationId xmlns:a16="http://schemas.microsoft.com/office/drawing/2014/main" id="{3D17E750-B760-09C4-7A6E-608EB91B415B}"/>
              </a:ext>
            </a:extLst>
          </p:cNvPr>
          <p:cNvSpPr/>
          <p:nvPr userDrawn="1"/>
        </p:nvSpPr>
        <p:spPr>
          <a:xfrm>
            <a:off x="0" y="4629819"/>
            <a:ext cx="6096000" cy="838200"/>
          </a:xfrm>
          <a:custGeom>
            <a:avLst/>
            <a:gdLst>
              <a:gd name="connsiteX0" fmla="*/ 0 w 6629400"/>
              <a:gd name="connsiteY0" fmla="*/ 419100 h 838200"/>
              <a:gd name="connsiteX1" fmla="*/ 419100 w 6629400"/>
              <a:gd name="connsiteY1" fmla="*/ 0 h 838200"/>
              <a:gd name="connsiteX2" fmla="*/ 6210300 w 6629400"/>
              <a:gd name="connsiteY2" fmla="*/ 0 h 838200"/>
              <a:gd name="connsiteX3" fmla="*/ 6629400 w 6629400"/>
              <a:gd name="connsiteY3" fmla="*/ 419100 h 838200"/>
              <a:gd name="connsiteX4" fmla="*/ 6629400 w 6629400"/>
              <a:gd name="connsiteY4" fmla="*/ 419100 h 838200"/>
              <a:gd name="connsiteX5" fmla="*/ 6210300 w 6629400"/>
              <a:gd name="connsiteY5" fmla="*/ 838200 h 838200"/>
              <a:gd name="connsiteX6" fmla="*/ 419100 w 6629400"/>
              <a:gd name="connsiteY6" fmla="*/ 838200 h 838200"/>
              <a:gd name="connsiteX7" fmla="*/ 0 w 6629400"/>
              <a:gd name="connsiteY7" fmla="*/ 419100 h 838200"/>
              <a:gd name="connsiteX0" fmla="*/ 0 w 6629400"/>
              <a:gd name="connsiteY0" fmla="*/ 419100 h 838200"/>
              <a:gd name="connsiteX1" fmla="*/ 419100 w 6629400"/>
              <a:gd name="connsiteY1" fmla="*/ 0 h 838200"/>
              <a:gd name="connsiteX2" fmla="*/ 6210300 w 6629400"/>
              <a:gd name="connsiteY2" fmla="*/ 0 h 838200"/>
              <a:gd name="connsiteX3" fmla="*/ 6629400 w 6629400"/>
              <a:gd name="connsiteY3" fmla="*/ 419100 h 838200"/>
              <a:gd name="connsiteX4" fmla="*/ 6629400 w 6629400"/>
              <a:gd name="connsiteY4" fmla="*/ 419100 h 838200"/>
              <a:gd name="connsiteX5" fmla="*/ 6210300 w 6629400"/>
              <a:gd name="connsiteY5" fmla="*/ 838200 h 838200"/>
              <a:gd name="connsiteX6" fmla="*/ 419100 w 6629400"/>
              <a:gd name="connsiteY6" fmla="*/ 838200 h 838200"/>
              <a:gd name="connsiteX7" fmla="*/ 91440 w 6629400"/>
              <a:gd name="connsiteY7" fmla="*/ 510540 h 838200"/>
              <a:gd name="connsiteX0" fmla="*/ 0 w 6629400"/>
              <a:gd name="connsiteY0" fmla="*/ 419100 h 838200"/>
              <a:gd name="connsiteX1" fmla="*/ 419100 w 6629400"/>
              <a:gd name="connsiteY1" fmla="*/ 0 h 838200"/>
              <a:gd name="connsiteX2" fmla="*/ 6210300 w 6629400"/>
              <a:gd name="connsiteY2" fmla="*/ 0 h 838200"/>
              <a:gd name="connsiteX3" fmla="*/ 6629400 w 6629400"/>
              <a:gd name="connsiteY3" fmla="*/ 419100 h 838200"/>
              <a:gd name="connsiteX4" fmla="*/ 6629400 w 6629400"/>
              <a:gd name="connsiteY4" fmla="*/ 419100 h 838200"/>
              <a:gd name="connsiteX5" fmla="*/ 6210300 w 6629400"/>
              <a:gd name="connsiteY5" fmla="*/ 838200 h 838200"/>
              <a:gd name="connsiteX6" fmla="*/ 419100 w 6629400"/>
              <a:gd name="connsiteY6" fmla="*/ 838200 h 838200"/>
              <a:gd name="connsiteX0" fmla="*/ 0 w 6210300"/>
              <a:gd name="connsiteY0" fmla="*/ 0 h 838200"/>
              <a:gd name="connsiteX1" fmla="*/ 5791200 w 6210300"/>
              <a:gd name="connsiteY1" fmla="*/ 0 h 838200"/>
              <a:gd name="connsiteX2" fmla="*/ 6210300 w 6210300"/>
              <a:gd name="connsiteY2" fmla="*/ 419100 h 838200"/>
              <a:gd name="connsiteX3" fmla="*/ 6210300 w 6210300"/>
              <a:gd name="connsiteY3" fmla="*/ 419100 h 838200"/>
              <a:gd name="connsiteX4" fmla="*/ 5791200 w 6210300"/>
              <a:gd name="connsiteY4" fmla="*/ 838200 h 838200"/>
              <a:gd name="connsiteX5" fmla="*/ 0 w 6210300"/>
              <a:gd name="connsiteY5" fmla="*/ 838200 h 838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10300" h="838200">
                <a:moveTo>
                  <a:pt x="0" y="0"/>
                </a:moveTo>
                <a:lnTo>
                  <a:pt x="5791200" y="0"/>
                </a:lnTo>
                <a:cubicBezTo>
                  <a:pt x="6022663" y="0"/>
                  <a:pt x="6210300" y="187637"/>
                  <a:pt x="6210300" y="419100"/>
                </a:cubicBezTo>
                <a:lnTo>
                  <a:pt x="6210300" y="419100"/>
                </a:lnTo>
                <a:cubicBezTo>
                  <a:pt x="6210300" y="650563"/>
                  <a:pt x="6022663" y="838200"/>
                  <a:pt x="5791200" y="838200"/>
                </a:cubicBezTo>
                <a:lnTo>
                  <a:pt x="0" y="838200"/>
                </a:lnTo>
              </a:path>
            </a:pathLst>
          </a:custGeom>
          <a:solidFill>
            <a:srgbClr val="D2ED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480F448F-030F-0DD7-92C5-68D5DB7D0C9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5" name="Picture 4">
            <a:extLst>
              <a:ext uri="{FF2B5EF4-FFF2-40B4-BE49-F238E27FC236}">
                <a16:creationId xmlns:a16="http://schemas.microsoft.com/office/drawing/2014/main" id="{36002736-0B0C-97D2-6858-41E62A667891}"/>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2092895715"/>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Green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34FE57C0-8EB6-2F8A-9E5B-3DC9F8E1DE5B}"/>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3044172282"/>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Green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14E64E92-AD3E-BA76-4490-B706C44AC3C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3760372723"/>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Green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E5363842-446F-A21D-AB60-B1E5997B0E0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62625303"/>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Green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C4EBBC7E-E4F7-506B-BF90-CAA82E820410}"/>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6414722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slideLayout" Target="../slideLayouts/slideLayout10.xml"/><Relationship Id="rId1" Type="http://schemas.openxmlformats.org/officeDocument/2006/relationships/slideLayout" Target="../slideLayouts/slideLayout9.xml"/><Relationship Id="rId5" Type="http://schemas.openxmlformats.org/officeDocument/2006/relationships/theme" Target="../theme/theme2.xml"/><Relationship Id="rId4"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 Id="rId5" Type="http://schemas.openxmlformats.org/officeDocument/2006/relationships/theme" Target="../theme/theme3.xml"/><Relationship Id="rId4" Type="http://schemas.openxmlformats.org/officeDocument/2006/relationships/slideLayout" Target="../slideLayouts/slideLayout16.xml"/></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Relationship Id="rId3" Type="http://schemas.openxmlformats.org/officeDocument/2006/relationships/slideLayout" Target="../slideLayouts/slideLayout19.xml"/><Relationship Id="rId7" Type="http://schemas.openxmlformats.org/officeDocument/2006/relationships/slideLayout" Target="../slideLayouts/slideLayout23.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5" Type="http://schemas.openxmlformats.org/officeDocument/2006/relationships/slideLayout" Target="../slideLayouts/slideLayout21.xml"/><Relationship Id="rId4" Type="http://schemas.openxmlformats.org/officeDocument/2006/relationships/slideLayout" Target="../slideLayouts/slideLayout20.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image" Target="../media/image34.png"/><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theme" Target="../theme/theme5.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image" Target="../media/image34.png"/><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theme" Target="../theme/theme6.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51.xml"/><Relationship Id="rId3" Type="http://schemas.openxmlformats.org/officeDocument/2006/relationships/slideLayout" Target="../slideLayouts/slideLayout46.xml"/><Relationship Id="rId7" Type="http://schemas.openxmlformats.org/officeDocument/2006/relationships/slideLayout" Target="../slideLayouts/slideLayout50.xml"/><Relationship Id="rId12" Type="http://schemas.openxmlformats.org/officeDocument/2006/relationships/image" Target="../media/image34.png"/><Relationship Id="rId2" Type="http://schemas.openxmlformats.org/officeDocument/2006/relationships/slideLayout" Target="../slideLayouts/slideLayout45.xml"/><Relationship Id="rId1" Type="http://schemas.openxmlformats.org/officeDocument/2006/relationships/slideLayout" Target="../slideLayouts/slideLayout44.xml"/><Relationship Id="rId6" Type="http://schemas.openxmlformats.org/officeDocument/2006/relationships/slideLayout" Target="../slideLayouts/slideLayout49.xml"/><Relationship Id="rId11" Type="http://schemas.openxmlformats.org/officeDocument/2006/relationships/theme" Target="../theme/theme7.xml"/><Relationship Id="rId5" Type="http://schemas.openxmlformats.org/officeDocument/2006/relationships/slideLayout" Target="../slideLayouts/slideLayout48.xml"/><Relationship Id="rId10" Type="http://schemas.openxmlformats.org/officeDocument/2006/relationships/slideLayout" Target="../slideLayouts/slideLayout53.xml"/><Relationship Id="rId4" Type="http://schemas.openxmlformats.org/officeDocument/2006/relationships/slideLayout" Target="../slideLayouts/slideLayout47.xml"/><Relationship Id="rId9" Type="http://schemas.openxmlformats.org/officeDocument/2006/relationships/slideLayout" Target="../slideLayouts/slideLayout52.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61.xml"/><Relationship Id="rId3" Type="http://schemas.openxmlformats.org/officeDocument/2006/relationships/slideLayout" Target="../slideLayouts/slideLayout56.xml"/><Relationship Id="rId7" Type="http://schemas.openxmlformats.org/officeDocument/2006/relationships/slideLayout" Target="../slideLayouts/slideLayout60.xml"/><Relationship Id="rId12" Type="http://schemas.openxmlformats.org/officeDocument/2006/relationships/image" Target="../media/image34.png"/><Relationship Id="rId2" Type="http://schemas.openxmlformats.org/officeDocument/2006/relationships/slideLayout" Target="../slideLayouts/slideLayout55.xml"/><Relationship Id="rId1" Type="http://schemas.openxmlformats.org/officeDocument/2006/relationships/slideLayout" Target="../slideLayouts/slideLayout54.xml"/><Relationship Id="rId6" Type="http://schemas.openxmlformats.org/officeDocument/2006/relationships/slideLayout" Target="../slideLayouts/slideLayout59.xml"/><Relationship Id="rId11" Type="http://schemas.openxmlformats.org/officeDocument/2006/relationships/theme" Target="../theme/theme8.xml"/><Relationship Id="rId5" Type="http://schemas.openxmlformats.org/officeDocument/2006/relationships/slideLayout" Target="../slideLayouts/slideLayout58.xml"/><Relationship Id="rId10" Type="http://schemas.openxmlformats.org/officeDocument/2006/relationships/slideLayout" Target="../slideLayouts/slideLayout63.xml"/><Relationship Id="rId4" Type="http://schemas.openxmlformats.org/officeDocument/2006/relationships/slideLayout" Target="../slideLayouts/slideLayout57.xml"/><Relationship Id="rId9" Type="http://schemas.openxmlformats.org/officeDocument/2006/relationships/slideLayout" Target="../slideLayouts/slideLayout62.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71.xml"/><Relationship Id="rId3" Type="http://schemas.openxmlformats.org/officeDocument/2006/relationships/slideLayout" Target="../slideLayouts/slideLayout66.xml"/><Relationship Id="rId7" Type="http://schemas.openxmlformats.org/officeDocument/2006/relationships/slideLayout" Target="../slideLayouts/slideLayout70.xml"/><Relationship Id="rId12" Type="http://schemas.openxmlformats.org/officeDocument/2006/relationships/image" Target="../media/image34.png"/><Relationship Id="rId2" Type="http://schemas.openxmlformats.org/officeDocument/2006/relationships/slideLayout" Target="../slideLayouts/slideLayout65.xml"/><Relationship Id="rId1" Type="http://schemas.openxmlformats.org/officeDocument/2006/relationships/slideLayout" Target="../slideLayouts/slideLayout64.xml"/><Relationship Id="rId6" Type="http://schemas.openxmlformats.org/officeDocument/2006/relationships/slideLayout" Target="../slideLayouts/slideLayout69.xml"/><Relationship Id="rId11" Type="http://schemas.openxmlformats.org/officeDocument/2006/relationships/theme" Target="../theme/theme9.xml"/><Relationship Id="rId5" Type="http://schemas.openxmlformats.org/officeDocument/2006/relationships/slideLayout" Target="../slideLayouts/slideLayout68.xml"/><Relationship Id="rId10" Type="http://schemas.openxmlformats.org/officeDocument/2006/relationships/slideLayout" Target="../slideLayouts/slideLayout73.xml"/><Relationship Id="rId4" Type="http://schemas.openxmlformats.org/officeDocument/2006/relationships/slideLayout" Target="../slideLayouts/slideLayout67.xml"/><Relationship Id="rId9" Type="http://schemas.openxmlformats.org/officeDocument/2006/relationships/slideLayout" Target="../slideLayouts/slideLayout72.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81.xml"/><Relationship Id="rId3" Type="http://schemas.openxmlformats.org/officeDocument/2006/relationships/slideLayout" Target="../slideLayouts/slideLayout76.xml"/><Relationship Id="rId7" Type="http://schemas.openxmlformats.org/officeDocument/2006/relationships/slideLayout" Target="../slideLayouts/slideLayout80.xml"/><Relationship Id="rId12" Type="http://schemas.openxmlformats.org/officeDocument/2006/relationships/image" Target="../media/image34.png"/><Relationship Id="rId2" Type="http://schemas.openxmlformats.org/officeDocument/2006/relationships/slideLayout" Target="../slideLayouts/slideLayout75.xml"/><Relationship Id="rId1" Type="http://schemas.openxmlformats.org/officeDocument/2006/relationships/slideLayout" Target="../slideLayouts/slideLayout74.xml"/><Relationship Id="rId6" Type="http://schemas.openxmlformats.org/officeDocument/2006/relationships/slideLayout" Target="../slideLayouts/slideLayout79.xml"/><Relationship Id="rId11" Type="http://schemas.openxmlformats.org/officeDocument/2006/relationships/theme" Target="../theme/theme10.xml"/><Relationship Id="rId5" Type="http://schemas.openxmlformats.org/officeDocument/2006/relationships/slideLayout" Target="../slideLayouts/slideLayout78.xml"/><Relationship Id="rId10" Type="http://schemas.openxmlformats.org/officeDocument/2006/relationships/slideLayout" Target="../slideLayouts/slideLayout83.xml"/><Relationship Id="rId4" Type="http://schemas.openxmlformats.org/officeDocument/2006/relationships/slideLayout" Target="../slideLayouts/slideLayout77.xml"/><Relationship Id="rId9" Type="http://schemas.openxmlformats.org/officeDocument/2006/relationships/slideLayout" Target="../slideLayouts/slideLayout8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371936"/>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945" r:id="rId3"/>
    <p:sldLayoutId id="2147483946" r:id="rId4"/>
    <p:sldLayoutId id="2147483947" r:id="rId5"/>
    <p:sldLayoutId id="2147483978" r:id="rId6"/>
    <p:sldLayoutId id="2147483975" r:id="rId7"/>
    <p:sldLayoutId id="2147483977" r:id="rId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97" userDrawn="1">
          <p15:clr>
            <a:srgbClr val="F26B43"/>
          </p15:clr>
        </p15:guide>
        <p15:guide id="9" pos="325" userDrawn="1">
          <p15:clr>
            <a:srgbClr val="F26B43"/>
          </p15:clr>
        </p15:guide>
        <p15:guide id="10" orient="horz" pos="2478" userDrawn="1">
          <p15:clr>
            <a:srgbClr val="F26B43"/>
          </p15:clr>
        </p15:guide>
        <p15:guide id="11" orient="horz" pos="324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B9E6C933-849E-D531-8666-AFFDFC273F7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433300368"/>
      </p:ext>
    </p:extLst>
  </p:cSld>
  <p:clrMap bg1="lt1" tx1="dk1" bg2="lt2" tx2="dk2" accent1="accent1" accent2="accent2" accent3="accent3" accent4="accent4" accent5="accent5" accent6="accent6" hlink="hlink" folHlink="folHlink"/>
  <p:sldLayoutIdLst>
    <p:sldLayoutId id="2147483819" r:id="rId1"/>
    <p:sldLayoutId id="2147483820" r:id="rId2"/>
    <p:sldLayoutId id="2147483818" r:id="rId3"/>
    <p:sldLayoutId id="2147483808"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97"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BED5C4A7-22D0-5703-65B8-A62DB416FEC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4045664613"/>
      </p:ext>
    </p:extLst>
  </p:cSld>
  <p:clrMap bg1="lt1" tx1="dk1" bg2="lt2" tx2="dk2" accent1="accent1" accent2="accent2" accent3="accent3" accent4="accent4" accent5="accent5" accent6="accent6" hlink="hlink" folHlink="folHlink"/>
  <p:sldLayoutIdLst>
    <p:sldLayoutId id="2147483822" r:id="rId1"/>
    <p:sldLayoutId id="2147483823" r:id="rId2"/>
    <p:sldLayoutId id="2147483824" r:id="rId3"/>
    <p:sldLayoutId id="2147483825"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97"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7850972"/>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97"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F334A430-5193-9483-EEDE-569F4A32A8C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217866481"/>
      </p:ext>
    </p:extLst>
  </p:cSld>
  <p:clrMap bg1="lt1" tx1="dk1" bg2="lt2" tx2="dk2" accent1="accent1" accent2="accent2" accent3="accent3" accent4="accent4" accent5="accent5" accent6="accent6" hlink="hlink" folHlink="folHlink"/>
  <p:sldLayoutIdLst>
    <p:sldLayoutId id="2147483777" r:id="rId1"/>
    <p:sldLayoutId id="2147483797" r:id="rId2"/>
    <p:sldLayoutId id="2147483780" r:id="rId3"/>
    <p:sldLayoutId id="2147483781" r:id="rId4"/>
    <p:sldLayoutId id="2147483798" r:id="rId5"/>
    <p:sldLayoutId id="2147483872" r:id="rId6"/>
    <p:sldLayoutId id="2147483786" r:id="rId7"/>
    <p:sldLayoutId id="2147483788" r:id="rId8"/>
    <p:sldLayoutId id="2147483873" r:id="rId9"/>
    <p:sldLayoutId id="2147483796"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848A3F5E-1236-23F6-5236-3FAD012CBE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684537100"/>
      </p:ext>
    </p:extLst>
  </p:cSld>
  <p:clrMap bg1="lt1" tx1="dk1" bg2="lt2" tx2="dk2" accent1="accent1" accent2="accent2" accent3="accent3" accent4="accent4" accent5="accent5" accent6="accent6" hlink="hlink" folHlink="folHlink"/>
  <p:sldLayoutIdLst>
    <p:sldLayoutId id="2147483875" r:id="rId1"/>
    <p:sldLayoutId id="2147483876" r:id="rId2"/>
    <p:sldLayoutId id="2147483877" r:id="rId3"/>
    <p:sldLayoutId id="2147483859" r:id="rId4"/>
    <p:sldLayoutId id="2147483879" r:id="rId5"/>
    <p:sldLayoutId id="2147483880" r:id="rId6"/>
    <p:sldLayoutId id="2147483881" r:id="rId7"/>
    <p:sldLayoutId id="2147483882" r:id="rId8"/>
    <p:sldLayoutId id="2147483883" r:id="rId9"/>
    <p:sldLayoutId id="2147483884"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1683F0D5-4147-71E2-B2A7-09736BD6E1A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175251079"/>
      </p:ext>
    </p:extLst>
  </p:cSld>
  <p:clrMap bg1="lt1" tx1="dk1" bg2="lt2" tx2="dk2" accent1="accent1" accent2="accent2" accent3="accent3" accent4="accent4" accent5="accent5" accent6="accent6" hlink="hlink" folHlink="folHlink"/>
  <p:sldLayoutIdLst>
    <p:sldLayoutId id="2147483886" r:id="rId1"/>
    <p:sldLayoutId id="2147483887" r:id="rId2"/>
    <p:sldLayoutId id="2147483888" r:id="rId3"/>
    <p:sldLayoutId id="2147483889" r:id="rId4"/>
    <p:sldLayoutId id="2147483891" r:id="rId5"/>
    <p:sldLayoutId id="2147483892" r:id="rId6"/>
    <p:sldLayoutId id="2147483893" r:id="rId7"/>
    <p:sldLayoutId id="2147483894" r:id="rId8"/>
    <p:sldLayoutId id="2147483895" r:id="rId9"/>
    <p:sldLayoutId id="2147483896"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5DA4E335-689A-BB63-649D-BD74FAB557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4100756167"/>
      </p:ext>
    </p:extLst>
  </p:cSld>
  <p:clrMap bg1="lt1" tx1="dk1" bg2="lt2" tx2="dk2" accent1="accent1" accent2="accent2" accent3="accent3" accent4="accent4" accent5="accent5" accent6="accent6" hlink="hlink" folHlink="folHlink"/>
  <p:sldLayoutIdLst>
    <p:sldLayoutId id="2147483898" r:id="rId1"/>
    <p:sldLayoutId id="2147483899" r:id="rId2"/>
    <p:sldLayoutId id="2147483900" r:id="rId3"/>
    <p:sldLayoutId id="2147483901" r:id="rId4"/>
    <p:sldLayoutId id="2147483902" r:id="rId5"/>
    <p:sldLayoutId id="2147483903" r:id="rId6"/>
    <p:sldLayoutId id="2147483904" r:id="rId7"/>
    <p:sldLayoutId id="2147483905" r:id="rId8"/>
    <p:sldLayoutId id="2147483906" r:id="rId9"/>
    <p:sldLayoutId id="2147483907"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9B5B76A2-CDFA-15D4-392F-10D970EB11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711428093"/>
      </p:ext>
    </p:extLst>
  </p:cSld>
  <p:clrMap bg1="lt1" tx1="dk1" bg2="lt2" tx2="dk2" accent1="accent1" accent2="accent2" accent3="accent3" accent4="accent4" accent5="accent5" accent6="accent6" hlink="hlink" folHlink="folHlink"/>
  <p:sldLayoutIdLst>
    <p:sldLayoutId id="2147483909" r:id="rId1"/>
    <p:sldLayoutId id="2147483910" r:id="rId2"/>
    <p:sldLayoutId id="2147483911" r:id="rId3"/>
    <p:sldLayoutId id="2147483912" r:id="rId4"/>
    <p:sldLayoutId id="2147483913" r:id="rId5"/>
    <p:sldLayoutId id="2147483914" r:id="rId6"/>
    <p:sldLayoutId id="2147483915" r:id="rId7"/>
    <p:sldLayoutId id="2147483916" r:id="rId8"/>
    <p:sldLayoutId id="2147483917" r:id="rId9"/>
    <p:sldLayoutId id="2147483918"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EF2D64E5-DE40-8B2B-7400-731C8C1F4B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031503955"/>
      </p:ext>
    </p:extLst>
  </p:cSld>
  <p:clrMap bg1="lt1" tx1="dk1" bg2="lt2" tx2="dk2" accent1="accent1" accent2="accent2" accent3="accent3" accent4="accent4" accent5="accent5" accent6="accent6" hlink="hlink" folHlink="folHlink"/>
  <p:sldLayoutIdLst>
    <p:sldLayoutId id="2147483920" r:id="rId1"/>
    <p:sldLayoutId id="2147483921" r:id="rId2"/>
    <p:sldLayoutId id="2147483922" r:id="rId3"/>
    <p:sldLayoutId id="2147483923" r:id="rId4"/>
    <p:sldLayoutId id="2147483924" r:id="rId5"/>
    <p:sldLayoutId id="2147483925" r:id="rId6"/>
    <p:sldLayoutId id="2147483926" r:id="rId7"/>
    <p:sldLayoutId id="2147483927" r:id="rId8"/>
    <p:sldLayoutId id="2147483928" r:id="rId9"/>
    <p:sldLayoutId id="2147483929"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3" Type="http://schemas.openxmlformats.org/officeDocument/2006/relationships/image" Target="../media/image68.png"/><Relationship Id="rId7" Type="http://schemas.openxmlformats.org/officeDocument/2006/relationships/image" Target="../media/image72.png"/><Relationship Id="rId2" Type="http://schemas.openxmlformats.org/officeDocument/2006/relationships/notesSlide" Target="../notesSlides/notesSlide4.xml"/><Relationship Id="rId1" Type="http://schemas.openxmlformats.org/officeDocument/2006/relationships/slideLayout" Target="../slideLayouts/slideLayout82.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9.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5.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7.xml"/><Relationship Id="rId1" Type="http://schemas.openxmlformats.org/officeDocument/2006/relationships/slideLayout" Target="../slideLayouts/slideLayout74.xml"/><Relationship Id="rId4" Type="http://schemas.openxmlformats.org/officeDocument/2006/relationships/image" Target="../media/image73.wm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2.xml"/></Relationships>
</file>

<file path=ppt/slides/_rels/slide10.xml.rels><?xml version="1.0" encoding="UTF-8" standalone="yes"?>
<Relationships xmlns="http://schemas.openxmlformats.org/package/2006/relationships"><Relationship Id="rId3" Type="http://schemas.openxmlformats.org/officeDocument/2006/relationships/hyperlink" Target="http://www.w3.org/" TargetMode="External"/><Relationship Id="rId2" Type="http://schemas.openxmlformats.org/officeDocument/2006/relationships/notesSlide" Target="../notesSlides/notesSlide10.xml"/><Relationship Id="rId1" Type="http://schemas.openxmlformats.org/officeDocument/2006/relationships/slideLayout" Target="../slideLayouts/slideLayout74.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1.xml"/><Relationship Id="rId1" Type="http://schemas.openxmlformats.org/officeDocument/2006/relationships/slideLayout" Target="../slideLayouts/slideLayout74.xml"/><Relationship Id="rId4" Type="http://schemas.openxmlformats.org/officeDocument/2006/relationships/image" Target="../media/image74.wm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5.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14.xml"/><Relationship Id="rId1" Type="http://schemas.openxmlformats.org/officeDocument/2006/relationships/slideLayout" Target="../slideLayouts/slideLayout74.xml"/><Relationship Id="rId4" Type="http://schemas.openxmlformats.org/officeDocument/2006/relationships/image" Target="../media/image75.wmf"/></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9.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64.xml"/></Relationships>
</file>

<file path=ppt/slides/_rels/slide20.xml.rels><?xml version="1.0" encoding="UTF-8" standalone="yes"?>
<Relationships xmlns="http://schemas.openxmlformats.org/package/2006/relationships"><Relationship Id="rId3" Type="http://schemas.openxmlformats.org/officeDocument/2006/relationships/hyperlink" Target="http://www.w3.org/TR/html5/" TargetMode="External"/><Relationship Id="rId2" Type="http://schemas.openxmlformats.org/officeDocument/2006/relationships/notesSlide" Target="../notesSlides/notesSlide16.xml"/><Relationship Id="rId1" Type="http://schemas.openxmlformats.org/officeDocument/2006/relationships/slideLayout" Target="../slideLayouts/slideLayout64.xml"/><Relationship Id="rId5" Type="http://schemas.openxmlformats.org/officeDocument/2006/relationships/image" Target="../media/image77.wmf"/><Relationship Id="rId4" Type="http://schemas.openxmlformats.org/officeDocument/2006/relationships/oleObject" Target="../embeddings/oleObject4.bin"/></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24.xml"/><Relationship Id="rId1" Type="http://schemas.openxmlformats.org/officeDocument/2006/relationships/slideLayout" Target="../slideLayouts/slideLayout34.xml"/></Relationships>
</file>

<file path=ppt/slides/_rels/slide30.xml.rels><?xml version="1.0" encoding="UTF-8" standalone="yes"?>
<Relationships xmlns="http://schemas.openxmlformats.org/package/2006/relationships"><Relationship Id="rId3" Type="http://schemas.openxmlformats.org/officeDocument/2006/relationships/image" Target="../media/image79.emf"/><Relationship Id="rId2" Type="http://schemas.openxmlformats.org/officeDocument/2006/relationships/notesSlide" Target="../notesSlides/notesSlide25.xml"/><Relationship Id="rId1" Type="http://schemas.openxmlformats.org/officeDocument/2006/relationships/slideLayout" Target="../slideLayouts/slideLayout3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40.xml"/><Relationship Id="rId1" Type="http://schemas.openxmlformats.org/officeDocument/2006/relationships/slideLayout" Target="../slideLayouts/slideLayout54.xml"/><Relationship Id="rId4" Type="http://schemas.openxmlformats.org/officeDocument/2006/relationships/image" Target="../media/image80.wmf"/></Relationships>
</file>

<file path=ppt/slides/_rels/slide50.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41.xml"/><Relationship Id="rId1" Type="http://schemas.openxmlformats.org/officeDocument/2006/relationships/slideLayout" Target="../slideLayouts/slideLayout6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4.xml"/></Relationships>
</file>

<file path=ppt/slides/_rels/slide52.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43.xml"/><Relationship Id="rId1" Type="http://schemas.openxmlformats.org/officeDocument/2006/relationships/slideLayout" Target="../slideLayouts/slideLayout5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5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6.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45.xml"/><Relationship Id="rId1" Type="http://schemas.openxmlformats.org/officeDocument/2006/relationships/slideLayout" Target="../slideLayouts/slideLayout24.xml"/><Relationship Id="rId4" Type="http://schemas.openxmlformats.org/officeDocument/2006/relationships/image" Target="../media/image84.png"/></Relationships>
</file>

<file path=ppt/slides/_rels/slide57.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65.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66.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66.xml"/></Relationships>
</file>

<file path=ppt/slides/_rels/slide65.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49.xml"/><Relationship Id="rId1" Type="http://schemas.openxmlformats.org/officeDocument/2006/relationships/slideLayout" Target="../slideLayouts/slideLayout64.xml"/></Relationships>
</file>

<file path=ppt/slides/_rels/slide66.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50.xml"/><Relationship Id="rId1" Type="http://schemas.openxmlformats.org/officeDocument/2006/relationships/slideLayout" Target="../slideLayouts/slideLayout66.xml"/><Relationship Id="rId4" Type="http://schemas.openxmlformats.org/officeDocument/2006/relationships/image" Target="../media/image88.png"/></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65.xml"/></Relationships>
</file>

<file path=ppt/slides/_rels/slide68.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52.xml"/><Relationship Id="rId1" Type="http://schemas.openxmlformats.org/officeDocument/2006/relationships/slideLayout" Target="../slideLayouts/slideLayout64.xml"/></Relationships>
</file>

<file path=ppt/slides/_rels/slide69.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53.xml"/><Relationship Id="rId1" Type="http://schemas.openxmlformats.org/officeDocument/2006/relationships/slideLayout" Target="../slideLayouts/slideLayout64.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65.xml"/></Relationships>
</file>

<file path=ppt/slides/_rels/slide71.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55.xml"/><Relationship Id="rId1" Type="http://schemas.openxmlformats.org/officeDocument/2006/relationships/slideLayout" Target="../slideLayouts/slideLayout64.xml"/></Relationships>
</file>

<file path=ppt/slides/_rels/slide72.xml.rels><?xml version="1.0" encoding="UTF-8" standalone="yes"?>
<Relationships xmlns="http://schemas.openxmlformats.org/package/2006/relationships"><Relationship Id="rId3" Type="http://schemas.openxmlformats.org/officeDocument/2006/relationships/hyperlink" Target="http://www.qa.com/" TargetMode="External"/><Relationship Id="rId2" Type="http://schemas.openxmlformats.org/officeDocument/2006/relationships/notesSlide" Target="../notesSlides/notesSlide56.xml"/><Relationship Id="rId1" Type="http://schemas.openxmlformats.org/officeDocument/2006/relationships/slideLayout" Target="../slideLayouts/slideLayout64.xml"/><Relationship Id="rId5" Type="http://schemas.openxmlformats.org/officeDocument/2006/relationships/image" Target="../media/image92.png"/><Relationship Id="rId4" Type="http://schemas.openxmlformats.org/officeDocument/2006/relationships/hyperlink" Target="ftp://ftp.mysite.com/" TargetMode="External"/></Relationships>
</file>

<file path=ppt/slides/_rels/slide73.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notesSlide" Target="../notesSlides/notesSlide57.xml"/><Relationship Id="rId1" Type="http://schemas.openxmlformats.org/officeDocument/2006/relationships/slideLayout" Target="../slideLayouts/slideLayout64.xml"/></Relationships>
</file>

<file path=ppt/slides/_rels/slide74.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58.xml"/><Relationship Id="rId1" Type="http://schemas.openxmlformats.org/officeDocument/2006/relationships/slideLayout" Target="../slideLayouts/slideLayout64.xml"/></Relationships>
</file>

<file path=ppt/slides/_rels/slide75.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59.xml"/><Relationship Id="rId1" Type="http://schemas.openxmlformats.org/officeDocument/2006/relationships/slideLayout" Target="../slideLayouts/slideLayout64.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65.xml"/></Relationships>
</file>

<file path=ppt/slides/_rels/slide77.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61.xml"/><Relationship Id="rId1" Type="http://schemas.openxmlformats.org/officeDocument/2006/relationships/slideLayout" Target="../slideLayouts/slideLayout64.xml"/><Relationship Id="rId4" Type="http://schemas.openxmlformats.org/officeDocument/2006/relationships/image" Target="../media/image98.png"/></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65.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65.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66.xml"/></Relationships>
</file>

<file path=ppt/slides/_rels/slide81.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65.xml"/><Relationship Id="rId1" Type="http://schemas.openxmlformats.org/officeDocument/2006/relationships/slideLayout" Target="../slideLayouts/slideLayout66.xml"/><Relationship Id="rId4" Type="http://schemas.openxmlformats.org/officeDocument/2006/relationships/image" Target="../media/image100.png"/></Relationships>
</file>

<file path=ppt/slides/_rels/slide82.xml.rels><?xml version="1.0" encoding="UTF-8" standalone="yes"?>
<Relationships xmlns="http://schemas.openxmlformats.org/package/2006/relationships"><Relationship Id="rId3" Type="http://schemas.openxmlformats.org/officeDocument/2006/relationships/image" Target="../media/image101.wmf"/><Relationship Id="rId2" Type="http://schemas.openxmlformats.org/officeDocument/2006/relationships/notesSlide" Target="../notesSlides/notesSlide66.xml"/><Relationship Id="rId1" Type="http://schemas.openxmlformats.org/officeDocument/2006/relationships/slideLayout" Target="../slideLayouts/slideLayout64.xml"/><Relationship Id="rId4" Type="http://schemas.openxmlformats.org/officeDocument/2006/relationships/image" Target="../media/image102.wmf"/></Relationships>
</file>

<file path=ppt/slides/_rels/slide83.xml.rels><?xml version="1.0" encoding="UTF-8" standalone="yes"?>
<Relationships xmlns="http://schemas.openxmlformats.org/package/2006/relationships"><Relationship Id="rId3" Type="http://schemas.openxmlformats.org/officeDocument/2006/relationships/image" Target="../media/image101.wmf"/><Relationship Id="rId2" Type="http://schemas.openxmlformats.org/officeDocument/2006/relationships/notesSlide" Target="../notesSlides/notesSlide67.xml"/><Relationship Id="rId1" Type="http://schemas.openxmlformats.org/officeDocument/2006/relationships/slideLayout" Target="../slideLayouts/slideLayout72.xml"/><Relationship Id="rId6" Type="http://schemas.openxmlformats.org/officeDocument/2006/relationships/image" Target="../media/image104.emf"/><Relationship Id="rId5" Type="http://schemas.openxmlformats.org/officeDocument/2006/relationships/image" Target="../media/image103.emf"/><Relationship Id="rId4" Type="http://schemas.openxmlformats.org/officeDocument/2006/relationships/image" Target="../media/image102.wmf"/></Relationships>
</file>

<file path=ppt/slides/_rels/slide84.xml.rels><?xml version="1.0" encoding="UTF-8" standalone="yes"?>
<Relationships xmlns="http://schemas.openxmlformats.org/package/2006/relationships"><Relationship Id="rId3" Type="http://schemas.openxmlformats.org/officeDocument/2006/relationships/image" Target="../media/image102.wmf"/><Relationship Id="rId2" Type="http://schemas.openxmlformats.org/officeDocument/2006/relationships/notesSlide" Target="../notesSlides/notesSlide68.xml"/><Relationship Id="rId1" Type="http://schemas.openxmlformats.org/officeDocument/2006/relationships/slideLayout" Target="../slideLayouts/slideLayout6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F15C94-E510-DA4B-A6A2-9B94F77B7ED9}"/>
              </a:ext>
            </a:extLst>
          </p:cNvPr>
          <p:cNvSpPr>
            <a:spLocks noGrp="1"/>
          </p:cNvSpPr>
          <p:nvPr>
            <p:ph type="ctrTitle"/>
          </p:nvPr>
        </p:nvSpPr>
        <p:spPr/>
        <p:txBody>
          <a:bodyPr/>
          <a:lstStyle/>
          <a:p>
            <a:r>
              <a:rPr lang="en-GB" noProof="0" dirty="0"/>
              <a:t>Web fundamentals</a:t>
            </a:r>
          </a:p>
        </p:txBody>
      </p:sp>
      <p:sp>
        <p:nvSpPr>
          <p:cNvPr id="3" name="Subtitle 2">
            <a:extLst>
              <a:ext uri="{FF2B5EF4-FFF2-40B4-BE49-F238E27FC236}">
                <a16:creationId xmlns:a16="http://schemas.microsoft.com/office/drawing/2014/main" id="{D3CFD387-7556-814F-AD0A-1B3E621201B2}"/>
              </a:ext>
            </a:extLst>
          </p:cNvPr>
          <p:cNvSpPr>
            <a:spLocks noGrp="1"/>
          </p:cNvSpPr>
          <p:nvPr>
            <p:ph type="subTitle" idx="1"/>
          </p:nvPr>
        </p:nvSpPr>
        <p:spPr/>
        <p:txBody>
          <a:bodyPr/>
          <a:lstStyle/>
          <a:p>
            <a:pPr marL="0" indent="0">
              <a:buNone/>
            </a:pPr>
            <a:r>
              <a:rPr lang="en-GB" sz="2800" noProof="0" dirty="0"/>
              <a:t>HTML</a:t>
            </a:r>
          </a:p>
        </p:txBody>
      </p:sp>
    </p:spTree>
    <p:extLst>
      <p:ext uri="{BB962C8B-B14F-4D97-AF65-F5344CB8AC3E}">
        <p14:creationId xmlns:p14="http://schemas.microsoft.com/office/powerpoint/2010/main" val="33920668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1E080FF3-D772-EA4B-5651-25B78BB13E22}"/>
              </a:ext>
            </a:extLst>
          </p:cNvPr>
          <p:cNvSpPr>
            <a:spLocks noGrp="1"/>
          </p:cNvSpPr>
          <p:nvPr>
            <p:ph type="body" sz="quarter" idx="13"/>
          </p:nvPr>
        </p:nvSpPr>
        <p:spPr/>
        <p:txBody>
          <a:bodyPr/>
          <a:lstStyle/>
          <a:p>
            <a:pPr marL="285750" indent="-285750">
              <a:buFont typeface="Arial" panose="020B0604020202020204" pitchFamily="34" charset="0"/>
              <a:buChar char="•"/>
            </a:pPr>
            <a:r>
              <a:rPr lang="en-GB" noProof="0" dirty="0"/>
              <a:t>How the web works</a:t>
            </a:r>
          </a:p>
          <a:p>
            <a:pPr marL="285750" indent="-285750">
              <a:buFont typeface="Arial" panose="020B0604020202020204" pitchFamily="34" charset="0"/>
              <a:buChar char="•"/>
            </a:pPr>
            <a:r>
              <a:rPr lang="en-GB" noProof="0" dirty="0"/>
              <a:t>Basic HTML</a:t>
            </a:r>
          </a:p>
          <a:p>
            <a:pPr marL="971550" lvl="1" indent="-285750">
              <a:lnSpc>
                <a:spcPct val="100000"/>
              </a:lnSpc>
            </a:pPr>
            <a:r>
              <a:rPr lang="en-GB" noProof="0" dirty="0"/>
              <a:t>HTML history and syntax</a:t>
            </a:r>
          </a:p>
          <a:p>
            <a:pPr marL="971550" lvl="1" indent="-285750">
              <a:lnSpc>
                <a:spcPct val="100000"/>
              </a:lnSpc>
            </a:pPr>
            <a:r>
              <a:rPr lang="en-GB" noProof="0" dirty="0"/>
              <a:t>Structural HTML</a:t>
            </a:r>
          </a:p>
          <a:p>
            <a:pPr marL="971550" lvl="1" indent="-285750">
              <a:lnSpc>
                <a:spcPct val="100000"/>
              </a:lnSpc>
            </a:pPr>
            <a:r>
              <a:rPr lang="en-GB" noProof="0" dirty="0"/>
              <a:t>Hyperlinks</a:t>
            </a:r>
          </a:p>
          <a:p>
            <a:pPr marL="971550" lvl="1" indent="-285750">
              <a:lnSpc>
                <a:spcPct val="100000"/>
              </a:lnSpc>
            </a:pPr>
            <a:r>
              <a:rPr lang="en-GB" noProof="0" dirty="0"/>
              <a:t>Lists</a:t>
            </a:r>
          </a:p>
          <a:p>
            <a:pPr marL="971550" lvl="1" indent="-285750">
              <a:lnSpc>
                <a:spcPct val="100000"/>
              </a:lnSpc>
            </a:pPr>
            <a:r>
              <a:rPr lang="en-GB" noProof="0" dirty="0"/>
              <a:t>Tables</a:t>
            </a:r>
          </a:p>
          <a:p>
            <a:pPr marL="971550" lvl="1" indent="-285750">
              <a:lnSpc>
                <a:spcPct val="100000"/>
              </a:lnSpc>
            </a:pPr>
            <a:r>
              <a:rPr lang="en-GB" noProof="0" dirty="0"/>
              <a:t>Forms</a:t>
            </a:r>
          </a:p>
          <a:p>
            <a:pPr marL="971550" lvl="1" indent="-285750">
              <a:lnSpc>
                <a:spcPct val="100000"/>
              </a:lnSpc>
            </a:pPr>
            <a:r>
              <a:rPr lang="en-GB" noProof="0" dirty="0"/>
              <a:t>The &lt;head&gt; tag</a:t>
            </a:r>
          </a:p>
          <a:p>
            <a:pPr marL="971550" lvl="1" indent="-285750">
              <a:lnSpc>
                <a:spcPct val="100000"/>
              </a:lnSpc>
            </a:pPr>
            <a:r>
              <a:rPr lang="en-GB" noProof="0" dirty="0"/>
              <a:t>The DOM</a:t>
            </a:r>
          </a:p>
          <a:p>
            <a:pPr marL="285750" indent="-285750">
              <a:buFont typeface="Arial" panose="020B0604020202020204" pitchFamily="34" charset="0"/>
              <a:buChar char="•"/>
            </a:pPr>
            <a:endParaRPr lang="en-GB" noProof="0" dirty="0"/>
          </a:p>
        </p:txBody>
      </p:sp>
    </p:spTree>
    <p:extLst>
      <p:ext uri="{BB962C8B-B14F-4D97-AF65-F5344CB8AC3E}">
        <p14:creationId xmlns:p14="http://schemas.microsoft.com/office/powerpoint/2010/main" val="20624966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017AD0A-A24A-4A48-A19E-0F0FBE306633}"/>
              </a:ext>
            </a:extLst>
          </p:cNvPr>
          <p:cNvSpPr>
            <a:spLocks noGrp="1"/>
          </p:cNvSpPr>
          <p:nvPr>
            <p:ph type="ctrTitle"/>
          </p:nvPr>
        </p:nvSpPr>
        <p:spPr>
          <a:xfrm>
            <a:off x="473406" y="1118152"/>
            <a:ext cx="6777996" cy="1247916"/>
          </a:xfrm>
        </p:spPr>
        <p:txBody>
          <a:bodyPr/>
          <a:lstStyle/>
          <a:p>
            <a:r>
              <a:rPr lang="en-GB" noProof="0" dirty="0"/>
              <a:t>How the web works</a:t>
            </a:r>
          </a:p>
        </p:txBody>
      </p:sp>
      <p:sp>
        <p:nvSpPr>
          <p:cNvPr id="3" name="Content Placeholder 2">
            <a:extLst>
              <a:ext uri="{FF2B5EF4-FFF2-40B4-BE49-F238E27FC236}">
                <a16:creationId xmlns:a16="http://schemas.microsoft.com/office/drawing/2014/main" id="{76B9348B-B934-D743-B9DE-6A8392AB5B69}"/>
              </a:ext>
            </a:extLst>
          </p:cNvPr>
          <p:cNvSpPr>
            <a:spLocks noGrp="1"/>
          </p:cNvSpPr>
          <p:nvPr>
            <p:ph type="subTitle" idx="1"/>
          </p:nvPr>
        </p:nvSpPr>
        <p:spPr>
          <a:xfrm>
            <a:off x="473406" y="2902689"/>
            <a:ext cx="6150678" cy="863600"/>
          </a:xfrm>
        </p:spPr>
        <p:txBody>
          <a:bodyPr/>
          <a:lstStyle/>
          <a:p>
            <a:pPr marL="285750" indent="-285750">
              <a:buFont typeface="Arial" panose="020B0604020202020204" pitchFamily="34" charset="0"/>
              <a:buChar char="•"/>
            </a:pPr>
            <a:r>
              <a:rPr lang="en-GB" noProof="0" dirty="0"/>
              <a:t>Clients and servers</a:t>
            </a:r>
          </a:p>
          <a:p>
            <a:pPr marL="285750" indent="-285750">
              <a:buFont typeface="Arial" panose="020B0604020202020204" pitchFamily="34" charset="0"/>
              <a:buChar char="•"/>
            </a:pPr>
            <a:r>
              <a:rPr lang="en-GB" noProof="0" dirty="0"/>
              <a:t>URLs</a:t>
            </a:r>
          </a:p>
          <a:p>
            <a:pPr marL="285750" indent="-285750">
              <a:buFont typeface="Arial" panose="020B0604020202020204" pitchFamily="34" charset="0"/>
              <a:buChar char="•"/>
            </a:pPr>
            <a:r>
              <a:rPr lang="en-GB" noProof="0" dirty="0"/>
              <a:t>HTTP, HTTPS, and SSL</a:t>
            </a:r>
          </a:p>
          <a:p>
            <a:pPr marL="285750" indent="-285750">
              <a:buFont typeface="Arial" panose="020B0604020202020204" pitchFamily="34" charset="0"/>
              <a:buChar char="•"/>
            </a:pPr>
            <a:endParaRPr lang="en-GB" noProof="0" dirty="0"/>
          </a:p>
          <a:p>
            <a:pPr marL="285750" indent="-285750">
              <a:buFont typeface="Arial" panose="020B0604020202020204" pitchFamily="34" charset="0"/>
              <a:buChar char="•"/>
            </a:pPr>
            <a:endParaRPr lang="en-GB" noProof="0" dirty="0"/>
          </a:p>
        </p:txBody>
      </p:sp>
    </p:spTree>
    <p:extLst>
      <p:ext uri="{BB962C8B-B14F-4D97-AF65-F5344CB8AC3E}">
        <p14:creationId xmlns:p14="http://schemas.microsoft.com/office/powerpoint/2010/main" val="9808823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ounded Rectangle 20">
            <a:extLst>
              <a:ext uri="{FF2B5EF4-FFF2-40B4-BE49-F238E27FC236}">
                <a16:creationId xmlns:a16="http://schemas.microsoft.com/office/drawing/2014/main" id="{D364C181-4AE9-1745-BD53-88986BF5AA4A}"/>
              </a:ext>
            </a:extLst>
          </p:cNvPr>
          <p:cNvSpPr/>
          <p:nvPr/>
        </p:nvSpPr>
        <p:spPr>
          <a:xfrm>
            <a:off x="8282354" y="2349210"/>
            <a:ext cx="3756452" cy="2792628"/>
          </a:xfrm>
          <a:prstGeom prst="roundRect">
            <a:avLst/>
          </a:prstGeom>
        </p:spPr>
        <p:style>
          <a:lnRef idx="2">
            <a:schemeClr val="accent5"/>
          </a:lnRef>
          <a:fillRef idx="1">
            <a:schemeClr val="lt1"/>
          </a:fillRef>
          <a:effectRef idx="0">
            <a:schemeClr val="accent5"/>
          </a:effectRef>
          <a:fontRef idx="minor">
            <a:schemeClr val="dk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b="0" i="0" u="none" strike="noStrike" kern="1200" cap="none" spc="0" normalizeH="0" baseline="0" noProof="0" dirty="0">
                <a:ln>
                  <a:noFill/>
                </a:ln>
                <a:solidFill>
                  <a:srgbClr val="0D0D0D"/>
                </a:solidFill>
                <a:effectLst/>
                <a:uLnTx/>
                <a:uFillTx/>
                <a:latin typeface="Figtree"/>
                <a:ea typeface="+mn-ea"/>
                <a:cs typeface="Arial" pitchFamily="34" charset="0"/>
              </a:rPr>
              <a:t>Web server</a:t>
            </a:r>
          </a:p>
        </p:txBody>
      </p:sp>
      <p:sp>
        <p:nvSpPr>
          <p:cNvPr id="18" name="Cloud 17">
            <a:extLst>
              <a:ext uri="{FF2B5EF4-FFF2-40B4-BE49-F238E27FC236}">
                <a16:creationId xmlns:a16="http://schemas.microsoft.com/office/drawing/2014/main" id="{9E978EC7-5F8A-7546-8DB1-9BE86AA9BA38}"/>
              </a:ext>
            </a:extLst>
          </p:cNvPr>
          <p:cNvSpPr/>
          <p:nvPr/>
        </p:nvSpPr>
        <p:spPr>
          <a:xfrm>
            <a:off x="4807816" y="2349210"/>
            <a:ext cx="2760785" cy="2792628"/>
          </a:xfrm>
          <a:prstGeom prst="cloud">
            <a:avLst/>
          </a:prstGeom>
        </p:spPr>
        <p:style>
          <a:lnRef idx="3">
            <a:schemeClr val="lt1"/>
          </a:lnRef>
          <a:fillRef idx="1">
            <a:schemeClr val="accent5"/>
          </a:fillRef>
          <a:effectRef idx="1">
            <a:schemeClr val="accent5"/>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2000" b="1" noProof="0" dirty="0">
                <a:solidFill>
                  <a:sysClr val="windowText" lastClr="000000"/>
                </a:solidFill>
                <a:latin typeface="Figtree"/>
                <a:cs typeface="Arial" pitchFamily="34" charset="0"/>
              </a:rPr>
              <a:t>The internet</a:t>
            </a:r>
          </a:p>
        </p:txBody>
      </p:sp>
      <p:sp>
        <p:nvSpPr>
          <p:cNvPr id="3" name="Title 2">
            <a:extLst>
              <a:ext uri="{FF2B5EF4-FFF2-40B4-BE49-F238E27FC236}">
                <a16:creationId xmlns:a16="http://schemas.microsoft.com/office/drawing/2014/main" id="{0D89557C-43DB-1C47-8B86-E5C14C44F01C}"/>
              </a:ext>
            </a:extLst>
          </p:cNvPr>
          <p:cNvSpPr>
            <a:spLocks noGrp="1"/>
          </p:cNvSpPr>
          <p:nvPr>
            <p:ph type="ctrTitle"/>
          </p:nvPr>
        </p:nvSpPr>
        <p:spPr>
          <a:xfrm>
            <a:off x="443922" y="500194"/>
            <a:ext cx="11303577" cy="858985"/>
          </a:xfrm>
        </p:spPr>
        <p:txBody>
          <a:bodyPr>
            <a:normAutofit/>
          </a:bodyPr>
          <a:lstStyle/>
          <a:p>
            <a:r>
              <a:rPr lang="en-GB" noProof="0" dirty="0"/>
              <a:t>How the web works</a:t>
            </a:r>
          </a:p>
        </p:txBody>
      </p:sp>
      <p:grpSp>
        <p:nvGrpSpPr>
          <p:cNvPr id="13" name="Group 12">
            <a:extLst>
              <a:ext uri="{FF2B5EF4-FFF2-40B4-BE49-F238E27FC236}">
                <a16:creationId xmlns:a16="http://schemas.microsoft.com/office/drawing/2014/main" id="{69250217-3570-5248-8057-6E42C46C55CB}"/>
              </a:ext>
            </a:extLst>
          </p:cNvPr>
          <p:cNvGrpSpPr/>
          <p:nvPr/>
        </p:nvGrpSpPr>
        <p:grpSpPr>
          <a:xfrm>
            <a:off x="414000" y="2349210"/>
            <a:ext cx="3756454" cy="2792628"/>
            <a:chOff x="271849" y="2261286"/>
            <a:chExt cx="3756454" cy="2792628"/>
          </a:xfrm>
        </p:grpSpPr>
        <p:sp>
          <p:nvSpPr>
            <p:cNvPr id="12" name="Rounded Rectangle 11">
              <a:extLst>
                <a:ext uri="{FF2B5EF4-FFF2-40B4-BE49-F238E27FC236}">
                  <a16:creationId xmlns:a16="http://schemas.microsoft.com/office/drawing/2014/main" id="{D2F86B44-9F9E-0143-B51E-40121AB55AE8}"/>
                </a:ext>
              </a:extLst>
            </p:cNvPr>
            <p:cNvSpPr/>
            <p:nvPr/>
          </p:nvSpPr>
          <p:spPr>
            <a:xfrm>
              <a:off x="271849" y="2261286"/>
              <a:ext cx="3756454" cy="2792628"/>
            </a:xfrm>
            <a:prstGeom prst="roundRect">
              <a:avLst/>
            </a:prstGeom>
          </p:spPr>
          <p:style>
            <a:lnRef idx="2">
              <a:schemeClr val="accent5"/>
            </a:lnRef>
            <a:fillRef idx="1">
              <a:schemeClr val="lt1"/>
            </a:fillRef>
            <a:effectRef idx="0">
              <a:schemeClr val="accent5"/>
            </a:effectRef>
            <a:fontRef idx="minor">
              <a:schemeClr val="dk1"/>
            </a:fontRef>
          </p:style>
          <p:txBody>
            <a:bodyPr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b="0" i="0" u="none" strike="noStrike" kern="1200" cap="none" spc="0" normalizeH="0" baseline="0" noProof="0" dirty="0">
                  <a:ln>
                    <a:noFill/>
                  </a:ln>
                  <a:solidFill>
                    <a:srgbClr val="0D0D0D"/>
                  </a:solidFill>
                  <a:effectLst/>
                  <a:uLnTx/>
                  <a:uFillTx/>
                  <a:latin typeface="Figtree"/>
                  <a:ea typeface="+mn-ea"/>
                  <a:cs typeface="Arial" pitchFamily="34" charset="0"/>
                </a:rPr>
                <a:t>Client device</a:t>
              </a:r>
            </a:p>
          </p:txBody>
        </p:sp>
        <p:pic>
          <p:nvPicPr>
            <p:cNvPr id="5" name="Picture 4">
              <a:extLst>
                <a:ext uri="{FF2B5EF4-FFF2-40B4-BE49-F238E27FC236}">
                  <a16:creationId xmlns:a16="http://schemas.microsoft.com/office/drawing/2014/main" id="{C7BA9F38-2D42-184B-A2F6-691922E2C73C}"/>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909211" y="3662824"/>
              <a:ext cx="736600" cy="1092200"/>
            </a:xfrm>
            <a:prstGeom prst="rect">
              <a:avLst/>
            </a:prstGeom>
          </p:spPr>
        </p:pic>
        <p:pic>
          <p:nvPicPr>
            <p:cNvPr id="7" name="Picture 6">
              <a:extLst>
                <a:ext uri="{FF2B5EF4-FFF2-40B4-BE49-F238E27FC236}">
                  <a16:creationId xmlns:a16="http://schemas.microsoft.com/office/drawing/2014/main" id="{7E9279C8-95D0-8A47-B478-E4A8B9607107}"/>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78878" y="3579444"/>
              <a:ext cx="279400" cy="533400"/>
            </a:xfrm>
            <a:prstGeom prst="rect">
              <a:avLst/>
            </a:prstGeom>
          </p:spPr>
        </p:pic>
        <p:pic>
          <p:nvPicPr>
            <p:cNvPr id="9" name="Picture 8">
              <a:extLst>
                <a:ext uri="{FF2B5EF4-FFF2-40B4-BE49-F238E27FC236}">
                  <a16:creationId xmlns:a16="http://schemas.microsoft.com/office/drawing/2014/main" id="{28783999-C32C-A943-836C-0B3E4B16B381}"/>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870964" y="2850120"/>
              <a:ext cx="1977501" cy="1614959"/>
            </a:xfrm>
            <a:prstGeom prst="rect">
              <a:avLst/>
            </a:prstGeom>
          </p:spPr>
        </p:pic>
        <p:pic>
          <p:nvPicPr>
            <p:cNvPr id="11" name="Picture 10">
              <a:extLst>
                <a:ext uri="{FF2B5EF4-FFF2-40B4-BE49-F238E27FC236}">
                  <a16:creationId xmlns:a16="http://schemas.microsoft.com/office/drawing/2014/main" id="{52CEFEF0-682D-7C42-AB7E-F3DFF0CD95E8}"/>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441099" y="2729121"/>
              <a:ext cx="1278932" cy="762192"/>
            </a:xfrm>
            <a:prstGeom prst="rect">
              <a:avLst/>
            </a:prstGeom>
          </p:spPr>
        </p:pic>
      </p:grpSp>
      <p:sp>
        <p:nvSpPr>
          <p:cNvPr id="14" name="Striped Right Arrow 13">
            <a:extLst>
              <a:ext uri="{FF2B5EF4-FFF2-40B4-BE49-F238E27FC236}">
                <a16:creationId xmlns:a16="http://schemas.microsoft.com/office/drawing/2014/main" id="{012D2D8C-5950-B144-8471-BB4DBD64E7F1}"/>
              </a:ext>
            </a:extLst>
          </p:cNvPr>
          <p:cNvSpPr/>
          <p:nvPr/>
        </p:nvSpPr>
        <p:spPr>
          <a:xfrm>
            <a:off x="4170452" y="2723733"/>
            <a:ext cx="4111902" cy="674375"/>
          </a:xfrm>
          <a:prstGeom prst="stripedRightArrow">
            <a:avLst/>
          </a:prstGeom>
        </p:spPr>
        <p:style>
          <a:lnRef idx="2">
            <a:schemeClr val="accent5"/>
          </a:lnRef>
          <a:fillRef idx="1">
            <a:schemeClr val="lt1"/>
          </a:fillRef>
          <a:effectRef idx="0">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b="0" i="0" u="none" strike="noStrike" kern="1200" cap="none" spc="0" normalizeH="0" baseline="0" noProof="0" dirty="0">
                <a:ln>
                  <a:noFill/>
                </a:ln>
                <a:solidFill>
                  <a:srgbClr val="0D0D0D"/>
                </a:solidFill>
                <a:effectLst/>
                <a:uLnTx/>
                <a:uFillTx/>
                <a:latin typeface="Figtree"/>
                <a:ea typeface="+mn-ea"/>
                <a:cs typeface="Arial" pitchFamily="34" charset="0"/>
              </a:rPr>
              <a:t>Resource request</a:t>
            </a:r>
          </a:p>
        </p:txBody>
      </p:sp>
      <p:sp>
        <p:nvSpPr>
          <p:cNvPr id="17" name="Striped Right Arrow 16">
            <a:extLst>
              <a:ext uri="{FF2B5EF4-FFF2-40B4-BE49-F238E27FC236}">
                <a16:creationId xmlns:a16="http://schemas.microsoft.com/office/drawing/2014/main" id="{632AA055-6D92-5B40-8853-BBAAAC2EEDE1}"/>
              </a:ext>
            </a:extLst>
          </p:cNvPr>
          <p:cNvSpPr/>
          <p:nvPr/>
        </p:nvSpPr>
        <p:spPr>
          <a:xfrm flipH="1">
            <a:off x="4170452" y="4096822"/>
            <a:ext cx="4111902" cy="674375"/>
          </a:xfrm>
          <a:prstGeom prst="stripedRightArrow">
            <a:avLst/>
          </a:prstGeom>
        </p:spPr>
        <p:style>
          <a:lnRef idx="2">
            <a:schemeClr val="accent5"/>
          </a:lnRef>
          <a:fillRef idx="1">
            <a:schemeClr val="lt1"/>
          </a:fillRef>
          <a:effectRef idx="0">
            <a:schemeClr val="accent5"/>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b="0" i="0" u="none" strike="noStrike" kern="1200" cap="none" spc="0" normalizeH="0" baseline="0" noProof="0" dirty="0">
                <a:ln>
                  <a:noFill/>
                </a:ln>
                <a:solidFill>
                  <a:srgbClr val="0D0D0D"/>
                </a:solidFill>
                <a:effectLst/>
                <a:uLnTx/>
                <a:uFillTx/>
                <a:latin typeface="Figtree"/>
                <a:ea typeface="+mn-ea"/>
                <a:cs typeface="Arial" pitchFamily="34" charset="0"/>
              </a:rPr>
              <a:t>Request response</a:t>
            </a:r>
          </a:p>
        </p:txBody>
      </p:sp>
      <p:pic>
        <p:nvPicPr>
          <p:cNvPr id="20" name="Picture 19">
            <a:extLst>
              <a:ext uri="{FF2B5EF4-FFF2-40B4-BE49-F238E27FC236}">
                <a16:creationId xmlns:a16="http://schemas.microsoft.com/office/drawing/2014/main" id="{E4648153-45BD-4545-A44F-1F10E26D3750}"/>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9583156" y="2981616"/>
            <a:ext cx="1154848" cy="1904904"/>
          </a:xfrm>
          <a:prstGeom prst="rect">
            <a:avLst/>
          </a:prstGeom>
        </p:spPr>
      </p:pic>
      <p:sp>
        <p:nvSpPr>
          <p:cNvPr id="16" name="Slide Number Placeholder 5">
            <a:extLst>
              <a:ext uri="{FF2B5EF4-FFF2-40B4-BE49-F238E27FC236}">
                <a16:creationId xmlns:a16="http://schemas.microsoft.com/office/drawing/2014/main" id="{FA104C5B-E54A-6DE4-B1CB-C0AAED74993C}"/>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4</a:t>
            </a:fld>
            <a:endParaRPr lang="en-GB" noProof="0" dirty="0"/>
          </a:p>
        </p:txBody>
      </p:sp>
    </p:spTree>
    <p:extLst>
      <p:ext uri="{BB962C8B-B14F-4D97-AF65-F5344CB8AC3E}">
        <p14:creationId xmlns:p14="http://schemas.microsoft.com/office/powerpoint/2010/main" val="35547639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29C038A-4889-2695-A93A-FCFAAC0D7910}"/>
              </a:ext>
            </a:extLst>
          </p:cNvPr>
          <p:cNvSpPr>
            <a:spLocks noGrp="1"/>
          </p:cNvSpPr>
          <p:nvPr>
            <p:ph type="ctrTitle"/>
          </p:nvPr>
        </p:nvSpPr>
        <p:spPr>
          <a:xfrm>
            <a:off x="443921" y="500194"/>
            <a:ext cx="10800000" cy="858985"/>
          </a:xfrm>
        </p:spPr>
        <p:txBody>
          <a:bodyPr/>
          <a:lstStyle/>
          <a:p>
            <a:r>
              <a:rPr lang="en-GB" noProof="0" dirty="0"/>
              <a:t>Client devices</a:t>
            </a:r>
          </a:p>
        </p:txBody>
      </p:sp>
      <p:sp>
        <p:nvSpPr>
          <p:cNvPr id="7" name="Text Placeholder 6">
            <a:extLst>
              <a:ext uri="{FF2B5EF4-FFF2-40B4-BE49-F238E27FC236}">
                <a16:creationId xmlns:a16="http://schemas.microsoft.com/office/drawing/2014/main" id="{D21702A1-C037-4085-93EE-3063CFB346A6}"/>
              </a:ext>
            </a:extLst>
          </p:cNvPr>
          <p:cNvSpPr>
            <a:spLocks noGrp="1"/>
          </p:cNvSpPr>
          <p:nvPr>
            <p:ph type="body" sz="quarter" idx="14"/>
          </p:nvPr>
        </p:nvSpPr>
        <p:spPr/>
        <p:txBody>
          <a:bodyPr/>
          <a:lstStyle/>
          <a:p>
            <a:pPr marL="285750" indent="-285750">
              <a:buFont typeface="Arial" panose="020B0604020202020204" pitchFamily="34" charset="0"/>
              <a:buChar char="•"/>
            </a:pPr>
            <a:r>
              <a:rPr lang="en-GB" noProof="0" dirty="0"/>
              <a:t>Need some form of browser to make requests.</a:t>
            </a:r>
          </a:p>
          <a:p>
            <a:pPr marL="285750" indent="-285750">
              <a:buFont typeface="Arial" panose="020B0604020202020204" pitchFamily="34" charset="0"/>
              <a:buChar char="•"/>
            </a:pPr>
            <a:r>
              <a:rPr lang="en-GB" noProof="0" dirty="0"/>
              <a:t>Most commonly: Chrome, Safari, Edge.</a:t>
            </a:r>
          </a:p>
          <a:p>
            <a:pPr marL="285750" indent="-285750">
              <a:buFont typeface="Arial" panose="020B0604020202020204" pitchFamily="34" charset="0"/>
              <a:buChar char="•"/>
            </a:pPr>
            <a:r>
              <a:rPr lang="en-GB" noProof="0" dirty="0"/>
              <a:t>Can also be smart devices (for example, televisions, home appliances).</a:t>
            </a:r>
          </a:p>
          <a:p>
            <a:pPr marL="285750" indent="-285750">
              <a:buFont typeface="Arial" panose="020B0604020202020204" pitchFamily="34" charset="0"/>
              <a:buChar char="•"/>
            </a:pPr>
            <a:r>
              <a:rPr lang="en-GB" noProof="0" dirty="0"/>
              <a:t>Makes request using a uniform resource locator (URL) to specify where request is made to.</a:t>
            </a:r>
          </a:p>
          <a:p>
            <a:pPr marL="285750" indent="-285750">
              <a:buFont typeface="Arial" panose="020B0604020202020204" pitchFamily="34" charset="0"/>
              <a:buChar char="•"/>
            </a:pPr>
            <a:r>
              <a:rPr lang="en-GB" noProof="0" dirty="0"/>
              <a:t>Uses hypertext transfer protocol (HTTP) to actually make the request.</a:t>
            </a:r>
          </a:p>
          <a:p>
            <a:pPr marL="285750" indent="-285750">
              <a:buFont typeface="Arial" panose="020B0604020202020204" pitchFamily="34" charset="0"/>
              <a:buChar char="•"/>
            </a:pPr>
            <a:endParaRPr lang="en-GB" noProof="0" dirty="0"/>
          </a:p>
        </p:txBody>
      </p:sp>
      <p:sp>
        <p:nvSpPr>
          <p:cNvPr id="8" name="Slide Number Placeholder 5">
            <a:extLst>
              <a:ext uri="{FF2B5EF4-FFF2-40B4-BE49-F238E27FC236}">
                <a16:creationId xmlns:a16="http://schemas.microsoft.com/office/drawing/2014/main" id="{735373E3-1FC2-9729-1D67-E76626076E3E}"/>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5</a:t>
            </a:fld>
            <a:endParaRPr lang="en-GB" noProof="0" dirty="0"/>
          </a:p>
        </p:txBody>
      </p:sp>
    </p:spTree>
    <p:extLst>
      <p:ext uri="{BB962C8B-B14F-4D97-AF65-F5344CB8AC3E}">
        <p14:creationId xmlns:p14="http://schemas.microsoft.com/office/powerpoint/2010/main" val="6201454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F2E9E64-B528-4442-98C2-C40ABBF1DB8B}"/>
              </a:ext>
            </a:extLst>
          </p:cNvPr>
          <p:cNvSpPr>
            <a:spLocks noGrp="1"/>
          </p:cNvSpPr>
          <p:nvPr>
            <p:ph type="ctrTitle"/>
          </p:nvPr>
        </p:nvSpPr>
        <p:spPr>
          <a:xfrm>
            <a:off x="443921" y="500194"/>
            <a:ext cx="10800000" cy="858985"/>
          </a:xfrm>
        </p:spPr>
        <p:txBody>
          <a:bodyPr/>
          <a:lstStyle/>
          <a:p>
            <a:r>
              <a:rPr lang="en-GB" noProof="0" dirty="0"/>
              <a:t>Web servers</a:t>
            </a:r>
          </a:p>
        </p:txBody>
      </p:sp>
      <p:sp>
        <p:nvSpPr>
          <p:cNvPr id="2" name="Text Placeholder 1">
            <a:extLst>
              <a:ext uri="{FF2B5EF4-FFF2-40B4-BE49-F238E27FC236}">
                <a16:creationId xmlns:a16="http://schemas.microsoft.com/office/drawing/2014/main" id="{29CACAF6-E7AF-AB4B-3F5F-F5CA98066155}"/>
              </a:ext>
            </a:extLst>
          </p:cNvPr>
          <p:cNvSpPr>
            <a:spLocks noGrp="1"/>
          </p:cNvSpPr>
          <p:nvPr>
            <p:ph type="body" sz="quarter" idx="14"/>
          </p:nvPr>
        </p:nvSpPr>
        <p:spPr>
          <a:xfrm>
            <a:off x="443921" y="1733108"/>
            <a:ext cx="7686287" cy="4061405"/>
          </a:xfrm>
        </p:spPr>
        <p:txBody>
          <a:bodyPr/>
          <a:lstStyle/>
          <a:p>
            <a:pPr marL="285750" indent="-285750">
              <a:buFont typeface="Arial" panose="020B0604020202020204" pitchFamily="34" charset="0"/>
              <a:buChar char="•"/>
            </a:pPr>
            <a:r>
              <a:rPr lang="en-GB" noProof="0" dirty="0"/>
              <a:t>Needs to be running some web server software.</a:t>
            </a:r>
          </a:p>
          <a:p>
            <a:pPr marL="285750" indent="-285750">
              <a:buFont typeface="Arial" panose="020B0604020202020204" pitchFamily="34" charset="0"/>
              <a:buChar char="•"/>
            </a:pPr>
            <a:r>
              <a:rPr lang="en-GB" noProof="0" dirty="0"/>
              <a:t>Most commonly:</a:t>
            </a:r>
          </a:p>
          <a:p>
            <a:pPr marL="971550" lvl="1" indent="-285750">
              <a:lnSpc>
                <a:spcPct val="100000"/>
              </a:lnSpc>
            </a:pPr>
            <a:r>
              <a:rPr lang="en-GB" noProof="0" dirty="0"/>
              <a:t>Apache.</a:t>
            </a:r>
          </a:p>
          <a:p>
            <a:pPr marL="971550" lvl="1" indent="-285750">
              <a:lnSpc>
                <a:spcPct val="100000"/>
              </a:lnSpc>
            </a:pPr>
            <a:r>
              <a:rPr lang="en-GB" noProof="0" dirty="0"/>
              <a:t>Nginx.</a:t>
            </a:r>
          </a:p>
          <a:p>
            <a:pPr marL="971550" lvl="1" indent="-285750">
              <a:lnSpc>
                <a:spcPct val="100000"/>
              </a:lnSpc>
            </a:pPr>
            <a:r>
              <a:rPr lang="en-GB" noProof="0" dirty="0"/>
              <a:t>Microsoft Internet Information Server (IIS).</a:t>
            </a:r>
          </a:p>
          <a:p>
            <a:pPr marL="285750" indent="-285750">
              <a:buFont typeface="Arial" panose="020B0604020202020204" pitchFamily="34" charset="0"/>
              <a:buChar char="•"/>
            </a:pPr>
            <a:r>
              <a:rPr lang="en-GB" noProof="0" dirty="0"/>
              <a:t>Handles HTTP requests.</a:t>
            </a:r>
          </a:p>
          <a:p>
            <a:pPr marL="285750" indent="-285750">
              <a:buFont typeface="Arial" panose="020B0604020202020204" pitchFamily="34" charset="0"/>
              <a:buChar char="•"/>
            </a:pPr>
            <a:r>
              <a:rPr lang="en-GB" noProof="0" dirty="0"/>
              <a:t>Dispatches response to requests.</a:t>
            </a:r>
          </a:p>
          <a:p>
            <a:pPr marL="285750" indent="-285750">
              <a:buFont typeface="Arial" panose="020B0604020202020204" pitchFamily="34" charset="0"/>
              <a:buChar char="•"/>
            </a:pPr>
            <a:r>
              <a:rPr lang="en-GB" noProof="0" dirty="0"/>
              <a:t>Are addressed by URLs converted to IP addresses by domain name servers (DNS).</a:t>
            </a:r>
          </a:p>
        </p:txBody>
      </p:sp>
      <p:sp>
        <p:nvSpPr>
          <p:cNvPr id="7" name="Slide Number Placeholder 5">
            <a:extLst>
              <a:ext uri="{FF2B5EF4-FFF2-40B4-BE49-F238E27FC236}">
                <a16:creationId xmlns:a16="http://schemas.microsoft.com/office/drawing/2014/main" id="{57C20293-24CE-CA83-A097-2B1BC264CD33}"/>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6</a:t>
            </a:fld>
            <a:endParaRPr lang="en-GB" noProof="0" dirty="0"/>
          </a:p>
        </p:txBody>
      </p:sp>
    </p:spTree>
    <p:extLst>
      <p:ext uri="{BB962C8B-B14F-4D97-AF65-F5344CB8AC3E}">
        <p14:creationId xmlns:p14="http://schemas.microsoft.com/office/powerpoint/2010/main" val="1234554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E91DFDA-B60F-35FF-D5E5-AB981EDEFB6D}"/>
              </a:ext>
            </a:extLst>
          </p:cNvPr>
          <p:cNvSpPr>
            <a:spLocks noGrp="1"/>
          </p:cNvSpPr>
          <p:nvPr>
            <p:ph type="ctrTitle"/>
          </p:nvPr>
        </p:nvSpPr>
        <p:spPr>
          <a:xfrm>
            <a:off x="443921" y="500194"/>
            <a:ext cx="10800000" cy="858985"/>
          </a:xfrm>
        </p:spPr>
        <p:txBody>
          <a:bodyPr/>
          <a:lstStyle/>
          <a:p>
            <a:r>
              <a:rPr lang="en-GB" noProof="0" dirty="0"/>
              <a:t>Introduction to URLs</a:t>
            </a:r>
          </a:p>
        </p:txBody>
      </p:sp>
      <p:sp>
        <p:nvSpPr>
          <p:cNvPr id="4" name="Text Placeholder 3">
            <a:extLst>
              <a:ext uri="{FF2B5EF4-FFF2-40B4-BE49-F238E27FC236}">
                <a16:creationId xmlns:a16="http://schemas.microsoft.com/office/drawing/2014/main" id="{6BD5DD48-30BE-0E14-6924-4D21B30F4B2C}"/>
              </a:ext>
            </a:extLst>
          </p:cNvPr>
          <p:cNvSpPr>
            <a:spLocks noGrp="1"/>
          </p:cNvSpPr>
          <p:nvPr>
            <p:ph type="body" sz="quarter" idx="13"/>
          </p:nvPr>
        </p:nvSpPr>
        <p:spPr>
          <a:xfrm>
            <a:off x="443922" y="1733108"/>
            <a:ext cx="5744228" cy="4348715"/>
          </a:xfrm>
        </p:spPr>
        <p:txBody>
          <a:bodyPr/>
          <a:lstStyle/>
          <a:p>
            <a:r>
              <a:rPr lang="en-GB" b="1" noProof="0" dirty="0"/>
              <a:t>Uniform resource locators (URL)</a:t>
            </a:r>
          </a:p>
          <a:p>
            <a:pPr marL="285750" indent="-285750">
              <a:buFont typeface="Arial" panose="020B0604020202020204" pitchFamily="34" charset="0"/>
              <a:buChar char="•"/>
            </a:pPr>
            <a:r>
              <a:rPr lang="en-GB" noProof="0" dirty="0"/>
              <a:t>Identifies location and protocol to access a resource.</a:t>
            </a:r>
          </a:p>
          <a:p>
            <a:pPr marL="285750" indent="-285750">
              <a:buFont typeface="Arial" panose="020B0604020202020204" pitchFamily="34" charset="0"/>
              <a:buChar char="•"/>
            </a:pPr>
            <a:r>
              <a:rPr lang="en-GB" noProof="0" dirty="0"/>
              <a:t>URLs are a form of uniform resource identifier (URI).</a:t>
            </a:r>
          </a:p>
          <a:p>
            <a:endParaRPr lang="en-GB" noProof="0" dirty="0"/>
          </a:p>
        </p:txBody>
      </p:sp>
      <p:graphicFrame>
        <p:nvGraphicFramePr>
          <p:cNvPr id="7" name="Object 4">
            <a:extLst>
              <a:ext uri="{FF2B5EF4-FFF2-40B4-BE49-F238E27FC236}">
                <a16:creationId xmlns:a16="http://schemas.microsoft.com/office/drawing/2014/main" id="{C0ECE617-5F1F-12AA-DC8E-D6655F756979}"/>
              </a:ext>
            </a:extLst>
          </p:cNvPr>
          <p:cNvGraphicFramePr>
            <a:graphicFrameLocks noGrp="1"/>
          </p:cNvGraphicFramePr>
          <p:nvPr>
            <p:ph sz="quarter" idx="4"/>
            <p:extLst>
              <p:ext uri="{D42A27DB-BD31-4B8C-83A1-F6EECF244321}">
                <p14:modId xmlns:p14="http://schemas.microsoft.com/office/powerpoint/2010/main" val="801183075"/>
              </p:ext>
            </p:extLst>
          </p:nvPr>
        </p:nvGraphicFramePr>
        <p:xfrm>
          <a:off x="8415338" y="2078038"/>
          <a:ext cx="2020887" cy="3659187"/>
        </p:xfrm>
        <a:graphic>
          <a:graphicData uri="http://schemas.openxmlformats.org/presentationml/2006/ole">
            <mc:AlternateContent xmlns:mc="http://schemas.openxmlformats.org/markup-compatibility/2006">
              <mc:Choice xmlns:v="urn:schemas-microsoft-com:vml" Requires="v">
                <p:oleObj name="Microsoft ClipArt Gallery" r:id="rId3" imgW="2020784" imgH="3658590" progId="MS_ClipArt_Gallery">
                  <p:embed/>
                </p:oleObj>
              </mc:Choice>
              <mc:Fallback>
                <p:oleObj name="Microsoft ClipArt Gallery" r:id="rId3" imgW="2020784" imgH="3658590" progId="MS_ClipArt_Gallery">
                  <p:embed/>
                  <p:pic>
                    <p:nvPicPr>
                      <p:cNvPr id="7" name="Object 4">
                        <a:extLst>
                          <a:ext uri="{FF2B5EF4-FFF2-40B4-BE49-F238E27FC236}">
                            <a16:creationId xmlns:a16="http://schemas.microsoft.com/office/drawing/2014/main" id="{C0ECE617-5F1F-12AA-DC8E-D6655F756979}"/>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15338" y="2078038"/>
                        <a:ext cx="2020887" cy="3659187"/>
                      </a:xfrm>
                      <a:prstGeom prst="rect">
                        <a:avLst/>
                      </a:prstGeom>
                      <a:noFill/>
                      <a:ln>
                        <a:noFill/>
                      </a:ln>
                      <a:effectLst/>
                    </p:spPr>
                  </p:pic>
                </p:oleObj>
              </mc:Fallback>
            </mc:AlternateContent>
          </a:graphicData>
        </a:graphic>
      </p:graphicFrame>
      <p:sp>
        <p:nvSpPr>
          <p:cNvPr id="11" name="Slide Number Placeholder 5">
            <a:extLst>
              <a:ext uri="{FF2B5EF4-FFF2-40B4-BE49-F238E27FC236}">
                <a16:creationId xmlns:a16="http://schemas.microsoft.com/office/drawing/2014/main" id="{1565CB95-7915-E5E7-FE66-30F620B812A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7</a:t>
            </a:fld>
            <a:endParaRPr lang="en-GB" noProof="0" dirty="0"/>
          </a:p>
        </p:txBody>
      </p:sp>
    </p:spTree>
    <p:extLst>
      <p:ext uri="{BB962C8B-B14F-4D97-AF65-F5344CB8AC3E}">
        <p14:creationId xmlns:p14="http://schemas.microsoft.com/office/powerpoint/2010/main" val="1399637593"/>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ctrTitle"/>
          </p:nvPr>
        </p:nvSpPr>
        <p:spPr/>
        <p:txBody>
          <a:bodyPr>
            <a:normAutofit/>
          </a:bodyPr>
          <a:lstStyle/>
          <a:p>
            <a:r>
              <a:rPr lang="en-GB" noProof="0" dirty="0"/>
              <a:t>URL syntax</a:t>
            </a:r>
          </a:p>
        </p:txBody>
      </p:sp>
      <p:sp>
        <p:nvSpPr>
          <p:cNvPr id="14339" name="Rectangle 3"/>
          <p:cNvSpPr>
            <a:spLocks noChangeArrowheads="1"/>
          </p:cNvSpPr>
          <p:nvPr/>
        </p:nvSpPr>
        <p:spPr bwMode="auto">
          <a:xfrm>
            <a:off x="3297239" y="2528888"/>
            <a:ext cx="5435600" cy="2585967"/>
          </a:xfrm>
          <a:prstGeom prst="rect">
            <a:avLst/>
          </a:prstGeom>
          <a:solidFill>
            <a:schemeClr val="bg1"/>
          </a:solidFill>
          <a:ln w="12700">
            <a:solidFill>
              <a:schemeClr val="tx1"/>
            </a:solidFill>
            <a:miter lim="800000"/>
            <a:headEnd/>
            <a:tailEnd/>
          </a:ln>
          <a:effectLst>
            <a:outerShdw dist="107763" dir="2700000" algn="ctr" rotWithShape="0">
              <a:schemeClr val="bg2"/>
            </a:outerShdw>
          </a:effectLst>
        </p:spPr>
        <p:txBody>
          <a:bodyPr lIns="92075" tIns="46039" rIns="92075" bIns="46039">
            <a:spAutoFit/>
          </a:bodyPr>
          <a:lstStyle>
            <a:lvl1pPr>
              <a:spcBef>
                <a:spcPct val="20000"/>
              </a:spcBef>
              <a:buClr>
                <a:srgbClr val="B8CCE4"/>
              </a:buClr>
              <a:buFont typeface="Wingdings" panose="05000000000000000000" pitchFamily="2" charset="2"/>
              <a:buChar char="§"/>
              <a:defRPr sz="2000" b="1">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Arial" panose="020B0604020202020204" pitchFamily="34" charset="0"/>
              </a:rPr>
              <a:t>https://www.microsoft.com/ie/page.html</a:t>
            </a:r>
          </a:p>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Arial" panose="020B0604020202020204" pitchFamily="34" charset="0"/>
            </a:endParaRP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Arial" panose="020B0604020202020204" pitchFamily="34" charset="0"/>
              </a:rPr>
              <a:t>ftp://ftp.demon.co.uk</a:t>
            </a:r>
          </a:p>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Arial" panose="020B0604020202020204" pitchFamily="34" charset="0"/>
            </a:endParaRP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Arial" panose="020B0604020202020204" pitchFamily="34" charset="0"/>
              </a:rPr>
              <a:t>news:comp.infosys.www.announce</a:t>
            </a:r>
          </a:p>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Arial" panose="020B0604020202020204" pitchFamily="34" charset="0"/>
            </a:endParaRP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Arial" panose="020B0604020202020204" pitchFamily="34" charset="0"/>
              </a:rPr>
              <a:t>mailto:billg@microsoft.com</a:t>
            </a:r>
          </a:p>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Arial" panose="020B0604020202020204" pitchFamily="34" charset="0"/>
            </a:endParaRP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Arial" panose="020B0604020202020204" pitchFamily="34" charset="0"/>
              </a:rPr>
              <a:t>www.bbc.co.uk</a:t>
            </a:r>
          </a:p>
        </p:txBody>
      </p:sp>
      <p:sp>
        <p:nvSpPr>
          <p:cNvPr id="14342" name="Rectangle 6"/>
          <p:cNvSpPr>
            <a:spLocks noChangeArrowheads="1"/>
          </p:cNvSpPr>
          <p:nvPr/>
        </p:nvSpPr>
        <p:spPr bwMode="auto">
          <a:xfrm>
            <a:off x="1730690" y="1700220"/>
            <a:ext cx="1740861" cy="369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spcBef>
                <a:spcPct val="20000"/>
              </a:spcBef>
              <a:buClr>
                <a:srgbClr val="B8CCE4"/>
              </a:buClr>
              <a:buFont typeface="Wingdings" panose="05000000000000000000" pitchFamily="2" charset="2"/>
              <a:buChar char="§"/>
              <a:defRPr sz="2000" b="1">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dirty="0">
                <a:ln>
                  <a:noFill/>
                </a:ln>
                <a:effectLst/>
                <a:uLnTx/>
                <a:uFillTx/>
                <a:latin typeface="Figtree"/>
                <a:ea typeface="+mn-ea"/>
                <a:cs typeface="Arial" panose="020B0604020202020204" pitchFamily="34" charset="0"/>
              </a:rPr>
              <a:t>Scheme (how)</a:t>
            </a:r>
          </a:p>
        </p:txBody>
      </p:sp>
      <p:sp>
        <p:nvSpPr>
          <p:cNvPr id="14343" name="Arc 7"/>
          <p:cNvSpPr>
            <a:spLocks/>
          </p:cNvSpPr>
          <p:nvPr/>
        </p:nvSpPr>
        <p:spPr bwMode="auto">
          <a:xfrm>
            <a:off x="3402014" y="1906588"/>
            <a:ext cx="354012" cy="685800"/>
          </a:xfrm>
          <a:custGeom>
            <a:avLst/>
            <a:gdLst>
              <a:gd name="T0" fmla="*/ 0 w 21690"/>
              <a:gd name="T1" fmla="*/ 0 h 21600"/>
              <a:gd name="T2" fmla="*/ 2147483646 w 21690"/>
              <a:gd name="T3" fmla="*/ 2147483646 h 21600"/>
              <a:gd name="T4" fmla="*/ 2147483646 w 21690"/>
              <a:gd name="T5" fmla="*/ 2147483646 h 21600"/>
              <a:gd name="T6" fmla="*/ 0 60000 65536"/>
              <a:gd name="T7" fmla="*/ 0 60000 65536"/>
              <a:gd name="T8" fmla="*/ 0 60000 65536"/>
              <a:gd name="T9" fmla="*/ 0 w 21690"/>
              <a:gd name="T10" fmla="*/ 0 h 21600"/>
              <a:gd name="T11" fmla="*/ 21690 w 21690"/>
              <a:gd name="T12" fmla="*/ 21600 h 21600"/>
            </a:gdLst>
            <a:ahLst/>
            <a:cxnLst>
              <a:cxn ang="T6">
                <a:pos x="T0" y="T1"/>
              </a:cxn>
              <a:cxn ang="T7">
                <a:pos x="T2" y="T3"/>
              </a:cxn>
              <a:cxn ang="T8">
                <a:pos x="T4" y="T5"/>
              </a:cxn>
            </a:cxnLst>
            <a:rect l="T9" t="T10" r="T11" b="T12"/>
            <a:pathLst>
              <a:path w="21690" h="21600" fill="none" extrusionOk="0">
                <a:moveTo>
                  <a:pt x="0" y="0"/>
                </a:moveTo>
                <a:cubicBezTo>
                  <a:pt x="30" y="0"/>
                  <a:pt x="60" y="-1"/>
                  <a:pt x="90" y="0"/>
                </a:cubicBezTo>
                <a:cubicBezTo>
                  <a:pt x="12019" y="0"/>
                  <a:pt x="21690" y="9670"/>
                  <a:pt x="21690" y="21600"/>
                </a:cubicBezTo>
              </a:path>
              <a:path w="21690" h="21600" stroke="0" extrusionOk="0">
                <a:moveTo>
                  <a:pt x="0" y="0"/>
                </a:moveTo>
                <a:cubicBezTo>
                  <a:pt x="30" y="0"/>
                  <a:pt x="60" y="-1"/>
                  <a:pt x="90" y="0"/>
                </a:cubicBezTo>
                <a:cubicBezTo>
                  <a:pt x="12019" y="0"/>
                  <a:pt x="21690" y="9670"/>
                  <a:pt x="21690" y="21600"/>
                </a:cubicBezTo>
                <a:lnTo>
                  <a:pt x="90" y="21600"/>
                </a:lnTo>
                <a:lnTo>
                  <a:pt x="0" y="0"/>
                </a:lnTo>
                <a:close/>
              </a:path>
            </a:pathLst>
          </a:custGeom>
          <a:noFill/>
          <a:ln w="12700" cap="rnd">
            <a:solidFill>
              <a:srgbClr val="FA3200"/>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14344" name="Rectangle 8"/>
          <p:cNvSpPr>
            <a:spLocks noChangeArrowheads="1"/>
          </p:cNvSpPr>
          <p:nvPr/>
        </p:nvSpPr>
        <p:spPr bwMode="auto">
          <a:xfrm>
            <a:off x="5357813" y="1652589"/>
            <a:ext cx="4143763" cy="369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spcBef>
                <a:spcPct val="20000"/>
              </a:spcBef>
              <a:buClr>
                <a:srgbClr val="B8CCE4"/>
              </a:buClr>
              <a:buFont typeface="Wingdings" panose="05000000000000000000" pitchFamily="2" charset="2"/>
              <a:buChar char="§"/>
              <a:defRPr sz="2000" b="1">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dirty="0">
                <a:ln>
                  <a:noFill/>
                </a:ln>
                <a:effectLst/>
                <a:uLnTx/>
                <a:uFillTx/>
                <a:latin typeface="Figtree"/>
                <a:ea typeface="+mn-ea"/>
                <a:cs typeface="Arial" panose="020B0604020202020204" pitchFamily="34" charset="0"/>
              </a:rPr>
              <a:t>Path (where: scheme-specific format)</a:t>
            </a:r>
          </a:p>
        </p:txBody>
      </p:sp>
      <p:sp>
        <p:nvSpPr>
          <p:cNvPr id="14345" name="Arc 9"/>
          <p:cNvSpPr>
            <a:spLocks/>
          </p:cNvSpPr>
          <p:nvPr/>
        </p:nvSpPr>
        <p:spPr bwMode="auto">
          <a:xfrm>
            <a:off x="5021265" y="1906588"/>
            <a:ext cx="352425" cy="685800"/>
          </a:xfrm>
          <a:custGeom>
            <a:avLst/>
            <a:gdLst>
              <a:gd name="T0" fmla="*/ 0 w 21600"/>
              <a:gd name="T1" fmla="*/ 2147483646 h 21600"/>
              <a:gd name="T2" fmla="*/ 2147483646 w 21600"/>
              <a:gd name="T3" fmla="*/ 0 h 21600"/>
              <a:gd name="T4" fmla="*/ 2147483646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705"/>
                  <a:pt x="9615" y="49"/>
                  <a:pt x="21510" y="0"/>
                </a:cubicBezTo>
              </a:path>
              <a:path w="21600" h="21600" stroke="0" extrusionOk="0">
                <a:moveTo>
                  <a:pt x="0" y="21600"/>
                </a:moveTo>
                <a:cubicBezTo>
                  <a:pt x="0" y="9705"/>
                  <a:pt x="9615" y="49"/>
                  <a:pt x="21510" y="0"/>
                </a:cubicBezTo>
                <a:lnTo>
                  <a:pt x="21600" y="21600"/>
                </a:lnTo>
                <a:lnTo>
                  <a:pt x="0" y="21600"/>
                </a:lnTo>
                <a:close/>
              </a:path>
            </a:pathLst>
          </a:custGeom>
          <a:noFill/>
          <a:ln w="12700" cap="rnd">
            <a:solidFill>
              <a:srgbClr val="FA3200"/>
            </a:solidFill>
            <a:round/>
            <a:headEnd type="stealth" w="med" len="lg"/>
            <a:tailEnd type="none" w="sm" len="sm"/>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14346" name="Rectangle 10"/>
          <p:cNvSpPr>
            <a:spLocks noChangeArrowheads="1"/>
          </p:cNvSpPr>
          <p:nvPr/>
        </p:nvSpPr>
        <p:spPr bwMode="auto">
          <a:xfrm>
            <a:off x="3149601" y="5511111"/>
            <a:ext cx="5386090" cy="64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spcBef>
                <a:spcPct val="20000"/>
              </a:spcBef>
              <a:buClr>
                <a:srgbClr val="B8CCE4"/>
              </a:buClr>
              <a:buFont typeface="Wingdings" panose="05000000000000000000" pitchFamily="2" charset="2"/>
              <a:buChar char="§"/>
              <a:defRPr sz="2000" b="1">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u="none" strike="noStrike" kern="1200" cap="none" spc="0" normalizeH="0" baseline="0" noProof="0" dirty="0">
                <a:ln>
                  <a:noFill/>
                </a:ln>
                <a:effectLst/>
                <a:uLnTx/>
                <a:uFillTx/>
                <a:latin typeface="Figtree"/>
                <a:ea typeface="+mn-ea"/>
                <a:cs typeface="Arial" panose="020B0604020202020204" pitchFamily="34" charset="0"/>
              </a:rPr>
              <a:t>This is not a valid URL, but many browsers accept</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u="none" strike="noStrike" kern="1200" cap="none" spc="0" normalizeH="0" baseline="0" noProof="0" dirty="0">
                <a:ln>
                  <a:noFill/>
                </a:ln>
                <a:effectLst/>
                <a:uLnTx/>
                <a:uFillTx/>
                <a:latin typeface="Figtree"/>
                <a:ea typeface="+mn-ea"/>
                <a:cs typeface="Arial" panose="020B0604020202020204" pitchFamily="34" charset="0"/>
              </a:rPr>
              <a:t>it as equivalent to </a:t>
            </a:r>
            <a:r>
              <a:rPr kumimoji="0" lang="en-GB" sz="1800" b="1" u="none" strike="noStrike" kern="1200" cap="none" spc="0" normalizeH="0" baseline="0" noProof="0" dirty="0">
                <a:ln>
                  <a:noFill/>
                </a:ln>
                <a:effectLst/>
                <a:uLnTx/>
                <a:uFillTx/>
                <a:latin typeface="Courier New" panose="02070309020205020404" pitchFamily="49" charset="0"/>
                <a:ea typeface="+mn-ea"/>
                <a:cs typeface="Arial" panose="020B0604020202020204" pitchFamily="34" charset="0"/>
              </a:rPr>
              <a:t>https://www.bbc.co.uk</a:t>
            </a:r>
            <a:r>
              <a:rPr lang="en-GB" sz="1800" b="0" noProof="0" dirty="0">
                <a:latin typeface="Figtree"/>
              </a:rPr>
              <a:t>.</a:t>
            </a:r>
            <a:r>
              <a:rPr kumimoji="0" lang="en-GB" sz="1800" b="0" u="none" strike="noStrike" kern="1200" cap="none" spc="0" normalizeH="0" baseline="0" noProof="0" dirty="0">
                <a:ln>
                  <a:noFill/>
                </a:ln>
                <a:effectLst/>
                <a:uLnTx/>
                <a:uFillTx/>
                <a:ea typeface="+mn-ea"/>
                <a:cs typeface="Arial" panose="020B0604020202020204" pitchFamily="34" charset="0"/>
              </a:rPr>
              <a:t> </a:t>
            </a:r>
          </a:p>
        </p:txBody>
      </p:sp>
      <p:sp>
        <p:nvSpPr>
          <p:cNvPr id="14347" name="Arc 11"/>
          <p:cNvSpPr>
            <a:spLocks/>
          </p:cNvSpPr>
          <p:nvPr/>
        </p:nvSpPr>
        <p:spPr bwMode="auto">
          <a:xfrm>
            <a:off x="5645152" y="4967288"/>
            <a:ext cx="633413" cy="381000"/>
          </a:xfrm>
          <a:custGeom>
            <a:avLst/>
            <a:gdLst>
              <a:gd name="T0" fmla="*/ 0 w 21650"/>
              <a:gd name="T1" fmla="*/ 0 h 21600"/>
              <a:gd name="T2" fmla="*/ 2147483646 w 21650"/>
              <a:gd name="T3" fmla="*/ 2147483646 h 21600"/>
              <a:gd name="T4" fmla="*/ 2147483646 w 21650"/>
              <a:gd name="T5" fmla="*/ 2147483646 h 21600"/>
              <a:gd name="T6" fmla="*/ 0 60000 65536"/>
              <a:gd name="T7" fmla="*/ 0 60000 65536"/>
              <a:gd name="T8" fmla="*/ 0 60000 65536"/>
              <a:gd name="T9" fmla="*/ 0 w 21650"/>
              <a:gd name="T10" fmla="*/ 0 h 21600"/>
              <a:gd name="T11" fmla="*/ 21650 w 21650"/>
              <a:gd name="T12" fmla="*/ 21600 h 21600"/>
            </a:gdLst>
            <a:ahLst/>
            <a:cxnLst>
              <a:cxn ang="T6">
                <a:pos x="T0" y="T1"/>
              </a:cxn>
              <a:cxn ang="T7">
                <a:pos x="T2" y="T3"/>
              </a:cxn>
              <a:cxn ang="T8">
                <a:pos x="T4" y="T5"/>
              </a:cxn>
            </a:cxnLst>
            <a:rect l="T9" t="T10" r="T11" b="T12"/>
            <a:pathLst>
              <a:path w="21650" h="21600" fill="none" extrusionOk="0">
                <a:moveTo>
                  <a:pt x="0" y="0"/>
                </a:moveTo>
                <a:cubicBezTo>
                  <a:pt x="16" y="0"/>
                  <a:pt x="33" y="-1"/>
                  <a:pt x="50" y="0"/>
                </a:cubicBezTo>
                <a:cubicBezTo>
                  <a:pt x="11979" y="0"/>
                  <a:pt x="21650" y="9670"/>
                  <a:pt x="21650" y="21600"/>
                </a:cubicBezTo>
              </a:path>
              <a:path w="21650" h="21600" stroke="0" extrusionOk="0">
                <a:moveTo>
                  <a:pt x="0" y="0"/>
                </a:moveTo>
                <a:cubicBezTo>
                  <a:pt x="16" y="0"/>
                  <a:pt x="33" y="-1"/>
                  <a:pt x="50" y="0"/>
                </a:cubicBezTo>
                <a:cubicBezTo>
                  <a:pt x="11979" y="0"/>
                  <a:pt x="21650" y="9670"/>
                  <a:pt x="21650" y="21600"/>
                </a:cubicBezTo>
                <a:lnTo>
                  <a:pt x="50" y="21600"/>
                </a:lnTo>
                <a:lnTo>
                  <a:pt x="0" y="0"/>
                </a:lnTo>
                <a:close/>
              </a:path>
            </a:pathLst>
          </a:custGeom>
          <a:noFill/>
          <a:ln w="12700" cap="rnd">
            <a:solidFill>
              <a:srgbClr val="FA3200"/>
            </a:solidFill>
            <a:round/>
            <a:headEnd type="stealth" w="med" len="lg"/>
            <a:tailEnd type="none" w="sm" len="sm"/>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14349" name="Rectangle 13"/>
          <p:cNvSpPr>
            <a:spLocks noChangeArrowheads="1"/>
          </p:cNvSpPr>
          <p:nvPr/>
        </p:nvSpPr>
        <p:spPr bwMode="auto">
          <a:xfrm>
            <a:off x="8243888" y="2049668"/>
            <a:ext cx="1931619" cy="369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spcBef>
                <a:spcPct val="20000"/>
              </a:spcBef>
              <a:buClr>
                <a:srgbClr val="B8CCE4"/>
              </a:buClr>
              <a:buFont typeface="Wingdings" panose="05000000000000000000" pitchFamily="2" charset="2"/>
              <a:buChar char="§"/>
              <a:defRPr sz="2000" b="1">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dirty="0">
                <a:ln>
                  <a:noFill/>
                </a:ln>
                <a:effectLst/>
                <a:uLnTx/>
                <a:uFillTx/>
                <a:latin typeface="Figtree"/>
                <a:ea typeface="+mn-ea"/>
                <a:cs typeface="Arial" panose="020B0604020202020204" pitchFamily="34" charset="0"/>
              </a:rPr>
              <a:t>Resource (what)</a:t>
            </a:r>
          </a:p>
        </p:txBody>
      </p:sp>
      <p:sp>
        <p:nvSpPr>
          <p:cNvPr id="14350" name="Arc 14"/>
          <p:cNvSpPr>
            <a:spLocks/>
          </p:cNvSpPr>
          <p:nvPr/>
        </p:nvSpPr>
        <p:spPr bwMode="auto">
          <a:xfrm>
            <a:off x="7361237" y="2227265"/>
            <a:ext cx="882651" cy="428625"/>
          </a:xfrm>
          <a:custGeom>
            <a:avLst/>
            <a:gdLst>
              <a:gd name="T0" fmla="*/ 0 w 21600"/>
              <a:gd name="T1" fmla="*/ 2147483646 h 21600"/>
              <a:gd name="T2" fmla="*/ 2147483646 w 21600"/>
              <a:gd name="T3" fmla="*/ 0 h 21600"/>
              <a:gd name="T4" fmla="*/ 2147483646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705"/>
                  <a:pt x="9615" y="49"/>
                  <a:pt x="21510" y="0"/>
                </a:cubicBezTo>
              </a:path>
              <a:path w="21600" h="21600" stroke="0" extrusionOk="0">
                <a:moveTo>
                  <a:pt x="0" y="21600"/>
                </a:moveTo>
                <a:cubicBezTo>
                  <a:pt x="0" y="9705"/>
                  <a:pt x="9615" y="49"/>
                  <a:pt x="21510" y="0"/>
                </a:cubicBezTo>
                <a:lnTo>
                  <a:pt x="21600" y="21600"/>
                </a:lnTo>
                <a:lnTo>
                  <a:pt x="0" y="21600"/>
                </a:lnTo>
                <a:close/>
              </a:path>
            </a:pathLst>
          </a:custGeom>
          <a:noFill/>
          <a:ln w="12700" cap="rnd">
            <a:solidFill>
              <a:srgbClr val="FA3200"/>
            </a:solidFill>
            <a:round/>
            <a:headEnd type="stealth" w="med" len="lg"/>
            <a:tailEnd type="none" w="sm" len="sm"/>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3" name="Slide Number Placeholder 5">
            <a:extLst>
              <a:ext uri="{FF2B5EF4-FFF2-40B4-BE49-F238E27FC236}">
                <a16:creationId xmlns:a16="http://schemas.microsoft.com/office/drawing/2014/main" id="{3317946A-3CD3-0388-11FA-2A21E32DA7B2}"/>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8</a:t>
            </a:fld>
            <a:endParaRPr lang="en-GB" noProof="0" dirty="0"/>
          </a:p>
        </p:txBody>
      </p:sp>
    </p:spTree>
    <p:extLst>
      <p:ext uri="{BB962C8B-B14F-4D97-AF65-F5344CB8AC3E}">
        <p14:creationId xmlns:p14="http://schemas.microsoft.com/office/powerpoint/2010/main" val="2495785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ctrTitle"/>
          </p:nvPr>
        </p:nvSpPr>
        <p:spPr/>
        <p:txBody>
          <a:bodyPr>
            <a:normAutofit/>
          </a:bodyPr>
          <a:lstStyle/>
          <a:p>
            <a:r>
              <a:rPr lang="en-GB" noProof="0" dirty="0"/>
              <a:t>HTTP URL format</a:t>
            </a:r>
          </a:p>
        </p:txBody>
      </p:sp>
      <p:sp>
        <p:nvSpPr>
          <p:cNvPr id="16387" name="Rectangle 4"/>
          <p:cNvSpPr>
            <a:spLocks noChangeArrowheads="1"/>
          </p:cNvSpPr>
          <p:nvPr/>
        </p:nvSpPr>
        <p:spPr bwMode="auto">
          <a:xfrm>
            <a:off x="3282953" y="2217740"/>
            <a:ext cx="6215063" cy="2031970"/>
          </a:xfrm>
          <a:prstGeom prst="rect">
            <a:avLst/>
          </a:prstGeom>
          <a:solidFill>
            <a:schemeClr val="bg1"/>
          </a:solidFill>
          <a:ln w="12700">
            <a:solidFill>
              <a:schemeClr val="tx1"/>
            </a:solidFill>
            <a:miter lim="800000"/>
            <a:headEnd/>
            <a:tailEnd/>
          </a:ln>
          <a:effectLst>
            <a:outerShdw dist="107763" dir="2700000" algn="ctr" rotWithShape="0">
              <a:schemeClr val="bg2"/>
            </a:outerShdw>
          </a:effectLst>
        </p:spPr>
        <p:txBody>
          <a:bodyPr lIns="92075" tIns="46039" rIns="92075" bIns="46039">
            <a:spAutoFit/>
          </a:bodyPr>
          <a:lstStyle>
            <a:lvl1pPr>
              <a:spcBef>
                <a:spcPct val="20000"/>
              </a:spcBef>
              <a:buClr>
                <a:srgbClr val="B8CCE4"/>
              </a:buClr>
              <a:buFont typeface="Wingdings" panose="05000000000000000000" pitchFamily="2" charset="2"/>
              <a:buChar char="§"/>
              <a:defRPr sz="2000" b="1">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Arial" panose="020B0604020202020204" pitchFamily="34" charset="0"/>
              </a:rPr>
              <a:t>http://www.microsoft.com/ie</a:t>
            </a:r>
          </a:p>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Arial" panose="020B0604020202020204" pitchFamily="34" charset="0"/>
            </a:endParaRP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Arial" panose="020B0604020202020204" pitchFamily="34" charset="0"/>
              </a:rPr>
              <a:t>http://www.microsoft.com:80/ie</a:t>
            </a:r>
          </a:p>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Arial" panose="020B0604020202020204" pitchFamily="34" charset="0"/>
            </a:endParaRP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Arial" panose="020B0604020202020204" pitchFamily="34" charset="0"/>
              </a:rPr>
              <a:t>http://www.carousel.org/galloper/april.html</a:t>
            </a:r>
          </a:p>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Arial" panose="020B0604020202020204" pitchFamily="34" charset="0"/>
            </a:endParaRP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Arial" panose="020B0604020202020204" pitchFamily="34" charset="0"/>
              </a:rPr>
              <a:t>http://www.qa.com</a:t>
            </a:r>
          </a:p>
        </p:txBody>
      </p:sp>
      <p:sp>
        <p:nvSpPr>
          <p:cNvPr id="16389" name="Rectangle 6"/>
          <p:cNvSpPr>
            <a:spLocks noChangeArrowheads="1"/>
          </p:cNvSpPr>
          <p:nvPr/>
        </p:nvSpPr>
        <p:spPr bwMode="auto">
          <a:xfrm>
            <a:off x="3098971" y="1531190"/>
            <a:ext cx="1314462" cy="369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spcBef>
                <a:spcPct val="20000"/>
              </a:spcBef>
              <a:buClr>
                <a:srgbClr val="B8CCE4"/>
              </a:buClr>
              <a:buFont typeface="Wingdings" panose="05000000000000000000" pitchFamily="2" charset="2"/>
              <a:buChar char="§"/>
              <a:defRPr sz="2000" b="1">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dirty="0">
                <a:ln>
                  <a:noFill/>
                </a:ln>
                <a:effectLst/>
                <a:uLnTx/>
                <a:uFillTx/>
                <a:latin typeface="Figtree"/>
                <a:ea typeface="+mn-ea"/>
                <a:cs typeface="Arial" panose="020B0604020202020204" pitchFamily="34" charset="0"/>
              </a:rPr>
              <a:t>Host name</a:t>
            </a:r>
          </a:p>
        </p:txBody>
      </p:sp>
      <p:sp>
        <p:nvSpPr>
          <p:cNvPr id="16390" name="Arc 7"/>
          <p:cNvSpPr>
            <a:spLocks/>
          </p:cNvSpPr>
          <p:nvPr/>
        </p:nvSpPr>
        <p:spPr bwMode="auto">
          <a:xfrm>
            <a:off x="4379854" y="1758923"/>
            <a:ext cx="339787" cy="508027"/>
          </a:xfrm>
          <a:custGeom>
            <a:avLst/>
            <a:gdLst>
              <a:gd name="T0" fmla="*/ 0 w 21690"/>
              <a:gd name="T1" fmla="*/ 0 h 21600"/>
              <a:gd name="T2" fmla="*/ 2147483646 w 21690"/>
              <a:gd name="T3" fmla="*/ 2147483646 h 21600"/>
              <a:gd name="T4" fmla="*/ 2147483646 w 21690"/>
              <a:gd name="T5" fmla="*/ 2147483646 h 21600"/>
              <a:gd name="T6" fmla="*/ 0 60000 65536"/>
              <a:gd name="T7" fmla="*/ 0 60000 65536"/>
              <a:gd name="T8" fmla="*/ 0 60000 65536"/>
              <a:gd name="T9" fmla="*/ 0 w 21690"/>
              <a:gd name="T10" fmla="*/ 0 h 21600"/>
              <a:gd name="T11" fmla="*/ 21690 w 21690"/>
              <a:gd name="T12" fmla="*/ 21600 h 21600"/>
            </a:gdLst>
            <a:ahLst/>
            <a:cxnLst>
              <a:cxn ang="T6">
                <a:pos x="T0" y="T1"/>
              </a:cxn>
              <a:cxn ang="T7">
                <a:pos x="T2" y="T3"/>
              </a:cxn>
              <a:cxn ang="T8">
                <a:pos x="T4" y="T5"/>
              </a:cxn>
            </a:cxnLst>
            <a:rect l="T9" t="T10" r="T11" b="T12"/>
            <a:pathLst>
              <a:path w="21690" h="21600" fill="none" extrusionOk="0">
                <a:moveTo>
                  <a:pt x="0" y="0"/>
                </a:moveTo>
                <a:cubicBezTo>
                  <a:pt x="30" y="0"/>
                  <a:pt x="60" y="-1"/>
                  <a:pt x="90" y="0"/>
                </a:cubicBezTo>
                <a:cubicBezTo>
                  <a:pt x="12019" y="0"/>
                  <a:pt x="21690" y="9670"/>
                  <a:pt x="21690" y="21600"/>
                </a:cubicBezTo>
              </a:path>
              <a:path w="21690" h="21600" stroke="0" extrusionOk="0">
                <a:moveTo>
                  <a:pt x="0" y="0"/>
                </a:moveTo>
                <a:cubicBezTo>
                  <a:pt x="30" y="0"/>
                  <a:pt x="60" y="-1"/>
                  <a:pt x="90" y="0"/>
                </a:cubicBezTo>
                <a:cubicBezTo>
                  <a:pt x="12019" y="0"/>
                  <a:pt x="21690" y="9670"/>
                  <a:pt x="21690" y="21600"/>
                </a:cubicBezTo>
                <a:lnTo>
                  <a:pt x="90" y="21600"/>
                </a:lnTo>
                <a:lnTo>
                  <a:pt x="0" y="0"/>
                </a:lnTo>
                <a:close/>
              </a:path>
            </a:pathLst>
          </a:custGeom>
          <a:noFill/>
          <a:ln w="12700" cap="rnd">
            <a:solidFill>
              <a:srgbClr val="FA3200"/>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16392" name="Rectangle 9"/>
          <p:cNvSpPr>
            <a:spLocks noChangeArrowheads="1"/>
          </p:cNvSpPr>
          <p:nvPr/>
        </p:nvSpPr>
        <p:spPr bwMode="auto">
          <a:xfrm>
            <a:off x="7240590" y="1341168"/>
            <a:ext cx="3109826" cy="369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spcBef>
                <a:spcPct val="20000"/>
              </a:spcBef>
              <a:buClr>
                <a:srgbClr val="B8CCE4"/>
              </a:buClr>
              <a:buFont typeface="Wingdings" panose="05000000000000000000" pitchFamily="2" charset="2"/>
              <a:buChar char="§"/>
              <a:defRPr sz="2000" b="1">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dirty="0">
                <a:ln>
                  <a:noFill/>
                </a:ln>
                <a:effectLst/>
                <a:uLnTx/>
                <a:uFillTx/>
                <a:latin typeface="Figtree"/>
                <a:ea typeface="+mn-ea"/>
                <a:cs typeface="Arial" panose="020B0604020202020204" pitchFamily="34" charset="0"/>
              </a:rPr>
              <a:t>Port number. Defaults to 80.</a:t>
            </a:r>
          </a:p>
        </p:txBody>
      </p:sp>
      <p:sp>
        <p:nvSpPr>
          <p:cNvPr id="16393" name="Arc 10"/>
          <p:cNvSpPr>
            <a:spLocks/>
          </p:cNvSpPr>
          <p:nvPr/>
        </p:nvSpPr>
        <p:spPr bwMode="auto">
          <a:xfrm>
            <a:off x="6938965" y="1530353"/>
            <a:ext cx="301625" cy="1273175"/>
          </a:xfrm>
          <a:custGeom>
            <a:avLst/>
            <a:gdLst>
              <a:gd name="T0" fmla="*/ 0 w 21600"/>
              <a:gd name="T1" fmla="*/ 2147483646 h 21600"/>
              <a:gd name="T2" fmla="*/ 2147483646 w 21600"/>
              <a:gd name="T3" fmla="*/ 0 h 21600"/>
              <a:gd name="T4" fmla="*/ 2147483646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694"/>
                  <a:pt x="9632" y="34"/>
                  <a:pt x="21538" y="0"/>
                </a:cubicBezTo>
              </a:path>
              <a:path w="21600" h="21600" stroke="0" extrusionOk="0">
                <a:moveTo>
                  <a:pt x="0" y="21600"/>
                </a:moveTo>
                <a:cubicBezTo>
                  <a:pt x="0" y="9694"/>
                  <a:pt x="9632" y="34"/>
                  <a:pt x="21538" y="0"/>
                </a:cubicBezTo>
                <a:lnTo>
                  <a:pt x="21600" y="21600"/>
                </a:lnTo>
                <a:lnTo>
                  <a:pt x="0" y="21600"/>
                </a:lnTo>
                <a:close/>
              </a:path>
            </a:pathLst>
          </a:custGeom>
          <a:noFill/>
          <a:ln w="12700" cap="rnd">
            <a:solidFill>
              <a:srgbClr val="FA3200"/>
            </a:solidFill>
            <a:round/>
            <a:headEnd type="stealth" w="med" len="lg"/>
            <a:tailEnd type="none" w="sm" len="sm"/>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16395" name="Arc 12"/>
          <p:cNvSpPr>
            <a:spLocks/>
          </p:cNvSpPr>
          <p:nvPr/>
        </p:nvSpPr>
        <p:spPr bwMode="auto">
          <a:xfrm>
            <a:off x="8297865" y="3597275"/>
            <a:ext cx="352425" cy="1195388"/>
          </a:xfrm>
          <a:custGeom>
            <a:avLst/>
            <a:gdLst>
              <a:gd name="T0" fmla="*/ 2147483646 w 21600"/>
              <a:gd name="T1" fmla="*/ 0 h 21600"/>
              <a:gd name="T2" fmla="*/ 0 w 21600"/>
              <a:gd name="T3" fmla="*/ 2147483646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12700" cap="rnd">
            <a:solidFill>
              <a:srgbClr val="FA3200"/>
            </a:solidFill>
            <a:round/>
            <a:headEnd type="stealth" w="med" len="lg"/>
            <a:tailEnd type="none" w="sm" len="sm"/>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16396" name="Rectangle 13"/>
          <p:cNvSpPr>
            <a:spLocks noChangeArrowheads="1"/>
          </p:cNvSpPr>
          <p:nvPr/>
        </p:nvSpPr>
        <p:spPr bwMode="auto">
          <a:xfrm>
            <a:off x="4120851" y="4566284"/>
            <a:ext cx="4243149" cy="369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spcBef>
                <a:spcPct val="20000"/>
              </a:spcBef>
              <a:buClr>
                <a:srgbClr val="B8CCE4"/>
              </a:buClr>
              <a:buFont typeface="Wingdings" panose="05000000000000000000" pitchFamily="2" charset="2"/>
              <a:buChar char="§"/>
              <a:defRPr sz="2000" b="1">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dirty="0">
                <a:ln>
                  <a:noFill/>
                </a:ln>
                <a:effectLst/>
                <a:uLnTx/>
                <a:uFillTx/>
                <a:latin typeface="Figtree"/>
                <a:ea typeface="+mn-ea"/>
                <a:cs typeface="Arial" panose="020B0604020202020204" pitchFamily="34" charset="0"/>
              </a:rPr>
              <a:t>Document path. May be case-sensitive.</a:t>
            </a:r>
          </a:p>
        </p:txBody>
      </p:sp>
      <p:sp>
        <p:nvSpPr>
          <p:cNvPr id="16397" name="Arc 14"/>
          <p:cNvSpPr>
            <a:spLocks/>
          </p:cNvSpPr>
          <p:nvPr/>
        </p:nvSpPr>
        <p:spPr bwMode="auto">
          <a:xfrm>
            <a:off x="3489326" y="4194176"/>
            <a:ext cx="350839" cy="1660525"/>
          </a:xfrm>
          <a:custGeom>
            <a:avLst/>
            <a:gdLst>
              <a:gd name="T0" fmla="*/ 2147483646 w 21600"/>
              <a:gd name="T1" fmla="*/ 2147483646 h 21600"/>
              <a:gd name="T2" fmla="*/ 0 w 21600"/>
              <a:gd name="T3" fmla="*/ 0 h 21600"/>
              <a:gd name="T4" fmla="*/ 2147483646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lnTo>
                  <a:pt x="21600" y="21600"/>
                </a:lnTo>
                <a:close/>
              </a:path>
            </a:pathLst>
          </a:custGeom>
          <a:noFill/>
          <a:ln w="12700" cap="rnd">
            <a:solidFill>
              <a:srgbClr val="FA3200"/>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16398" name="Rectangle 15"/>
          <p:cNvSpPr>
            <a:spLocks noChangeArrowheads="1"/>
          </p:cNvSpPr>
          <p:nvPr/>
        </p:nvSpPr>
        <p:spPr bwMode="auto">
          <a:xfrm>
            <a:off x="3890965" y="5602288"/>
            <a:ext cx="5805126" cy="64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9" rIns="92075" bIns="46039">
            <a:spAutoFit/>
          </a:bodyPr>
          <a:lstStyle>
            <a:lvl1pPr>
              <a:spcBef>
                <a:spcPct val="20000"/>
              </a:spcBef>
              <a:buClr>
                <a:srgbClr val="B8CCE4"/>
              </a:buClr>
              <a:buFont typeface="Wingdings" panose="05000000000000000000" pitchFamily="2" charset="2"/>
              <a:buChar char="§"/>
              <a:defRPr sz="2000" b="1">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dirty="0">
                <a:ln>
                  <a:noFill/>
                </a:ln>
                <a:effectLst/>
                <a:uLnTx/>
                <a:uFillTx/>
                <a:latin typeface="Figtree"/>
                <a:ea typeface="+mn-ea"/>
                <a:cs typeface="Arial" panose="020B0604020202020204" pitchFamily="34" charset="0"/>
              </a:rPr>
              <a:t>An empty path refers to the home page (server-dependent: may be </a:t>
            </a:r>
            <a:r>
              <a:rPr kumimoji="0" lang="en-GB" sz="1800" b="1" i="0" u="none" strike="noStrike" kern="1200" cap="none" spc="0" normalizeH="0" baseline="0" noProof="0" dirty="0">
                <a:ln>
                  <a:noFill/>
                </a:ln>
                <a:effectLst/>
                <a:uLnTx/>
                <a:uFillTx/>
                <a:latin typeface="Courier New" panose="02070309020205020404" pitchFamily="49" charset="0"/>
                <a:ea typeface="+mn-ea"/>
                <a:cs typeface="Arial" panose="020B0604020202020204" pitchFamily="34" charset="0"/>
              </a:rPr>
              <a:t>index.html</a:t>
            </a:r>
            <a:r>
              <a:rPr kumimoji="0" lang="en-GB" sz="1800" b="0" i="0" u="none" strike="noStrike" kern="1200" cap="none" spc="0" normalizeH="0" baseline="0" noProof="0" dirty="0">
                <a:ln>
                  <a:noFill/>
                </a:ln>
                <a:effectLst/>
                <a:uLnTx/>
                <a:uFillTx/>
                <a:latin typeface="Arial" panose="020B0604020202020204" pitchFamily="34" charset="0"/>
                <a:ea typeface="+mn-ea"/>
                <a:cs typeface="Arial" panose="020B0604020202020204" pitchFamily="34" charset="0"/>
              </a:rPr>
              <a:t> or </a:t>
            </a:r>
            <a:r>
              <a:rPr kumimoji="0" lang="en-GB" sz="1800" b="1" i="0" u="none" strike="noStrike" kern="1200" cap="none" spc="0" normalizeH="0" baseline="0" noProof="0" dirty="0">
                <a:ln>
                  <a:noFill/>
                </a:ln>
                <a:effectLst/>
                <a:uLnTx/>
                <a:uFillTx/>
                <a:latin typeface="Courier New" panose="02070309020205020404" pitchFamily="49" charset="0"/>
                <a:ea typeface="+mn-ea"/>
                <a:cs typeface="Arial" panose="020B0604020202020204" pitchFamily="34" charset="0"/>
              </a:rPr>
              <a:t>default.html</a:t>
            </a:r>
            <a:r>
              <a:rPr kumimoji="0" lang="en-GB" sz="1800" b="0" i="0" u="none" strike="noStrike" kern="1200" cap="none" spc="0" normalizeH="0" baseline="0" noProof="0" dirty="0">
                <a:ln>
                  <a:noFill/>
                </a:ln>
                <a:effectLst/>
                <a:uLnTx/>
                <a:uFillTx/>
                <a:latin typeface="Arial" panose="020B0604020202020204" pitchFamily="34" charset="0"/>
                <a:ea typeface="+mn-ea"/>
                <a:cs typeface="Arial" panose="020B0604020202020204" pitchFamily="34" charset="0"/>
              </a:rPr>
              <a:t>)</a:t>
            </a:r>
            <a:r>
              <a:rPr lang="en-GB" sz="1800" b="0" noProof="0" dirty="0">
                <a:latin typeface="Figtree"/>
              </a:rPr>
              <a:t>. </a:t>
            </a:r>
          </a:p>
        </p:txBody>
      </p:sp>
      <p:sp>
        <p:nvSpPr>
          <p:cNvPr id="3" name="Slide Number Placeholder 5">
            <a:extLst>
              <a:ext uri="{FF2B5EF4-FFF2-40B4-BE49-F238E27FC236}">
                <a16:creationId xmlns:a16="http://schemas.microsoft.com/office/drawing/2014/main" id="{602FDEC7-DF1E-86B4-AD3B-0B0FC5BB3D8D}"/>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9</a:t>
            </a:fld>
            <a:endParaRPr lang="en-GB" noProof="0" dirty="0"/>
          </a:p>
        </p:txBody>
      </p:sp>
    </p:spTree>
    <p:extLst>
      <p:ext uri="{BB962C8B-B14F-4D97-AF65-F5344CB8AC3E}">
        <p14:creationId xmlns:p14="http://schemas.microsoft.com/office/powerpoint/2010/main" val="20496139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ctrTitle"/>
          </p:nvPr>
        </p:nvSpPr>
        <p:spPr>
          <a:xfrm>
            <a:off x="443921" y="500194"/>
            <a:ext cx="10800000" cy="858985"/>
          </a:xfrm>
        </p:spPr>
        <p:txBody>
          <a:bodyPr>
            <a:normAutofit/>
          </a:bodyPr>
          <a:lstStyle/>
          <a:p>
            <a:r>
              <a:rPr lang="en-GB" noProof="0" dirty="0"/>
              <a:t>Hypertext transfer protocol (HTTP)</a:t>
            </a:r>
          </a:p>
        </p:txBody>
      </p:sp>
      <p:sp>
        <p:nvSpPr>
          <p:cNvPr id="20483" name="Rectangle 3"/>
          <p:cNvSpPr>
            <a:spLocks noGrp="1" noChangeArrowheads="1"/>
          </p:cNvSpPr>
          <p:nvPr>
            <p:ph type="body" sz="quarter" idx="13"/>
          </p:nvPr>
        </p:nvSpPr>
        <p:spPr>
          <a:xfrm>
            <a:off x="444500" y="1733550"/>
            <a:ext cx="6715425" cy="4348163"/>
          </a:xfrm>
        </p:spPr>
        <p:txBody>
          <a:bodyPr/>
          <a:lstStyle/>
          <a:p>
            <a:pPr marL="285750" indent="-285750">
              <a:buFont typeface="Arial" panose="020B0604020202020204" pitchFamily="34" charset="0"/>
              <a:buChar char="•"/>
            </a:pPr>
            <a:r>
              <a:rPr lang="en-GB" b="1" noProof="0" dirty="0"/>
              <a:t>Application-level protocol:</a:t>
            </a:r>
          </a:p>
          <a:p>
            <a:pPr marL="971550" lvl="1" indent="-285750">
              <a:lnSpc>
                <a:spcPct val="100000"/>
              </a:lnSpc>
            </a:pPr>
            <a:r>
              <a:rPr lang="en-GB" noProof="0" dirty="0"/>
              <a:t>Technical information at </a:t>
            </a:r>
            <a:r>
              <a:rPr lang="en-GB" noProof="0" dirty="0">
                <a:hlinkClick r:id="rId3"/>
              </a:rPr>
              <a:t>http://www.w3.org</a:t>
            </a:r>
            <a:r>
              <a:rPr lang="en-GB" noProof="0" dirty="0"/>
              <a:t>.</a:t>
            </a:r>
          </a:p>
          <a:p>
            <a:pPr marL="971550" lvl="1" indent="-285750">
              <a:lnSpc>
                <a:spcPct val="100000"/>
              </a:lnSpc>
            </a:pPr>
            <a:r>
              <a:rPr lang="en-GB" noProof="0" dirty="0"/>
              <a:t>TCP-based.</a:t>
            </a:r>
          </a:p>
          <a:p>
            <a:pPr marL="971550" lvl="1" indent="-285750">
              <a:lnSpc>
                <a:spcPct val="100000"/>
              </a:lnSpc>
            </a:pPr>
            <a:r>
              <a:rPr lang="en-GB" noProof="0" dirty="0"/>
              <a:t>Current version is 3.0 (2022 release).</a:t>
            </a:r>
          </a:p>
          <a:p>
            <a:pPr marL="285750" indent="-285750">
              <a:buFont typeface="Arial" panose="020B0604020202020204" pitchFamily="34" charset="0"/>
              <a:buChar char="•"/>
            </a:pPr>
            <a:r>
              <a:rPr lang="en-GB" b="1" noProof="0" dirty="0"/>
              <a:t>Lightweight:</a:t>
            </a:r>
          </a:p>
          <a:p>
            <a:pPr marL="971550" lvl="1" indent="-285750">
              <a:lnSpc>
                <a:spcPct val="100000"/>
              </a:lnSpc>
            </a:pPr>
            <a:r>
              <a:rPr lang="en-GB" noProof="0" dirty="0"/>
              <a:t>Easy to implement clients and servers.</a:t>
            </a:r>
          </a:p>
          <a:p>
            <a:pPr marL="971550" lvl="1" indent="-285750">
              <a:lnSpc>
                <a:spcPct val="100000"/>
              </a:lnSpc>
            </a:pPr>
            <a:r>
              <a:rPr lang="en-GB" noProof="0" dirty="0"/>
              <a:t>Stateless — each request is independent from the others</a:t>
            </a:r>
          </a:p>
          <a:p>
            <a:pPr marL="1428750" lvl="2" indent="-285750">
              <a:lnSpc>
                <a:spcPct val="100000"/>
              </a:lnSpc>
            </a:pPr>
            <a:r>
              <a:rPr lang="en-GB" noProof="0" dirty="0"/>
              <a:t>Other technologies required to enable e-commerce, online banking, and so on</a:t>
            </a:r>
          </a:p>
          <a:p>
            <a:pPr marL="285750" indent="-285750">
              <a:buFont typeface="Arial" panose="020B0604020202020204" pitchFamily="34" charset="0"/>
              <a:buChar char="•"/>
            </a:pPr>
            <a:r>
              <a:rPr lang="en-GB" b="1" noProof="0" dirty="0"/>
              <a:t>Request/response paradigm.</a:t>
            </a:r>
          </a:p>
        </p:txBody>
      </p:sp>
      <p:grpSp>
        <p:nvGrpSpPr>
          <p:cNvPr id="20484" name="Group 4"/>
          <p:cNvGrpSpPr>
            <a:grpSpLocks/>
          </p:cNvGrpSpPr>
          <p:nvPr/>
        </p:nvGrpSpPr>
        <p:grpSpPr bwMode="auto">
          <a:xfrm>
            <a:off x="7958333" y="2447378"/>
            <a:ext cx="3285930" cy="2400667"/>
            <a:chOff x="3700" y="2447"/>
            <a:chExt cx="2193" cy="1500"/>
          </a:xfrm>
        </p:grpSpPr>
        <p:sp>
          <p:nvSpPr>
            <p:cNvPr id="20485" name="Oval 5"/>
            <p:cNvSpPr>
              <a:spLocks noChangeArrowheads="1"/>
            </p:cNvSpPr>
            <p:nvPr/>
          </p:nvSpPr>
          <p:spPr bwMode="auto">
            <a:xfrm>
              <a:off x="4295" y="2449"/>
              <a:ext cx="1598" cy="1498"/>
            </a:xfrm>
            <a:prstGeom prst="ellipse">
              <a:avLst/>
            </a:prstGeom>
            <a:solidFill>
              <a:srgbClr val="0000FF"/>
            </a:solidFill>
            <a:ln w="12700">
              <a:solidFill>
                <a:srgbClr val="000000"/>
              </a:solidFill>
              <a:round/>
              <a:headEnd/>
              <a:tailEnd/>
            </a:ln>
          </p:spPr>
          <p:txBody>
            <a:bodyPr wrap="none" anchor="ctr"/>
            <a:lstStyle>
              <a:lvl1pPr>
                <a:spcBef>
                  <a:spcPct val="20000"/>
                </a:spcBef>
                <a:buClr>
                  <a:srgbClr val="B8CCE4"/>
                </a:buClr>
                <a:buFont typeface="Wingdings" panose="05000000000000000000" pitchFamily="2" charset="2"/>
                <a:buChar char="§"/>
                <a:defRPr sz="2000" b="1">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dirty="0">
                <a:ln>
                  <a:noFill/>
                </a:ln>
                <a:solidFill>
                  <a:srgbClr val="0D0D0D"/>
                </a:solidFill>
                <a:effectLst/>
                <a:uLnTx/>
                <a:uFillTx/>
                <a:latin typeface="+mn-lt"/>
                <a:ea typeface="+mn-ea"/>
                <a:cs typeface="Arial" panose="020B0604020202020204" pitchFamily="34" charset="0"/>
              </a:endParaRPr>
            </a:p>
          </p:txBody>
        </p:sp>
        <p:grpSp>
          <p:nvGrpSpPr>
            <p:cNvPr id="20486" name="Group 6"/>
            <p:cNvGrpSpPr>
              <a:grpSpLocks/>
            </p:cNvGrpSpPr>
            <p:nvPr/>
          </p:nvGrpSpPr>
          <p:grpSpPr bwMode="auto">
            <a:xfrm>
              <a:off x="4580" y="2447"/>
              <a:ext cx="1301" cy="1460"/>
              <a:chOff x="4580" y="2447"/>
              <a:chExt cx="1301" cy="1460"/>
            </a:xfrm>
          </p:grpSpPr>
          <p:grpSp>
            <p:nvGrpSpPr>
              <p:cNvPr id="20499" name="Group 7"/>
              <p:cNvGrpSpPr>
                <a:grpSpLocks/>
              </p:cNvGrpSpPr>
              <p:nvPr/>
            </p:nvGrpSpPr>
            <p:grpSpPr bwMode="auto">
              <a:xfrm>
                <a:off x="4580" y="2576"/>
                <a:ext cx="616" cy="1331"/>
                <a:chOff x="4580" y="2576"/>
                <a:chExt cx="616" cy="1331"/>
              </a:xfrm>
            </p:grpSpPr>
            <p:grpSp>
              <p:nvGrpSpPr>
                <p:cNvPr id="20514" name="Group 8"/>
                <p:cNvGrpSpPr>
                  <a:grpSpLocks/>
                </p:cNvGrpSpPr>
                <p:nvPr/>
              </p:nvGrpSpPr>
              <p:grpSpPr bwMode="auto">
                <a:xfrm>
                  <a:off x="4759" y="3338"/>
                  <a:ext cx="435" cy="569"/>
                  <a:chOff x="4759" y="3338"/>
                  <a:chExt cx="435" cy="569"/>
                </a:xfrm>
              </p:grpSpPr>
              <p:sp>
                <p:nvSpPr>
                  <p:cNvPr id="20536" name="Freeform 9"/>
                  <p:cNvSpPr>
                    <a:spLocks/>
                  </p:cNvSpPr>
                  <p:nvPr/>
                </p:nvSpPr>
                <p:spPr bwMode="auto">
                  <a:xfrm>
                    <a:off x="4759" y="3338"/>
                    <a:ext cx="435" cy="550"/>
                  </a:xfrm>
                  <a:custGeom>
                    <a:avLst/>
                    <a:gdLst>
                      <a:gd name="T0" fmla="*/ 97 w 435"/>
                      <a:gd name="T1" fmla="*/ 0 h 550"/>
                      <a:gd name="T2" fmla="*/ 104 w 435"/>
                      <a:gd name="T3" fmla="*/ 13 h 550"/>
                      <a:gd name="T4" fmla="*/ 115 w 435"/>
                      <a:gd name="T5" fmla="*/ 1 h 550"/>
                      <a:gd name="T6" fmla="*/ 130 w 435"/>
                      <a:gd name="T7" fmla="*/ 11 h 550"/>
                      <a:gd name="T8" fmla="*/ 167 w 435"/>
                      <a:gd name="T9" fmla="*/ 18 h 550"/>
                      <a:gd name="T10" fmla="*/ 186 w 435"/>
                      <a:gd name="T11" fmla="*/ 22 h 550"/>
                      <a:gd name="T12" fmla="*/ 202 w 435"/>
                      <a:gd name="T13" fmla="*/ 37 h 550"/>
                      <a:gd name="T14" fmla="*/ 232 w 435"/>
                      <a:gd name="T15" fmla="*/ 62 h 550"/>
                      <a:gd name="T16" fmla="*/ 258 w 435"/>
                      <a:gd name="T17" fmla="*/ 65 h 550"/>
                      <a:gd name="T18" fmla="*/ 288 w 435"/>
                      <a:gd name="T19" fmla="*/ 90 h 550"/>
                      <a:gd name="T20" fmla="*/ 280 w 435"/>
                      <a:gd name="T21" fmla="*/ 117 h 550"/>
                      <a:gd name="T22" fmla="*/ 302 w 435"/>
                      <a:gd name="T23" fmla="*/ 121 h 550"/>
                      <a:gd name="T24" fmla="*/ 333 w 435"/>
                      <a:gd name="T25" fmla="*/ 121 h 550"/>
                      <a:gd name="T26" fmla="*/ 370 w 435"/>
                      <a:gd name="T27" fmla="*/ 131 h 550"/>
                      <a:gd name="T28" fmla="*/ 415 w 435"/>
                      <a:gd name="T29" fmla="*/ 147 h 550"/>
                      <a:gd name="T30" fmla="*/ 431 w 435"/>
                      <a:gd name="T31" fmla="*/ 172 h 550"/>
                      <a:gd name="T32" fmla="*/ 405 w 435"/>
                      <a:gd name="T33" fmla="*/ 203 h 550"/>
                      <a:gd name="T34" fmla="*/ 397 w 435"/>
                      <a:gd name="T35" fmla="*/ 236 h 550"/>
                      <a:gd name="T36" fmla="*/ 389 w 435"/>
                      <a:gd name="T37" fmla="*/ 277 h 550"/>
                      <a:gd name="T38" fmla="*/ 364 w 435"/>
                      <a:gd name="T39" fmla="*/ 298 h 550"/>
                      <a:gd name="T40" fmla="*/ 318 w 435"/>
                      <a:gd name="T41" fmla="*/ 312 h 550"/>
                      <a:gd name="T42" fmla="*/ 314 w 435"/>
                      <a:gd name="T43" fmla="*/ 334 h 550"/>
                      <a:gd name="T44" fmla="*/ 281 w 435"/>
                      <a:gd name="T45" fmla="*/ 380 h 550"/>
                      <a:gd name="T46" fmla="*/ 233 w 435"/>
                      <a:gd name="T47" fmla="*/ 381 h 550"/>
                      <a:gd name="T48" fmla="*/ 238 w 435"/>
                      <a:gd name="T49" fmla="*/ 421 h 550"/>
                      <a:gd name="T50" fmla="*/ 191 w 435"/>
                      <a:gd name="T51" fmla="*/ 451 h 550"/>
                      <a:gd name="T52" fmla="*/ 180 w 435"/>
                      <a:gd name="T53" fmla="*/ 470 h 550"/>
                      <a:gd name="T54" fmla="*/ 169 w 435"/>
                      <a:gd name="T55" fmla="*/ 517 h 550"/>
                      <a:gd name="T56" fmla="*/ 152 w 435"/>
                      <a:gd name="T57" fmla="*/ 543 h 550"/>
                      <a:gd name="T58" fmla="*/ 114 w 435"/>
                      <a:gd name="T59" fmla="*/ 502 h 550"/>
                      <a:gd name="T60" fmla="*/ 99 w 435"/>
                      <a:gd name="T61" fmla="*/ 409 h 550"/>
                      <a:gd name="T62" fmla="*/ 102 w 435"/>
                      <a:gd name="T63" fmla="*/ 348 h 550"/>
                      <a:gd name="T64" fmla="*/ 98 w 435"/>
                      <a:gd name="T65" fmla="*/ 253 h 550"/>
                      <a:gd name="T66" fmla="*/ 76 w 435"/>
                      <a:gd name="T67" fmla="*/ 230 h 550"/>
                      <a:gd name="T68" fmla="*/ 55 w 435"/>
                      <a:gd name="T69" fmla="*/ 229 h 550"/>
                      <a:gd name="T70" fmla="*/ 45 w 435"/>
                      <a:gd name="T71" fmla="*/ 208 h 550"/>
                      <a:gd name="T72" fmla="*/ 33 w 435"/>
                      <a:gd name="T73" fmla="*/ 184 h 550"/>
                      <a:gd name="T74" fmla="*/ 22 w 435"/>
                      <a:gd name="T75" fmla="*/ 163 h 550"/>
                      <a:gd name="T76" fmla="*/ 11 w 435"/>
                      <a:gd name="T77" fmla="*/ 141 h 550"/>
                      <a:gd name="T78" fmla="*/ 11 w 435"/>
                      <a:gd name="T79" fmla="*/ 117 h 550"/>
                      <a:gd name="T80" fmla="*/ 7 w 435"/>
                      <a:gd name="T81" fmla="*/ 97 h 550"/>
                      <a:gd name="T82" fmla="*/ 31 w 435"/>
                      <a:gd name="T83" fmla="*/ 76 h 550"/>
                      <a:gd name="T84" fmla="*/ 44 w 435"/>
                      <a:gd name="T85" fmla="*/ 46 h 55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435"/>
                      <a:gd name="T130" fmla="*/ 0 h 550"/>
                      <a:gd name="T131" fmla="*/ 435 w 435"/>
                      <a:gd name="T132" fmla="*/ 550 h 550"/>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435" h="550">
                        <a:moveTo>
                          <a:pt x="51" y="16"/>
                        </a:moveTo>
                        <a:lnTo>
                          <a:pt x="76" y="0"/>
                        </a:lnTo>
                        <a:lnTo>
                          <a:pt x="97" y="0"/>
                        </a:lnTo>
                        <a:lnTo>
                          <a:pt x="104" y="1"/>
                        </a:lnTo>
                        <a:lnTo>
                          <a:pt x="104" y="6"/>
                        </a:lnTo>
                        <a:lnTo>
                          <a:pt x="104" y="13"/>
                        </a:lnTo>
                        <a:lnTo>
                          <a:pt x="109" y="16"/>
                        </a:lnTo>
                        <a:lnTo>
                          <a:pt x="112" y="9"/>
                        </a:lnTo>
                        <a:lnTo>
                          <a:pt x="115" y="1"/>
                        </a:lnTo>
                        <a:lnTo>
                          <a:pt x="120" y="1"/>
                        </a:lnTo>
                        <a:lnTo>
                          <a:pt x="123" y="6"/>
                        </a:lnTo>
                        <a:lnTo>
                          <a:pt x="130" y="11"/>
                        </a:lnTo>
                        <a:lnTo>
                          <a:pt x="137" y="16"/>
                        </a:lnTo>
                        <a:lnTo>
                          <a:pt x="157" y="16"/>
                        </a:lnTo>
                        <a:lnTo>
                          <a:pt x="167" y="18"/>
                        </a:lnTo>
                        <a:lnTo>
                          <a:pt x="172" y="19"/>
                        </a:lnTo>
                        <a:lnTo>
                          <a:pt x="178" y="19"/>
                        </a:lnTo>
                        <a:lnTo>
                          <a:pt x="186" y="22"/>
                        </a:lnTo>
                        <a:lnTo>
                          <a:pt x="188" y="28"/>
                        </a:lnTo>
                        <a:lnTo>
                          <a:pt x="188" y="33"/>
                        </a:lnTo>
                        <a:lnTo>
                          <a:pt x="202" y="37"/>
                        </a:lnTo>
                        <a:lnTo>
                          <a:pt x="211" y="47"/>
                        </a:lnTo>
                        <a:lnTo>
                          <a:pt x="224" y="57"/>
                        </a:lnTo>
                        <a:lnTo>
                          <a:pt x="232" y="62"/>
                        </a:lnTo>
                        <a:lnTo>
                          <a:pt x="237" y="62"/>
                        </a:lnTo>
                        <a:lnTo>
                          <a:pt x="250" y="62"/>
                        </a:lnTo>
                        <a:lnTo>
                          <a:pt x="258" y="65"/>
                        </a:lnTo>
                        <a:lnTo>
                          <a:pt x="267" y="75"/>
                        </a:lnTo>
                        <a:lnTo>
                          <a:pt x="280" y="82"/>
                        </a:lnTo>
                        <a:lnTo>
                          <a:pt x="288" y="90"/>
                        </a:lnTo>
                        <a:lnTo>
                          <a:pt x="291" y="102"/>
                        </a:lnTo>
                        <a:lnTo>
                          <a:pt x="286" y="106"/>
                        </a:lnTo>
                        <a:lnTo>
                          <a:pt x="280" y="117"/>
                        </a:lnTo>
                        <a:lnTo>
                          <a:pt x="288" y="125"/>
                        </a:lnTo>
                        <a:lnTo>
                          <a:pt x="293" y="126"/>
                        </a:lnTo>
                        <a:lnTo>
                          <a:pt x="302" y="121"/>
                        </a:lnTo>
                        <a:lnTo>
                          <a:pt x="314" y="117"/>
                        </a:lnTo>
                        <a:lnTo>
                          <a:pt x="324" y="121"/>
                        </a:lnTo>
                        <a:lnTo>
                          <a:pt x="333" y="121"/>
                        </a:lnTo>
                        <a:lnTo>
                          <a:pt x="345" y="126"/>
                        </a:lnTo>
                        <a:lnTo>
                          <a:pt x="357" y="131"/>
                        </a:lnTo>
                        <a:lnTo>
                          <a:pt x="370" y="131"/>
                        </a:lnTo>
                        <a:lnTo>
                          <a:pt x="385" y="132"/>
                        </a:lnTo>
                        <a:lnTo>
                          <a:pt x="400" y="143"/>
                        </a:lnTo>
                        <a:lnTo>
                          <a:pt x="415" y="147"/>
                        </a:lnTo>
                        <a:lnTo>
                          <a:pt x="426" y="150"/>
                        </a:lnTo>
                        <a:lnTo>
                          <a:pt x="434" y="160"/>
                        </a:lnTo>
                        <a:lnTo>
                          <a:pt x="431" y="172"/>
                        </a:lnTo>
                        <a:lnTo>
                          <a:pt x="423" y="184"/>
                        </a:lnTo>
                        <a:lnTo>
                          <a:pt x="415" y="193"/>
                        </a:lnTo>
                        <a:lnTo>
                          <a:pt x="405" y="203"/>
                        </a:lnTo>
                        <a:lnTo>
                          <a:pt x="402" y="215"/>
                        </a:lnTo>
                        <a:lnTo>
                          <a:pt x="390" y="224"/>
                        </a:lnTo>
                        <a:lnTo>
                          <a:pt x="397" y="236"/>
                        </a:lnTo>
                        <a:lnTo>
                          <a:pt x="397" y="253"/>
                        </a:lnTo>
                        <a:lnTo>
                          <a:pt x="389" y="265"/>
                        </a:lnTo>
                        <a:lnTo>
                          <a:pt x="389" y="277"/>
                        </a:lnTo>
                        <a:lnTo>
                          <a:pt x="383" y="289"/>
                        </a:lnTo>
                        <a:lnTo>
                          <a:pt x="374" y="294"/>
                        </a:lnTo>
                        <a:lnTo>
                          <a:pt x="364" y="298"/>
                        </a:lnTo>
                        <a:lnTo>
                          <a:pt x="351" y="297"/>
                        </a:lnTo>
                        <a:lnTo>
                          <a:pt x="333" y="301"/>
                        </a:lnTo>
                        <a:lnTo>
                          <a:pt x="318" y="312"/>
                        </a:lnTo>
                        <a:lnTo>
                          <a:pt x="310" y="321"/>
                        </a:lnTo>
                        <a:lnTo>
                          <a:pt x="306" y="327"/>
                        </a:lnTo>
                        <a:lnTo>
                          <a:pt x="314" y="334"/>
                        </a:lnTo>
                        <a:lnTo>
                          <a:pt x="314" y="343"/>
                        </a:lnTo>
                        <a:lnTo>
                          <a:pt x="293" y="358"/>
                        </a:lnTo>
                        <a:lnTo>
                          <a:pt x="281" y="380"/>
                        </a:lnTo>
                        <a:lnTo>
                          <a:pt x="264" y="393"/>
                        </a:lnTo>
                        <a:lnTo>
                          <a:pt x="250" y="393"/>
                        </a:lnTo>
                        <a:lnTo>
                          <a:pt x="233" y="381"/>
                        </a:lnTo>
                        <a:lnTo>
                          <a:pt x="232" y="398"/>
                        </a:lnTo>
                        <a:lnTo>
                          <a:pt x="240" y="406"/>
                        </a:lnTo>
                        <a:lnTo>
                          <a:pt x="238" y="421"/>
                        </a:lnTo>
                        <a:lnTo>
                          <a:pt x="213" y="434"/>
                        </a:lnTo>
                        <a:lnTo>
                          <a:pt x="202" y="431"/>
                        </a:lnTo>
                        <a:lnTo>
                          <a:pt x="191" y="451"/>
                        </a:lnTo>
                        <a:lnTo>
                          <a:pt x="180" y="453"/>
                        </a:lnTo>
                        <a:lnTo>
                          <a:pt x="175" y="462"/>
                        </a:lnTo>
                        <a:lnTo>
                          <a:pt x="180" y="470"/>
                        </a:lnTo>
                        <a:lnTo>
                          <a:pt x="169" y="484"/>
                        </a:lnTo>
                        <a:lnTo>
                          <a:pt x="178" y="503"/>
                        </a:lnTo>
                        <a:lnTo>
                          <a:pt x="169" y="517"/>
                        </a:lnTo>
                        <a:lnTo>
                          <a:pt x="161" y="531"/>
                        </a:lnTo>
                        <a:lnTo>
                          <a:pt x="169" y="543"/>
                        </a:lnTo>
                        <a:lnTo>
                          <a:pt x="152" y="543"/>
                        </a:lnTo>
                        <a:lnTo>
                          <a:pt x="137" y="549"/>
                        </a:lnTo>
                        <a:lnTo>
                          <a:pt x="119" y="522"/>
                        </a:lnTo>
                        <a:lnTo>
                          <a:pt x="114" y="502"/>
                        </a:lnTo>
                        <a:lnTo>
                          <a:pt x="114" y="456"/>
                        </a:lnTo>
                        <a:lnTo>
                          <a:pt x="98" y="438"/>
                        </a:lnTo>
                        <a:lnTo>
                          <a:pt x="99" y="409"/>
                        </a:lnTo>
                        <a:lnTo>
                          <a:pt x="107" y="390"/>
                        </a:lnTo>
                        <a:lnTo>
                          <a:pt x="103" y="370"/>
                        </a:lnTo>
                        <a:lnTo>
                          <a:pt x="102" y="348"/>
                        </a:lnTo>
                        <a:lnTo>
                          <a:pt x="104" y="294"/>
                        </a:lnTo>
                        <a:lnTo>
                          <a:pt x="109" y="269"/>
                        </a:lnTo>
                        <a:lnTo>
                          <a:pt x="98" y="253"/>
                        </a:lnTo>
                        <a:lnTo>
                          <a:pt x="87" y="244"/>
                        </a:lnTo>
                        <a:lnTo>
                          <a:pt x="78" y="238"/>
                        </a:lnTo>
                        <a:lnTo>
                          <a:pt x="76" y="230"/>
                        </a:lnTo>
                        <a:lnTo>
                          <a:pt x="69" y="232"/>
                        </a:lnTo>
                        <a:lnTo>
                          <a:pt x="59" y="233"/>
                        </a:lnTo>
                        <a:lnTo>
                          <a:pt x="55" y="229"/>
                        </a:lnTo>
                        <a:lnTo>
                          <a:pt x="48" y="222"/>
                        </a:lnTo>
                        <a:lnTo>
                          <a:pt x="44" y="212"/>
                        </a:lnTo>
                        <a:lnTo>
                          <a:pt x="45" y="208"/>
                        </a:lnTo>
                        <a:lnTo>
                          <a:pt x="41" y="195"/>
                        </a:lnTo>
                        <a:lnTo>
                          <a:pt x="35" y="185"/>
                        </a:lnTo>
                        <a:lnTo>
                          <a:pt x="33" y="184"/>
                        </a:lnTo>
                        <a:lnTo>
                          <a:pt x="33" y="179"/>
                        </a:lnTo>
                        <a:lnTo>
                          <a:pt x="30" y="174"/>
                        </a:lnTo>
                        <a:lnTo>
                          <a:pt x="22" y="163"/>
                        </a:lnTo>
                        <a:lnTo>
                          <a:pt x="21" y="158"/>
                        </a:lnTo>
                        <a:lnTo>
                          <a:pt x="12" y="152"/>
                        </a:lnTo>
                        <a:lnTo>
                          <a:pt x="11" y="141"/>
                        </a:lnTo>
                        <a:lnTo>
                          <a:pt x="5" y="133"/>
                        </a:lnTo>
                        <a:lnTo>
                          <a:pt x="0" y="126"/>
                        </a:lnTo>
                        <a:lnTo>
                          <a:pt x="11" y="117"/>
                        </a:lnTo>
                        <a:lnTo>
                          <a:pt x="20" y="112"/>
                        </a:lnTo>
                        <a:lnTo>
                          <a:pt x="11" y="107"/>
                        </a:lnTo>
                        <a:lnTo>
                          <a:pt x="7" y="97"/>
                        </a:lnTo>
                        <a:lnTo>
                          <a:pt x="10" y="88"/>
                        </a:lnTo>
                        <a:lnTo>
                          <a:pt x="20" y="81"/>
                        </a:lnTo>
                        <a:lnTo>
                          <a:pt x="31" y="76"/>
                        </a:lnTo>
                        <a:lnTo>
                          <a:pt x="40" y="63"/>
                        </a:lnTo>
                        <a:lnTo>
                          <a:pt x="45" y="56"/>
                        </a:lnTo>
                        <a:lnTo>
                          <a:pt x="44" y="46"/>
                        </a:lnTo>
                        <a:lnTo>
                          <a:pt x="44" y="38"/>
                        </a:lnTo>
                        <a:lnTo>
                          <a:pt x="51" y="16"/>
                        </a:lnTo>
                      </a:path>
                    </a:pathLst>
                  </a:custGeom>
                  <a:solidFill>
                    <a:srgbClr val="FCFEB9"/>
                  </a:solidFill>
                  <a:ln w="12700" cap="rnd" cmpd="sng">
                    <a:solidFill>
                      <a:srgbClr val="000000"/>
                    </a:solidFill>
                    <a:prstDash val="solid"/>
                    <a:round/>
                    <a:headEnd/>
                    <a:tailEnd/>
                  </a:ln>
                </p:spPr>
                <p:txBody>
                  <a:bodyPr/>
                  <a:lstStyle/>
                  <a:p>
                    <a:pPr marL="0" marR="0" lvl="0" indent="0" algn="l" defTabSz="914400" rtl="0" eaLnBrk="1" fontAlgn="auto" latinLnBrk="0" hangingPunct="1">
                      <a:lnSpc>
                        <a:spcPct val="100000"/>
                      </a:lnSpc>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ea typeface="+mn-ea"/>
                      <a:cs typeface="+mn-cs"/>
                    </a:endParaRPr>
                  </a:p>
                </p:txBody>
              </p:sp>
              <p:sp>
                <p:nvSpPr>
                  <p:cNvPr id="20537" name="Freeform 10"/>
                  <p:cNvSpPr>
                    <a:spLocks/>
                  </p:cNvSpPr>
                  <p:nvPr/>
                </p:nvSpPr>
                <p:spPr bwMode="auto">
                  <a:xfrm>
                    <a:off x="4912" y="3889"/>
                    <a:ext cx="50" cy="18"/>
                  </a:xfrm>
                  <a:custGeom>
                    <a:avLst/>
                    <a:gdLst>
                      <a:gd name="T0" fmla="*/ 16 w 50"/>
                      <a:gd name="T1" fmla="*/ 0 h 18"/>
                      <a:gd name="T2" fmla="*/ 0 w 50"/>
                      <a:gd name="T3" fmla="*/ 9 h 18"/>
                      <a:gd name="T4" fmla="*/ 10 w 50"/>
                      <a:gd name="T5" fmla="*/ 17 h 18"/>
                      <a:gd name="T6" fmla="*/ 31 w 50"/>
                      <a:gd name="T7" fmla="*/ 16 h 18"/>
                      <a:gd name="T8" fmla="*/ 49 w 50"/>
                      <a:gd name="T9" fmla="*/ 17 h 18"/>
                      <a:gd name="T10" fmla="*/ 31 w 50"/>
                      <a:gd name="T11" fmla="*/ 7 h 18"/>
                      <a:gd name="T12" fmla="*/ 16 w 50"/>
                      <a:gd name="T13" fmla="*/ 0 h 18"/>
                      <a:gd name="T14" fmla="*/ 0 60000 65536"/>
                      <a:gd name="T15" fmla="*/ 0 60000 65536"/>
                      <a:gd name="T16" fmla="*/ 0 60000 65536"/>
                      <a:gd name="T17" fmla="*/ 0 60000 65536"/>
                      <a:gd name="T18" fmla="*/ 0 60000 65536"/>
                      <a:gd name="T19" fmla="*/ 0 60000 65536"/>
                      <a:gd name="T20" fmla="*/ 0 60000 65536"/>
                      <a:gd name="T21" fmla="*/ 0 w 50"/>
                      <a:gd name="T22" fmla="*/ 0 h 18"/>
                      <a:gd name="T23" fmla="*/ 50 w 50"/>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0" h="18">
                        <a:moveTo>
                          <a:pt x="16" y="0"/>
                        </a:moveTo>
                        <a:lnTo>
                          <a:pt x="0" y="9"/>
                        </a:lnTo>
                        <a:lnTo>
                          <a:pt x="10" y="17"/>
                        </a:lnTo>
                        <a:lnTo>
                          <a:pt x="31" y="16"/>
                        </a:lnTo>
                        <a:lnTo>
                          <a:pt x="49" y="17"/>
                        </a:lnTo>
                        <a:lnTo>
                          <a:pt x="31" y="7"/>
                        </a:lnTo>
                        <a:lnTo>
                          <a:pt x="16" y="0"/>
                        </a:lnTo>
                      </a:path>
                    </a:pathLst>
                  </a:custGeom>
                  <a:solidFill>
                    <a:srgbClr val="FCFEB9"/>
                  </a:solidFill>
                  <a:ln w="12700" cap="rnd" cmpd="sng">
                    <a:solidFill>
                      <a:srgbClr val="000000"/>
                    </a:solidFill>
                    <a:prstDash val="solid"/>
                    <a:round/>
                    <a:headEnd/>
                    <a:tailEnd/>
                  </a:ln>
                </p:spPr>
                <p:txBody>
                  <a:bodyPr/>
                  <a:lstStyle/>
                  <a:p>
                    <a:pPr marL="0" marR="0" lvl="0" indent="0" algn="l" defTabSz="914400" rtl="0" eaLnBrk="1" fontAlgn="auto" latinLnBrk="0" hangingPunct="1">
                      <a:lnSpc>
                        <a:spcPct val="100000"/>
                      </a:lnSpc>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ea typeface="+mn-ea"/>
                      <a:cs typeface="+mn-cs"/>
                    </a:endParaRPr>
                  </a:p>
                </p:txBody>
              </p:sp>
            </p:grpSp>
            <p:grpSp>
              <p:nvGrpSpPr>
                <p:cNvPr id="20515" name="Group 11"/>
                <p:cNvGrpSpPr>
                  <a:grpSpLocks/>
                </p:cNvGrpSpPr>
                <p:nvPr/>
              </p:nvGrpSpPr>
              <p:grpSpPr bwMode="auto">
                <a:xfrm>
                  <a:off x="4580" y="2630"/>
                  <a:ext cx="616" cy="745"/>
                  <a:chOff x="4580" y="2630"/>
                  <a:chExt cx="616" cy="745"/>
                </a:xfrm>
              </p:grpSpPr>
              <p:sp>
                <p:nvSpPr>
                  <p:cNvPr id="20523" name="Freeform 12"/>
                  <p:cNvSpPr>
                    <a:spLocks/>
                  </p:cNvSpPr>
                  <p:nvPr/>
                </p:nvSpPr>
                <p:spPr bwMode="auto">
                  <a:xfrm>
                    <a:off x="4918" y="2881"/>
                    <a:ext cx="19" cy="21"/>
                  </a:xfrm>
                  <a:custGeom>
                    <a:avLst/>
                    <a:gdLst>
                      <a:gd name="T0" fmla="*/ 0 w 19"/>
                      <a:gd name="T1" fmla="*/ 14 h 21"/>
                      <a:gd name="T2" fmla="*/ 18 w 19"/>
                      <a:gd name="T3" fmla="*/ 20 h 21"/>
                      <a:gd name="T4" fmla="*/ 16 w 19"/>
                      <a:gd name="T5" fmla="*/ 12 h 21"/>
                      <a:gd name="T6" fmla="*/ 18 w 19"/>
                      <a:gd name="T7" fmla="*/ 2 h 21"/>
                      <a:gd name="T8" fmla="*/ 9 w 19"/>
                      <a:gd name="T9" fmla="*/ 0 h 21"/>
                      <a:gd name="T10" fmla="*/ 5 w 19"/>
                      <a:gd name="T11" fmla="*/ 7 h 21"/>
                      <a:gd name="T12" fmla="*/ 0 w 19"/>
                      <a:gd name="T13" fmla="*/ 14 h 21"/>
                      <a:gd name="T14" fmla="*/ 0 60000 65536"/>
                      <a:gd name="T15" fmla="*/ 0 60000 65536"/>
                      <a:gd name="T16" fmla="*/ 0 60000 65536"/>
                      <a:gd name="T17" fmla="*/ 0 60000 65536"/>
                      <a:gd name="T18" fmla="*/ 0 60000 65536"/>
                      <a:gd name="T19" fmla="*/ 0 60000 65536"/>
                      <a:gd name="T20" fmla="*/ 0 60000 65536"/>
                      <a:gd name="T21" fmla="*/ 0 w 19"/>
                      <a:gd name="T22" fmla="*/ 0 h 21"/>
                      <a:gd name="T23" fmla="*/ 19 w 19"/>
                      <a:gd name="T24" fmla="*/ 21 h 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 h="21">
                        <a:moveTo>
                          <a:pt x="0" y="14"/>
                        </a:moveTo>
                        <a:lnTo>
                          <a:pt x="18" y="20"/>
                        </a:lnTo>
                        <a:lnTo>
                          <a:pt x="16" y="12"/>
                        </a:lnTo>
                        <a:lnTo>
                          <a:pt x="18" y="2"/>
                        </a:lnTo>
                        <a:lnTo>
                          <a:pt x="9" y="0"/>
                        </a:lnTo>
                        <a:lnTo>
                          <a:pt x="5" y="7"/>
                        </a:lnTo>
                        <a:lnTo>
                          <a:pt x="0" y="14"/>
                        </a:lnTo>
                      </a:path>
                    </a:pathLst>
                  </a:custGeom>
                  <a:solidFill>
                    <a:srgbClr val="FCFEB9"/>
                  </a:solidFill>
                  <a:ln w="12700" cap="rnd" cmpd="sng">
                    <a:solidFill>
                      <a:srgbClr val="000000"/>
                    </a:solidFill>
                    <a:prstDash val="solid"/>
                    <a:round/>
                    <a:headEnd/>
                    <a:tailEnd/>
                  </a:ln>
                </p:spPr>
                <p:txBody>
                  <a:bodyPr/>
                  <a:lstStyle/>
                  <a:p>
                    <a:pPr marL="0" marR="0" lvl="0" indent="0" algn="l" defTabSz="914400" rtl="0" eaLnBrk="1" fontAlgn="auto" latinLnBrk="0" hangingPunct="1">
                      <a:lnSpc>
                        <a:spcPct val="100000"/>
                      </a:lnSpc>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ea typeface="+mn-ea"/>
                      <a:cs typeface="+mn-cs"/>
                    </a:endParaRPr>
                  </a:p>
                </p:txBody>
              </p:sp>
              <p:grpSp>
                <p:nvGrpSpPr>
                  <p:cNvPr id="20524" name="Group 13"/>
                  <p:cNvGrpSpPr>
                    <a:grpSpLocks/>
                  </p:cNvGrpSpPr>
                  <p:nvPr/>
                </p:nvGrpSpPr>
                <p:grpSpPr bwMode="auto">
                  <a:xfrm>
                    <a:off x="4580" y="2630"/>
                    <a:ext cx="616" cy="745"/>
                    <a:chOff x="4580" y="2630"/>
                    <a:chExt cx="616" cy="745"/>
                  </a:xfrm>
                </p:grpSpPr>
                <p:sp>
                  <p:nvSpPr>
                    <p:cNvPr id="20525" name="Freeform 14"/>
                    <p:cNvSpPr>
                      <a:spLocks/>
                    </p:cNvSpPr>
                    <p:nvPr/>
                  </p:nvSpPr>
                  <p:spPr bwMode="auto">
                    <a:xfrm>
                      <a:off x="4580" y="2630"/>
                      <a:ext cx="442" cy="745"/>
                    </a:xfrm>
                    <a:custGeom>
                      <a:avLst/>
                      <a:gdLst>
                        <a:gd name="T0" fmla="*/ 193 w 442"/>
                        <a:gd name="T1" fmla="*/ 712 h 745"/>
                        <a:gd name="T2" fmla="*/ 183 w 442"/>
                        <a:gd name="T3" fmla="*/ 677 h 745"/>
                        <a:gd name="T4" fmla="*/ 181 w 442"/>
                        <a:gd name="T5" fmla="*/ 644 h 745"/>
                        <a:gd name="T6" fmla="*/ 153 w 442"/>
                        <a:gd name="T7" fmla="*/ 623 h 745"/>
                        <a:gd name="T8" fmla="*/ 144 w 442"/>
                        <a:gd name="T9" fmla="*/ 589 h 745"/>
                        <a:gd name="T10" fmla="*/ 113 w 442"/>
                        <a:gd name="T11" fmla="*/ 601 h 745"/>
                        <a:gd name="T12" fmla="*/ 95 w 442"/>
                        <a:gd name="T13" fmla="*/ 556 h 745"/>
                        <a:gd name="T14" fmla="*/ 111 w 442"/>
                        <a:gd name="T15" fmla="*/ 528 h 745"/>
                        <a:gd name="T16" fmla="*/ 141 w 442"/>
                        <a:gd name="T17" fmla="*/ 507 h 745"/>
                        <a:gd name="T18" fmla="*/ 170 w 442"/>
                        <a:gd name="T19" fmla="*/ 525 h 745"/>
                        <a:gd name="T20" fmla="*/ 200 w 442"/>
                        <a:gd name="T21" fmla="*/ 525 h 745"/>
                        <a:gd name="T22" fmla="*/ 219 w 442"/>
                        <a:gd name="T23" fmla="*/ 563 h 745"/>
                        <a:gd name="T24" fmla="*/ 234 w 442"/>
                        <a:gd name="T25" fmla="*/ 581 h 745"/>
                        <a:gd name="T26" fmla="*/ 236 w 442"/>
                        <a:gd name="T27" fmla="*/ 549 h 745"/>
                        <a:gd name="T28" fmla="*/ 241 w 442"/>
                        <a:gd name="T29" fmla="*/ 519 h 745"/>
                        <a:gd name="T30" fmla="*/ 269 w 442"/>
                        <a:gd name="T31" fmla="*/ 513 h 745"/>
                        <a:gd name="T32" fmla="*/ 299 w 442"/>
                        <a:gd name="T33" fmla="*/ 492 h 745"/>
                        <a:gd name="T34" fmla="*/ 314 w 442"/>
                        <a:gd name="T35" fmla="*/ 464 h 745"/>
                        <a:gd name="T36" fmla="*/ 337 w 442"/>
                        <a:gd name="T37" fmla="*/ 449 h 745"/>
                        <a:gd name="T38" fmla="*/ 383 w 442"/>
                        <a:gd name="T39" fmla="*/ 433 h 745"/>
                        <a:gd name="T40" fmla="*/ 384 w 442"/>
                        <a:gd name="T41" fmla="*/ 424 h 745"/>
                        <a:gd name="T42" fmla="*/ 373 w 442"/>
                        <a:gd name="T43" fmla="*/ 396 h 745"/>
                        <a:gd name="T44" fmla="*/ 438 w 442"/>
                        <a:gd name="T45" fmla="*/ 373 h 745"/>
                        <a:gd name="T46" fmla="*/ 419 w 442"/>
                        <a:gd name="T47" fmla="*/ 343 h 745"/>
                        <a:gd name="T48" fmla="*/ 401 w 442"/>
                        <a:gd name="T49" fmla="*/ 328 h 745"/>
                        <a:gd name="T50" fmla="*/ 364 w 442"/>
                        <a:gd name="T51" fmla="*/ 284 h 745"/>
                        <a:gd name="T52" fmla="*/ 336 w 442"/>
                        <a:gd name="T53" fmla="*/ 338 h 745"/>
                        <a:gd name="T54" fmla="*/ 318 w 442"/>
                        <a:gd name="T55" fmla="*/ 357 h 745"/>
                        <a:gd name="T56" fmla="*/ 309 w 442"/>
                        <a:gd name="T57" fmla="*/ 339 h 745"/>
                        <a:gd name="T58" fmla="*/ 276 w 442"/>
                        <a:gd name="T59" fmla="*/ 293 h 745"/>
                        <a:gd name="T60" fmla="*/ 318 w 442"/>
                        <a:gd name="T61" fmla="*/ 256 h 745"/>
                        <a:gd name="T62" fmla="*/ 356 w 442"/>
                        <a:gd name="T63" fmla="*/ 246 h 745"/>
                        <a:gd name="T64" fmla="*/ 369 w 442"/>
                        <a:gd name="T65" fmla="*/ 229 h 745"/>
                        <a:gd name="T66" fmla="*/ 343 w 442"/>
                        <a:gd name="T67" fmla="*/ 225 h 745"/>
                        <a:gd name="T68" fmla="*/ 343 w 442"/>
                        <a:gd name="T69" fmla="*/ 201 h 745"/>
                        <a:gd name="T70" fmla="*/ 292 w 442"/>
                        <a:gd name="T71" fmla="*/ 128 h 745"/>
                        <a:gd name="T72" fmla="*/ 283 w 442"/>
                        <a:gd name="T73" fmla="*/ 64 h 745"/>
                        <a:gd name="T74" fmla="*/ 255 w 442"/>
                        <a:gd name="T75" fmla="*/ 18 h 745"/>
                        <a:gd name="T76" fmla="*/ 229 w 442"/>
                        <a:gd name="T77" fmla="*/ 21 h 745"/>
                        <a:gd name="T78" fmla="*/ 198 w 442"/>
                        <a:gd name="T79" fmla="*/ 10 h 745"/>
                        <a:gd name="T80" fmla="*/ 141 w 442"/>
                        <a:gd name="T81" fmla="*/ 39 h 745"/>
                        <a:gd name="T82" fmla="*/ 139 w 442"/>
                        <a:gd name="T83" fmla="*/ 51 h 745"/>
                        <a:gd name="T84" fmla="*/ 170 w 442"/>
                        <a:gd name="T85" fmla="*/ 78 h 745"/>
                        <a:gd name="T86" fmla="*/ 172 w 442"/>
                        <a:gd name="T87" fmla="*/ 118 h 745"/>
                        <a:gd name="T88" fmla="*/ 128 w 442"/>
                        <a:gd name="T89" fmla="*/ 188 h 745"/>
                        <a:gd name="T90" fmla="*/ 91 w 442"/>
                        <a:gd name="T91" fmla="*/ 244 h 745"/>
                        <a:gd name="T92" fmla="*/ 60 w 442"/>
                        <a:gd name="T93" fmla="*/ 275 h 745"/>
                        <a:gd name="T94" fmla="*/ 24 w 442"/>
                        <a:gd name="T95" fmla="*/ 326 h 745"/>
                        <a:gd name="T96" fmla="*/ 8 w 442"/>
                        <a:gd name="T97" fmla="*/ 355 h 745"/>
                        <a:gd name="T98" fmla="*/ 9 w 442"/>
                        <a:gd name="T99" fmla="*/ 400 h 745"/>
                        <a:gd name="T100" fmla="*/ 4 w 442"/>
                        <a:gd name="T101" fmla="*/ 464 h 745"/>
                        <a:gd name="T102" fmla="*/ 13 w 442"/>
                        <a:gd name="T103" fmla="*/ 457 h 745"/>
                        <a:gd name="T104" fmla="*/ 24 w 442"/>
                        <a:gd name="T105" fmla="*/ 429 h 745"/>
                        <a:gd name="T106" fmla="*/ 21 w 442"/>
                        <a:gd name="T107" fmla="*/ 471 h 745"/>
                        <a:gd name="T108" fmla="*/ 31 w 442"/>
                        <a:gd name="T109" fmla="*/ 519 h 745"/>
                        <a:gd name="T110" fmla="*/ 31 w 442"/>
                        <a:gd name="T111" fmla="*/ 559 h 745"/>
                        <a:gd name="T112" fmla="*/ 67 w 442"/>
                        <a:gd name="T113" fmla="*/ 608 h 745"/>
                        <a:gd name="T114" fmla="*/ 98 w 442"/>
                        <a:gd name="T115" fmla="*/ 626 h 745"/>
                        <a:gd name="T116" fmla="*/ 134 w 442"/>
                        <a:gd name="T117" fmla="*/ 660 h 745"/>
                        <a:gd name="T118" fmla="*/ 158 w 442"/>
                        <a:gd name="T119" fmla="*/ 694 h 745"/>
                        <a:gd name="T120" fmla="*/ 199 w 442"/>
                        <a:gd name="T121" fmla="*/ 731 h 745"/>
                        <a:gd name="T122" fmla="*/ 223 w 442"/>
                        <a:gd name="T123" fmla="*/ 744 h 745"/>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442"/>
                        <a:gd name="T187" fmla="*/ 0 h 745"/>
                        <a:gd name="T188" fmla="*/ 442 w 442"/>
                        <a:gd name="T189" fmla="*/ 745 h 745"/>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442" h="745">
                          <a:moveTo>
                            <a:pt x="227" y="726"/>
                          </a:moveTo>
                          <a:lnTo>
                            <a:pt x="209" y="710"/>
                          </a:lnTo>
                          <a:lnTo>
                            <a:pt x="193" y="712"/>
                          </a:lnTo>
                          <a:lnTo>
                            <a:pt x="178" y="699"/>
                          </a:lnTo>
                          <a:lnTo>
                            <a:pt x="175" y="682"/>
                          </a:lnTo>
                          <a:lnTo>
                            <a:pt x="183" y="677"/>
                          </a:lnTo>
                          <a:lnTo>
                            <a:pt x="183" y="672"/>
                          </a:lnTo>
                          <a:lnTo>
                            <a:pt x="189" y="662"/>
                          </a:lnTo>
                          <a:lnTo>
                            <a:pt x="181" y="644"/>
                          </a:lnTo>
                          <a:lnTo>
                            <a:pt x="168" y="643"/>
                          </a:lnTo>
                          <a:lnTo>
                            <a:pt x="152" y="631"/>
                          </a:lnTo>
                          <a:lnTo>
                            <a:pt x="153" y="623"/>
                          </a:lnTo>
                          <a:lnTo>
                            <a:pt x="167" y="601"/>
                          </a:lnTo>
                          <a:lnTo>
                            <a:pt x="163" y="596"/>
                          </a:lnTo>
                          <a:lnTo>
                            <a:pt x="144" y="589"/>
                          </a:lnTo>
                          <a:lnTo>
                            <a:pt x="134" y="596"/>
                          </a:lnTo>
                          <a:lnTo>
                            <a:pt x="129" y="603"/>
                          </a:lnTo>
                          <a:lnTo>
                            <a:pt x="113" y="601"/>
                          </a:lnTo>
                          <a:lnTo>
                            <a:pt x="100" y="595"/>
                          </a:lnTo>
                          <a:lnTo>
                            <a:pt x="87" y="573"/>
                          </a:lnTo>
                          <a:lnTo>
                            <a:pt x="95" y="556"/>
                          </a:lnTo>
                          <a:lnTo>
                            <a:pt x="98" y="543"/>
                          </a:lnTo>
                          <a:lnTo>
                            <a:pt x="102" y="535"/>
                          </a:lnTo>
                          <a:lnTo>
                            <a:pt x="111" y="528"/>
                          </a:lnTo>
                          <a:lnTo>
                            <a:pt x="117" y="520"/>
                          </a:lnTo>
                          <a:lnTo>
                            <a:pt x="129" y="511"/>
                          </a:lnTo>
                          <a:lnTo>
                            <a:pt x="141" y="507"/>
                          </a:lnTo>
                          <a:lnTo>
                            <a:pt x="153" y="514"/>
                          </a:lnTo>
                          <a:lnTo>
                            <a:pt x="163" y="516"/>
                          </a:lnTo>
                          <a:lnTo>
                            <a:pt x="170" y="525"/>
                          </a:lnTo>
                          <a:lnTo>
                            <a:pt x="178" y="524"/>
                          </a:lnTo>
                          <a:lnTo>
                            <a:pt x="191" y="520"/>
                          </a:lnTo>
                          <a:lnTo>
                            <a:pt x="200" y="525"/>
                          </a:lnTo>
                          <a:lnTo>
                            <a:pt x="219" y="543"/>
                          </a:lnTo>
                          <a:lnTo>
                            <a:pt x="213" y="555"/>
                          </a:lnTo>
                          <a:lnTo>
                            <a:pt x="219" y="563"/>
                          </a:lnTo>
                          <a:lnTo>
                            <a:pt x="219" y="568"/>
                          </a:lnTo>
                          <a:lnTo>
                            <a:pt x="226" y="574"/>
                          </a:lnTo>
                          <a:lnTo>
                            <a:pt x="234" y="581"/>
                          </a:lnTo>
                          <a:lnTo>
                            <a:pt x="237" y="578"/>
                          </a:lnTo>
                          <a:lnTo>
                            <a:pt x="237" y="566"/>
                          </a:lnTo>
                          <a:lnTo>
                            <a:pt x="236" y="549"/>
                          </a:lnTo>
                          <a:lnTo>
                            <a:pt x="236" y="533"/>
                          </a:lnTo>
                          <a:lnTo>
                            <a:pt x="234" y="528"/>
                          </a:lnTo>
                          <a:lnTo>
                            <a:pt x="241" y="519"/>
                          </a:lnTo>
                          <a:lnTo>
                            <a:pt x="254" y="516"/>
                          </a:lnTo>
                          <a:lnTo>
                            <a:pt x="260" y="510"/>
                          </a:lnTo>
                          <a:lnTo>
                            <a:pt x="269" y="513"/>
                          </a:lnTo>
                          <a:lnTo>
                            <a:pt x="277" y="506"/>
                          </a:lnTo>
                          <a:lnTo>
                            <a:pt x="290" y="496"/>
                          </a:lnTo>
                          <a:lnTo>
                            <a:pt x="299" y="492"/>
                          </a:lnTo>
                          <a:lnTo>
                            <a:pt x="295" y="485"/>
                          </a:lnTo>
                          <a:lnTo>
                            <a:pt x="305" y="473"/>
                          </a:lnTo>
                          <a:lnTo>
                            <a:pt x="314" y="464"/>
                          </a:lnTo>
                          <a:lnTo>
                            <a:pt x="321" y="459"/>
                          </a:lnTo>
                          <a:lnTo>
                            <a:pt x="340" y="462"/>
                          </a:lnTo>
                          <a:lnTo>
                            <a:pt x="337" y="449"/>
                          </a:lnTo>
                          <a:lnTo>
                            <a:pt x="354" y="440"/>
                          </a:lnTo>
                          <a:lnTo>
                            <a:pt x="369" y="435"/>
                          </a:lnTo>
                          <a:lnTo>
                            <a:pt x="383" y="433"/>
                          </a:lnTo>
                          <a:lnTo>
                            <a:pt x="378" y="445"/>
                          </a:lnTo>
                          <a:lnTo>
                            <a:pt x="392" y="431"/>
                          </a:lnTo>
                          <a:lnTo>
                            <a:pt x="384" y="424"/>
                          </a:lnTo>
                          <a:lnTo>
                            <a:pt x="384" y="405"/>
                          </a:lnTo>
                          <a:lnTo>
                            <a:pt x="369" y="405"/>
                          </a:lnTo>
                          <a:lnTo>
                            <a:pt x="373" y="396"/>
                          </a:lnTo>
                          <a:lnTo>
                            <a:pt x="416" y="397"/>
                          </a:lnTo>
                          <a:lnTo>
                            <a:pt x="441" y="382"/>
                          </a:lnTo>
                          <a:lnTo>
                            <a:pt x="438" y="373"/>
                          </a:lnTo>
                          <a:lnTo>
                            <a:pt x="426" y="363"/>
                          </a:lnTo>
                          <a:lnTo>
                            <a:pt x="427" y="347"/>
                          </a:lnTo>
                          <a:lnTo>
                            <a:pt x="419" y="343"/>
                          </a:lnTo>
                          <a:lnTo>
                            <a:pt x="415" y="332"/>
                          </a:lnTo>
                          <a:lnTo>
                            <a:pt x="410" y="325"/>
                          </a:lnTo>
                          <a:lnTo>
                            <a:pt x="401" y="328"/>
                          </a:lnTo>
                          <a:lnTo>
                            <a:pt x="384" y="316"/>
                          </a:lnTo>
                          <a:lnTo>
                            <a:pt x="380" y="301"/>
                          </a:lnTo>
                          <a:lnTo>
                            <a:pt x="364" y="284"/>
                          </a:lnTo>
                          <a:lnTo>
                            <a:pt x="341" y="305"/>
                          </a:lnTo>
                          <a:lnTo>
                            <a:pt x="341" y="330"/>
                          </a:lnTo>
                          <a:lnTo>
                            <a:pt x="336" y="338"/>
                          </a:lnTo>
                          <a:lnTo>
                            <a:pt x="326" y="339"/>
                          </a:lnTo>
                          <a:lnTo>
                            <a:pt x="321" y="343"/>
                          </a:lnTo>
                          <a:lnTo>
                            <a:pt x="318" y="357"/>
                          </a:lnTo>
                          <a:lnTo>
                            <a:pt x="310" y="371"/>
                          </a:lnTo>
                          <a:lnTo>
                            <a:pt x="302" y="357"/>
                          </a:lnTo>
                          <a:lnTo>
                            <a:pt x="309" y="339"/>
                          </a:lnTo>
                          <a:lnTo>
                            <a:pt x="306" y="325"/>
                          </a:lnTo>
                          <a:lnTo>
                            <a:pt x="296" y="320"/>
                          </a:lnTo>
                          <a:lnTo>
                            <a:pt x="276" y="293"/>
                          </a:lnTo>
                          <a:lnTo>
                            <a:pt x="278" y="283"/>
                          </a:lnTo>
                          <a:lnTo>
                            <a:pt x="302" y="256"/>
                          </a:lnTo>
                          <a:lnTo>
                            <a:pt x="318" y="256"/>
                          </a:lnTo>
                          <a:lnTo>
                            <a:pt x="332" y="255"/>
                          </a:lnTo>
                          <a:lnTo>
                            <a:pt x="338" y="243"/>
                          </a:lnTo>
                          <a:lnTo>
                            <a:pt x="356" y="246"/>
                          </a:lnTo>
                          <a:lnTo>
                            <a:pt x="362" y="238"/>
                          </a:lnTo>
                          <a:lnTo>
                            <a:pt x="378" y="239"/>
                          </a:lnTo>
                          <a:lnTo>
                            <a:pt x="369" y="229"/>
                          </a:lnTo>
                          <a:lnTo>
                            <a:pt x="367" y="213"/>
                          </a:lnTo>
                          <a:lnTo>
                            <a:pt x="354" y="230"/>
                          </a:lnTo>
                          <a:lnTo>
                            <a:pt x="343" y="225"/>
                          </a:lnTo>
                          <a:lnTo>
                            <a:pt x="357" y="207"/>
                          </a:lnTo>
                          <a:lnTo>
                            <a:pt x="356" y="189"/>
                          </a:lnTo>
                          <a:lnTo>
                            <a:pt x="343" y="201"/>
                          </a:lnTo>
                          <a:lnTo>
                            <a:pt x="331" y="213"/>
                          </a:lnTo>
                          <a:lnTo>
                            <a:pt x="290" y="183"/>
                          </a:lnTo>
                          <a:lnTo>
                            <a:pt x="292" y="128"/>
                          </a:lnTo>
                          <a:lnTo>
                            <a:pt x="274" y="111"/>
                          </a:lnTo>
                          <a:lnTo>
                            <a:pt x="271" y="90"/>
                          </a:lnTo>
                          <a:lnTo>
                            <a:pt x="283" y="64"/>
                          </a:lnTo>
                          <a:lnTo>
                            <a:pt x="287" y="35"/>
                          </a:lnTo>
                          <a:lnTo>
                            <a:pt x="272" y="20"/>
                          </a:lnTo>
                          <a:lnTo>
                            <a:pt x="255" y="18"/>
                          </a:lnTo>
                          <a:lnTo>
                            <a:pt x="246" y="13"/>
                          </a:lnTo>
                          <a:lnTo>
                            <a:pt x="244" y="0"/>
                          </a:lnTo>
                          <a:lnTo>
                            <a:pt x="229" y="21"/>
                          </a:lnTo>
                          <a:lnTo>
                            <a:pt x="214" y="21"/>
                          </a:lnTo>
                          <a:lnTo>
                            <a:pt x="209" y="5"/>
                          </a:lnTo>
                          <a:lnTo>
                            <a:pt x="198" y="10"/>
                          </a:lnTo>
                          <a:lnTo>
                            <a:pt x="186" y="11"/>
                          </a:lnTo>
                          <a:lnTo>
                            <a:pt x="153" y="42"/>
                          </a:lnTo>
                          <a:lnTo>
                            <a:pt x="141" y="39"/>
                          </a:lnTo>
                          <a:lnTo>
                            <a:pt x="127" y="16"/>
                          </a:lnTo>
                          <a:lnTo>
                            <a:pt x="128" y="35"/>
                          </a:lnTo>
                          <a:lnTo>
                            <a:pt x="139" y="51"/>
                          </a:lnTo>
                          <a:lnTo>
                            <a:pt x="157" y="63"/>
                          </a:lnTo>
                          <a:lnTo>
                            <a:pt x="168" y="64"/>
                          </a:lnTo>
                          <a:lnTo>
                            <a:pt x="170" y="78"/>
                          </a:lnTo>
                          <a:lnTo>
                            <a:pt x="177" y="88"/>
                          </a:lnTo>
                          <a:lnTo>
                            <a:pt x="172" y="99"/>
                          </a:lnTo>
                          <a:lnTo>
                            <a:pt x="172" y="118"/>
                          </a:lnTo>
                          <a:lnTo>
                            <a:pt x="163" y="147"/>
                          </a:lnTo>
                          <a:lnTo>
                            <a:pt x="138" y="186"/>
                          </a:lnTo>
                          <a:lnTo>
                            <a:pt x="128" y="188"/>
                          </a:lnTo>
                          <a:lnTo>
                            <a:pt x="109" y="226"/>
                          </a:lnTo>
                          <a:lnTo>
                            <a:pt x="103" y="248"/>
                          </a:lnTo>
                          <a:lnTo>
                            <a:pt x="91" y="244"/>
                          </a:lnTo>
                          <a:lnTo>
                            <a:pt x="90" y="252"/>
                          </a:lnTo>
                          <a:lnTo>
                            <a:pt x="76" y="266"/>
                          </a:lnTo>
                          <a:lnTo>
                            <a:pt x="60" y="275"/>
                          </a:lnTo>
                          <a:lnTo>
                            <a:pt x="39" y="294"/>
                          </a:lnTo>
                          <a:lnTo>
                            <a:pt x="24" y="312"/>
                          </a:lnTo>
                          <a:lnTo>
                            <a:pt x="24" y="326"/>
                          </a:lnTo>
                          <a:lnTo>
                            <a:pt x="18" y="334"/>
                          </a:lnTo>
                          <a:lnTo>
                            <a:pt x="12" y="342"/>
                          </a:lnTo>
                          <a:lnTo>
                            <a:pt x="8" y="355"/>
                          </a:lnTo>
                          <a:lnTo>
                            <a:pt x="12" y="368"/>
                          </a:lnTo>
                          <a:lnTo>
                            <a:pt x="16" y="389"/>
                          </a:lnTo>
                          <a:lnTo>
                            <a:pt x="9" y="400"/>
                          </a:lnTo>
                          <a:lnTo>
                            <a:pt x="3" y="422"/>
                          </a:lnTo>
                          <a:lnTo>
                            <a:pt x="0" y="450"/>
                          </a:lnTo>
                          <a:lnTo>
                            <a:pt x="4" y="464"/>
                          </a:lnTo>
                          <a:lnTo>
                            <a:pt x="1" y="489"/>
                          </a:lnTo>
                          <a:lnTo>
                            <a:pt x="9" y="499"/>
                          </a:lnTo>
                          <a:lnTo>
                            <a:pt x="13" y="457"/>
                          </a:lnTo>
                          <a:lnTo>
                            <a:pt x="13" y="425"/>
                          </a:lnTo>
                          <a:lnTo>
                            <a:pt x="22" y="414"/>
                          </a:lnTo>
                          <a:lnTo>
                            <a:pt x="24" y="429"/>
                          </a:lnTo>
                          <a:lnTo>
                            <a:pt x="21" y="440"/>
                          </a:lnTo>
                          <a:lnTo>
                            <a:pt x="21" y="451"/>
                          </a:lnTo>
                          <a:lnTo>
                            <a:pt x="21" y="471"/>
                          </a:lnTo>
                          <a:lnTo>
                            <a:pt x="26" y="490"/>
                          </a:lnTo>
                          <a:lnTo>
                            <a:pt x="28" y="510"/>
                          </a:lnTo>
                          <a:lnTo>
                            <a:pt x="31" y="519"/>
                          </a:lnTo>
                          <a:lnTo>
                            <a:pt x="35" y="530"/>
                          </a:lnTo>
                          <a:lnTo>
                            <a:pt x="28" y="543"/>
                          </a:lnTo>
                          <a:lnTo>
                            <a:pt x="31" y="559"/>
                          </a:lnTo>
                          <a:lnTo>
                            <a:pt x="38" y="580"/>
                          </a:lnTo>
                          <a:lnTo>
                            <a:pt x="52" y="591"/>
                          </a:lnTo>
                          <a:lnTo>
                            <a:pt x="67" y="608"/>
                          </a:lnTo>
                          <a:lnTo>
                            <a:pt x="79" y="620"/>
                          </a:lnTo>
                          <a:lnTo>
                            <a:pt x="87" y="618"/>
                          </a:lnTo>
                          <a:lnTo>
                            <a:pt x="98" y="626"/>
                          </a:lnTo>
                          <a:lnTo>
                            <a:pt x="106" y="631"/>
                          </a:lnTo>
                          <a:lnTo>
                            <a:pt x="111" y="641"/>
                          </a:lnTo>
                          <a:lnTo>
                            <a:pt x="134" y="660"/>
                          </a:lnTo>
                          <a:lnTo>
                            <a:pt x="141" y="663"/>
                          </a:lnTo>
                          <a:lnTo>
                            <a:pt x="157" y="675"/>
                          </a:lnTo>
                          <a:lnTo>
                            <a:pt x="158" y="694"/>
                          </a:lnTo>
                          <a:lnTo>
                            <a:pt x="175" y="713"/>
                          </a:lnTo>
                          <a:lnTo>
                            <a:pt x="191" y="729"/>
                          </a:lnTo>
                          <a:lnTo>
                            <a:pt x="199" y="731"/>
                          </a:lnTo>
                          <a:lnTo>
                            <a:pt x="206" y="726"/>
                          </a:lnTo>
                          <a:lnTo>
                            <a:pt x="211" y="724"/>
                          </a:lnTo>
                          <a:lnTo>
                            <a:pt x="223" y="744"/>
                          </a:lnTo>
                          <a:lnTo>
                            <a:pt x="227" y="726"/>
                          </a:lnTo>
                        </a:path>
                      </a:pathLst>
                    </a:custGeom>
                    <a:solidFill>
                      <a:srgbClr val="FCFEB9"/>
                    </a:solidFill>
                    <a:ln w="12700" cap="rnd" cmpd="sng">
                      <a:solidFill>
                        <a:srgbClr val="000000"/>
                      </a:solidFill>
                      <a:prstDash val="solid"/>
                      <a:round/>
                      <a:headEnd/>
                      <a:tailEnd/>
                    </a:ln>
                  </p:spPr>
                  <p:txBody>
                    <a:bodyPr/>
                    <a:lstStyle/>
                    <a:p>
                      <a:pPr marL="0" marR="0" lvl="0" indent="0" algn="l" defTabSz="914400" rtl="0" eaLnBrk="1" fontAlgn="auto" latinLnBrk="0" hangingPunct="1">
                        <a:lnSpc>
                          <a:spcPct val="100000"/>
                        </a:lnSpc>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ea typeface="+mn-ea"/>
                        <a:cs typeface="+mn-cs"/>
                      </a:endParaRPr>
                    </a:p>
                  </p:txBody>
                </p:sp>
                <p:sp>
                  <p:nvSpPr>
                    <p:cNvPr id="20526" name="Freeform 15"/>
                    <p:cNvSpPr>
                      <a:spLocks/>
                    </p:cNvSpPr>
                    <p:nvPr/>
                  </p:nvSpPr>
                  <p:spPr bwMode="auto">
                    <a:xfrm>
                      <a:off x="4774" y="3218"/>
                      <a:ext cx="78" cy="47"/>
                    </a:xfrm>
                    <a:custGeom>
                      <a:avLst/>
                      <a:gdLst>
                        <a:gd name="T0" fmla="*/ 1 w 78"/>
                        <a:gd name="T1" fmla="*/ 0 h 47"/>
                        <a:gd name="T2" fmla="*/ 22 w 78"/>
                        <a:gd name="T3" fmla="*/ 2 h 47"/>
                        <a:gd name="T4" fmla="*/ 35 w 78"/>
                        <a:gd name="T5" fmla="*/ 13 h 47"/>
                        <a:gd name="T6" fmla="*/ 43 w 78"/>
                        <a:gd name="T7" fmla="*/ 21 h 47"/>
                        <a:gd name="T8" fmla="*/ 49 w 78"/>
                        <a:gd name="T9" fmla="*/ 22 h 47"/>
                        <a:gd name="T10" fmla="*/ 60 w 78"/>
                        <a:gd name="T11" fmla="*/ 30 h 47"/>
                        <a:gd name="T12" fmla="*/ 68 w 78"/>
                        <a:gd name="T13" fmla="*/ 40 h 47"/>
                        <a:gd name="T14" fmla="*/ 77 w 78"/>
                        <a:gd name="T15" fmla="*/ 46 h 47"/>
                        <a:gd name="T16" fmla="*/ 58 w 78"/>
                        <a:gd name="T17" fmla="*/ 46 h 47"/>
                        <a:gd name="T18" fmla="*/ 47 w 78"/>
                        <a:gd name="T19" fmla="*/ 35 h 47"/>
                        <a:gd name="T20" fmla="*/ 33 w 78"/>
                        <a:gd name="T21" fmla="*/ 31 h 47"/>
                        <a:gd name="T22" fmla="*/ 25 w 78"/>
                        <a:gd name="T23" fmla="*/ 22 h 47"/>
                        <a:gd name="T24" fmla="*/ 10 w 78"/>
                        <a:gd name="T25" fmla="*/ 16 h 47"/>
                        <a:gd name="T26" fmla="*/ 0 w 78"/>
                        <a:gd name="T27" fmla="*/ 10 h 47"/>
                        <a:gd name="T28" fmla="*/ 1 w 78"/>
                        <a:gd name="T29" fmla="*/ 0 h 4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8"/>
                        <a:gd name="T46" fmla="*/ 0 h 47"/>
                        <a:gd name="T47" fmla="*/ 78 w 78"/>
                        <a:gd name="T48" fmla="*/ 47 h 4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8" h="47">
                          <a:moveTo>
                            <a:pt x="1" y="0"/>
                          </a:moveTo>
                          <a:lnTo>
                            <a:pt x="22" y="2"/>
                          </a:lnTo>
                          <a:lnTo>
                            <a:pt x="35" y="13"/>
                          </a:lnTo>
                          <a:lnTo>
                            <a:pt x="43" y="21"/>
                          </a:lnTo>
                          <a:lnTo>
                            <a:pt x="49" y="22"/>
                          </a:lnTo>
                          <a:lnTo>
                            <a:pt x="60" y="30"/>
                          </a:lnTo>
                          <a:lnTo>
                            <a:pt x="68" y="40"/>
                          </a:lnTo>
                          <a:lnTo>
                            <a:pt x="77" y="46"/>
                          </a:lnTo>
                          <a:lnTo>
                            <a:pt x="58" y="46"/>
                          </a:lnTo>
                          <a:lnTo>
                            <a:pt x="47" y="35"/>
                          </a:lnTo>
                          <a:lnTo>
                            <a:pt x="33" y="31"/>
                          </a:lnTo>
                          <a:lnTo>
                            <a:pt x="25" y="22"/>
                          </a:lnTo>
                          <a:lnTo>
                            <a:pt x="10" y="16"/>
                          </a:lnTo>
                          <a:lnTo>
                            <a:pt x="0" y="10"/>
                          </a:lnTo>
                          <a:lnTo>
                            <a:pt x="1" y="0"/>
                          </a:lnTo>
                        </a:path>
                      </a:pathLst>
                    </a:custGeom>
                    <a:solidFill>
                      <a:srgbClr val="FCFEB9"/>
                    </a:solidFill>
                    <a:ln w="12700" cap="rnd" cmpd="sng">
                      <a:solidFill>
                        <a:srgbClr val="000000"/>
                      </a:solidFill>
                      <a:prstDash val="solid"/>
                      <a:round/>
                      <a:headEnd/>
                      <a:tailEnd/>
                    </a:ln>
                  </p:spPr>
                  <p:txBody>
                    <a:bodyPr/>
                    <a:lstStyle/>
                    <a:p>
                      <a:pPr marL="0" marR="0" lvl="0" indent="0" algn="l" defTabSz="914400" rtl="0" eaLnBrk="1" fontAlgn="auto" latinLnBrk="0" hangingPunct="1">
                        <a:lnSpc>
                          <a:spcPct val="100000"/>
                        </a:lnSpc>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ea typeface="+mn-ea"/>
                        <a:cs typeface="+mn-cs"/>
                      </a:endParaRPr>
                    </a:p>
                  </p:txBody>
                </p:sp>
                <p:sp>
                  <p:nvSpPr>
                    <p:cNvPr id="20527" name="Freeform 16"/>
                    <p:cNvSpPr>
                      <a:spLocks/>
                    </p:cNvSpPr>
                    <p:nvPr/>
                  </p:nvSpPr>
                  <p:spPr bwMode="auto">
                    <a:xfrm>
                      <a:off x="4850" y="3267"/>
                      <a:ext cx="44" cy="22"/>
                    </a:xfrm>
                    <a:custGeom>
                      <a:avLst/>
                      <a:gdLst>
                        <a:gd name="T0" fmla="*/ 0 w 44"/>
                        <a:gd name="T1" fmla="*/ 11 h 22"/>
                        <a:gd name="T2" fmla="*/ 13 w 44"/>
                        <a:gd name="T3" fmla="*/ 0 h 22"/>
                        <a:gd name="T4" fmla="*/ 29 w 44"/>
                        <a:gd name="T5" fmla="*/ 1 h 22"/>
                        <a:gd name="T6" fmla="*/ 43 w 44"/>
                        <a:gd name="T7" fmla="*/ 14 h 22"/>
                        <a:gd name="T8" fmla="*/ 43 w 44"/>
                        <a:gd name="T9" fmla="*/ 19 h 22"/>
                        <a:gd name="T10" fmla="*/ 33 w 44"/>
                        <a:gd name="T11" fmla="*/ 21 h 22"/>
                        <a:gd name="T12" fmla="*/ 25 w 44"/>
                        <a:gd name="T13" fmla="*/ 17 h 22"/>
                        <a:gd name="T14" fmla="*/ 13 w 44"/>
                        <a:gd name="T15" fmla="*/ 17 h 22"/>
                        <a:gd name="T16" fmla="*/ 0 w 44"/>
                        <a:gd name="T17" fmla="*/ 11 h 2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4"/>
                        <a:gd name="T28" fmla="*/ 0 h 22"/>
                        <a:gd name="T29" fmla="*/ 44 w 44"/>
                        <a:gd name="T30" fmla="*/ 22 h 2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4" h="22">
                          <a:moveTo>
                            <a:pt x="0" y="11"/>
                          </a:moveTo>
                          <a:lnTo>
                            <a:pt x="13" y="0"/>
                          </a:lnTo>
                          <a:lnTo>
                            <a:pt x="29" y="1"/>
                          </a:lnTo>
                          <a:lnTo>
                            <a:pt x="43" y="14"/>
                          </a:lnTo>
                          <a:lnTo>
                            <a:pt x="43" y="19"/>
                          </a:lnTo>
                          <a:lnTo>
                            <a:pt x="33" y="21"/>
                          </a:lnTo>
                          <a:lnTo>
                            <a:pt x="25" y="17"/>
                          </a:lnTo>
                          <a:lnTo>
                            <a:pt x="13" y="17"/>
                          </a:lnTo>
                          <a:lnTo>
                            <a:pt x="0" y="11"/>
                          </a:lnTo>
                        </a:path>
                      </a:pathLst>
                    </a:custGeom>
                    <a:solidFill>
                      <a:srgbClr val="FCFEB9"/>
                    </a:solidFill>
                    <a:ln w="12700" cap="rnd" cmpd="sng">
                      <a:solidFill>
                        <a:srgbClr val="000000"/>
                      </a:solidFill>
                      <a:prstDash val="solid"/>
                      <a:round/>
                      <a:headEnd/>
                      <a:tailEnd/>
                    </a:ln>
                  </p:spPr>
                  <p:txBody>
                    <a:bodyPr/>
                    <a:lstStyle/>
                    <a:p>
                      <a:pPr marL="0" marR="0" lvl="0" indent="0" algn="l" defTabSz="914400" rtl="0" eaLnBrk="1" fontAlgn="auto" latinLnBrk="0" hangingPunct="1">
                        <a:lnSpc>
                          <a:spcPct val="100000"/>
                        </a:lnSpc>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ea typeface="+mn-ea"/>
                        <a:cs typeface="+mn-cs"/>
                      </a:endParaRPr>
                    </a:p>
                  </p:txBody>
                </p:sp>
                <p:sp>
                  <p:nvSpPr>
                    <p:cNvPr id="20528" name="Freeform 17"/>
                    <p:cNvSpPr>
                      <a:spLocks/>
                    </p:cNvSpPr>
                    <p:nvPr/>
                  </p:nvSpPr>
                  <p:spPr bwMode="auto">
                    <a:xfrm>
                      <a:off x="4878" y="2769"/>
                      <a:ext cx="43" cy="48"/>
                    </a:xfrm>
                    <a:custGeom>
                      <a:avLst/>
                      <a:gdLst>
                        <a:gd name="T0" fmla="*/ 9 w 43"/>
                        <a:gd name="T1" fmla="*/ 0 h 48"/>
                        <a:gd name="T2" fmla="*/ 20 w 43"/>
                        <a:gd name="T3" fmla="*/ 7 h 48"/>
                        <a:gd name="T4" fmla="*/ 24 w 43"/>
                        <a:gd name="T5" fmla="*/ 6 h 48"/>
                        <a:gd name="T6" fmla="*/ 40 w 43"/>
                        <a:gd name="T7" fmla="*/ 20 h 48"/>
                        <a:gd name="T8" fmla="*/ 42 w 43"/>
                        <a:gd name="T9" fmla="*/ 26 h 48"/>
                        <a:gd name="T10" fmla="*/ 36 w 43"/>
                        <a:gd name="T11" fmla="*/ 30 h 48"/>
                        <a:gd name="T12" fmla="*/ 36 w 43"/>
                        <a:gd name="T13" fmla="*/ 33 h 48"/>
                        <a:gd name="T14" fmla="*/ 31 w 43"/>
                        <a:gd name="T15" fmla="*/ 35 h 48"/>
                        <a:gd name="T16" fmla="*/ 31 w 43"/>
                        <a:gd name="T17" fmla="*/ 37 h 48"/>
                        <a:gd name="T18" fmla="*/ 26 w 43"/>
                        <a:gd name="T19" fmla="*/ 47 h 48"/>
                        <a:gd name="T20" fmla="*/ 18 w 43"/>
                        <a:gd name="T21" fmla="*/ 42 h 48"/>
                        <a:gd name="T22" fmla="*/ 12 w 43"/>
                        <a:gd name="T23" fmla="*/ 44 h 48"/>
                        <a:gd name="T24" fmla="*/ 0 w 43"/>
                        <a:gd name="T25" fmla="*/ 28 h 48"/>
                        <a:gd name="T26" fmla="*/ 7 w 43"/>
                        <a:gd name="T27" fmla="*/ 17 h 48"/>
                        <a:gd name="T28" fmla="*/ 9 w 43"/>
                        <a:gd name="T29" fmla="*/ 0 h 4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3"/>
                        <a:gd name="T46" fmla="*/ 0 h 48"/>
                        <a:gd name="T47" fmla="*/ 43 w 43"/>
                        <a:gd name="T48" fmla="*/ 48 h 4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3" h="48">
                          <a:moveTo>
                            <a:pt x="9" y="0"/>
                          </a:moveTo>
                          <a:lnTo>
                            <a:pt x="20" y="7"/>
                          </a:lnTo>
                          <a:lnTo>
                            <a:pt x="24" y="6"/>
                          </a:lnTo>
                          <a:lnTo>
                            <a:pt x="40" y="20"/>
                          </a:lnTo>
                          <a:lnTo>
                            <a:pt x="42" y="26"/>
                          </a:lnTo>
                          <a:lnTo>
                            <a:pt x="36" y="30"/>
                          </a:lnTo>
                          <a:lnTo>
                            <a:pt x="36" y="33"/>
                          </a:lnTo>
                          <a:lnTo>
                            <a:pt x="31" y="35"/>
                          </a:lnTo>
                          <a:lnTo>
                            <a:pt x="31" y="37"/>
                          </a:lnTo>
                          <a:lnTo>
                            <a:pt x="26" y="47"/>
                          </a:lnTo>
                          <a:lnTo>
                            <a:pt x="18" y="42"/>
                          </a:lnTo>
                          <a:lnTo>
                            <a:pt x="12" y="44"/>
                          </a:lnTo>
                          <a:lnTo>
                            <a:pt x="0" y="28"/>
                          </a:lnTo>
                          <a:lnTo>
                            <a:pt x="7" y="17"/>
                          </a:lnTo>
                          <a:lnTo>
                            <a:pt x="9" y="0"/>
                          </a:lnTo>
                        </a:path>
                      </a:pathLst>
                    </a:custGeom>
                    <a:solidFill>
                      <a:srgbClr val="FCFEB9"/>
                    </a:solidFill>
                    <a:ln w="12700" cap="rnd" cmpd="sng">
                      <a:solidFill>
                        <a:srgbClr val="000000"/>
                      </a:solidFill>
                      <a:prstDash val="solid"/>
                      <a:round/>
                      <a:headEnd/>
                      <a:tailEnd/>
                    </a:ln>
                  </p:spPr>
                  <p:txBody>
                    <a:bodyPr/>
                    <a:lstStyle/>
                    <a:p>
                      <a:pPr marL="0" marR="0" lvl="0" indent="0" algn="l" defTabSz="914400" rtl="0" eaLnBrk="1" fontAlgn="auto" latinLnBrk="0" hangingPunct="1">
                        <a:lnSpc>
                          <a:spcPct val="100000"/>
                        </a:lnSpc>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ea typeface="+mn-ea"/>
                        <a:cs typeface="+mn-cs"/>
                      </a:endParaRPr>
                    </a:p>
                  </p:txBody>
                </p:sp>
                <p:sp>
                  <p:nvSpPr>
                    <p:cNvPr id="20529" name="Freeform 18"/>
                    <p:cNvSpPr>
                      <a:spLocks/>
                    </p:cNvSpPr>
                    <p:nvPr/>
                  </p:nvSpPr>
                  <p:spPr bwMode="auto">
                    <a:xfrm>
                      <a:off x="4922" y="2758"/>
                      <a:ext cx="28" cy="23"/>
                    </a:xfrm>
                    <a:custGeom>
                      <a:avLst/>
                      <a:gdLst>
                        <a:gd name="T0" fmla="*/ 0 w 28"/>
                        <a:gd name="T1" fmla="*/ 12 h 23"/>
                        <a:gd name="T2" fmla="*/ 16 w 28"/>
                        <a:gd name="T3" fmla="*/ 22 h 23"/>
                        <a:gd name="T4" fmla="*/ 18 w 28"/>
                        <a:gd name="T5" fmla="*/ 18 h 23"/>
                        <a:gd name="T6" fmla="*/ 27 w 28"/>
                        <a:gd name="T7" fmla="*/ 8 h 23"/>
                        <a:gd name="T8" fmla="*/ 23 w 28"/>
                        <a:gd name="T9" fmla="*/ 2 h 23"/>
                        <a:gd name="T10" fmla="*/ 18 w 28"/>
                        <a:gd name="T11" fmla="*/ 4 h 23"/>
                        <a:gd name="T12" fmla="*/ 16 w 28"/>
                        <a:gd name="T13" fmla="*/ 0 h 23"/>
                        <a:gd name="T14" fmla="*/ 11 w 28"/>
                        <a:gd name="T15" fmla="*/ 6 h 23"/>
                        <a:gd name="T16" fmla="*/ 0 w 28"/>
                        <a:gd name="T17" fmla="*/ 12 h 2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8"/>
                        <a:gd name="T28" fmla="*/ 0 h 23"/>
                        <a:gd name="T29" fmla="*/ 28 w 28"/>
                        <a:gd name="T30" fmla="*/ 23 h 2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8" h="23">
                          <a:moveTo>
                            <a:pt x="0" y="12"/>
                          </a:moveTo>
                          <a:lnTo>
                            <a:pt x="16" y="22"/>
                          </a:lnTo>
                          <a:lnTo>
                            <a:pt x="18" y="18"/>
                          </a:lnTo>
                          <a:lnTo>
                            <a:pt x="27" y="8"/>
                          </a:lnTo>
                          <a:lnTo>
                            <a:pt x="23" y="2"/>
                          </a:lnTo>
                          <a:lnTo>
                            <a:pt x="18" y="4"/>
                          </a:lnTo>
                          <a:lnTo>
                            <a:pt x="16" y="0"/>
                          </a:lnTo>
                          <a:lnTo>
                            <a:pt x="11" y="6"/>
                          </a:lnTo>
                          <a:lnTo>
                            <a:pt x="0" y="12"/>
                          </a:lnTo>
                        </a:path>
                      </a:pathLst>
                    </a:custGeom>
                    <a:solidFill>
                      <a:srgbClr val="FCFEB9"/>
                    </a:solidFill>
                    <a:ln w="12700" cap="rnd" cmpd="sng">
                      <a:solidFill>
                        <a:srgbClr val="000000"/>
                      </a:solidFill>
                      <a:prstDash val="solid"/>
                      <a:round/>
                      <a:headEnd/>
                      <a:tailEnd/>
                    </a:ln>
                  </p:spPr>
                  <p:txBody>
                    <a:bodyPr/>
                    <a:lstStyle/>
                    <a:p>
                      <a:pPr marL="0" marR="0" lvl="0" indent="0" algn="l" defTabSz="914400" rtl="0" eaLnBrk="1" fontAlgn="auto" latinLnBrk="0" hangingPunct="1">
                        <a:lnSpc>
                          <a:spcPct val="100000"/>
                        </a:lnSpc>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ea typeface="+mn-ea"/>
                        <a:cs typeface="+mn-cs"/>
                      </a:endParaRPr>
                    </a:p>
                  </p:txBody>
                </p:sp>
                <p:sp>
                  <p:nvSpPr>
                    <p:cNvPr id="20530" name="Freeform 19"/>
                    <p:cNvSpPr>
                      <a:spLocks/>
                    </p:cNvSpPr>
                    <p:nvPr/>
                  </p:nvSpPr>
                  <p:spPr bwMode="auto">
                    <a:xfrm>
                      <a:off x="4886" y="2749"/>
                      <a:ext cx="28" cy="17"/>
                    </a:xfrm>
                    <a:custGeom>
                      <a:avLst/>
                      <a:gdLst>
                        <a:gd name="T0" fmla="*/ 0 w 28"/>
                        <a:gd name="T1" fmla="*/ 0 h 17"/>
                        <a:gd name="T2" fmla="*/ 15 w 28"/>
                        <a:gd name="T3" fmla="*/ 0 h 17"/>
                        <a:gd name="T4" fmla="*/ 27 w 28"/>
                        <a:gd name="T5" fmla="*/ 15 h 17"/>
                        <a:gd name="T6" fmla="*/ 16 w 28"/>
                        <a:gd name="T7" fmla="*/ 16 h 17"/>
                        <a:gd name="T8" fmla="*/ 16 w 28"/>
                        <a:gd name="T9" fmla="*/ 12 h 17"/>
                        <a:gd name="T10" fmla="*/ 10 w 28"/>
                        <a:gd name="T11" fmla="*/ 16 h 17"/>
                        <a:gd name="T12" fmla="*/ 9 w 28"/>
                        <a:gd name="T13" fmla="*/ 16 h 17"/>
                        <a:gd name="T14" fmla="*/ 5 w 28"/>
                        <a:gd name="T15" fmla="*/ 12 h 17"/>
                        <a:gd name="T16" fmla="*/ 6 w 28"/>
                        <a:gd name="T17" fmla="*/ 8 h 17"/>
                        <a:gd name="T18" fmla="*/ 0 w 28"/>
                        <a:gd name="T19" fmla="*/ 0 h 1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8"/>
                        <a:gd name="T31" fmla="*/ 0 h 17"/>
                        <a:gd name="T32" fmla="*/ 28 w 28"/>
                        <a:gd name="T33" fmla="*/ 17 h 1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8" h="17">
                          <a:moveTo>
                            <a:pt x="0" y="0"/>
                          </a:moveTo>
                          <a:lnTo>
                            <a:pt x="15" y="0"/>
                          </a:lnTo>
                          <a:lnTo>
                            <a:pt x="27" y="15"/>
                          </a:lnTo>
                          <a:lnTo>
                            <a:pt x="16" y="16"/>
                          </a:lnTo>
                          <a:lnTo>
                            <a:pt x="16" y="12"/>
                          </a:lnTo>
                          <a:lnTo>
                            <a:pt x="10" y="16"/>
                          </a:lnTo>
                          <a:lnTo>
                            <a:pt x="9" y="16"/>
                          </a:lnTo>
                          <a:lnTo>
                            <a:pt x="5" y="12"/>
                          </a:lnTo>
                          <a:lnTo>
                            <a:pt x="6" y="8"/>
                          </a:lnTo>
                          <a:lnTo>
                            <a:pt x="0" y="0"/>
                          </a:lnTo>
                        </a:path>
                      </a:pathLst>
                    </a:custGeom>
                    <a:solidFill>
                      <a:srgbClr val="FCFEB9"/>
                    </a:solidFill>
                    <a:ln w="12700" cap="rnd" cmpd="sng">
                      <a:solidFill>
                        <a:srgbClr val="000000"/>
                      </a:solidFill>
                      <a:prstDash val="solid"/>
                      <a:round/>
                      <a:headEnd/>
                      <a:tailEnd/>
                    </a:ln>
                  </p:spPr>
                  <p:txBody>
                    <a:bodyPr/>
                    <a:lstStyle/>
                    <a:p>
                      <a:pPr marL="0" marR="0" lvl="0" indent="0" algn="l" defTabSz="914400" rtl="0" eaLnBrk="1" fontAlgn="auto" latinLnBrk="0" hangingPunct="1">
                        <a:lnSpc>
                          <a:spcPct val="100000"/>
                        </a:lnSpc>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ea typeface="+mn-ea"/>
                        <a:cs typeface="+mn-cs"/>
                      </a:endParaRPr>
                    </a:p>
                  </p:txBody>
                </p:sp>
                <p:sp>
                  <p:nvSpPr>
                    <p:cNvPr id="20531" name="Freeform 20"/>
                    <p:cNvSpPr>
                      <a:spLocks/>
                    </p:cNvSpPr>
                    <p:nvPr/>
                  </p:nvSpPr>
                  <p:spPr bwMode="auto">
                    <a:xfrm>
                      <a:off x="4948" y="2818"/>
                      <a:ext cx="68" cy="113"/>
                    </a:xfrm>
                    <a:custGeom>
                      <a:avLst/>
                      <a:gdLst>
                        <a:gd name="T0" fmla="*/ 28 w 68"/>
                        <a:gd name="T1" fmla="*/ 61 h 113"/>
                        <a:gd name="T2" fmla="*/ 17 w 68"/>
                        <a:gd name="T3" fmla="*/ 75 h 113"/>
                        <a:gd name="T4" fmla="*/ 13 w 68"/>
                        <a:gd name="T5" fmla="*/ 75 h 113"/>
                        <a:gd name="T6" fmla="*/ 9 w 68"/>
                        <a:gd name="T7" fmla="*/ 78 h 113"/>
                        <a:gd name="T8" fmla="*/ 3 w 68"/>
                        <a:gd name="T9" fmla="*/ 78 h 113"/>
                        <a:gd name="T10" fmla="*/ 2 w 68"/>
                        <a:gd name="T11" fmla="*/ 82 h 113"/>
                        <a:gd name="T12" fmla="*/ 11 w 68"/>
                        <a:gd name="T13" fmla="*/ 83 h 113"/>
                        <a:gd name="T14" fmla="*/ 14 w 68"/>
                        <a:gd name="T15" fmla="*/ 85 h 113"/>
                        <a:gd name="T16" fmla="*/ 18 w 68"/>
                        <a:gd name="T17" fmla="*/ 89 h 113"/>
                        <a:gd name="T18" fmla="*/ 18 w 68"/>
                        <a:gd name="T19" fmla="*/ 92 h 113"/>
                        <a:gd name="T20" fmla="*/ 25 w 68"/>
                        <a:gd name="T21" fmla="*/ 97 h 113"/>
                        <a:gd name="T22" fmla="*/ 25 w 68"/>
                        <a:gd name="T23" fmla="*/ 102 h 113"/>
                        <a:gd name="T24" fmla="*/ 28 w 68"/>
                        <a:gd name="T25" fmla="*/ 102 h 113"/>
                        <a:gd name="T26" fmla="*/ 41 w 68"/>
                        <a:gd name="T27" fmla="*/ 112 h 113"/>
                        <a:gd name="T28" fmla="*/ 38 w 68"/>
                        <a:gd name="T29" fmla="*/ 104 h 113"/>
                        <a:gd name="T30" fmla="*/ 38 w 68"/>
                        <a:gd name="T31" fmla="*/ 97 h 113"/>
                        <a:gd name="T32" fmla="*/ 41 w 68"/>
                        <a:gd name="T33" fmla="*/ 97 h 113"/>
                        <a:gd name="T34" fmla="*/ 45 w 68"/>
                        <a:gd name="T35" fmla="*/ 100 h 113"/>
                        <a:gd name="T36" fmla="*/ 48 w 68"/>
                        <a:gd name="T37" fmla="*/ 100 h 113"/>
                        <a:gd name="T38" fmla="*/ 50 w 68"/>
                        <a:gd name="T39" fmla="*/ 101 h 113"/>
                        <a:gd name="T40" fmla="*/ 52 w 68"/>
                        <a:gd name="T41" fmla="*/ 100 h 113"/>
                        <a:gd name="T42" fmla="*/ 52 w 68"/>
                        <a:gd name="T43" fmla="*/ 94 h 113"/>
                        <a:gd name="T44" fmla="*/ 48 w 68"/>
                        <a:gd name="T45" fmla="*/ 89 h 113"/>
                        <a:gd name="T46" fmla="*/ 47 w 68"/>
                        <a:gd name="T47" fmla="*/ 83 h 113"/>
                        <a:gd name="T48" fmla="*/ 49 w 68"/>
                        <a:gd name="T49" fmla="*/ 75 h 113"/>
                        <a:gd name="T50" fmla="*/ 63 w 68"/>
                        <a:gd name="T51" fmla="*/ 89 h 113"/>
                        <a:gd name="T52" fmla="*/ 63 w 68"/>
                        <a:gd name="T53" fmla="*/ 80 h 113"/>
                        <a:gd name="T54" fmla="*/ 67 w 68"/>
                        <a:gd name="T55" fmla="*/ 71 h 113"/>
                        <a:gd name="T56" fmla="*/ 56 w 68"/>
                        <a:gd name="T57" fmla="*/ 61 h 113"/>
                        <a:gd name="T58" fmla="*/ 55 w 68"/>
                        <a:gd name="T59" fmla="*/ 55 h 113"/>
                        <a:gd name="T60" fmla="*/ 56 w 68"/>
                        <a:gd name="T61" fmla="*/ 41 h 113"/>
                        <a:gd name="T62" fmla="*/ 43 w 68"/>
                        <a:gd name="T63" fmla="*/ 25 h 113"/>
                        <a:gd name="T64" fmla="*/ 31 w 68"/>
                        <a:gd name="T65" fmla="*/ 16 h 113"/>
                        <a:gd name="T66" fmla="*/ 33 w 68"/>
                        <a:gd name="T67" fmla="*/ 11 h 113"/>
                        <a:gd name="T68" fmla="*/ 28 w 68"/>
                        <a:gd name="T69" fmla="*/ 8 h 113"/>
                        <a:gd name="T70" fmla="*/ 28 w 68"/>
                        <a:gd name="T71" fmla="*/ 1 h 113"/>
                        <a:gd name="T72" fmla="*/ 17 w 68"/>
                        <a:gd name="T73" fmla="*/ 11 h 113"/>
                        <a:gd name="T74" fmla="*/ 14 w 68"/>
                        <a:gd name="T75" fmla="*/ 8 h 113"/>
                        <a:gd name="T76" fmla="*/ 18 w 68"/>
                        <a:gd name="T77" fmla="*/ 3 h 113"/>
                        <a:gd name="T78" fmla="*/ 18 w 68"/>
                        <a:gd name="T79" fmla="*/ 0 h 113"/>
                        <a:gd name="T80" fmla="*/ 13 w 68"/>
                        <a:gd name="T81" fmla="*/ 0 h 113"/>
                        <a:gd name="T82" fmla="*/ 7 w 68"/>
                        <a:gd name="T83" fmla="*/ 1 h 113"/>
                        <a:gd name="T84" fmla="*/ 0 w 68"/>
                        <a:gd name="T85" fmla="*/ 3 h 113"/>
                        <a:gd name="T86" fmla="*/ 0 w 68"/>
                        <a:gd name="T87" fmla="*/ 8 h 113"/>
                        <a:gd name="T88" fmla="*/ 0 w 68"/>
                        <a:gd name="T89" fmla="*/ 15 h 113"/>
                        <a:gd name="T90" fmla="*/ 2 w 68"/>
                        <a:gd name="T91" fmla="*/ 18 h 113"/>
                        <a:gd name="T92" fmla="*/ 10 w 68"/>
                        <a:gd name="T93" fmla="*/ 22 h 113"/>
                        <a:gd name="T94" fmla="*/ 9 w 68"/>
                        <a:gd name="T95" fmla="*/ 27 h 113"/>
                        <a:gd name="T96" fmla="*/ 12 w 68"/>
                        <a:gd name="T97" fmla="*/ 30 h 113"/>
                        <a:gd name="T98" fmla="*/ 16 w 68"/>
                        <a:gd name="T99" fmla="*/ 32 h 113"/>
                        <a:gd name="T100" fmla="*/ 22 w 68"/>
                        <a:gd name="T101" fmla="*/ 32 h 113"/>
                        <a:gd name="T102" fmla="*/ 28 w 68"/>
                        <a:gd name="T103" fmla="*/ 37 h 113"/>
                        <a:gd name="T104" fmla="*/ 28 w 68"/>
                        <a:gd name="T105" fmla="*/ 44 h 113"/>
                        <a:gd name="T106" fmla="*/ 28 w 68"/>
                        <a:gd name="T107" fmla="*/ 54 h 113"/>
                        <a:gd name="T108" fmla="*/ 28 w 68"/>
                        <a:gd name="T109" fmla="*/ 61 h 11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68"/>
                        <a:gd name="T166" fmla="*/ 0 h 113"/>
                        <a:gd name="T167" fmla="*/ 68 w 68"/>
                        <a:gd name="T168" fmla="*/ 113 h 113"/>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68" h="113">
                          <a:moveTo>
                            <a:pt x="28" y="61"/>
                          </a:moveTo>
                          <a:lnTo>
                            <a:pt x="17" y="75"/>
                          </a:lnTo>
                          <a:lnTo>
                            <a:pt x="13" y="75"/>
                          </a:lnTo>
                          <a:lnTo>
                            <a:pt x="9" y="78"/>
                          </a:lnTo>
                          <a:lnTo>
                            <a:pt x="3" y="78"/>
                          </a:lnTo>
                          <a:lnTo>
                            <a:pt x="2" y="82"/>
                          </a:lnTo>
                          <a:lnTo>
                            <a:pt x="11" y="83"/>
                          </a:lnTo>
                          <a:lnTo>
                            <a:pt x="14" y="85"/>
                          </a:lnTo>
                          <a:lnTo>
                            <a:pt x="18" y="89"/>
                          </a:lnTo>
                          <a:lnTo>
                            <a:pt x="18" y="92"/>
                          </a:lnTo>
                          <a:lnTo>
                            <a:pt x="25" y="97"/>
                          </a:lnTo>
                          <a:lnTo>
                            <a:pt x="25" y="102"/>
                          </a:lnTo>
                          <a:lnTo>
                            <a:pt x="28" y="102"/>
                          </a:lnTo>
                          <a:lnTo>
                            <a:pt x="41" y="112"/>
                          </a:lnTo>
                          <a:lnTo>
                            <a:pt x="38" y="104"/>
                          </a:lnTo>
                          <a:lnTo>
                            <a:pt x="38" y="97"/>
                          </a:lnTo>
                          <a:lnTo>
                            <a:pt x="41" y="97"/>
                          </a:lnTo>
                          <a:lnTo>
                            <a:pt x="45" y="100"/>
                          </a:lnTo>
                          <a:lnTo>
                            <a:pt x="48" y="100"/>
                          </a:lnTo>
                          <a:lnTo>
                            <a:pt x="50" y="101"/>
                          </a:lnTo>
                          <a:lnTo>
                            <a:pt x="52" y="100"/>
                          </a:lnTo>
                          <a:lnTo>
                            <a:pt x="52" y="94"/>
                          </a:lnTo>
                          <a:lnTo>
                            <a:pt x="48" y="89"/>
                          </a:lnTo>
                          <a:lnTo>
                            <a:pt x="47" y="83"/>
                          </a:lnTo>
                          <a:lnTo>
                            <a:pt x="49" y="75"/>
                          </a:lnTo>
                          <a:lnTo>
                            <a:pt x="63" y="89"/>
                          </a:lnTo>
                          <a:lnTo>
                            <a:pt x="63" y="80"/>
                          </a:lnTo>
                          <a:lnTo>
                            <a:pt x="67" y="71"/>
                          </a:lnTo>
                          <a:lnTo>
                            <a:pt x="56" y="61"/>
                          </a:lnTo>
                          <a:lnTo>
                            <a:pt x="55" y="55"/>
                          </a:lnTo>
                          <a:lnTo>
                            <a:pt x="56" y="41"/>
                          </a:lnTo>
                          <a:lnTo>
                            <a:pt x="43" y="25"/>
                          </a:lnTo>
                          <a:lnTo>
                            <a:pt x="31" y="16"/>
                          </a:lnTo>
                          <a:lnTo>
                            <a:pt x="33" y="11"/>
                          </a:lnTo>
                          <a:lnTo>
                            <a:pt x="28" y="8"/>
                          </a:lnTo>
                          <a:lnTo>
                            <a:pt x="28" y="1"/>
                          </a:lnTo>
                          <a:lnTo>
                            <a:pt x="17" y="11"/>
                          </a:lnTo>
                          <a:lnTo>
                            <a:pt x="14" y="8"/>
                          </a:lnTo>
                          <a:lnTo>
                            <a:pt x="18" y="3"/>
                          </a:lnTo>
                          <a:lnTo>
                            <a:pt x="18" y="0"/>
                          </a:lnTo>
                          <a:lnTo>
                            <a:pt x="13" y="0"/>
                          </a:lnTo>
                          <a:lnTo>
                            <a:pt x="7" y="1"/>
                          </a:lnTo>
                          <a:lnTo>
                            <a:pt x="0" y="3"/>
                          </a:lnTo>
                          <a:lnTo>
                            <a:pt x="0" y="8"/>
                          </a:lnTo>
                          <a:lnTo>
                            <a:pt x="0" y="15"/>
                          </a:lnTo>
                          <a:lnTo>
                            <a:pt x="2" y="18"/>
                          </a:lnTo>
                          <a:lnTo>
                            <a:pt x="10" y="22"/>
                          </a:lnTo>
                          <a:lnTo>
                            <a:pt x="9" y="27"/>
                          </a:lnTo>
                          <a:lnTo>
                            <a:pt x="12" y="30"/>
                          </a:lnTo>
                          <a:lnTo>
                            <a:pt x="16" y="32"/>
                          </a:lnTo>
                          <a:lnTo>
                            <a:pt x="22" y="32"/>
                          </a:lnTo>
                          <a:lnTo>
                            <a:pt x="28" y="37"/>
                          </a:lnTo>
                          <a:lnTo>
                            <a:pt x="28" y="44"/>
                          </a:lnTo>
                          <a:lnTo>
                            <a:pt x="28" y="54"/>
                          </a:lnTo>
                          <a:lnTo>
                            <a:pt x="28" y="61"/>
                          </a:lnTo>
                        </a:path>
                      </a:pathLst>
                    </a:custGeom>
                    <a:solidFill>
                      <a:srgbClr val="FCFEB9"/>
                    </a:solidFill>
                    <a:ln w="12700" cap="rnd" cmpd="sng">
                      <a:solidFill>
                        <a:srgbClr val="000000"/>
                      </a:solidFill>
                      <a:prstDash val="solid"/>
                      <a:round/>
                      <a:headEnd/>
                      <a:tailEnd/>
                    </a:ln>
                  </p:spPr>
                  <p:txBody>
                    <a:bodyPr/>
                    <a:lstStyle/>
                    <a:p>
                      <a:pPr marL="0" marR="0" lvl="0" indent="0" algn="l" defTabSz="914400" rtl="0" eaLnBrk="1" fontAlgn="auto" latinLnBrk="0" hangingPunct="1">
                        <a:lnSpc>
                          <a:spcPct val="100000"/>
                        </a:lnSpc>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ea typeface="+mn-ea"/>
                        <a:cs typeface="+mn-cs"/>
                      </a:endParaRPr>
                    </a:p>
                  </p:txBody>
                </p:sp>
                <p:sp>
                  <p:nvSpPr>
                    <p:cNvPr id="20532" name="Freeform 21"/>
                    <p:cNvSpPr>
                      <a:spLocks/>
                    </p:cNvSpPr>
                    <p:nvPr/>
                  </p:nvSpPr>
                  <p:spPr bwMode="auto">
                    <a:xfrm>
                      <a:off x="4981" y="2756"/>
                      <a:ext cx="66" cy="51"/>
                    </a:xfrm>
                    <a:custGeom>
                      <a:avLst/>
                      <a:gdLst>
                        <a:gd name="T0" fmla="*/ 0 w 66"/>
                        <a:gd name="T1" fmla="*/ 37 h 51"/>
                        <a:gd name="T2" fmla="*/ 15 w 66"/>
                        <a:gd name="T3" fmla="*/ 50 h 51"/>
                        <a:gd name="T4" fmla="*/ 24 w 66"/>
                        <a:gd name="T5" fmla="*/ 42 h 51"/>
                        <a:gd name="T6" fmla="*/ 30 w 66"/>
                        <a:gd name="T7" fmla="*/ 43 h 51"/>
                        <a:gd name="T8" fmla="*/ 43 w 66"/>
                        <a:gd name="T9" fmla="*/ 25 h 51"/>
                        <a:gd name="T10" fmla="*/ 49 w 66"/>
                        <a:gd name="T11" fmla="*/ 26 h 51"/>
                        <a:gd name="T12" fmla="*/ 60 w 66"/>
                        <a:gd name="T13" fmla="*/ 15 h 51"/>
                        <a:gd name="T14" fmla="*/ 59 w 66"/>
                        <a:gd name="T15" fmla="*/ 11 h 51"/>
                        <a:gd name="T16" fmla="*/ 65 w 66"/>
                        <a:gd name="T17" fmla="*/ 8 h 51"/>
                        <a:gd name="T18" fmla="*/ 60 w 66"/>
                        <a:gd name="T19" fmla="*/ 4 h 51"/>
                        <a:gd name="T20" fmla="*/ 50 w 66"/>
                        <a:gd name="T21" fmla="*/ 4 h 51"/>
                        <a:gd name="T22" fmla="*/ 43 w 66"/>
                        <a:gd name="T23" fmla="*/ 4 h 51"/>
                        <a:gd name="T24" fmla="*/ 38 w 66"/>
                        <a:gd name="T25" fmla="*/ 0 h 51"/>
                        <a:gd name="T26" fmla="*/ 30 w 66"/>
                        <a:gd name="T27" fmla="*/ 0 h 51"/>
                        <a:gd name="T28" fmla="*/ 27 w 66"/>
                        <a:gd name="T29" fmla="*/ 4 h 51"/>
                        <a:gd name="T30" fmla="*/ 27 w 66"/>
                        <a:gd name="T31" fmla="*/ 9 h 51"/>
                        <a:gd name="T32" fmla="*/ 27 w 66"/>
                        <a:gd name="T33" fmla="*/ 19 h 51"/>
                        <a:gd name="T34" fmla="*/ 22 w 66"/>
                        <a:gd name="T35" fmla="*/ 21 h 51"/>
                        <a:gd name="T36" fmla="*/ 19 w 66"/>
                        <a:gd name="T37" fmla="*/ 25 h 51"/>
                        <a:gd name="T38" fmla="*/ 8 w 66"/>
                        <a:gd name="T39" fmla="*/ 35 h 51"/>
                        <a:gd name="T40" fmla="*/ 0 w 66"/>
                        <a:gd name="T41" fmla="*/ 37 h 5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6"/>
                        <a:gd name="T64" fmla="*/ 0 h 51"/>
                        <a:gd name="T65" fmla="*/ 66 w 66"/>
                        <a:gd name="T66" fmla="*/ 51 h 5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6" h="51">
                          <a:moveTo>
                            <a:pt x="0" y="37"/>
                          </a:moveTo>
                          <a:lnTo>
                            <a:pt x="15" y="50"/>
                          </a:lnTo>
                          <a:lnTo>
                            <a:pt x="24" y="42"/>
                          </a:lnTo>
                          <a:lnTo>
                            <a:pt x="30" y="43"/>
                          </a:lnTo>
                          <a:lnTo>
                            <a:pt x="43" y="25"/>
                          </a:lnTo>
                          <a:lnTo>
                            <a:pt x="49" y="26"/>
                          </a:lnTo>
                          <a:lnTo>
                            <a:pt x="60" y="15"/>
                          </a:lnTo>
                          <a:lnTo>
                            <a:pt x="59" y="11"/>
                          </a:lnTo>
                          <a:lnTo>
                            <a:pt x="65" y="8"/>
                          </a:lnTo>
                          <a:lnTo>
                            <a:pt x="60" y="4"/>
                          </a:lnTo>
                          <a:lnTo>
                            <a:pt x="50" y="4"/>
                          </a:lnTo>
                          <a:lnTo>
                            <a:pt x="43" y="4"/>
                          </a:lnTo>
                          <a:lnTo>
                            <a:pt x="38" y="0"/>
                          </a:lnTo>
                          <a:lnTo>
                            <a:pt x="30" y="0"/>
                          </a:lnTo>
                          <a:lnTo>
                            <a:pt x="27" y="4"/>
                          </a:lnTo>
                          <a:lnTo>
                            <a:pt x="27" y="9"/>
                          </a:lnTo>
                          <a:lnTo>
                            <a:pt x="27" y="19"/>
                          </a:lnTo>
                          <a:lnTo>
                            <a:pt x="22" y="21"/>
                          </a:lnTo>
                          <a:lnTo>
                            <a:pt x="19" y="25"/>
                          </a:lnTo>
                          <a:lnTo>
                            <a:pt x="8" y="35"/>
                          </a:lnTo>
                          <a:lnTo>
                            <a:pt x="0" y="37"/>
                          </a:lnTo>
                        </a:path>
                      </a:pathLst>
                    </a:custGeom>
                    <a:solidFill>
                      <a:srgbClr val="FCFEB9"/>
                    </a:solidFill>
                    <a:ln w="12700" cap="rnd" cmpd="sng">
                      <a:solidFill>
                        <a:srgbClr val="000000"/>
                      </a:solidFill>
                      <a:prstDash val="solid"/>
                      <a:round/>
                      <a:headEnd/>
                      <a:tailEnd/>
                    </a:ln>
                  </p:spPr>
                  <p:txBody>
                    <a:bodyPr/>
                    <a:lstStyle/>
                    <a:p>
                      <a:pPr marL="0" marR="0" lvl="0" indent="0" algn="l" defTabSz="914400" rtl="0" eaLnBrk="1" fontAlgn="auto" latinLnBrk="0" hangingPunct="1">
                        <a:lnSpc>
                          <a:spcPct val="100000"/>
                        </a:lnSpc>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ea typeface="+mn-ea"/>
                        <a:cs typeface="+mn-cs"/>
                      </a:endParaRPr>
                    </a:p>
                  </p:txBody>
                </p:sp>
                <p:sp>
                  <p:nvSpPr>
                    <p:cNvPr id="20533" name="Freeform 22"/>
                    <p:cNvSpPr>
                      <a:spLocks/>
                    </p:cNvSpPr>
                    <p:nvPr/>
                  </p:nvSpPr>
                  <p:spPr bwMode="auto">
                    <a:xfrm>
                      <a:off x="5161" y="2879"/>
                      <a:ext cx="35" cy="28"/>
                    </a:xfrm>
                    <a:custGeom>
                      <a:avLst/>
                      <a:gdLst>
                        <a:gd name="T0" fmla="*/ 0 w 35"/>
                        <a:gd name="T1" fmla="*/ 14 h 28"/>
                        <a:gd name="T2" fmla="*/ 12 w 35"/>
                        <a:gd name="T3" fmla="*/ 6 h 28"/>
                        <a:gd name="T4" fmla="*/ 16 w 35"/>
                        <a:gd name="T5" fmla="*/ 6 h 28"/>
                        <a:gd name="T6" fmla="*/ 16 w 35"/>
                        <a:gd name="T7" fmla="*/ 2 h 28"/>
                        <a:gd name="T8" fmla="*/ 19 w 35"/>
                        <a:gd name="T9" fmla="*/ 0 h 28"/>
                        <a:gd name="T10" fmla="*/ 23 w 35"/>
                        <a:gd name="T11" fmla="*/ 1 h 28"/>
                        <a:gd name="T12" fmla="*/ 30 w 35"/>
                        <a:gd name="T13" fmla="*/ 7 h 28"/>
                        <a:gd name="T14" fmla="*/ 30 w 35"/>
                        <a:gd name="T15" fmla="*/ 10 h 28"/>
                        <a:gd name="T16" fmla="*/ 34 w 35"/>
                        <a:gd name="T17" fmla="*/ 12 h 28"/>
                        <a:gd name="T18" fmla="*/ 33 w 35"/>
                        <a:gd name="T19" fmla="*/ 17 h 28"/>
                        <a:gd name="T20" fmla="*/ 30 w 35"/>
                        <a:gd name="T21" fmla="*/ 18 h 28"/>
                        <a:gd name="T22" fmla="*/ 30 w 35"/>
                        <a:gd name="T23" fmla="*/ 22 h 28"/>
                        <a:gd name="T24" fmla="*/ 25 w 35"/>
                        <a:gd name="T25" fmla="*/ 27 h 28"/>
                        <a:gd name="T26" fmla="*/ 8 w 35"/>
                        <a:gd name="T27" fmla="*/ 27 h 28"/>
                        <a:gd name="T28" fmla="*/ 7 w 35"/>
                        <a:gd name="T29" fmla="*/ 23 h 28"/>
                        <a:gd name="T30" fmla="*/ 0 w 35"/>
                        <a:gd name="T31" fmla="*/ 14 h 2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5"/>
                        <a:gd name="T49" fmla="*/ 0 h 28"/>
                        <a:gd name="T50" fmla="*/ 35 w 35"/>
                        <a:gd name="T51" fmla="*/ 28 h 2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5" h="28">
                          <a:moveTo>
                            <a:pt x="0" y="14"/>
                          </a:moveTo>
                          <a:lnTo>
                            <a:pt x="12" y="6"/>
                          </a:lnTo>
                          <a:lnTo>
                            <a:pt x="16" y="6"/>
                          </a:lnTo>
                          <a:lnTo>
                            <a:pt x="16" y="2"/>
                          </a:lnTo>
                          <a:lnTo>
                            <a:pt x="19" y="0"/>
                          </a:lnTo>
                          <a:lnTo>
                            <a:pt x="23" y="1"/>
                          </a:lnTo>
                          <a:lnTo>
                            <a:pt x="30" y="7"/>
                          </a:lnTo>
                          <a:lnTo>
                            <a:pt x="30" y="10"/>
                          </a:lnTo>
                          <a:lnTo>
                            <a:pt x="34" y="12"/>
                          </a:lnTo>
                          <a:lnTo>
                            <a:pt x="33" y="17"/>
                          </a:lnTo>
                          <a:lnTo>
                            <a:pt x="30" y="18"/>
                          </a:lnTo>
                          <a:lnTo>
                            <a:pt x="30" y="22"/>
                          </a:lnTo>
                          <a:lnTo>
                            <a:pt x="25" y="27"/>
                          </a:lnTo>
                          <a:lnTo>
                            <a:pt x="8" y="27"/>
                          </a:lnTo>
                          <a:lnTo>
                            <a:pt x="7" y="23"/>
                          </a:lnTo>
                          <a:lnTo>
                            <a:pt x="0" y="14"/>
                          </a:lnTo>
                        </a:path>
                      </a:pathLst>
                    </a:custGeom>
                    <a:solidFill>
                      <a:srgbClr val="FCFEB9"/>
                    </a:solidFill>
                    <a:ln w="12700" cap="rnd" cmpd="sng">
                      <a:solidFill>
                        <a:srgbClr val="000000"/>
                      </a:solidFill>
                      <a:prstDash val="solid"/>
                      <a:round/>
                      <a:headEnd/>
                      <a:tailEnd/>
                    </a:ln>
                  </p:spPr>
                  <p:txBody>
                    <a:bodyPr/>
                    <a:lstStyle/>
                    <a:p>
                      <a:pPr marL="0" marR="0" lvl="0" indent="0" algn="l" defTabSz="914400" rtl="0" eaLnBrk="1" fontAlgn="auto" latinLnBrk="0" hangingPunct="1">
                        <a:lnSpc>
                          <a:spcPct val="100000"/>
                        </a:lnSpc>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ea typeface="+mn-ea"/>
                        <a:cs typeface="+mn-cs"/>
                      </a:endParaRPr>
                    </a:p>
                  </p:txBody>
                </p:sp>
                <p:sp>
                  <p:nvSpPr>
                    <p:cNvPr id="20534" name="Freeform 23"/>
                    <p:cNvSpPr>
                      <a:spLocks/>
                    </p:cNvSpPr>
                    <p:nvPr/>
                  </p:nvSpPr>
                  <p:spPr bwMode="auto">
                    <a:xfrm>
                      <a:off x="5027" y="2762"/>
                      <a:ext cx="119" cy="184"/>
                    </a:xfrm>
                    <a:custGeom>
                      <a:avLst/>
                      <a:gdLst>
                        <a:gd name="T0" fmla="*/ 0 w 119"/>
                        <a:gd name="T1" fmla="*/ 38 h 184"/>
                        <a:gd name="T2" fmla="*/ 4 w 119"/>
                        <a:gd name="T3" fmla="*/ 32 h 184"/>
                        <a:gd name="T4" fmla="*/ 24 w 119"/>
                        <a:gd name="T5" fmla="*/ 14 h 184"/>
                        <a:gd name="T6" fmla="*/ 36 w 119"/>
                        <a:gd name="T7" fmla="*/ 6 h 184"/>
                        <a:gd name="T8" fmla="*/ 42 w 119"/>
                        <a:gd name="T9" fmla="*/ 5 h 184"/>
                        <a:gd name="T10" fmla="*/ 52 w 119"/>
                        <a:gd name="T11" fmla="*/ 0 h 184"/>
                        <a:gd name="T12" fmla="*/ 71 w 119"/>
                        <a:gd name="T13" fmla="*/ 7 h 184"/>
                        <a:gd name="T14" fmla="*/ 76 w 119"/>
                        <a:gd name="T15" fmla="*/ 14 h 184"/>
                        <a:gd name="T16" fmla="*/ 87 w 119"/>
                        <a:gd name="T17" fmla="*/ 14 h 184"/>
                        <a:gd name="T18" fmla="*/ 95 w 119"/>
                        <a:gd name="T19" fmla="*/ 43 h 184"/>
                        <a:gd name="T20" fmla="*/ 106 w 119"/>
                        <a:gd name="T21" fmla="*/ 64 h 184"/>
                        <a:gd name="T22" fmla="*/ 112 w 119"/>
                        <a:gd name="T23" fmla="*/ 84 h 184"/>
                        <a:gd name="T24" fmla="*/ 113 w 119"/>
                        <a:gd name="T25" fmla="*/ 108 h 184"/>
                        <a:gd name="T26" fmla="*/ 105 w 119"/>
                        <a:gd name="T27" fmla="*/ 115 h 184"/>
                        <a:gd name="T28" fmla="*/ 92 w 119"/>
                        <a:gd name="T29" fmla="*/ 123 h 184"/>
                        <a:gd name="T30" fmla="*/ 87 w 119"/>
                        <a:gd name="T31" fmla="*/ 134 h 184"/>
                        <a:gd name="T32" fmla="*/ 78 w 119"/>
                        <a:gd name="T33" fmla="*/ 137 h 184"/>
                        <a:gd name="T34" fmla="*/ 73 w 119"/>
                        <a:gd name="T35" fmla="*/ 146 h 184"/>
                        <a:gd name="T36" fmla="*/ 64 w 119"/>
                        <a:gd name="T37" fmla="*/ 159 h 184"/>
                        <a:gd name="T38" fmla="*/ 62 w 119"/>
                        <a:gd name="T39" fmla="*/ 174 h 184"/>
                        <a:gd name="T40" fmla="*/ 56 w 119"/>
                        <a:gd name="T41" fmla="*/ 183 h 184"/>
                        <a:gd name="T42" fmla="*/ 42 w 119"/>
                        <a:gd name="T43" fmla="*/ 182 h 184"/>
                        <a:gd name="T44" fmla="*/ 26 w 119"/>
                        <a:gd name="T45" fmla="*/ 171 h 184"/>
                        <a:gd name="T46" fmla="*/ 26 w 119"/>
                        <a:gd name="T47" fmla="*/ 161 h 184"/>
                        <a:gd name="T48" fmla="*/ 20 w 119"/>
                        <a:gd name="T49" fmla="*/ 147 h 184"/>
                        <a:gd name="T50" fmla="*/ 20 w 119"/>
                        <a:gd name="T51" fmla="*/ 134 h 184"/>
                        <a:gd name="T52" fmla="*/ 22 w 119"/>
                        <a:gd name="T53" fmla="*/ 126 h 184"/>
                        <a:gd name="T54" fmla="*/ 25 w 119"/>
                        <a:gd name="T55" fmla="*/ 116 h 184"/>
                        <a:gd name="T56" fmla="*/ 18 w 119"/>
                        <a:gd name="T57" fmla="*/ 103 h 184"/>
                        <a:gd name="T58" fmla="*/ 19 w 119"/>
                        <a:gd name="T59" fmla="*/ 83 h 184"/>
                        <a:gd name="T60" fmla="*/ 15 w 119"/>
                        <a:gd name="T61" fmla="*/ 63 h 184"/>
                        <a:gd name="T62" fmla="*/ 0 w 119"/>
                        <a:gd name="T63" fmla="*/ 54 h 184"/>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19"/>
                        <a:gd name="T97" fmla="*/ 0 h 184"/>
                        <a:gd name="T98" fmla="*/ 119 w 119"/>
                        <a:gd name="T99" fmla="*/ 184 h 184"/>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19" h="184">
                          <a:moveTo>
                            <a:pt x="0" y="54"/>
                          </a:moveTo>
                          <a:lnTo>
                            <a:pt x="0" y="38"/>
                          </a:lnTo>
                          <a:lnTo>
                            <a:pt x="5" y="36"/>
                          </a:lnTo>
                          <a:lnTo>
                            <a:pt x="4" y="32"/>
                          </a:lnTo>
                          <a:lnTo>
                            <a:pt x="17" y="19"/>
                          </a:lnTo>
                          <a:lnTo>
                            <a:pt x="24" y="14"/>
                          </a:lnTo>
                          <a:lnTo>
                            <a:pt x="28" y="11"/>
                          </a:lnTo>
                          <a:lnTo>
                            <a:pt x="36" y="6"/>
                          </a:lnTo>
                          <a:lnTo>
                            <a:pt x="38" y="6"/>
                          </a:lnTo>
                          <a:lnTo>
                            <a:pt x="42" y="5"/>
                          </a:lnTo>
                          <a:lnTo>
                            <a:pt x="45" y="1"/>
                          </a:lnTo>
                          <a:lnTo>
                            <a:pt x="52" y="0"/>
                          </a:lnTo>
                          <a:lnTo>
                            <a:pt x="64" y="0"/>
                          </a:lnTo>
                          <a:lnTo>
                            <a:pt x="71" y="7"/>
                          </a:lnTo>
                          <a:lnTo>
                            <a:pt x="70" y="11"/>
                          </a:lnTo>
                          <a:lnTo>
                            <a:pt x="76" y="14"/>
                          </a:lnTo>
                          <a:lnTo>
                            <a:pt x="86" y="3"/>
                          </a:lnTo>
                          <a:lnTo>
                            <a:pt x="87" y="14"/>
                          </a:lnTo>
                          <a:lnTo>
                            <a:pt x="92" y="29"/>
                          </a:lnTo>
                          <a:lnTo>
                            <a:pt x="95" y="43"/>
                          </a:lnTo>
                          <a:lnTo>
                            <a:pt x="106" y="57"/>
                          </a:lnTo>
                          <a:lnTo>
                            <a:pt x="106" y="64"/>
                          </a:lnTo>
                          <a:lnTo>
                            <a:pt x="108" y="79"/>
                          </a:lnTo>
                          <a:lnTo>
                            <a:pt x="112" y="84"/>
                          </a:lnTo>
                          <a:lnTo>
                            <a:pt x="118" y="99"/>
                          </a:lnTo>
                          <a:lnTo>
                            <a:pt x="113" y="108"/>
                          </a:lnTo>
                          <a:lnTo>
                            <a:pt x="112" y="112"/>
                          </a:lnTo>
                          <a:lnTo>
                            <a:pt x="105" y="115"/>
                          </a:lnTo>
                          <a:lnTo>
                            <a:pt x="97" y="120"/>
                          </a:lnTo>
                          <a:lnTo>
                            <a:pt x="92" y="123"/>
                          </a:lnTo>
                          <a:lnTo>
                            <a:pt x="94" y="127"/>
                          </a:lnTo>
                          <a:lnTo>
                            <a:pt x="87" y="134"/>
                          </a:lnTo>
                          <a:lnTo>
                            <a:pt x="81" y="137"/>
                          </a:lnTo>
                          <a:lnTo>
                            <a:pt x="78" y="137"/>
                          </a:lnTo>
                          <a:lnTo>
                            <a:pt x="71" y="142"/>
                          </a:lnTo>
                          <a:lnTo>
                            <a:pt x="73" y="146"/>
                          </a:lnTo>
                          <a:lnTo>
                            <a:pt x="64" y="153"/>
                          </a:lnTo>
                          <a:lnTo>
                            <a:pt x="64" y="159"/>
                          </a:lnTo>
                          <a:lnTo>
                            <a:pt x="62" y="166"/>
                          </a:lnTo>
                          <a:lnTo>
                            <a:pt x="62" y="174"/>
                          </a:lnTo>
                          <a:lnTo>
                            <a:pt x="60" y="179"/>
                          </a:lnTo>
                          <a:lnTo>
                            <a:pt x="56" y="183"/>
                          </a:lnTo>
                          <a:lnTo>
                            <a:pt x="48" y="183"/>
                          </a:lnTo>
                          <a:lnTo>
                            <a:pt x="42" y="182"/>
                          </a:lnTo>
                          <a:lnTo>
                            <a:pt x="32" y="177"/>
                          </a:lnTo>
                          <a:lnTo>
                            <a:pt x="26" y="171"/>
                          </a:lnTo>
                          <a:lnTo>
                            <a:pt x="26" y="166"/>
                          </a:lnTo>
                          <a:lnTo>
                            <a:pt x="26" y="161"/>
                          </a:lnTo>
                          <a:lnTo>
                            <a:pt x="22" y="153"/>
                          </a:lnTo>
                          <a:lnTo>
                            <a:pt x="20" y="147"/>
                          </a:lnTo>
                          <a:lnTo>
                            <a:pt x="21" y="142"/>
                          </a:lnTo>
                          <a:lnTo>
                            <a:pt x="20" y="134"/>
                          </a:lnTo>
                          <a:lnTo>
                            <a:pt x="16" y="132"/>
                          </a:lnTo>
                          <a:lnTo>
                            <a:pt x="22" y="126"/>
                          </a:lnTo>
                          <a:lnTo>
                            <a:pt x="26" y="120"/>
                          </a:lnTo>
                          <a:lnTo>
                            <a:pt x="25" y="116"/>
                          </a:lnTo>
                          <a:lnTo>
                            <a:pt x="23" y="110"/>
                          </a:lnTo>
                          <a:lnTo>
                            <a:pt x="18" y="103"/>
                          </a:lnTo>
                          <a:lnTo>
                            <a:pt x="21" y="94"/>
                          </a:lnTo>
                          <a:lnTo>
                            <a:pt x="19" y="83"/>
                          </a:lnTo>
                          <a:lnTo>
                            <a:pt x="17" y="74"/>
                          </a:lnTo>
                          <a:lnTo>
                            <a:pt x="15" y="63"/>
                          </a:lnTo>
                          <a:lnTo>
                            <a:pt x="8" y="60"/>
                          </a:lnTo>
                          <a:lnTo>
                            <a:pt x="0" y="54"/>
                          </a:lnTo>
                        </a:path>
                      </a:pathLst>
                    </a:custGeom>
                    <a:solidFill>
                      <a:srgbClr val="FCFEB9"/>
                    </a:solidFill>
                    <a:ln w="12700" cap="rnd" cmpd="sng">
                      <a:solidFill>
                        <a:srgbClr val="000000"/>
                      </a:solidFill>
                      <a:prstDash val="solid"/>
                      <a:round/>
                      <a:headEnd/>
                      <a:tailEnd/>
                    </a:ln>
                  </p:spPr>
                  <p:txBody>
                    <a:bodyPr/>
                    <a:lstStyle/>
                    <a:p>
                      <a:pPr marL="0" marR="0" lvl="0" indent="0" algn="l" defTabSz="914400" rtl="0" eaLnBrk="1" fontAlgn="auto" latinLnBrk="0" hangingPunct="1">
                        <a:lnSpc>
                          <a:spcPct val="100000"/>
                        </a:lnSpc>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ea typeface="+mn-ea"/>
                        <a:cs typeface="+mn-cs"/>
                      </a:endParaRPr>
                    </a:p>
                  </p:txBody>
                </p:sp>
                <p:sp>
                  <p:nvSpPr>
                    <p:cNvPr id="20535" name="Freeform 24"/>
                    <p:cNvSpPr>
                      <a:spLocks/>
                    </p:cNvSpPr>
                    <p:nvPr/>
                  </p:nvSpPr>
                  <p:spPr bwMode="auto">
                    <a:xfrm>
                      <a:off x="4996" y="3025"/>
                      <a:ext cx="39" cy="37"/>
                    </a:xfrm>
                    <a:custGeom>
                      <a:avLst/>
                      <a:gdLst>
                        <a:gd name="T0" fmla="*/ 0 w 39"/>
                        <a:gd name="T1" fmla="*/ 26 h 37"/>
                        <a:gd name="T2" fmla="*/ 14 w 39"/>
                        <a:gd name="T3" fmla="*/ 31 h 37"/>
                        <a:gd name="T4" fmla="*/ 24 w 39"/>
                        <a:gd name="T5" fmla="*/ 31 h 37"/>
                        <a:gd name="T6" fmla="*/ 30 w 39"/>
                        <a:gd name="T7" fmla="*/ 34 h 37"/>
                        <a:gd name="T8" fmla="*/ 34 w 39"/>
                        <a:gd name="T9" fmla="*/ 36 h 37"/>
                        <a:gd name="T10" fmla="*/ 38 w 39"/>
                        <a:gd name="T11" fmla="*/ 29 h 37"/>
                        <a:gd name="T12" fmla="*/ 37 w 39"/>
                        <a:gd name="T13" fmla="*/ 25 h 37"/>
                        <a:gd name="T14" fmla="*/ 38 w 39"/>
                        <a:gd name="T15" fmla="*/ 21 h 37"/>
                        <a:gd name="T16" fmla="*/ 36 w 39"/>
                        <a:gd name="T17" fmla="*/ 16 h 37"/>
                        <a:gd name="T18" fmla="*/ 33 w 39"/>
                        <a:gd name="T19" fmla="*/ 19 h 37"/>
                        <a:gd name="T20" fmla="*/ 24 w 39"/>
                        <a:gd name="T21" fmla="*/ 9 h 37"/>
                        <a:gd name="T22" fmla="*/ 24 w 39"/>
                        <a:gd name="T23" fmla="*/ 2 h 37"/>
                        <a:gd name="T24" fmla="*/ 28 w 39"/>
                        <a:gd name="T25" fmla="*/ 0 h 37"/>
                        <a:gd name="T26" fmla="*/ 25 w 39"/>
                        <a:gd name="T27" fmla="*/ 0 h 37"/>
                        <a:gd name="T28" fmla="*/ 15 w 39"/>
                        <a:gd name="T29" fmla="*/ 3 h 37"/>
                        <a:gd name="T30" fmla="*/ 15 w 39"/>
                        <a:gd name="T31" fmla="*/ 8 h 37"/>
                        <a:gd name="T32" fmla="*/ 13 w 39"/>
                        <a:gd name="T33" fmla="*/ 15 h 37"/>
                        <a:gd name="T34" fmla="*/ 7 w 39"/>
                        <a:gd name="T35" fmla="*/ 23 h 37"/>
                        <a:gd name="T36" fmla="*/ 0 w 39"/>
                        <a:gd name="T37" fmla="*/ 26 h 3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9"/>
                        <a:gd name="T58" fmla="*/ 0 h 37"/>
                        <a:gd name="T59" fmla="*/ 39 w 39"/>
                        <a:gd name="T60" fmla="*/ 37 h 3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9" h="37">
                          <a:moveTo>
                            <a:pt x="0" y="26"/>
                          </a:moveTo>
                          <a:lnTo>
                            <a:pt x="14" y="31"/>
                          </a:lnTo>
                          <a:lnTo>
                            <a:pt x="24" y="31"/>
                          </a:lnTo>
                          <a:lnTo>
                            <a:pt x="30" y="34"/>
                          </a:lnTo>
                          <a:lnTo>
                            <a:pt x="34" y="36"/>
                          </a:lnTo>
                          <a:lnTo>
                            <a:pt x="38" y="29"/>
                          </a:lnTo>
                          <a:lnTo>
                            <a:pt x="37" y="25"/>
                          </a:lnTo>
                          <a:lnTo>
                            <a:pt x="38" y="21"/>
                          </a:lnTo>
                          <a:lnTo>
                            <a:pt x="36" y="16"/>
                          </a:lnTo>
                          <a:lnTo>
                            <a:pt x="33" y="19"/>
                          </a:lnTo>
                          <a:lnTo>
                            <a:pt x="24" y="9"/>
                          </a:lnTo>
                          <a:lnTo>
                            <a:pt x="24" y="2"/>
                          </a:lnTo>
                          <a:lnTo>
                            <a:pt x="28" y="0"/>
                          </a:lnTo>
                          <a:lnTo>
                            <a:pt x="25" y="0"/>
                          </a:lnTo>
                          <a:lnTo>
                            <a:pt x="15" y="3"/>
                          </a:lnTo>
                          <a:lnTo>
                            <a:pt x="15" y="8"/>
                          </a:lnTo>
                          <a:lnTo>
                            <a:pt x="13" y="15"/>
                          </a:lnTo>
                          <a:lnTo>
                            <a:pt x="7" y="23"/>
                          </a:lnTo>
                          <a:lnTo>
                            <a:pt x="0" y="26"/>
                          </a:lnTo>
                        </a:path>
                      </a:pathLst>
                    </a:custGeom>
                    <a:solidFill>
                      <a:srgbClr val="FCFEB9"/>
                    </a:solidFill>
                    <a:ln w="12700" cap="rnd" cmpd="sng">
                      <a:solidFill>
                        <a:srgbClr val="000000"/>
                      </a:solidFill>
                      <a:prstDash val="solid"/>
                      <a:round/>
                      <a:headEnd/>
                      <a:tailEnd/>
                    </a:ln>
                  </p:spPr>
                  <p:txBody>
                    <a:bodyPr/>
                    <a:lstStyle/>
                    <a:p>
                      <a:pPr marL="0" marR="0" lvl="0" indent="0" algn="l" defTabSz="914400" rtl="0" eaLnBrk="1" fontAlgn="auto" latinLnBrk="0" hangingPunct="1">
                        <a:lnSpc>
                          <a:spcPct val="100000"/>
                        </a:lnSpc>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ea typeface="+mn-ea"/>
                        <a:cs typeface="+mn-cs"/>
                      </a:endParaRPr>
                    </a:p>
                  </p:txBody>
                </p:sp>
              </p:grpSp>
            </p:grpSp>
            <p:grpSp>
              <p:nvGrpSpPr>
                <p:cNvPr id="20516" name="Group 25"/>
                <p:cNvGrpSpPr>
                  <a:grpSpLocks/>
                </p:cNvGrpSpPr>
                <p:nvPr/>
              </p:nvGrpSpPr>
              <p:grpSpPr bwMode="auto">
                <a:xfrm>
                  <a:off x="4808" y="2999"/>
                  <a:ext cx="82" cy="81"/>
                  <a:chOff x="4808" y="2999"/>
                  <a:chExt cx="82" cy="81"/>
                </a:xfrm>
              </p:grpSpPr>
              <p:sp>
                <p:nvSpPr>
                  <p:cNvPr id="20520" name="Freeform 26"/>
                  <p:cNvSpPr>
                    <a:spLocks/>
                  </p:cNvSpPr>
                  <p:nvPr/>
                </p:nvSpPr>
                <p:spPr bwMode="auto">
                  <a:xfrm>
                    <a:off x="4808" y="2999"/>
                    <a:ext cx="55" cy="58"/>
                  </a:xfrm>
                  <a:custGeom>
                    <a:avLst/>
                    <a:gdLst>
                      <a:gd name="T0" fmla="*/ 0 w 55"/>
                      <a:gd name="T1" fmla="*/ 5 h 58"/>
                      <a:gd name="T2" fmla="*/ 7 w 55"/>
                      <a:gd name="T3" fmla="*/ 1 h 58"/>
                      <a:gd name="T4" fmla="*/ 10 w 55"/>
                      <a:gd name="T5" fmla="*/ 3 h 58"/>
                      <a:gd name="T6" fmla="*/ 15 w 55"/>
                      <a:gd name="T7" fmla="*/ 1 h 58"/>
                      <a:gd name="T8" fmla="*/ 23 w 55"/>
                      <a:gd name="T9" fmla="*/ 0 h 58"/>
                      <a:gd name="T10" fmla="*/ 29 w 55"/>
                      <a:gd name="T11" fmla="*/ 3 h 58"/>
                      <a:gd name="T12" fmla="*/ 33 w 55"/>
                      <a:gd name="T13" fmla="*/ 3 h 58"/>
                      <a:gd name="T14" fmla="*/ 35 w 55"/>
                      <a:gd name="T15" fmla="*/ 9 h 58"/>
                      <a:gd name="T16" fmla="*/ 38 w 55"/>
                      <a:gd name="T17" fmla="*/ 11 h 58"/>
                      <a:gd name="T18" fmla="*/ 38 w 55"/>
                      <a:gd name="T19" fmla="*/ 16 h 58"/>
                      <a:gd name="T20" fmla="*/ 39 w 55"/>
                      <a:gd name="T21" fmla="*/ 22 h 58"/>
                      <a:gd name="T22" fmla="*/ 40 w 55"/>
                      <a:gd name="T23" fmla="*/ 26 h 58"/>
                      <a:gd name="T24" fmla="*/ 47 w 55"/>
                      <a:gd name="T25" fmla="*/ 34 h 58"/>
                      <a:gd name="T26" fmla="*/ 50 w 55"/>
                      <a:gd name="T27" fmla="*/ 36 h 58"/>
                      <a:gd name="T28" fmla="*/ 53 w 55"/>
                      <a:gd name="T29" fmla="*/ 37 h 58"/>
                      <a:gd name="T30" fmla="*/ 54 w 55"/>
                      <a:gd name="T31" fmla="*/ 42 h 58"/>
                      <a:gd name="T32" fmla="*/ 49 w 55"/>
                      <a:gd name="T33" fmla="*/ 47 h 58"/>
                      <a:gd name="T34" fmla="*/ 40 w 55"/>
                      <a:gd name="T35" fmla="*/ 57 h 58"/>
                      <a:gd name="T36" fmla="*/ 38 w 55"/>
                      <a:gd name="T37" fmla="*/ 57 h 58"/>
                      <a:gd name="T38" fmla="*/ 36 w 55"/>
                      <a:gd name="T39" fmla="*/ 51 h 58"/>
                      <a:gd name="T40" fmla="*/ 37 w 55"/>
                      <a:gd name="T41" fmla="*/ 42 h 58"/>
                      <a:gd name="T42" fmla="*/ 38 w 55"/>
                      <a:gd name="T43" fmla="*/ 40 h 58"/>
                      <a:gd name="T44" fmla="*/ 38 w 55"/>
                      <a:gd name="T45" fmla="*/ 35 h 58"/>
                      <a:gd name="T46" fmla="*/ 25 w 55"/>
                      <a:gd name="T47" fmla="*/ 37 h 58"/>
                      <a:gd name="T48" fmla="*/ 15 w 55"/>
                      <a:gd name="T49" fmla="*/ 45 h 58"/>
                      <a:gd name="T50" fmla="*/ 15 w 55"/>
                      <a:gd name="T51" fmla="*/ 49 h 58"/>
                      <a:gd name="T52" fmla="*/ 13 w 55"/>
                      <a:gd name="T53" fmla="*/ 55 h 58"/>
                      <a:gd name="T54" fmla="*/ 6 w 55"/>
                      <a:gd name="T55" fmla="*/ 55 h 58"/>
                      <a:gd name="T56" fmla="*/ 3 w 55"/>
                      <a:gd name="T57" fmla="*/ 52 h 58"/>
                      <a:gd name="T58" fmla="*/ 6 w 55"/>
                      <a:gd name="T59" fmla="*/ 47 h 58"/>
                      <a:gd name="T60" fmla="*/ 7 w 55"/>
                      <a:gd name="T61" fmla="*/ 42 h 58"/>
                      <a:gd name="T62" fmla="*/ 9 w 55"/>
                      <a:gd name="T63" fmla="*/ 42 h 58"/>
                      <a:gd name="T64" fmla="*/ 8 w 55"/>
                      <a:gd name="T65" fmla="*/ 37 h 58"/>
                      <a:gd name="T66" fmla="*/ 14 w 55"/>
                      <a:gd name="T67" fmla="*/ 30 h 58"/>
                      <a:gd name="T68" fmla="*/ 18 w 55"/>
                      <a:gd name="T69" fmla="*/ 30 h 58"/>
                      <a:gd name="T70" fmla="*/ 23 w 55"/>
                      <a:gd name="T71" fmla="*/ 30 h 58"/>
                      <a:gd name="T72" fmla="*/ 27 w 55"/>
                      <a:gd name="T73" fmla="*/ 28 h 58"/>
                      <a:gd name="T74" fmla="*/ 30 w 55"/>
                      <a:gd name="T75" fmla="*/ 27 h 58"/>
                      <a:gd name="T76" fmla="*/ 31 w 55"/>
                      <a:gd name="T77" fmla="*/ 24 h 58"/>
                      <a:gd name="T78" fmla="*/ 20 w 55"/>
                      <a:gd name="T79" fmla="*/ 23 h 58"/>
                      <a:gd name="T80" fmla="*/ 21 w 55"/>
                      <a:gd name="T81" fmla="*/ 13 h 58"/>
                      <a:gd name="T82" fmla="*/ 17 w 55"/>
                      <a:gd name="T83" fmla="*/ 13 h 58"/>
                      <a:gd name="T84" fmla="*/ 10 w 55"/>
                      <a:gd name="T85" fmla="*/ 13 h 58"/>
                      <a:gd name="T86" fmla="*/ 0 w 55"/>
                      <a:gd name="T87" fmla="*/ 5 h 58"/>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55"/>
                      <a:gd name="T133" fmla="*/ 0 h 58"/>
                      <a:gd name="T134" fmla="*/ 55 w 55"/>
                      <a:gd name="T135" fmla="*/ 58 h 58"/>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55" h="58">
                        <a:moveTo>
                          <a:pt x="0" y="5"/>
                        </a:moveTo>
                        <a:lnTo>
                          <a:pt x="7" y="1"/>
                        </a:lnTo>
                        <a:lnTo>
                          <a:pt x="10" y="3"/>
                        </a:lnTo>
                        <a:lnTo>
                          <a:pt x="15" y="1"/>
                        </a:lnTo>
                        <a:lnTo>
                          <a:pt x="23" y="0"/>
                        </a:lnTo>
                        <a:lnTo>
                          <a:pt x="29" y="3"/>
                        </a:lnTo>
                        <a:lnTo>
                          <a:pt x="33" y="3"/>
                        </a:lnTo>
                        <a:lnTo>
                          <a:pt x="35" y="9"/>
                        </a:lnTo>
                        <a:lnTo>
                          <a:pt x="38" y="11"/>
                        </a:lnTo>
                        <a:lnTo>
                          <a:pt x="38" y="16"/>
                        </a:lnTo>
                        <a:lnTo>
                          <a:pt x="39" y="22"/>
                        </a:lnTo>
                        <a:lnTo>
                          <a:pt x="40" y="26"/>
                        </a:lnTo>
                        <a:lnTo>
                          <a:pt x="47" y="34"/>
                        </a:lnTo>
                        <a:lnTo>
                          <a:pt x="50" y="36"/>
                        </a:lnTo>
                        <a:lnTo>
                          <a:pt x="53" y="37"/>
                        </a:lnTo>
                        <a:lnTo>
                          <a:pt x="54" y="42"/>
                        </a:lnTo>
                        <a:lnTo>
                          <a:pt x="49" y="47"/>
                        </a:lnTo>
                        <a:lnTo>
                          <a:pt x="40" y="57"/>
                        </a:lnTo>
                        <a:lnTo>
                          <a:pt x="38" y="57"/>
                        </a:lnTo>
                        <a:lnTo>
                          <a:pt x="36" y="51"/>
                        </a:lnTo>
                        <a:lnTo>
                          <a:pt x="37" y="42"/>
                        </a:lnTo>
                        <a:lnTo>
                          <a:pt x="38" y="40"/>
                        </a:lnTo>
                        <a:lnTo>
                          <a:pt x="38" y="35"/>
                        </a:lnTo>
                        <a:lnTo>
                          <a:pt x="25" y="37"/>
                        </a:lnTo>
                        <a:lnTo>
                          <a:pt x="15" y="45"/>
                        </a:lnTo>
                        <a:lnTo>
                          <a:pt x="15" y="49"/>
                        </a:lnTo>
                        <a:lnTo>
                          <a:pt x="13" y="55"/>
                        </a:lnTo>
                        <a:lnTo>
                          <a:pt x="6" y="55"/>
                        </a:lnTo>
                        <a:lnTo>
                          <a:pt x="3" y="52"/>
                        </a:lnTo>
                        <a:lnTo>
                          <a:pt x="6" y="47"/>
                        </a:lnTo>
                        <a:lnTo>
                          <a:pt x="7" y="42"/>
                        </a:lnTo>
                        <a:lnTo>
                          <a:pt x="9" y="42"/>
                        </a:lnTo>
                        <a:lnTo>
                          <a:pt x="8" y="37"/>
                        </a:lnTo>
                        <a:lnTo>
                          <a:pt x="14" y="30"/>
                        </a:lnTo>
                        <a:lnTo>
                          <a:pt x="18" y="30"/>
                        </a:lnTo>
                        <a:lnTo>
                          <a:pt x="23" y="30"/>
                        </a:lnTo>
                        <a:lnTo>
                          <a:pt x="27" y="28"/>
                        </a:lnTo>
                        <a:lnTo>
                          <a:pt x="30" y="27"/>
                        </a:lnTo>
                        <a:lnTo>
                          <a:pt x="31" y="24"/>
                        </a:lnTo>
                        <a:lnTo>
                          <a:pt x="20" y="23"/>
                        </a:lnTo>
                        <a:lnTo>
                          <a:pt x="21" y="13"/>
                        </a:lnTo>
                        <a:lnTo>
                          <a:pt x="17" y="13"/>
                        </a:lnTo>
                        <a:lnTo>
                          <a:pt x="10" y="13"/>
                        </a:lnTo>
                        <a:lnTo>
                          <a:pt x="0" y="5"/>
                        </a:lnTo>
                      </a:path>
                    </a:pathLst>
                  </a:custGeom>
                  <a:solidFill>
                    <a:srgbClr val="FCFEB9"/>
                  </a:solidFill>
                  <a:ln w="12700" cap="rnd" cmpd="sng">
                    <a:solidFill>
                      <a:srgbClr val="000000"/>
                    </a:solidFill>
                    <a:prstDash val="solid"/>
                    <a:round/>
                    <a:headEnd/>
                    <a:tailEnd/>
                  </a:ln>
                </p:spPr>
                <p:txBody>
                  <a:bodyPr/>
                  <a:lstStyle/>
                  <a:p>
                    <a:pPr marL="0" marR="0" lvl="0" indent="0" algn="l" defTabSz="914400" rtl="0" eaLnBrk="1" fontAlgn="auto" latinLnBrk="0" hangingPunct="1">
                      <a:lnSpc>
                        <a:spcPct val="100000"/>
                      </a:lnSpc>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ea typeface="+mn-ea"/>
                      <a:cs typeface="+mn-cs"/>
                    </a:endParaRPr>
                  </a:p>
                </p:txBody>
              </p:sp>
              <p:sp>
                <p:nvSpPr>
                  <p:cNvPr id="20521" name="Freeform 27"/>
                  <p:cNvSpPr>
                    <a:spLocks/>
                  </p:cNvSpPr>
                  <p:nvPr/>
                </p:nvSpPr>
                <p:spPr bwMode="auto">
                  <a:xfrm>
                    <a:off x="4838" y="3063"/>
                    <a:ext cx="23" cy="17"/>
                  </a:xfrm>
                  <a:custGeom>
                    <a:avLst/>
                    <a:gdLst>
                      <a:gd name="T0" fmla="*/ 0 w 23"/>
                      <a:gd name="T1" fmla="*/ 12 h 17"/>
                      <a:gd name="T2" fmla="*/ 13 w 23"/>
                      <a:gd name="T3" fmla="*/ 16 h 17"/>
                      <a:gd name="T4" fmla="*/ 22 w 23"/>
                      <a:gd name="T5" fmla="*/ 2 h 17"/>
                      <a:gd name="T6" fmla="*/ 13 w 23"/>
                      <a:gd name="T7" fmla="*/ 0 h 17"/>
                      <a:gd name="T8" fmla="*/ 8 w 23"/>
                      <a:gd name="T9" fmla="*/ 4 h 17"/>
                      <a:gd name="T10" fmla="*/ 0 w 23"/>
                      <a:gd name="T11" fmla="*/ 12 h 17"/>
                      <a:gd name="T12" fmla="*/ 0 60000 65536"/>
                      <a:gd name="T13" fmla="*/ 0 60000 65536"/>
                      <a:gd name="T14" fmla="*/ 0 60000 65536"/>
                      <a:gd name="T15" fmla="*/ 0 60000 65536"/>
                      <a:gd name="T16" fmla="*/ 0 60000 65536"/>
                      <a:gd name="T17" fmla="*/ 0 60000 65536"/>
                      <a:gd name="T18" fmla="*/ 0 w 23"/>
                      <a:gd name="T19" fmla="*/ 0 h 17"/>
                      <a:gd name="T20" fmla="*/ 23 w 23"/>
                      <a:gd name="T21" fmla="*/ 17 h 17"/>
                    </a:gdLst>
                    <a:ahLst/>
                    <a:cxnLst>
                      <a:cxn ang="T12">
                        <a:pos x="T0" y="T1"/>
                      </a:cxn>
                      <a:cxn ang="T13">
                        <a:pos x="T2" y="T3"/>
                      </a:cxn>
                      <a:cxn ang="T14">
                        <a:pos x="T4" y="T5"/>
                      </a:cxn>
                      <a:cxn ang="T15">
                        <a:pos x="T6" y="T7"/>
                      </a:cxn>
                      <a:cxn ang="T16">
                        <a:pos x="T8" y="T9"/>
                      </a:cxn>
                      <a:cxn ang="T17">
                        <a:pos x="T10" y="T11"/>
                      </a:cxn>
                    </a:cxnLst>
                    <a:rect l="T18" t="T19" r="T20" b="T21"/>
                    <a:pathLst>
                      <a:path w="23" h="17">
                        <a:moveTo>
                          <a:pt x="0" y="12"/>
                        </a:moveTo>
                        <a:lnTo>
                          <a:pt x="13" y="16"/>
                        </a:lnTo>
                        <a:lnTo>
                          <a:pt x="22" y="2"/>
                        </a:lnTo>
                        <a:lnTo>
                          <a:pt x="13" y="0"/>
                        </a:lnTo>
                        <a:lnTo>
                          <a:pt x="8" y="4"/>
                        </a:lnTo>
                        <a:lnTo>
                          <a:pt x="0" y="12"/>
                        </a:lnTo>
                      </a:path>
                    </a:pathLst>
                  </a:custGeom>
                  <a:solidFill>
                    <a:srgbClr val="FCFEB9"/>
                  </a:solidFill>
                  <a:ln w="12700" cap="rnd" cmpd="sng">
                    <a:solidFill>
                      <a:srgbClr val="000000"/>
                    </a:solidFill>
                    <a:prstDash val="solid"/>
                    <a:round/>
                    <a:headEnd/>
                    <a:tailEnd/>
                  </a:ln>
                </p:spPr>
                <p:txBody>
                  <a:bodyPr/>
                  <a:lstStyle/>
                  <a:p>
                    <a:pPr marL="0" marR="0" lvl="0" indent="0" algn="l" defTabSz="914400" rtl="0" eaLnBrk="1" fontAlgn="auto" latinLnBrk="0" hangingPunct="1">
                      <a:lnSpc>
                        <a:spcPct val="100000"/>
                      </a:lnSpc>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ea typeface="+mn-ea"/>
                      <a:cs typeface="+mn-cs"/>
                    </a:endParaRPr>
                  </a:p>
                </p:txBody>
              </p:sp>
              <p:sp>
                <p:nvSpPr>
                  <p:cNvPr id="20522" name="Freeform 28"/>
                  <p:cNvSpPr>
                    <a:spLocks/>
                  </p:cNvSpPr>
                  <p:nvPr/>
                </p:nvSpPr>
                <p:spPr bwMode="auto">
                  <a:xfrm>
                    <a:off x="4868" y="3060"/>
                    <a:ext cx="22" cy="17"/>
                  </a:xfrm>
                  <a:custGeom>
                    <a:avLst/>
                    <a:gdLst>
                      <a:gd name="T0" fmla="*/ 0 w 22"/>
                      <a:gd name="T1" fmla="*/ 11 h 17"/>
                      <a:gd name="T2" fmla="*/ 11 w 22"/>
                      <a:gd name="T3" fmla="*/ 16 h 17"/>
                      <a:gd name="T4" fmla="*/ 21 w 22"/>
                      <a:gd name="T5" fmla="*/ 2 h 17"/>
                      <a:gd name="T6" fmla="*/ 15 w 22"/>
                      <a:gd name="T7" fmla="*/ 0 h 17"/>
                      <a:gd name="T8" fmla="*/ 0 w 22"/>
                      <a:gd name="T9" fmla="*/ 11 h 17"/>
                      <a:gd name="T10" fmla="*/ 0 60000 65536"/>
                      <a:gd name="T11" fmla="*/ 0 60000 65536"/>
                      <a:gd name="T12" fmla="*/ 0 60000 65536"/>
                      <a:gd name="T13" fmla="*/ 0 60000 65536"/>
                      <a:gd name="T14" fmla="*/ 0 60000 65536"/>
                      <a:gd name="T15" fmla="*/ 0 w 22"/>
                      <a:gd name="T16" fmla="*/ 0 h 17"/>
                      <a:gd name="T17" fmla="*/ 22 w 22"/>
                      <a:gd name="T18" fmla="*/ 17 h 17"/>
                    </a:gdLst>
                    <a:ahLst/>
                    <a:cxnLst>
                      <a:cxn ang="T10">
                        <a:pos x="T0" y="T1"/>
                      </a:cxn>
                      <a:cxn ang="T11">
                        <a:pos x="T2" y="T3"/>
                      </a:cxn>
                      <a:cxn ang="T12">
                        <a:pos x="T4" y="T5"/>
                      </a:cxn>
                      <a:cxn ang="T13">
                        <a:pos x="T6" y="T7"/>
                      </a:cxn>
                      <a:cxn ang="T14">
                        <a:pos x="T8" y="T9"/>
                      </a:cxn>
                    </a:cxnLst>
                    <a:rect l="T15" t="T16" r="T17" b="T18"/>
                    <a:pathLst>
                      <a:path w="22" h="17">
                        <a:moveTo>
                          <a:pt x="0" y="11"/>
                        </a:moveTo>
                        <a:lnTo>
                          <a:pt x="11" y="16"/>
                        </a:lnTo>
                        <a:lnTo>
                          <a:pt x="21" y="2"/>
                        </a:lnTo>
                        <a:lnTo>
                          <a:pt x="15" y="0"/>
                        </a:lnTo>
                        <a:lnTo>
                          <a:pt x="0" y="11"/>
                        </a:lnTo>
                      </a:path>
                    </a:pathLst>
                  </a:custGeom>
                  <a:solidFill>
                    <a:srgbClr val="FCFEB9"/>
                  </a:solidFill>
                  <a:ln w="12700" cap="rnd" cmpd="sng">
                    <a:solidFill>
                      <a:srgbClr val="000000"/>
                    </a:solidFill>
                    <a:prstDash val="solid"/>
                    <a:round/>
                    <a:headEnd/>
                    <a:tailEnd/>
                  </a:ln>
                </p:spPr>
                <p:txBody>
                  <a:bodyPr/>
                  <a:lstStyle/>
                  <a:p>
                    <a:pPr marL="0" marR="0" lvl="0" indent="0" algn="l" defTabSz="914400" rtl="0" eaLnBrk="1" fontAlgn="auto" latinLnBrk="0" hangingPunct="1">
                      <a:lnSpc>
                        <a:spcPct val="100000"/>
                      </a:lnSpc>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ea typeface="+mn-ea"/>
                      <a:cs typeface="+mn-cs"/>
                    </a:endParaRPr>
                  </a:p>
                </p:txBody>
              </p:sp>
            </p:grpSp>
            <p:grpSp>
              <p:nvGrpSpPr>
                <p:cNvPr id="20517" name="Group 29"/>
                <p:cNvGrpSpPr>
                  <a:grpSpLocks/>
                </p:cNvGrpSpPr>
                <p:nvPr/>
              </p:nvGrpSpPr>
              <p:grpSpPr bwMode="auto">
                <a:xfrm>
                  <a:off x="5037" y="2576"/>
                  <a:ext cx="20" cy="32"/>
                  <a:chOff x="5037" y="2576"/>
                  <a:chExt cx="20" cy="32"/>
                </a:xfrm>
              </p:grpSpPr>
              <p:sp>
                <p:nvSpPr>
                  <p:cNvPr id="20518" name="Freeform 30"/>
                  <p:cNvSpPr>
                    <a:spLocks/>
                  </p:cNvSpPr>
                  <p:nvPr/>
                </p:nvSpPr>
                <p:spPr bwMode="auto">
                  <a:xfrm>
                    <a:off x="5037" y="2591"/>
                    <a:ext cx="20" cy="17"/>
                  </a:xfrm>
                  <a:custGeom>
                    <a:avLst/>
                    <a:gdLst>
                      <a:gd name="T0" fmla="*/ 0 w 20"/>
                      <a:gd name="T1" fmla="*/ 11 h 17"/>
                      <a:gd name="T2" fmla="*/ 19 w 20"/>
                      <a:gd name="T3" fmla="*/ 16 h 17"/>
                      <a:gd name="T4" fmla="*/ 17 w 20"/>
                      <a:gd name="T5" fmla="*/ 6 h 17"/>
                      <a:gd name="T6" fmla="*/ 17 w 20"/>
                      <a:gd name="T7" fmla="*/ 0 h 17"/>
                      <a:gd name="T8" fmla="*/ 9 w 20"/>
                      <a:gd name="T9" fmla="*/ 3 h 17"/>
                      <a:gd name="T10" fmla="*/ 0 w 20"/>
                      <a:gd name="T11" fmla="*/ 11 h 17"/>
                      <a:gd name="T12" fmla="*/ 0 60000 65536"/>
                      <a:gd name="T13" fmla="*/ 0 60000 65536"/>
                      <a:gd name="T14" fmla="*/ 0 60000 65536"/>
                      <a:gd name="T15" fmla="*/ 0 60000 65536"/>
                      <a:gd name="T16" fmla="*/ 0 60000 65536"/>
                      <a:gd name="T17" fmla="*/ 0 60000 65536"/>
                      <a:gd name="T18" fmla="*/ 0 w 20"/>
                      <a:gd name="T19" fmla="*/ 0 h 17"/>
                      <a:gd name="T20" fmla="*/ 20 w 20"/>
                      <a:gd name="T21" fmla="*/ 17 h 17"/>
                    </a:gdLst>
                    <a:ahLst/>
                    <a:cxnLst>
                      <a:cxn ang="T12">
                        <a:pos x="T0" y="T1"/>
                      </a:cxn>
                      <a:cxn ang="T13">
                        <a:pos x="T2" y="T3"/>
                      </a:cxn>
                      <a:cxn ang="T14">
                        <a:pos x="T4" y="T5"/>
                      </a:cxn>
                      <a:cxn ang="T15">
                        <a:pos x="T6" y="T7"/>
                      </a:cxn>
                      <a:cxn ang="T16">
                        <a:pos x="T8" y="T9"/>
                      </a:cxn>
                      <a:cxn ang="T17">
                        <a:pos x="T10" y="T11"/>
                      </a:cxn>
                    </a:cxnLst>
                    <a:rect l="T18" t="T19" r="T20" b="T21"/>
                    <a:pathLst>
                      <a:path w="20" h="17">
                        <a:moveTo>
                          <a:pt x="0" y="11"/>
                        </a:moveTo>
                        <a:lnTo>
                          <a:pt x="19" y="16"/>
                        </a:lnTo>
                        <a:lnTo>
                          <a:pt x="17" y="6"/>
                        </a:lnTo>
                        <a:lnTo>
                          <a:pt x="17" y="0"/>
                        </a:lnTo>
                        <a:lnTo>
                          <a:pt x="9" y="3"/>
                        </a:lnTo>
                        <a:lnTo>
                          <a:pt x="0" y="11"/>
                        </a:lnTo>
                      </a:path>
                    </a:pathLst>
                  </a:custGeom>
                  <a:solidFill>
                    <a:srgbClr val="FCFEB9"/>
                  </a:solidFill>
                  <a:ln w="12700" cap="rnd" cmpd="sng">
                    <a:solidFill>
                      <a:srgbClr val="000000"/>
                    </a:solidFill>
                    <a:prstDash val="solid"/>
                    <a:round/>
                    <a:headEnd/>
                    <a:tailEnd/>
                  </a:ln>
                </p:spPr>
                <p:txBody>
                  <a:bodyPr/>
                  <a:lstStyle/>
                  <a:p>
                    <a:pPr marL="0" marR="0" lvl="0" indent="0" algn="l" defTabSz="914400" rtl="0" eaLnBrk="1" fontAlgn="auto" latinLnBrk="0" hangingPunct="1">
                      <a:lnSpc>
                        <a:spcPct val="100000"/>
                      </a:lnSpc>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ea typeface="+mn-ea"/>
                      <a:cs typeface="+mn-cs"/>
                    </a:endParaRPr>
                  </a:p>
                </p:txBody>
              </p:sp>
              <p:sp>
                <p:nvSpPr>
                  <p:cNvPr id="20519" name="Freeform 31"/>
                  <p:cNvSpPr>
                    <a:spLocks/>
                  </p:cNvSpPr>
                  <p:nvPr/>
                </p:nvSpPr>
                <p:spPr bwMode="auto">
                  <a:xfrm>
                    <a:off x="5039" y="2576"/>
                    <a:ext cx="18" cy="17"/>
                  </a:xfrm>
                  <a:custGeom>
                    <a:avLst/>
                    <a:gdLst>
                      <a:gd name="T0" fmla="*/ 0 w 18"/>
                      <a:gd name="T1" fmla="*/ 9 h 17"/>
                      <a:gd name="T2" fmla="*/ 17 w 18"/>
                      <a:gd name="T3" fmla="*/ 0 h 17"/>
                      <a:gd name="T4" fmla="*/ 14 w 18"/>
                      <a:gd name="T5" fmla="*/ 16 h 17"/>
                      <a:gd name="T6" fmla="*/ 0 w 18"/>
                      <a:gd name="T7" fmla="*/ 9 h 17"/>
                      <a:gd name="T8" fmla="*/ 0 60000 65536"/>
                      <a:gd name="T9" fmla="*/ 0 60000 65536"/>
                      <a:gd name="T10" fmla="*/ 0 60000 65536"/>
                      <a:gd name="T11" fmla="*/ 0 60000 65536"/>
                      <a:gd name="T12" fmla="*/ 0 w 18"/>
                      <a:gd name="T13" fmla="*/ 0 h 17"/>
                      <a:gd name="T14" fmla="*/ 18 w 18"/>
                      <a:gd name="T15" fmla="*/ 17 h 17"/>
                    </a:gdLst>
                    <a:ahLst/>
                    <a:cxnLst>
                      <a:cxn ang="T8">
                        <a:pos x="T0" y="T1"/>
                      </a:cxn>
                      <a:cxn ang="T9">
                        <a:pos x="T2" y="T3"/>
                      </a:cxn>
                      <a:cxn ang="T10">
                        <a:pos x="T4" y="T5"/>
                      </a:cxn>
                      <a:cxn ang="T11">
                        <a:pos x="T6" y="T7"/>
                      </a:cxn>
                    </a:cxnLst>
                    <a:rect l="T12" t="T13" r="T14" b="T15"/>
                    <a:pathLst>
                      <a:path w="18" h="17">
                        <a:moveTo>
                          <a:pt x="0" y="9"/>
                        </a:moveTo>
                        <a:lnTo>
                          <a:pt x="17" y="0"/>
                        </a:lnTo>
                        <a:lnTo>
                          <a:pt x="14" y="16"/>
                        </a:lnTo>
                        <a:lnTo>
                          <a:pt x="0" y="9"/>
                        </a:lnTo>
                      </a:path>
                    </a:pathLst>
                  </a:custGeom>
                  <a:solidFill>
                    <a:srgbClr val="FCFEB9"/>
                  </a:solidFill>
                  <a:ln w="12700" cap="rnd" cmpd="sng">
                    <a:solidFill>
                      <a:srgbClr val="000000"/>
                    </a:solidFill>
                    <a:prstDash val="solid"/>
                    <a:round/>
                    <a:headEnd/>
                    <a:tailEnd/>
                  </a:ln>
                </p:spPr>
                <p:txBody>
                  <a:bodyPr/>
                  <a:lstStyle/>
                  <a:p>
                    <a:pPr marL="0" marR="0" lvl="0" indent="0" algn="l" defTabSz="914400" rtl="0" eaLnBrk="1" fontAlgn="auto" latinLnBrk="0" hangingPunct="1">
                      <a:lnSpc>
                        <a:spcPct val="100000"/>
                      </a:lnSpc>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ea typeface="+mn-ea"/>
                      <a:cs typeface="+mn-cs"/>
                    </a:endParaRPr>
                  </a:p>
                </p:txBody>
              </p:sp>
            </p:grpSp>
          </p:grpSp>
          <p:grpSp>
            <p:nvGrpSpPr>
              <p:cNvPr id="20500" name="Group 32"/>
              <p:cNvGrpSpPr>
                <a:grpSpLocks/>
              </p:cNvGrpSpPr>
              <p:nvPr/>
            </p:nvGrpSpPr>
            <p:grpSpPr bwMode="auto">
              <a:xfrm>
                <a:off x="4828" y="2447"/>
                <a:ext cx="1053" cy="1228"/>
                <a:chOff x="4828" y="2447"/>
                <a:chExt cx="1053" cy="1228"/>
              </a:xfrm>
            </p:grpSpPr>
            <p:sp>
              <p:nvSpPr>
                <p:cNvPr id="20501" name="Freeform 33"/>
                <p:cNvSpPr>
                  <a:spLocks/>
                </p:cNvSpPr>
                <p:nvPr/>
              </p:nvSpPr>
              <p:spPr bwMode="auto">
                <a:xfrm>
                  <a:off x="5309" y="2988"/>
                  <a:ext cx="572" cy="687"/>
                </a:xfrm>
                <a:custGeom>
                  <a:avLst/>
                  <a:gdLst>
                    <a:gd name="T0" fmla="*/ 79 w 572"/>
                    <a:gd name="T1" fmla="*/ 91 h 687"/>
                    <a:gd name="T2" fmla="*/ 110 w 572"/>
                    <a:gd name="T3" fmla="*/ 63 h 687"/>
                    <a:gd name="T4" fmla="*/ 156 w 572"/>
                    <a:gd name="T5" fmla="*/ 72 h 687"/>
                    <a:gd name="T6" fmla="*/ 177 w 572"/>
                    <a:gd name="T7" fmla="*/ 65 h 687"/>
                    <a:gd name="T8" fmla="*/ 195 w 572"/>
                    <a:gd name="T9" fmla="*/ 61 h 687"/>
                    <a:gd name="T10" fmla="*/ 229 w 572"/>
                    <a:gd name="T11" fmla="*/ 53 h 687"/>
                    <a:gd name="T12" fmla="*/ 234 w 572"/>
                    <a:gd name="T13" fmla="*/ 22 h 687"/>
                    <a:gd name="T14" fmla="*/ 270 w 572"/>
                    <a:gd name="T15" fmla="*/ 3 h 687"/>
                    <a:gd name="T16" fmla="*/ 293 w 572"/>
                    <a:gd name="T17" fmla="*/ 0 h 687"/>
                    <a:gd name="T18" fmla="*/ 326 w 572"/>
                    <a:gd name="T19" fmla="*/ 11 h 687"/>
                    <a:gd name="T20" fmla="*/ 353 w 572"/>
                    <a:gd name="T21" fmla="*/ 21 h 687"/>
                    <a:gd name="T22" fmla="*/ 385 w 572"/>
                    <a:gd name="T23" fmla="*/ 37 h 687"/>
                    <a:gd name="T24" fmla="*/ 413 w 572"/>
                    <a:gd name="T25" fmla="*/ 67 h 687"/>
                    <a:gd name="T26" fmla="*/ 471 w 572"/>
                    <a:gd name="T27" fmla="*/ 70 h 687"/>
                    <a:gd name="T28" fmla="*/ 523 w 572"/>
                    <a:gd name="T29" fmla="*/ 56 h 687"/>
                    <a:gd name="T30" fmla="*/ 534 w 572"/>
                    <a:gd name="T31" fmla="*/ 27 h 687"/>
                    <a:gd name="T32" fmla="*/ 552 w 572"/>
                    <a:gd name="T33" fmla="*/ 42 h 687"/>
                    <a:gd name="T34" fmla="*/ 562 w 572"/>
                    <a:gd name="T35" fmla="*/ 96 h 687"/>
                    <a:gd name="T36" fmla="*/ 549 w 572"/>
                    <a:gd name="T37" fmla="*/ 134 h 687"/>
                    <a:gd name="T38" fmla="*/ 559 w 572"/>
                    <a:gd name="T39" fmla="*/ 161 h 687"/>
                    <a:gd name="T40" fmla="*/ 547 w 572"/>
                    <a:gd name="T41" fmla="*/ 206 h 687"/>
                    <a:gd name="T42" fmla="*/ 531 w 572"/>
                    <a:gd name="T43" fmla="*/ 234 h 687"/>
                    <a:gd name="T44" fmla="*/ 539 w 572"/>
                    <a:gd name="T45" fmla="*/ 272 h 687"/>
                    <a:gd name="T46" fmla="*/ 537 w 572"/>
                    <a:gd name="T47" fmla="*/ 298 h 687"/>
                    <a:gd name="T48" fmla="*/ 549 w 572"/>
                    <a:gd name="T49" fmla="*/ 321 h 687"/>
                    <a:gd name="T50" fmla="*/ 566 w 572"/>
                    <a:gd name="T51" fmla="*/ 362 h 687"/>
                    <a:gd name="T52" fmla="*/ 546 w 572"/>
                    <a:gd name="T53" fmla="*/ 437 h 687"/>
                    <a:gd name="T54" fmla="*/ 522 w 572"/>
                    <a:gd name="T55" fmla="*/ 497 h 687"/>
                    <a:gd name="T56" fmla="*/ 487 w 572"/>
                    <a:gd name="T57" fmla="*/ 564 h 687"/>
                    <a:gd name="T58" fmla="*/ 451 w 572"/>
                    <a:gd name="T59" fmla="*/ 621 h 687"/>
                    <a:gd name="T60" fmla="*/ 407 w 572"/>
                    <a:gd name="T61" fmla="*/ 676 h 687"/>
                    <a:gd name="T62" fmla="*/ 368 w 572"/>
                    <a:gd name="T63" fmla="*/ 681 h 687"/>
                    <a:gd name="T64" fmla="*/ 363 w 572"/>
                    <a:gd name="T65" fmla="*/ 654 h 687"/>
                    <a:gd name="T66" fmla="*/ 358 w 572"/>
                    <a:gd name="T67" fmla="*/ 628 h 687"/>
                    <a:gd name="T68" fmla="*/ 350 w 572"/>
                    <a:gd name="T69" fmla="*/ 607 h 687"/>
                    <a:gd name="T70" fmla="*/ 339 w 572"/>
                    <a:gd name="T71" fmla="*/ 555 h 687"/>
                    <a:gd name="T72" fmla="*/ 324 w 572"/>
                    <a:gd name="T73" fmla="*/ 531 h 687"/>
                    <a:gd name="T74" fmla="*/ 321 w 572"/>
                    <a:gd name="T75" fmla="*/ 495 h 687"/>
                    <a:gd name="T76" fmla="*/ 324 w 572"/>
                    <a:gd name="T77" fmla="*/ 469 h 687"/>
                    <a:gd name="T78" fmla="*/ 329 w 572"/>
                    <a:gd name="T79" fmla="*/ 448 h 687"/>
                    <a:gd name="T80" fmla="*/ 321 w 572"/>
                    <a:gd name="T81" fmla="*/ 409 h 687"/>
                    <a:gd name="T82" fmla="*/ 265 w 572"/>
                    <a:gd name="T83" fmla="*/ 360 h 687"/>
                    <a:gd name="T84" fmla="*/ 257 w 572"/>
                    <a:gd name="T85" fmla="*/ 321 h 687"/>
                    <a:gd name="T86" fmla="*/ 218 w 572"/>
                    <a:gd name="T87" fmla="*/ 331 h 687"/>
                    <a:gd name="T88" fmla="*/ 193 w 572"/>
                    <a:gd name="T89" fmla="*/ 333 h 687"/>
                    <a:gd name="T90" fmla="*/ 167 w 572"/>
                    <a:gd name="T91" fmla="*/ 347 h 687"/>
                    <a:gd name="T92" fmla="*/ 136 w 572"/>
                    <a:gd name="T93" fmla="*/ 357 h 687"/>
                    <a:gd name="T94" fmla="*/ 90 w 572"/>
                    <a:gd name="T95" fmla="*/ 369 h 687"/>
                    <a:gd name="T96" fmla="*/ 29 w 572"/>
                    <a:gd name="T97" fmla="*/ 326 h 687"/>
                    <a:gd name="T98" fmla="*/ 16 w 572"/>
                    <a:gd name="T99" fmla="*/ 270 h 687"/>
                    <a:gd name="T100" fmla="*/ 0 w 572"/>
                    <a:gd name="T101" fmla="*/ 243 h 687"/>
                    <a:gd name="T102" fmla="*/ 13 w 572"/>
                    <a:gd name="T103" fmla="*/ 215 h 687"/>
                    <a:gd name="T104" fmla="*/ 13 w 572"/>
                    <a:gd name="T105" fmla="*/ 185 h 687"/>
                    <a:gd name="T106" fmla="*/ 36 w 572"/>
                    <a:gd name="T107" fmla="*/ 168 h 687"/>
                    <a:gd name="T108" fmla="*/ 26 w 572"/>
                    <a:gd name="T109" fmla="*/ 151 h 687"/>
                    <a:gd name="T110" fmla="*/ 34 w 572"/>
                    <a:gd name="T111" fmla="*/ 132 h 687"/>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572"/>
                    <a:gd name="T169" fmla="*/ 0 h 687"/>
                    <a:gd name="T170" fmla="*/ 572 w 572"/>
                    <a:gd name="T171" fmla="*/ 687 h 687"/>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572" h="687">
                      <a:moveTo>
                        <a:pt x="46" y="104"/>
                      </a:moveTo>
                      <a:lnTo>
                        <a:pt x="79" y="91"/>
                      </a:lnTo>
                      <a:lnTo>
                        <a:pt x="95" y="67"/>
                      </a:lnTo>
                      <a:lnTo>
                        <a:pt x="110" y="63"/>
                      </a:lnTo>
                      <a:lnTo>
                        <a:pt x="134" y="46"/>
                      </a:lnTo>
                      <a:lnTo>
                        <a:pt x="156" y="72"/>
                      </a:lnTo>
                      <a:lnTo>
                        <a:pt x="169" y="63"/>
                      </a:lnTo>
                      <a:lnTo>
                        <a:pt x="177" y="65"/>
                      </a:lnTo>
                      <a:lnTo>
                        <a:pt x="188" y="61"/>
                      </a:lnTo>
                      <a:lnTo>
                        <a:pt x="195" y="61"/>
                      </a:lnTo>
                      <a:lnTo>
                        <a:pt x="211" y="63"/>
                      </a:lnTo>
                      <a:lnTo>
                        <a:pt x="229" y="53"/>
                      </a:lnTo>
                      <a:lnTo>
                        <a:pt x="216" y="40"/>
                      </a:lnTo>
                      <a:lnTo>
                        <a:pt x="234" y="22"/>
                      </a:lnTo>
                      <a:lnTo>
                        <a:pt x="250" y="22"/>
                      </a:lnTo>
                      <a:lnTo>
                        <a:pt x="270" y="3"/>
                      </a:lnTo>
                      <a:lnTo>
                        <a:pt x="286" y="3"/>
                      </a:lnTo>
                      <a:lnTo>
                        <a:pt x="293" y="0"/>
                      </a:lnTo>
                      <a:lnTo>
                        <a:pt x="316" y="3"/>
                      </a:lnTo>
                      <a:lnTo>
                        <a:pt x="326" y="11"/>
                      </a:lnTo>
                      <a:lnTo>
                        <a:pt x="334" y="13"/>
                      </a:lnTo>
                      <a:lnTo>
                        <a:pt x="353" y="21"/>
                      </a:lnTo>
                      <a:lnTo>
                        <a:pt x="370" y="27"/>
                      </a:lnTo>
                      <a:lnTo>
                        <a:pt x="385" y="37"/>
                      </a:lnTo>
                      <a:lnTo>
                        <a:pt x="406" y="56"/>
                      </a:lnTo>
                      <a:lnTo>
                        <a:pt x="413" y="67"/>
                      </a:lnTo>
                      <a:lnTo>
                        <a:pt x="436" y="65"/>
                      </a:lnTo>
                      <a:lnTo>
                        <a:pt x="471" y="70"/>
                      </a:lnTo>
                      <a:lnTo>
                        <a:pt x="488" y="80"/>
                      </a:lnTo>
                      <a:lnTo>
                        <a:pt x="523" y="56"/>
                      </a:lnTo>
                      <a:lnTo>
                        <a:pt x="521" y="42"/>
                      </a:lnTo>
                      <a:lnTo>
                        <a:pt x="534" y="27"/>
                      </a:lnTo>
                      <a:lnTo>
                        <a:pt x="547" y="22"/>
                      </a:lnTo>
                      <a:lnTo>
                        <a:pt x="552" y="42"/>
                      </a:lnTo>
                      <a:lnTo>
                        <a:pt x="554" y="67"/>
                      </a:lnTo>
                      <a:lnTo>
                        <a:pt x="562" y="96"/>
                      </a:lnTo>
                      <a:lnTo>
                        <a:pt x="562" y="118"/>
                      </a:lnTo>
                      <a:lnTo>
                        <a:pt x="549" y="134"/>
                      </a:lnTo>
                      <a:lnTo>
                        <a:pt x="564" y="139"/>
                      </a:lnTo>
                      <a:lnTo>
                        <a:pt x="559" y="161"/>
                      </a:lnTo>
                      <a:lnTo>
                        <a:pt x="554" y="187"/>
                      </a:lnTo>
                      <a:lnTo>
                        <a:pt x="547" y="206"/>
                      </a:lnTo>
                      <a:lnTo>
                        <a:pt x="537" y="222"/>
                      </a:lnTo>
                      <a:lnTo>
                        <a:pt x="531" y="234"/>
                      </a:lnTo>
                      <a:lnTo>
                        <a:pt x="534" y="251"/>
                      </a:lnTo>
                      <a:lnTo>
                        <a:pt x="539" y="272"/>
                      </a:lnTo>
                      <a:lnTo>
                        <a:pt x="534" y="286"/>
                      </a:lnTo>
                      <a:lnTo>
                        <a:pt x="537" y="298"/>
                      </a:lnTo>
                      <a:lnTo>
                        <a:pt x="542" y="307"/>
                      </a:lnTo>
                      <a:lnTo>
                        <a:pt x="549" y="321"/>
                      </a:lnTo>
                      <a:lnTo>
                        <a:pt x="571" y="343"/>
                      </a:lnTo>
                      <a:lnTo>
                        <a:pt x="566" y="362"/>
                      </a:lnTo>
                      <a:lnTo>
                        <a:pt x="557" y="398"/>
                      </a:lnTo>
                      <a:lnTo>
                        <a:pt x="546" y="437"/>
                      </a:lnTo>
                      <a:lnTo>
                        <a:pt x="536" y="466"/>
                      </a:lnTo>
                      <a:lnTo>
                        <a:pt x="522" y="497"/>
                      </a:lnTo>
                      <a:lnTo>
                        <a:pt x="504" y="535"/>
                      </a:lnTo>
                      <a:lnTo>
                        <a:pt x="487" y="564"/>
                      </a:lnTo>
                      <a:lnTo>
                        <a:pt x="468" y="598"/>
                      </a:lnTo>
                      <a:lnTo>
                        <a:pt x="451" y="621"/>
                      </a:lnTo>
                      <a:lnTo>
                        <a:pt x="432" y="647"/>
                      </a:lnTo>
                      <a:lnTo>
                        <a:pt x="407" y="676"/>
                      </a:lnTo>
                      <a:lnTo>
                        <a:pt x="386" y="686"/>
                      </a:lnTo>
                      <a:lnTo>
                        <a:pt x="368" y="681"/>
                      </a:lnTo>
                      <a:lnTo>
                        <a:pt x="358" y="659"/>
                      </a:lnTo>
                      <a:lnTo>
                        <a:pt x="363" y="654"/>
                      </a:lnTo>
                      <a:lnTo>
                        <a:pt x="368" y="638"/>
                      </a:lnTo>
                      <a:lnTo>
                        <a:pt x="358" y="628"/>
                      </a:lnTo>
                      <a:lnTo>
                        <a:pt x="358" y="617"/>
                      </a:lnTo>
                      <a:lnTo>
                        <a:pt x="350" y="607"/>
                      </a:lnTo>
                      <a:lnTo>
                        <a:pt x="350" y="576"/>
                      </a:lnTo>
                      <a:lnTo>
                        <a:pt x="339" y="555"/>
                      </a:lnTo>
                      <a:lnTo>
                        <a:pt x="334" y="542"/>
                      </a:lnTo>
                      <a:lnTo>
                        <a:pt x="324" y="531"/>
                      </a:lnTo>
                      <a:lnTo>
                        <a:pt x="308" y="516"/>
                      </a:lnTo>
                      <a:lnTo>
                        <a:pt x="321" y="495"/>
                      </a:lnTo>
                      <a:lnTo>
                        <a:pt x="324" y="478"/>
                      </a:lnTo>
                      <a:lnTo>
                        <a:pt x="324" y="469"/>
                      </a:lnTo>
                      <a:lnTo>
                        <a:pt x="334" y="462"/>
                      </a:lnTo>
                      <a:lnTo>
                        <a:pt x="329" y="448"/>
                      </a:lnTo>
                      <a:lnTo>
                        <a:pt x="326" y="428"/>
                      </a:lnTo>
                      <a:lnTo>
                        <a:pt x="321" y="409"/>
                      </a:lnTo>
                      <a:lnTo>
                        <a:pt x="270" y="371"/>
                      </a:lnTo>
                      <a:lnTo>
                        <a:pt x="265" y="360"/>
                      </a:lnTo>
                      <a:lnTo>
                        <a:pt x="270" y="333"/>
                      </a:lnTo>
                      <a:lnTo>
                        <a:pt x="257" y="321"/>
                      </a:lnTo>
                      <a:lnTo>
                        <a:pt x="245" y="328"/>
                      </a:lnTo>
                      <a:lnTo>
                        <a:pt x="218" y="331"/>
                      </a:lnTo>
                      <a:lnTo>
                        <a:pt x="208" y="320"/>
                      </a:lnTo>
                      <a:lnTo>
                        <a:pt x="193" y="333"/>
                      </a:lnTo>
                      <a:lnTo>
                        <a:pt x="184" y="347"/>
                      </a:lnTo>
                      <a:lnTo>
                        <a:pt x="167" y="347"/>
                      </a:lnTo>
                      <a:lnTo>
                        <a:pt x="154" y="357"/>
                      </a:lnTo>
                      <a:lnTo>
                        <a:pt x="136" y="357"/>
                      </a:lnTo>
                      <a:lnTo>
                        <a:pt x="116" y="371"/>
                      </a:lnTo>
                      <a:lnTo>
                        <a:pt x="90" y="369"/>
                      </a:lnTo>
                      <a:lnTo>
                        <a:pt x="57" y="345"/>
                      </a:lnTo>
                      <a:lnTo>
                        <a:pt x="29" y="326"/>
                      </a:lnTo>
                      <a:lnTo>
                        <a:pt x="16" y="312"/>
                      </a:lnTo>
                      <a:lnTo>
                        <a:pt x="16" y="270"/>
                      </a:lnTo>
                      <a:lnTo>
                        <a:pt x="0" y="257"/>
                      </a:lnTo>
                      <a:lnTo>
                        <a:pt x="0" y="243"/>
                      </a:lnTo>
                      <a:lnTo>
                        <a:pt x="3" y="232"/>
                      </a:lnTo>
                      <a:lnTo>
                        <a:pt x="13" y="215"/>
                      </a:lnTo>
                      <a:lnTo>
                        <a:pt x="5" y="201"/>
                      </a:lnTo>
                      <a:lnTo>
                        <a:pt x="13" y="185"/>
                      </a:lnTo>
                      <a:lnTo>
                        <a:pt x="26" y="177"/>
                      </a:lnTo>
                      <a:lnTo>
                        <a:pt x="36" y="168"/>
                      </a:lnTo>
                      <a:lnTo>
                        <a:pt x="36" y="158"/>
                      </a:lnTo>
                      <a:lnTo>
                        <a:pt x="26" y="151"/>
                      </a:lnTo>
                      <a:lnTo>
                        <a:pt x="26" y="139"/>
                      </a:lnTo>
                      <a:lnTo>
                        <a:pt x="34" y="132"/>
                      </a:lnTo>
                      <a:lnTo>
                        <a:pt x="46" y="104"/>
                      </a:lnTo>
                    </a:path>
                  </a:pathLst>
                </a:custGeom>
                <a:solidFill>
                  <a:srgbClr val="FCFEB9"/>
                </a:solidFill>
                <a:ln w="12700" cap="rnd" cmpd="sng">
                  <a:solidFill>
                    <a:srgbClr val="000000"/>
                  </a:solidFill>
                  <a:prstDash val="solid"/>
                  <a:round/>
                  <a:headEnd/>
                  <a:tailEnd/>
                </a:ln>
              </p:spPr>
              <p:txBody>
                <a:bodyPr/>
                <a:lstStyle/>
                <a:p>
                  <a:pPr marL="0" marR="0" lvl="0" indent="0" algn="l" defTabSz="914400" rtl="0" eaLnBrk="1" fontAlgn="auto" latinLnBrk="0" hangingPunct="1">
                    <a:lnSpc>
                      <a:spcPct val="100000"/>
                    </a:lnSpc>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ea typeface="+mn-ea"/>
                    <a:cs typeface="+mn-cs"/>
                  </a:endParaRPr>
                </a:p>
              </p:txBody>
            </p:sp>
            <p:grpSp>
              <p:nvGrpSpPr>
                <p:cNvPr id="20502" name="Group 34"/>
                <p:cNvGrpSpPr>
                  <a:grpSpLocks/>
                </p:cNvGrpSpPr>
                <p:nvPr/>
              </p:nvGrpSpPr>
              <p:grpSpPr bwMode="auto">
                <a:xfrm>
                  <a:off x="5767" y="3239"/>
                  <a:ext cx="64" cy="147"/>
                  <a:chOff x="5767" y="3239"/>
                  <a:chExt cx="64" cy="147"/>
                </a:xfrm>
              </p:grpSpPr>
              <p:sp>
                <p:nvSpPr>
                  <p:cNvPr id="20512" name="Freeform 35"/>
                  <p:cNvSpPr>
                    <a:spLocks/>
                  </p:cNvSpPr>
                  <p:nvPr/>
                </p:nvSpPr>
                <p:spPr bwMode="auto">
                  <a:xfrm>
                    <a:off x="5767" y="3239"/>
                    <a:ext cx="27" cy="41"/>
                  </a:xfrm>
                  <a:custGeom>
                    <a:avLst/>
                    <a:gdLst>
                      <a:gd name="T0" fmla="*/ 19 w 27"/>
                      <a:gd name="T1" fmla="*/ 0 h 41"/>
                      <a:gd name="T2" fmla="*/ 0 w 27"/>
                      <a:gd name="T3" fmla="*/ 11 h 41"/>
                      <a:gd name="T4" fmla="*/ 9 w 27"/>
                      <a:gd name="T5" fmla="*/ 27 h 41"/>
                      <a:gd name="T6" fmla="*/ 14 w 27"/>
                      <a:gd name="T7" fmla="*/ 40 h 41"/>
                      <a:gd name="T8" fmla="*/ 26 w 27"/>
                      <a:gd name="T9" fmla="*/ 30 h 41"/>
                      <a:gd name="T10" fmla="*/ 19 w 27"/>
                      <a:gd name="T11" fmla="*/ 0 h 41"/>
                      <a:gd name="T12" fmla="*/ 0 60000 65536"/>
                      <a:gd name="T13" fmla="*/ 0 60000 65536"/>
                      <a:gd name="T14" fmla="*/ 0 60000 65536"/>
                      <a:gd name="T15" fmla="*/ 0 60000 65536"/>
                      <a:gd name="T16" fmla="*/ 0 60000 65536"/>
                      <a:gd name="T17" fmla="*/ 0 60000 65536"/>
                      <a:gd name="T18" fmla="*/ 0 w 27"/>
                      <a:gd name="T19" fmla="*/ 0 h 41"/>
                      <a:gd name="T20" fmla="*/ 27 w 27"/>
                      <a:gd name="T21" fmla="*/ 41 h 41"/>
                    </a:gdLst>
                    <a:ahLst/>
                    <a:cxnLst>
                      <a:cxn ang="T12">
                        <a:pos x="T0" y="T1"/>
                      </a:cxn>
                      <a:cxn ang="T13">
                        <a:pos x="T2" y="T3"/>
                      </a:cxn>
                      <a:cxn ang="T14">
                        <a:pos x="T4" y="T5"/>
                      </a:cxn>
                      <a:cxn ang="T15">
                        <a:pos x="T6" y="T7"/>
                      </a:cxn>
                      <a:cxn ang="T16">
                        <a:pos x="T8" y="T9"/>
                      </a:cxn>
                      <a:cxn ang="T17">
                        <a:pos x="T10" y="T11"/>
                      </a:cxn>
                    </a:cxnLst>
                    <a:rect l="T18" t="T19" r="T20" b="T21"/>
                    <a:pathLst>
                      <a:path w="27" h="41">
                        <a:moveTo>
                          <a:pt x="19" y="0"/>
                        </a:moveTo>
                        <a:lnTo>
                          <a:pt x="0" y="11"/>
                        </a:lnTo>
                        <a:lnTo>
                          <a:pt x="9" y="27"/>
                        </a:lnTo>
                        <a:lnTo>
                          <a:pt x="14" y="40"/>
                        </a:lnTo>
                        <a:lnTo>
                          <a:pt x="26" y="30"/>
                        </a:lnTo>
                        <a:lnTo>
                          <a:pt x="19" y="0"/>
                        </a:lnTo>
                      </a:path>
                    </a:pathLst>
                  </a:custGeom>
                  <a:solidFill>
                    <a:srgbClr val="FCFEB9"/>
                  </a:solidFill>
                  <a:ln w="12700" cap="rnd" cmpd="sng">
                    <a:solidFill>
                      <a:srgbClr val="000000"/>
                    </a:solidFill>
                    <a:prstDash val="solid"/>
                    <a:round/>
                    <a:headEnd/>
                    <a:tailEnd/>
                  </a:ln>
                </p:spPr>
                <p:txBody>
                  <a:bodyPr/>
                  <a:lstStyle/>
                  <a:p>
                    <a:pPr marL="0" marR="0" lvl="0" indent="0" algn="l" defTabSz="914400" rtl="0" eaLnBrk="1" fontAlgn="auto" latinLnBrk="0" hangingPunct="1">
                      <a:lnSpc>
                        <a:spcPct val="100000"/>
                      </a:lnSpc>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ea typeface="+mn-ea"/>
                      <a:cs typeface="+mn-cs"/>
                    </a:endParaRPr>
                  </a:p>
                </p:txBody>
              </p:sp>
              <p:sp>
                <p:nvSpPr>
                  <p:cNvPr id="20513" name="Freeform 36"/>
                  <p:cNvSpPr>
                    <a:spLocks/>
                  </p:cNvSpPr>
                  <p:nvPr/>
                </p:nvSpPr>
                <p:spPr bwMode="auto">
                  <a:xfrm>
                    <a:off x="5811" y="3343"/>
                    <a:ext cx="20" cy="43"/>
                  </a:xfrm>
                  <a:custGeom>
                    <a:avLst/>
                    <a:gdLst>
                      <a:gd name="T0" fmla="*/ 12 w 20"/>
                      <a:gd name="T1" fmla="*/ 0 h 43"/>
                      <a:gd name="T2" fmla="*/ 0 w 20"/>
                      <a:gd name="T3" fmla="*/ 8 h 43"/>
                      <a:gd name="T4" fmla="*/ 2 w 20"/>
                      <a:gd name="T5" fmla="*/ 21 h 43"/>
                      <a:gd name="T6" fmla="*/ 4 w 20"/>
                      <a:gd name="T7" fmla="*/ 40 h 43"/>
                      <a:gd name="T8" fmla="*/ 19 w 20"/>
                      <a:gd name="T9" fmla="*/ 42 h 43"/>
                      <a:gd name="T10" fmla="*/ 19 w 20"/>
                      <a:gd name="T11" fmla="*/ 27 h 43"/>
                      <a:gd name="T12" fmla="*/ 12 w 20"/>
                      <a:gd name="T13" fmla="*/ 0 h 43"/>
                      <a:gd name="T14" fmla="*/ 0 60000 65536"/>
                      <a:gd name="T15" fmla="*/ 0 60000 65536"/>
                      <a:gd name="T16" fmla="*/ 0 60000 65536"/>
                      <a:gd name="T17" fmla="*/ 0 60000 65536"/>
                      <a:gd name="T18" fmla="*/ 0 60000 65536"/>
                      <a:gd name="T19" fmla="*/ 0 60000 65536"/>
                      <a:gd name="T20" fmla="*/ 0 60000 65536"/>
                      <a:gd name="T21" fmla="*/ 0 w 20"/>
                      <a:gd name="T22" fmla="*/ 0 h 43"/>
                      <a:gd name="T23" fmla="*/ 20 w 20"/>
                      <a:gd name="T24" fmla="*/ 43 h 4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 h="43">
                        <a:moveTo>
                          <a:pt x="12" y="0"/>
                        </a:moveTo>
                        <a:lnTo>
                          <a:pt x="0" y="8"/>
                        </a:lnTo>
                        <a:lnTo>
                          <a:pt x="2" y="21"/>
                        </a:lnTo>
                        <a:lnTo>
                          <a:pt x="4" y="40"/>
                        </a:lnTo>
                        <a:lnTo>
                          <a:pt x="19" y="42"/>
                        </a:lnTo>
                        <a:lnTo>
                          <a:pt x="19" y="27"/>
                        </a:lnTo>
                        <a:lnTo>
                          <a:pt x="12" y="0"/>
                        </a:lnTo>
                      </a:path>
                    </a:pathLst>
                  </a:custGeom>
                  <a:solidFill>
                    <a:srgbClr val="FCFEB9"/>
                  </a:solidFill>
                  <a:ln w="12700" cap="rnd" cmpd="sng">
                    <a:solidFill>
                      <a:srgbClr val="000000"/>
                    </a:solidFill>
                    <a:prstDash val="solid"/>
                    <a:round/>
                    <a:headEnd/>
                    <a:tailEnd/>
                  </a:ln>
                </p:spPr>
                <p:txBody>
                  <a:bodyPr/>
                  <a:lstStyle/>
                  <a:p>
                    <a:pPr marL="0" marR="0" lvl="0" indent="0" algn="l" defTabSz="914400" rtl="0" eaLnBrk="1" fontAlgn="auto" latinLnBrk="0" hangingPunct="1">
                      <a:lnSpc>
                        <a:spcPct val="100000"/>
                      </a:lnSpc>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ea typeface="+mn-ea"/>
                      <a:cs typeface="+mn-cs"/>
                    </a:endParaRPr>
                  </a:p>
                </p:txBody>
              </p:sp>
            </p:grpSp>
            <p:sp>
              <p:nvSpPr>
                <p:cNvPr id="20503" name="Freeform 37"/>
                <p:cNvSpPr>
                  <a:spLocks/>
                </p:cNvSpPr>
                <p:nvPr/>
              </p:nvSpPr>
              <p:spPr bwMode="auto">
                <a:xfrm>
                  <a:off x="4828" y="2447"/>
                  <a:ext cx="989" cy="649"/>
                </a:xfrm>
                <a:custGeom>
                  <a:avLst/>
                  <a:gdLst>
                    <a:gd name="T0" fmla="*/ 516 w 989"/>
                    <a:gd name="T1" fmla="*/ 646 h 649"/>
                    <a:gd name="T2" fmla="*/ 546 w 989"/>
                    <a:gd name="T3" fmla="*/ 583 h 649"/>
                    <a:gd name="T4" fmla="*/ 570 w 989"/>
                    <a:gd name="T5" fmla="*/ 552 h 649"/>
                    <a:gd name="T6" fmla="*/ 643 w 989"/>
                    <a:gd name="T7" fmla="*/ 536 h 649"/>
                    <a:gd name="T8" fmla="*/ 593 w 989"/>
                    <a:gd name="T9" fmla="*/ 509 h 649"/>
                    <a:gd name="T10" fmla="*/ 659 w 989"/>
                    <a:gd name="T11" fmla="*/ 529 h 649"/>
                    <a:gd name="T12" fmla="*/ 670 w 989"/>
                    <a:gd name="T13" fmla="*/ 498 h 649"/>
                    <a:gd name="T14" fmla="*/ 698 w 989"/>
                    <a:gd name="T15" fmla="*/ 504 h 649"/>
                    <a:gd name="T16" fmla="*/ 735 w 989"/>
                    <a:gd name="T17" fmla="*/ 489 h 649"/>
                    <a:gd name="T18" fmla="*/ 768 w 989"/>
                    <a:gd name="T19" fmla="*/ 488 h 649"/>
                    <a:gd name="T20" fmla="*/ 783 w 989"/>
                    <a:gd name="T21" fmla="*/ 533 h 649"/>
                    <a:gd name="T22" fmla="*/ 862 w 989"/>
                    <a:gd name="T23" fmla="*/ 547 h 649"/>
                    <a:gd name="T24" fmla="*/ 929 w 989"/>
                    <a:gd name="T25" fmla="*/ 581 h 649"/>
                    <a:gd name="T26" fmla="*/ 984 w 989"/>
                    <a:gd name="T27" fmla="*/ 543 h 649"/>
                    <a:gd name="T28" fmla="*/ 981 w 989"/>
                    <a:gd name="T29" fmla="*/ 439 h 649"/>
                    <a:gd name="T30" fmla="*/ 946 w 989"/>
                    <a:gd name="T31" fmla="*/ 396 h 649"/>
                    <a:gd name="T32" fmla="*/ 919 w 989"/>
                    <a:gd name="T33" fmla="*/ 427 h 649"/>
                    <a:gd name="T34" fmla="*/ 888 w 989"/>
                    <a:gd name="T35" fmla="*/ 441 h 649"/>
                    <a:gd name="T36" fmla="*/ 864 w 989"/>
                    <a:gd name="T37" fmla="*/ 423 h 649"/>
                    <a:gd name="T38" fmla="*/ 908 w 989"/>
                    <a:gd name="T39" fmla="*/ 396 h 649"/>
                    <a:gd name="T40" fmla="*/ 906 w 989"/>
                    <a:gd name="T41" fmla="*/ 303 h 649"/>
                    <a:gd name="T42" fmla="*/ 753 w 989"/>
                    <a:gd name="T43" fmla="*/ 157 h 649"/>
                    <a:gd name="T44" fmla="*/ 581 w 989"/>
                    <a:gd name="T45" fmla="*/ 62 h 649"/>
                    <a:gd name="T46" fmla="*/ 309 w 989"/>
                    <a:gd name="T47" fmla="*/ 0 h 649"/>
                    <a:gd name="T48" fmla="*/ 143 w 989"/>
                    <a:gd name="T49" fmla="*/ 18 h 649"/>
                    <a:gd name="T50" fmla="*/ 72 w 989"/>
                    <a:gd name="T51" fmla="*/ 61 h 649"/>
                    <a:gd name="T52" fmla="*/ 25 w 989"/>
                    <a:gd name="T53" fmla="*/ 34 h 649"/>
                    <a:gd name="T54" fmla="*/ 16 w 989"/>
                    <a:gd name="T55" fmla="*/ 92 h 649"/>
                    <a:gd name="T56" fmla="*/ 12 w 989"/>
                    <a:gd name="T57" fmla="*/ 155 h 649"/>
                    <a:gd name="T58" fmla="*/ 62 w 989"/>
                    <a:gd name="T59" fmla="*/ 156 h 649"/>
                    <a:gd name="T60" fmla="*/ 131 w 989"/>
                    <a:gd name="T61" fmla="*/ 120 h 649"/>
                    <a:gd name="T62" fmla="*/ 196 w 989"/>
                    <a:gd name="T63" fmla="*/ 122 h 649"/>
                    <a:gd name="T64" fmla="*/ 255 w 989"/>
                    <a:gd name="T65" fmla="*/ 122 h 649"/>
                    <a:gd name="T66" fmla="*/ 315 w 989"/>
                    <a:gd name="T67" fmla="*/ 136 h 649"/>
                    <a:gd name="T68" fmla="*/ 313 w 989"/>
                    <a:gd name="T69" fmla="*/ 174 h 649"/>
                    <a:gd name="T70" fmla="*/ 405 w 989"/>
                    <a:gd name="T71" fmla="*/ 171 h 649"/>
                    <a:gd name="T72" fmla="*/ 442 w 989"/>
                    <a:gd name="T73" fmla="*/ 178 h 649"/>
                    <a:gd name="T74" fmla="*/ 431 w 989"/>
                    <a:gd name="T75" fmla="*/ 200 h 649"/>
                    <a:gd name="T76" fmla="*/ 447 w 989"/>
                    <a:gd name="T77" fmla="*/ 237 h 649"/>
                    <a:gd name="T78" fmla="*/ 472 w 989"/>
                    <a:gd name="T79" fmla="*/ 283 h 649"/>
                    <a:gd name="T80" fmla="*/ 478 w 989"/>
                    <a:gd name="T81" fmla="*/ 318 h 649"/>
                    <a:gd name="T82" fmla="*/ 462 w 989"/>
                    <a:gd name="T83" fmla="*/ 299 h 649"/>
                    <a:gd name="T84" fmla="*/ 426 w 989"/>
                    <a:gd name="T85" fmla="*/ 331 h 649"/>
                    <a:gd name="T86" fmla="*/ 442 w 989"/>
                    <a:gd name="T87" fmla="*/ 382 h 649"/>
                    <a:gd name="T88" fmla="*/ 465 w 989"/>
                    <a:gd name="T89" fmla="*/ 443 h 649"/>
                    <a:gd name="T90" fmla="*/ 513 w 989"/>
                    <a:gd name="T91" fmla="*/ 439 h 649"/>
                    <a:gd name="T92" fmla="*/ 494 w 989"/>
                    <a:gd name="T93" fmla="*/ 393 h 649"/>
                    <a:gd name="T94" fmla="*/ 473 w 989"/>
                    <a:gd name="T95" fmla="*/ 350 h 649"/>
                    <a:gd name="T96" fmla="*/ 508 w 989"/>
                    <a:gd name="T97" fmla="*/ 379 h 649"/>
                    <a:gd name="T98" fmla="*/ 526 w 989"/>
                    <a:gd name="T99" fmla="*/ 382 h 649"/>
                    <a:gd name="T100" fmla="*/ 544 w 989"/>
                    <a:gd name="T101" fmla="*/ 419 h 649"/>
                    <a:gd name="T102" fmla="*/ 521 w 989"/>
                    <a:gd name="T103" fmla="*/ 460 h 649"/>
                    <a:gd name="T104" fmla="*/ 490 w 989"/>
                    <a:gd name="T105" fmla="*/ 446 h 649"/>
                    <a:gd name="T106" fmla="*/ 506 w 989"/>
                    <a:gd name="T107" fmla="*/ 473 h 649"/>
                    <a:gd name="T108" fmla="*/ 490 w 989"/>
                    <a:gd name="T109" fmla="*/ 537 h 649"/>
                    <a:gd name="T110" fmla="*/ 513 w 989"/>
                    <a:gd name="T111" fmla="*/ 572 h 64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989"/>
                    <a:gd name="T169" fmla="*/ 0 h 649"/>
                    <a:gd name="T170" fmla="*/ 989 w 989"/>
                    <a:gd name="T171" fmla="*/ 649 h 649"/>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989" h="649">
                      <a:moveTo>
                        <a:pt x="480" y="603"/>
                      </a:moveTo>
                      <a:lnTo>
                        <a:pt x="494" y="621"/>
                      </a:lnTo>
                      <a:lnTo>
                        <a:pt x="489" y="631"/>
                      </a:lnTo>
                      <a:lnTo>
                        <a:pt x="495" y="640"/>
                      </a:lnTo>
                      <a:lnTo>
                        <a:pt x="503" y="648"/>
                      </a:lnTo>
                      <a:lnTo>
                        <a:pt x="516" y="646"/>
                      </a:lnTo>
                      <a:lnTo>
                        <a:pt x="529" y="631"/>
                      </a:lnTo>
                      <a:lnTo>
                        <a:pt x="544" y="622"/>
                      </a:lnTo>
                      <a:lnTo>
                        <a:pt x="552" y="613"/>
                      </a:lnTo>
                      <a:lnTo>
                        <a:pt x="549" y="604"/>
                      </a:lnTo>
                      <a:lnTo>
                        <a:pt x="546" y="594"/>
                      </a:lnTo>
                      <a:lnTo>
                        <a:pt x="546" y="583"/>
                      </a:lnTo>
                      <a:lnTo>
                        <a:pt x="554" y="579"/>
                      </a:lnTo>
                      <a:lnTo>
                        <a:pt x="554" y="568"/>
                      </a:lnTo>
                      <a:lnTo>
                        <a:pt x="552" y="562"/>
                      </a:lnTo>
                      <a:lnTo>
                        <a:pt x="557" y="557"/>
                      </a:lnTo>
                      <a:lnTo>
                        <a:pt x="567" y="558"/>
                      </a:lnTo>
                      <a:lnTo>
                        <a:pt x="570" y="552"/>
                      </a:lnTo>
                      <a:lnTo>
                        <a:pt x="570" y="544"/>
                      </a:lnTo>
                      <a:lnTo>
                        <a:pt x="573" y="539"/>
                      </a:lnTo>
                      <a:lnTo>
                        <a:pt x="595" y="541"/>
                      </a:lnTo>
                      <a:lnTo>
                        <a:pt x="603" y="547"/>
                      </a:lnTo>
                      <a:lnTo>
                        <a:pt x="642" y="543"/>
                      </a:lnTo>
                      <a:lnTo>
                        <a:pt x="643" y="536"/>
                      </a:lnTo>
                      <a:lnTo>
                        <a:pt x="632" y="527"/>
                      </a:lnTo>
                      <a:lnTo>
                        <a:pt x="605" y="528"/>
                      </a:lnTo>
                      <a:lnTo>
                        <a:pt x="593" y="527"/>
                      </a:lnTo>
                      <a:lnTo>
                        <a:pt x="588" y="522"/>
                      </a:lnTo>
                      <a:lnTo>
                        <a:pt x="588" y="514"/>
                      </a:lnTo>
                      <a:lnTo>
                        <a:pt x="593" y="509"/>
                      </a:lnTo>
                      <a:lnTo>
                        <a:pt x="603" y="517"/>
                      </a:lnTo>
                      <a:lnTo>
                        <a:pt x="618" y="517"/>
                      </a:lnTo>
                      <a:lnTo>
                        <a:pt x="628" y="518"/>
                      </a:lnTo>
                      <a:lnTo>
                        <a:pt x="638" y="518"/>
                      </a:lnTo>
                      <a:lnTo>
                        <a:pt x="646" y="523"/>
                      </a:lnTo>
                      <a:lnTo>
                        <a:pt x="659" y="529"/>
                      </a:lnTo>
                      <a:lnTo>
                        <a:pt x="670" y="531"/>
                      </a:lnTo>
                      <a:lnTo>
                        <a:pt x="670" y="521"/>
                      </a:lnTo>
                      <a:lnTo>
                        <a:pt x="678" y="518"/>
                      </a:lnTo>
                      <a:lnTo>
                        <a:pt x="675" y="511"/>
                      </a:lnTo>
                      <a:lnTo>
                        <a:pt x="668" y="504"/>
                      </a:lnTo>
                      <a:lnTo>
                        <a:pt x="670" y="498"/>
                      </a:lnTo>
                      <a:lnTo>
                        <a:pt x="673" y="493"/>
                      </a:lnTo>
                      <a:lnTo>
                        <a:pt x="682" y="482"/>
                      </a:lnTo>
                      <a:lnTo>
                        <a:pt x="687" y="489"/>
                      </a:lnTo>
                      <a:lnTo>
                        <a:pt x="683" y="498"/>
                      </a:lnTo>
                      <a:lnTo>
                        <a:pt x="690" y="502"/>
                      </a:lnTo>
                      <a:lnTo>
                        <a:pt x="698" y="504"/>
                      </a:lnTo>
                      <a:lnTo>
                        <a:pt x="707" y="509"/>
                      </a:lnTo>
                      <a:lnTo>
                        <a:pt x="718" y="509"/>
                      </a:lnTo>
                      <a:lnTo>
                        <a:pt x="727" y="507"/>
                      </a:lnTo>
                      <a:lnTo>
                        <a:pt x="730" y="501"/>
                      </a:lnTo>
                      <a:lnTo>
                        <a:pt x="730" y="494"/>
                      </a:lnTo>
                      <a:lnTo>
                        <a:pt x="735" y="489"/>
                      </a:lnTo>
                      <a:lnTo>
                        <a:pt x="745" y="483"/>
                      </a:lnTo>
                      <a:lnTo>
                        <a:pt x="750" y="478"/>
                      </a:lnTo>
                      <a:lnTo>
                        <a:pt x="748" y="472"/>
                      </a:lnTo>
                      <a:lnTo>
                        <a:pt x="751" y="465"/>
                      </a:lnTo>
                      <a:lnTo>
                        <a:pt x="762" y="478"/>
                      </a:lnTo>
                      <a:lnTo>
                        <a:pt x="768" y="488"/>
                      </a:lnTo>
                      <a:lnTo>
                        <a:pt x="770" y="492"/>
                      </a:lnTo>
                      <a:lnTo>
                        <a:pt x="775" y="501"/>
                      </a:lnTo>
                      <a:lnTo>
                        <a:pt x="780" y="508"/>
                      </a:lnTo>
                      <a:lnTo>
                        <a:pt x="779" y="517"/>
                      </a:lnTo>
                      <a:lnTo>
                        <a:pt x="778" y="524"/>
                      </a:lnTo>
                      <a:lnTo>
                        <a:pt x="783" y="533"/>
                      </a:lnTo>
                      <a:lnTo>
                        <a:pt x="793" y="539"/>
                      </a:lnTo>
                      <a:lnTo>
                        <a:pt x="802" y="539"/>
                      </a:lnTo>
                      <a:lnTo>
                        <a:pt x="813" y="537"/>
                      </a:lnTo>
                      <a:lnTo>
                        <a:pt x="831" y="539"/>
                      </a:lnTo>
                      <a:lnTo>
                        <a:pt x="852" y="549"/>
                      </a:lnTo>
                      <a:lnTo>
                        <a:pt x="862" y="547"/>
                      </a:lnTo>
                      <a:lnTo>
                        <a:pt x="870" y="556"/>
                      </a:lnTo>
                      <a:lnTo>
                        <a:pt x="877" y="562"/>
                      </a:lnTo>
                      <a:lnTo>
                        <a:pt x="894" y="568"/>
                      </a:lnTo>
                      <a:lnTo>
                        <a:pt x="904" y="568"/>
                      </a:lnTo>
                      <a:lnTo>
                        <a:pt x="916" y="571"/>
                      </a:lnTo>
                      <a:lnTo>
                        <a:pt x="929" y="581"/>
                      </a:lnTo>
                      <a:lnTo>
                        <a:pt x="947" y="597"/>
                      </a:lnTo>
                      <a:lnTo>
                        <a:pt x="962" y="608"/>
                      </a:lnTo>
                      <a:lnTo>
                        <a:pt x="970" y="594"/>
                      </a:lnTo>
                      <a:lnTo>
                        <a:pt x="973" y="582"/>
                      </a:lnTo>
                      <a:lnTo>
                        <a:pt x="981" y="565"/>
                      </a:lnTo>
                      <a:lnTo>
                        <a:pt x="984" y="543"/>
                      </a:lnTo>
                      <a:lnTo>
                        <a:pt x="988" y="518"/>
                      </a:lnTo>
                      <a:lnTo>
                        <a:pt x="983" y="515"/>
                      </a:lnTo>
                      <a:lnTo>
                        <a:pt x="986" y="486"/>
                      </a:lnTo>
                      <a:lnTo>
                        <a:pt x="985" y="468"/>
                      </a:lnTo>
                      <a:lnTo>
                        <a:pt x="981" y="455"/>
                      </a:lnTo>
                      <a:lnTo>
                        <a:pt x="981" y="439"/>
                      </a:lnTo>
                      <a:lnTo>
                        <a:pt x="973" y="432"/>
                      </a:lnTo>
                      <a:lnTo>
                        <a:pt x="968" y="424"/>
                      </a:lnTo>
                      <a:lnTo>
                        <a:pt x="963" y="412"/>
                      </a:lnTo>
                      <a:lnTo>
                        <a:pt x="963" y="404"/>
                      </a:lnTo>
                      <a:lnTo>
                        <a:pt x="957" y="396"/>
                      </a:lnTo>
                      <a:lnTo>
                        <a:pt x="946" y="396"/>
                      </a:lnTo>
                      <a:lnTo>
                        <a:pt x="937" y="396"/>
                      </a:lnTo>
                      <a:lnTo>
                        <a:pt x="933" y="405"/>
                      </a:lnTo>
                      <a:lnTo>
                        <a:pt x="926" y="406"/>
                      </a:lnTo>
                      <a:lnTo>
                        <a:pt x="916" y="406"/>
                      </a:lnTo>
                      <a:lnTo>
                        <a:pt x="916" y="419"/>
                      </a:lnTo>
                      <a:lnTo>
                        <a:pt x="919" y="427"/>
                      </a:lnTo>
                      <a:lnTo>
                        <a:pt x="917" y="434"/>
                      </a:lnTo>
                      <a:lnTo>
                        <a:pt x="915" y="444"/>
                      </a:lnTo>
                      <a:lnTo>
                        <a:pt x="906" y="446"/>
                      </a:lnTo>
                      <a:lnTo>
                        <a:pt x="899" y="446"/>
                      </a:lnTo>
                      <a:lnTo>
                        <a:pt x="893" y="443"/>
                      </a:lnTo>
                      <a:lnTo>
                        <a:pt x="888" y="441"/>
                      </a:lnTo>
                      <a:lnTo>
                        <a:pt x="883" y="441"/>
                      </a:lnTo>
                      <a:lnTo>
                        <a:pt x="875" y="439"/>
                      </a:lnTo>
                      <a:lnTo>
                        <a:pt x="867" y="439"/>
                      </a:lnTo>
                      <a:lnTo>
                        <a:pt x="860" y="438"/>
                      </a:lnTo>
                      <a:lnTo>
                        <a:pt x="855" y="430"/>
                      </a:lnTo>
                      <a:lnTo>
                        <a:pt x="864" y="423"/>
                      </a:lnTo>
                      <a:lnTo>
                        <a:pt x="870" y="422"/>
                      </a:lnTo>
                      <a:lnTo>
                        <a:pt x="874" y="425"/>
                      </a:lnTo>
                      <a:lnTo>
                        <a:pt x="880" y="424"/>
                      </a:lnTo>
                      <a:lnTo>
                        <a:pt x="894" y="417"/>
                      </a:lnTo>
                      <a:lnTo>
                        <a:pt x="899" y="408"/>
                      </a:lnTo>
                      <a:lnTo>
                        <a:pt x="908" y="396"/>
                      </a:lnTo>
                      <a:lnTo>
                        <a:pt x="916" y="387"/>
                      </a:lnTo>
                      <a:lnTo>
                        <a:pt x="921" y="379"/>
                      </a:lnTo>
                      <a:lnTo>
                        <a:pt x="929" y="371"/>
                      </a:lnTo>
                      <a:lnTo>
                        <a:pt x="929" y="362"/>
                      </a:lnTo>
                      <a:lnTo>
                        <a:pt x="936" y="342"/>
                      </a:lnTo>
                      <a:lnTo>
                        <a:pt x="906" y="303"/>
                      </a:lnTo>
                      <a:lnTo>
                        <a:pt x="877" y="267"/>
                      </a:lnTo>
                      <a:lnTo>
                        <a:pt x="849" y="237"/>
                      </a:lnTo>
                      <a:lnTo>
                        <a:pt x="819" y="211"/>
                      </a:lnTo>
                      <a:lnTo>
                        <a:pt x="797" y="191"/>
                      </a:lnTo>
                      <a:lnTo>
                        <a:pt x="778" y="175"/>
                      </a:lnTo>
                      <a:lnTo>
                        <a:pt x="753" y="157"/>
                      </a:lnTo>
                      <a:lnTo>
                        <a:pt x="729" y="139"/>
                      </a:lnTo>
                      <a:lnTo>
                        <a:pt x="695" y="117"/>
                      </a:lnTo>
                      <a:lnTo>
                        <a:pt x="668" y="101"/>
                      </a:lnTo>
                      <a:lnTo>
                        <a:pt x="642" y="88"/>
                      </a:lnTo>
                      <a:lnTo>
                        <a:pt x="614" y="76"/>
                      </a:lnTo>
                      <a:lnTo>
                        <a:pt x="581" y="62"/>
                      </a:lnTo>
                      <a:lnTo>
                        <a:pt x="533" y="43"/>
                      </a:lnTo>
                      <a:lnTo>
                        <a:pt x="483" y="28"/>
                      </a:lnTo>
                      <a:lnTo>
                        <a:pt x="440" y="18"/>
                      </a:lnTo>
                      <a:lnTo>
                        <a:pt x="408" y="12"/>
                      </a:lnTo>
                      <a:lnTo>
                        <a:pt x="363" y="5"/>
                      </a:lnTo>
                      <a:lnTo>
                        <a:pt x="309" y="0"/>
                      </a:lnTo>
                      <a:lnTo>
                        <a:pt x="237" y="0"/>
                      </a:lnTo>
                      <a:lnTo>
                        <a:pt x="181" y="3"/>
                      </a:lnTo>
                      <a:lnTo>
                        <a:pt x="176" y="12"/>
                      </a:lnTo>
                      <a:lnTo>
                        <a:pt x="165" y="15"/>
                      </a:lnTo>
                      <a:lnTo>
                        <a:pt x="158" y="18"/>
                      </a:lnTo>
                      <a:lnTo>
                        <a:pt x="143" y="18"/>
                      </a:lnTo>
                      <a:lnTo>
                        <a:pt x="128" y="23"/>
                      </a:lnTo>
                      <a:lnTo>
                        <a:pt x="109" y="25"/>
                      </a:lnTo>
                      <a:lnTo>
                        <a:pt x="97" y="38"/>
                      </a:lnTo>
                      <a:lnTo>
                        <a:pt x="95" y="48"/>
                      </a:lnTo>
                      <a:lnTo>
                        <a:pt x="84" y="62"/>
                      </a:lnTo>
                      <a:lnTo>
                        <a:pt x="72" y="61"/>
                      </a:lnTo>
                      <a:lnTo>
                        <a:pt x="60" y="71"/>
                      </a:lnTo>
                      <a:lnTo>
                        <a:pt x="60" y="57"/>
                      </a:lnTo>
                      <a:lnTo>
                        <a:pt x="70" y="33"/>
                      </a:lnTo>
                      <a:lnTo>
                        <a:pt x="72" y="21"/>
                      </a:lnTo>
                      <a:lnTo>
                        <a:pt x="46" y="28"/>
                      </a:lnTo>
                      <a:lnTo>
                        <a:pt x="25" y="34"/>
                      </a:lnTo>
                      <a:lnTo>
                        <a:pt x="27" y="43"/>
                      </a:lnTo>
                      <a:lnTo>
                        <a:pt x="43" y="54"/>
                      </a:lnTo>
                      <a:lnTo>
                        <a:pt x="40" y="62"/>
                      </a:lnTo>
                      <a:lnTo>
                        <a:pt x="37" y="72"/>
                      </a:lnTo>
                      <a:lnTo>
                        <a:pt x="29" y="82"/>
                      </a:lnTo>
                      <a:lnTo>
                        <a:pt x="16" y="92"/>
                      </a:lnTo>
                      <a:lnTo>
                        <a:pt x="15" y="108"/>
                      </a:lnTo>
                      <a:lnTo>
                        <a:pt x="9" y="122"/>
                      </a:lnTo>
                      <a:lnTo>
                        <a:pt x="10" y="132"/>
                      </a:lnTo>
                      <a:lnTo>
                        <a:pt x="27" y="131"/>
                      </a:lnTo>
                      <a:lnTo>
                        <a:pt x="25" y="149"/>
                      </a:lnTo>
                      <a:lnTo>
                        <a:pt x="12" y="155"/>
                      </a:lnTo>
                      <a:lnTo>
                        <a:pt x="0" y="167"/>
                      </a:lnTo>
                      <a:lnTo>
                        <a:pt x="14" y="179"/>
                      </a:lnTo>
                      <a:lnTo>
                        <a:pt x="29" y="165"/>
                      </a:lnTo>
                      <a:lnTo>
                        <a:pt x="37" y="164"/>
                      </a:lnTo>
                      <a:lnTo>
                        <a:pt x="51" y="161"/>
                      </a:lnTo>
                      <a:lnTo>
                        <a:pt x="62" y="156"/>
                      </a:lnTo>
                      <a:lnTo>
                        <a:pt x="72" y="155"/>
                      </a:lnTo>
                      <a:lnTo>
                        <a:pt x="84" y="146"/>
                      </a:lnTo>
                      <a:lnTo>
                        <a:pt x="95" y="130"/>
                      </a:lnTo>
                      <a:lnTo>
                        <a:pt x="106" y="128"/>
                      </a:lnTo>
                      <a:lnTo>
                        <a:pt x="117" y="123"/>
                      </a:lnTo>
                      <a:lnTo>
                        <a:pt x="131" y="120"/>
                      </a:lnTo>
                      <a:lnTo>
                        <a:pt x="136" y="123"/>
                      </a:lnTo>
                      <a:lnTo>
                        <a:pt x="147" y="122"/>
                      </a:lnTo>
                      <a:lnTo>
                        <a:pt x="154" y="119"/>
                      </a:lnTo>
                      <a:lnTo>
                        <a:pt x="172" y="118"/>
                      </a:lnTo>
                      <a:lnTo>
                        <a:pt x="178" y="121"/>
                      </a:lnTo>
                      <a:lnTo>
                        <a:pt x="196" y="122"/>
                      </a:lnTo>
                      <a:lnTo>
                        <a:pt x="208" y="119"/>
                      </a:lnTo>
                      <a:lnTo>
                        <a:pt x="219" y="109"/>
                      </a:lnTo>
                      <a:lnTo>
                        <a:pt x="235" y="111"/>
                      </a:lnTo>
                      <a:lnTo>
                        <a:pt x="249" y="109"/>
                      </a:lnTo>
                      <a:lnTo>
                        <a:pt x="257" y="109"/>
                      </a:lnTo>
                      <a:lnTo>
                        <a:pt x="255" y="122"/>
                      </a:lnTo>
                      <a:lnTo>
                        <a:pt x="260" y="126"/>
                      </a:lnTo>
                      <a:lnTo>
                        <a:pt x="269" y="130"/>
                      </a:lnTo>
                      <a:lnTo>
                        <a:pt x="279" y="124"/>
                      </a:lnTo>
                      <a:lnTo>
                        <a:pt x="291" y="129"/>
                      </a:lnTo>
                      <a:lnTo>
                        <a:pt x="302" y="133"/>
                      </a:lnTo>
                      <a:lnTo>
                        <a:pt x="315" y="136"/>
                      </a:lnTo>
                      <a:lnTo>
                        <a:pt x="336" y="139"/>
                      </a:lnTo>
                      <a:lnTo>
                        <a:pt x="311" y="143"/>
                      </a:lnTo>
                      <a:lnTo>
                        <a:pt x="302" y="146"/>
                      </a:lnTo>
                      <a:lnTo>
                        <a:pt x="297" y="151"/>
                      </a:lnTo>
                      <a:lnTo>
                        <a:pt x="305" y="166"/>
                      </a:lnTo>
                      <a:lnTo>
                        <a:pt x="313" y="174"/>
                      </a:lnTo>
                      <a:lnTo>
                        <a:pt x="329" y="172"/>
                      </a:lnTo>
                      <a:lnTo>
                        <a:pt x="342" y="175"/>
                      </a:lnTo>
                      <a:lnTo>
                        <a:pt x="357" y="181"/>
                      </a:lnTo>
                      <a:lnTo>
                        <a:pt x="373" y="182"/>
                      </a:lnTo>
                      <a:lnTo>
                        <a:pt x="382" y="184"/>
                      </a:lnTo>
                      <a:lnTo>
                        <a:pt x="405" y="171"/>
                      </a:lnTo>
                      <a:lnTo>
                        <a:pt x="410" y="172"/>
                      </a:lnTo>
                      <a:lnTo>
                        <a:pt x="398" y="182"/>
                      </a:lnTo>
                      <a:lnTo>
                        <a:pt x="411" y="196"/>
                      </a:lnTo>
                      <a:lnTo>
                        <a:pt x="437" y="191"/>
                      </a:lnTo>
                      <a:lnTo>
                        <a:pt x="442" y="189"/>
                      </a:lnTo>
                      <a:lnTo>
                        <a:pt x="442" y="178"/>
                      </a:lnTo>
                      <a:lnTo>
                        <a:pt x="451" y="182"/>
                      </a:lnTo>
                      <a:lnTo>
                        <a:pt x="468" y="194"/>
                      </a:lnTo>
                      <a:lnTo>
                        <a:pt x="451" y="192"/>
                      </a:lnTo>
                      <a:lnTo>
                        <a:pt x="447" y="195"/>
                      </a:lnTo>
                      <a:lnTo>
                        <a:pt x="440" y="197"/>
                      </a:lnTo>
                      <a:lnTo>
                        <a:pt x="431" y="200"/>
                      </a:lnTo>
                      <a:lnTo>
                        <a:pt x="421" y="200"/>
                      </a:lnTo>
                      <a:lnTo>
                        <a:pt x="410" y="208"/>
                      </a:lnTo>
                      <a:lnTo>
                        <a:pt x="421" y="213"/>
                      </a:lnTo>
                      <a:lnTo>
                        <a:pt x="453" y="213"/>
                      </a:lnTo>
                      <a:lnTo>
                        <a:pt x="451" y="223"/>
                      </a:lnTo>
                      <a:lnTo>
                        <a:pt x="447" y="237"/>
                      </a:lnTo>
                      <a:lnTo>
                        <a:pt x="456" y="238"/>
                      </a:lnTo>
                      <a:lnTo>
                        <a:pt x="464" y="243"/>
                      </a:lnTo>
                      <a:lnTo>
                        <a:pt x="467" y="259"/>
                      </a:lnTo>
                      <a:lnTo>
                        <a:pt x="473" y="265"/>
                      </a:lnTo>
                      <a:lnTo>
                        <a:pt x="472" y="273"/>
                      </a:lnTo>
                      <a:lnTo>
                        <a:pt x="472" y="283"/>
                      </a:lnTo>
                      <a:lnTo>
                        <a:pt x="502" y="308"/>
                      </a:lnTo>
                      <a:lnTo>
                        <a:pt x="500" y="318"/>
                      </a:lnTo>
                      <a:lnTo>
                        <a:pt x="496" y="322"/>
                      </a:lnTo>
                      <a:lnTo>
                        <a:pt x="490" y="319"/>
                      </a:lnTo>
                      <a:lnTo>
                        <a:pt x="483" y="317"/>
                      </a:lnTo>
                      <a:lnTo>
                        <a:pt x="478" y="318"/>
                      </a:lnTo>
                      <a:lnTo>
                        <a:pt x="475" y="318"/>
                      </a:lnTo>
                      <a:lnTo>
                        <a:pt x="486" y="305"/>
                      </a:lnTo>
                      <a:lnTo>
                        <a:pt x="483" y="299"/>
                      </a:lnTo>
                      <a:lnTo>
                        <a:pt x="473" y="296"/>
                      </a:lnTo>
                      <a:lnTo>
                        <a:pt x="468" y="296"/>
                      </a:lnTo>
                      <a:lnTo>
                        <a:pt x="462" y="299"/>
                      </a:lnTo>
                      <a:lnTo>
                        <a:pt x="452" y="303"/>
                      </a:lnTo>
                      <a:lnTo>
                        <a:pt x="447" y="308"/>
                      </a:lnTo>
                      <a:lnTo>
                        <a:pt x="434" y="309"/>
                      </a:lnTo>
                      <a:lnTo>
                        <a:pt x="425" y="309"/>
                      </a:lnTo>
                      <a:lnTo>
                        <a:pt x="426" y="319"/>
                      </a:lnTo>
                      <a:lnTo>
                        <a:pt x="426" y="331"/>
                      </a:lnTo>
                      <a:lnTo>
                        <a:pt x="425" y="343"/>
                      </a:lnTo>
                      <a:lnTo>
                        <a:pt x="427" y="353"/>
                      </a:lnTo>
                      <a:lnTo>
                        <a:pt x="431" y="362"/>
                      </a:lnTo>
                      <a:lnTo>
                        <a:pt x="430" y="370"/>
                      </a:lnTo>
                      <a:lnTo>
                        <a:pt x="435" y="377"/>
                      </a:lnTo>
                      <a:lnTo>
                        <a:pt x="442" y="382"/>
                      </a:lnTo>
                      <a:lnTo>
                        <a:pt x="442" y="388"/>
                      </a:lnTo>
                      <a:lnTo>
                        <a:pt x="451" y="393"/>
                      </a:lnTo>
                      <a:lnTo>
                        <a:pt x="445" y="405"/>
                      </a:lnTo>
                      <a:lnTo>
                        <a:pt x="447" y="417"/>
                      </a:lnTo>
                      <a:lnTo>
                        <a:pt x="453" y="427"/>
                      </a:lnTo>
                      <a:lnTo>
                        <a:pt x="465" y="443"/>
                      </a:lnTo>
                      <a:lnTo>
                        <a:pt x="470" y="443"/>
                      </a:lnTo>
                      <a:lnTo>
                        <a:pt x="478" y="446"/>
                      </a:lnTo>
                      <a:lnTo>
                        <a:pt x="489" y="434"/>
                      </a:lnTo>
                      <a:lnTo>
                        <a:pt x="496" y="429"/>
                      </a:lnTo>
                      <a:lnTo>
                        <a:pt x="505" y="436"/>
                      </a:lnTo>
                      <a:lnTo>
                        <a:pt x="513" y="439"/>
                      </a:lnTo>
                      <a:lnTo>
                        <a:pt x="523" y="436"/>
                      </a:lnTo>
                      <a:lnTo>
                        <a:pt x="524" y="427"/>
                      </a:lnTo>
                      <a:lnTo>
                        <a:pt x="513" y="415"/>
                      </a:lnTo>
                      <a:lnTo>
                        <a:pt x="505" y="408"/>
                      </a:lnTo>
                      <a:lnTo>
                        <a:pt x="503" y="401"/>
                      </a:lnTo>
                      <a:lnTo>
                        <a:pt x="494" y="393"/>
                      </a:lnTo>
                      <a:lnTo>
                        <a:pt x="486" y="391"/>
                      </a:lnTo>
                      <a:lnTo>
                        <a:pt x="483" y="379"/>
                      </a:lnTo>
                      <a:lnTo>
                        <a:pt x="478" y="372"/>
                      </a:lnTo>
                      <a:lnTo>
                        <a:pt x="472" y="367"/>
                      </a:lnTo>
                      <a:lnTo>
                        <a:pt x="470" y="352"/>
                      </a:lnTo>
                      <a:lnTo>
                        <a:pt x="473" y="350"/>
                      </a:lnTo>
                      <a:lnTo>
                        <a:pt x="483" y="359"/>
                      </a:lnTo>
                      <a:lnTo>
                        <a:pt x="483" y="367"/>
                      </a:lnTo>
                      <a:lnTo>
                        <a:pt x="490" y="374"/>
                      </a:lnTo>
                      <a:lnTo>
                        <a:pt x="497" y="382"/>
                      </a:lnTo>
                      <a:lnTo>
                        <a:pt x="502" y="387"/>
                      </a:lnTo>
                      <a:lnTo>
                        <a:pt x="508" y="379"/>
                      </a:lnTo>
                      <a:lnTo>
                        <a:pt x="513" y="377"/>
                      </a:lnTo>
                      <a:lnTo>
                        <a:pt x="519" y="374"/>
                      </a:lnTo>
                      <a:lnTo>
                        <a:pt x="521" y="368"/>
                      </a:lnTo>
                      <a:lnTo>
                        <a:pt x="528" y="367"/>
                      </a:lnTo>
                      <a:lnTo>
                        <a:pt x="523" y="374"/>
                      </a:lnTo>
                      <a:lnTo>
                        <a:pt x="526" y="382"/>
                      </a:lnTo>
                      <a:lnTo>
                        <a:pt x="534" y="387"/>
                      </a:lnTo>
                      <a:lnTo>
                        <a:pt x="533" y="393"/>
                      </a:lnTo>
                      <a:lnTo>
                        <a:pt x="526" y="401"/>
                      </a:lnTo>
                      <a:lnTo>
                        <a:pt x="529" y="408"/>
                      </a:lnTo>
                      <a:lnTo>
                        <a:pt x="538" y="412"/>
                      </a:lnTo>
                      <a:lnTo>
                        <a:pt x="544" y="419"/>
                      </a:lnTo>
                      <a:lnTo>
                        <a:pt x="538" y="427"/>
                      </a:lnTo>
                      <a:lnTo>
                        <a:pt x="533" y="436"/>
                      </a:lnTo>
                      <a:lnTo>
                        <a:pt x="534" y="441"/>
                      </a:lnTo>
                      <a:lnTo>
                        <a:pt x="530" y="449"/>
                      </a:lnTo>
                      <a:lnTo>
                        <a:pt x="526" y="455"/>
                      </a:lnTo>
                      <a:lnTo>
                        <a:pt x="521" y="460"/>
                      </a:lnTo>
                      <a:lnTo>
                        <a:pt x="516" y="455"/>
                      </a:lnTo>
                      <a:lnTo>
                        <a:pt x="506" y="455"/>
                      </a:lnTo>
                      <a:lnTo>
                        <a:pt x="501" y="450"/>
                      </a:lnTo>
                      <a:lnTo>
                        <a:pt x="499" y="443"/>
                      </a:lnTo>
                      <a:lnTo>
                        <a:pt x="492" y="441"/>
                      </a:lnTo>
                      <a:lnTo>
                        <a:pt x="490" y="446"/>
                      </a:lnTo>
                      <a:lnTo>
                        <a:pt x="494" y="450"/>
                      </a:lnTo>
                      <a:lnTo>
                        <a:pt x="495" y="457"/>
                      </a:lnTo>
                      <a:lnTo>
                        <a:pt x="495" y="463"/>
                      </a:lnTo>
                      <a:lnTo>
                        <a:pt x="501" y="462"/>
                      </a:lnTo>
                      <a:lnTo>
                        <a:pt x="506" y="465"/>
                      </a:lnTo>
                      <a:lnTo>
                        <a:pt x="506" y="473"/>
                      </a:lnTo>
                      <a:lnTo>
                        <a:pt x="500" y="481"/>
                      </a:lnTo>
                      <a:lnTo>
                        <a:pt x="502" y="493"/>
                      </a:lnTo>
                      <a:lnTo>
                        <a:pt x="499" y="507"/>
                      </a:lnTo>
                      <a:lnTo>
                        <a:pt x="501" y="521"/>
                      </a:lnTo>
                      <a:lnTo>
                        <a:pt x="499" y="529"/>
                      </a:lnTo>
                      <a:lnTo>
                        <a:pt x="490" y="537"/>
                      </a:lnTo>
                      <a:lnTo>
                        <a:pt x="490" y="543"/>
                      </a:lnTo>
                      <a:lnTo>
                        <a:pt x="495" y="552"/>
                      </a:lnTo>
                      <a:lnTo>
                        <a:pt x="503" y="554"/>
                      </a:lnTo>
                      <a:lnTo>
                        <a:pt x="513" y="560"/>
                      </a:lnTo>
                      <a:lnTo>
                        <a:pt x="518" y="568"/>
                      </a:lnTo>
                      <a:lnTo>
                        <a:pt x="513" y="572"/>
                      </a:lnTo>
                      <a:lnTo>
                        <a:pt x="502" y="583"/>
                      </a:lnTo>
                      <a:lnTo>
                        <a:pt x="491" y="588"/>
                      </a:lnTo>
                      <a:lnTo>
                        <a:pt x="480" y="603"/>
                      </a:lnTo>
                    </a:path>
                  </a:pathLst>
                </a:custGeom>
                <a:solidFill>
                  <a:srgbClr val="FCFEB9"/>
                </a:solidFill>
                <a:ln w="12700" cap="rnd" cmpd="sng">
                  <a:solidFill>
                    <a:srgbClr val="000000"/>
                  </a:solidFill>
                  <a:prstDash val="solid"/>
                  <a:round/>
                  <a:headEnd/>
                  <a:tailEnd/>
                </a:ln>
              </p:spPr>
              <p:txBody>
                <a:bodyPr/>
                <a:lstStyle/>
                <a:p>
                  <a:pPr marL="0" marR="0" lvl="0" indent="0" algn="l" defTabSz="914400" rtl="0" eaLnBrk="1" fontAlgn="auto" latinLnBrk="0" hangingPunct="1">
                    <a:lnSpc>
                      <a:spcPct val="100000"/>
                    </a:lnSpc>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ea typeface="+mn-ea"/>
                    <a:cs typeface="+mn-cs"/>
                  </a:endParaRPr>
                </a:p>
              </p:txBody>
            </p:sp>
            <p:grpSp>
              <p:nvGrpSpPr>
                <p:cNvPr id="20504" name="Group 38"/>
                <p:cNvGrpSpPr>
                  <a:grpSpLocks/>
                </p:cNvGrpSpPr>
                <p:nvPr/>
              </p:nvGrpSpPr>
              <p:grpSpPr bwMode="auto">
                <a:xfrm>
                  <a:off x="5196" y="2675"/>
                  <a:ext cx="332" cy="345"/>
                  <a:chOff x="5196" y="2675"/>
                  <a:chExt cx="332" cy="345"/>
                </a:xfrm>
              </p:grpSpPr>
              <p:sp>
                <p:nvSpPr>
                  <p:cNvPr id="20506" name="Freeform 39"/>
                  <p:cNvSpPr>
                    <a:spLocks/>
                  </p:cNvSpPr>
                  <p:nvPr/>
                </p:nvSpPr>
                <p:spPr bwMode="auto">
                  <a:xfrm>
                    <a:off x="5262" y="2949"/>
                    <a:ext cx="23" cy="29"/>
                  </a:xfrm>
                  <a:custGeom>
                    <a:avLst/>
                    <a:gdLst>
                      <a:gd name="T0" fmla="*/ 1 w 23"/>
                      <a:gd name="T1" fmla="*/ 0 h 29"/>
                      <a:gd name="T2" fmla="*/ 0 w 23"/>
                      <a:gd name="T3" fmla="*/ 10 h 29"/>
                      <a:gd name="T4" fmla="*/ 1 w 23"/>
                      <a:gd name="T5" fmla="*/ 23 h 29"/>
                      <a:gd name="T6" fmla="*/ 8 w 23"/>
                      <a:gd name="T7" fmla="*/ 23 h 29"/>
                      <a:gd name="T8" fmla="*/ 22 w 23"/>
                      <a:gd name="T9" fmla="*/ 28 h 29"/>
                      <a:gd name="T10" fmla="*/ 17 w 23"/>
                      <a:gd name="T11" fmla="*/ 16 h 29"/>
                      <a:gd name="T12" fmla="*/ 19 w 23"/>
                      <a:gd name="T13" fmla="*/ 11 h 29"/>
                      <a:gd name="T14" fmla="*/ 1 w 23"/>
                      <a:gd name="T15" fmla="*/ 0 h 29"/>
                      <a:gd name="T16" fmla="*/ 0 60000 65536"/>
                      <a:gd name="T17" fmla="*/ 0 60000 65536"/>
                      <a:gd name="T18" fmla="*/ 0 60000 65536"/>
                      <a:gd name="T19" fmla="*/ 0 60000 65536"/>
                      <a:gd name="T20" fmla="*/ 0 60000 65536"/>
                      <a:gd name="T21" fmla="*/ 0 60000 65536"/>
                      <a:gd name="T22" fmla="*/ 0 60000 65536"/>
                      <a:gd name="T23" fmla="*/ 0 60000 65536"/>
                      <a:gd name="T24" fmla="*/ 0 w 23"/>
                      <a:gd name="T25" fmla="*/ 0 h 29"/>
                      <a:gd name="T26" fmla="*/ 23 w 23"/>
                      <a:gd name="T27" fmla="*/ 29 h 2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3" h="29">
                        <a:moveTo>
                          <a:pt x="1" y="0"/>
                        </a:moveTo>
                        <a:lnTo>
                          <a:pt x="0" y="10"/>
                        </a:lnTo>
                        <a:lnTo>
                          <a:pt x="1" y="23"/>
                        </a:lnTo>
                        <a:lnTo>
                          <a:pt x="8" y="23"/>
                        </a:lnTo>
                        <a:lnTo>
                          <a:pt x="22" y="28"/>
                        </a:lnTo>
                        <a:lnTo>
                          <a:pt x="17" y="16"/>
                        </a:lnTo>
                        <a:lnTo>
                          <a:pt x="19" y="11"/>
                        </a:lnTo>
                        <a:lnTo>
                          <a:pt x="1" y="0"/>
                        </a:lnTo>
                      </a:path>
                    </a:pathLst>
                  </a:custGeom>
                  <a:solidFill>
                    <a:srgbClr val="FCFEB9"/>
                  </a:solidFill>
                  <a:ln w="12700" cap="rnd" cmpd="sng">
                    <a:solidFill>
                      <a:srgbClr val="000000"/>
                    </a:solidFill>
                    <a:prstDash val="solid"/>
                    <a:round/>
                    <a:headEnd/>
                    <a:tailEnd/>
                  </a:ln>
                </p:spPr>
                <p:txBody>
                  <a:bodyPr/>
                  <a:lstStyle/>
                  <a:p>
                    <a:pPr marL="0" marR="0" lvl="0" indent="0" algn="l" defTabSz="914400" rtl="0" eaLnBrk="1" fontAlgn="auto" latinLnBrk="0" hangingPunct="1">
                      <a:lnSpc>
                        <a:spcPct val="100000"/>
                      </a:lnSpc>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ea typeface="+mn-ea"/>
                      <a:cs typeface="+mn-cs"/>
                    </a:endParaRPr>
                  </a:p>
                </p:txBody>
              </p:sp>
              <p:sp>
                <p:nvSpPr>
                  <p:cNvPr id="20507" name="Freeform 40"/>
                  <p:cNvSpPr>
                    <a:spLocks/>
                  </p:cNvSpPr>
                  <p:nvPr/>
                </p:nvSpPr>
                <p:spPr bwMode="auto">
                  <a:xfrm>
                    <a:off x="5263" y="2916"/>
                    <a:ext cx="60" cy="69"/>
                  </a:xfrm>
                  <a:custGeom>
                    <a:avLst/>
                    <a:gdLst>
                      <a:gd name="T0" fmla="*/ 2 w 60"/>
                      <a:gd name="T1" fmla="*/ 0 h 69"/>
                      <a:gd name="T2" fmla="*/ 21 w 60"/>
                      <a:gd name="T3" fmla="*/ 9 h 69"/>
                      <a:gd name="T4" fmla="*/ 27 w 60"/>
                      <a:gd name="T5" fmla="*/ 9 h 69"/>
                      <a:gd name="T6" fmla="*/ 28 w 60"/>
                      <a:gd name="T7" fmla="*/ 19 h 69"/>
                      <a:gd name="T8" fmla="*/ 35 w 60"/>
                      <a:gd name="T9" fmla="*/ 25 h 69"/>
                      <a:gd name="T10" fmla="*/ 40 w 60"/>
                      <a:gd name="T11" fmla="*/ 32 h 69"/>
                      <a:gd name="T12" fmla="*/ 48 w 60"/>
                      <a:gd name="T13" fmla="*/ 30 h 69"/>
                      <a:gd name="T14" fmla="*/ 57 w 60"/>
                      <a:gd name="T15" fmla="*/ 38 h 69"/>
                      <a:gd name="T16" fmla="*/ 55 w 60"/>
                      <a:gd name="T17" fmla="*/ 45 h 69"/>
                      <a:gd name="T18" fmla="*/ 59 w 60"/>
                      <a:gd name="T19" fmla="*/ 50 h 69"/>
                      <a:gd name="T20" fmla="*/ 48 w 60"/>
                      <a:gd name="T21" fmla="*/ 59 h 69"/>
                      <a:gd name="T22" fmla="*/ 40 w 60"/>
                      <a:gd name="T23" fmla="*/ 67 h 69"/>
                      <a:gd name="T24" fmla="*/ 35 w 60"/>
                      <a:gd name="T25" fmla="*/ 68 h 69"/>
                      <a:gd name="T26" fmla="*/ 33 w 60"/>
                      <a:gd name="T27" fmla="*/ 62 h 69"/>
                      <a:gd name="T28" fmla="*/ 35 w 60"/>
                      <a:gd name="T29" fmla="*/ 55 h 69"/>
                      <a:gd name="T30" fmla="*/ 33 w 60"/>
                      <a:gd name="T31" fmla="*/ 48 h 69"/>
                      <a:gd name="T32" fmla="*/ 32 w 60"/>
                      <a:gd name="T33" fmla="*/ 35 h 69"/>
                      <a:gd name="T34" fmla="*/ 23 w 60"/>
                      <a:gd name="T35" fmla="*/ 29 h 69"/>
                      <a:gd name="T36" fmla="*/ 13 w 60"/>
                      <a:gd name="T37" fmla="*/ 28 h 69"/>
                      <a:gd name="T38" fmla="*/ 12 w 60"/>
                      <a:gd name="T39" fmla="*/ 23 h 69"/>
                      <a:gd name="T40" fmla="*/ 7 w 60"/>
                      <a:gd name="T41" fmla="*/ 19 h 69"/>
                      <a:gd name="T42" fmla="*/ 0 w 60"/>
                      <a:gd name="T43" fmla="*/ 14 h 69"/>
                      <a:gd name="T44" fmla="*/ 2 w 60"/>
                      <a:gd name="T45" fmla="*/ 0 h 6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60"/>
                      <a:gd name="T70" fmla="*/ 0 h 69"/>
                      <a:gd name="T71" fmla="*/ 60 w 60"/>
                      <a:gd name="T72" fmla="*/ 69 h 6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60" h="69">
                        <a:moveTo>
                          <a:pt x="2" y="0"/>
                        </a:moveTo>
                        <a:lnTo>
                          <a:pt x="21" y="9"/>
                        </a:lnTo>
                        <a:lnTo>
                          <a:pt x="27" y="9"/>
                        </a:lnTo>
                        <a:lnTo>
                          <a:pt x="28" y="19"/>
                        </a:lnTo>
                        <a:lnTo>
                          <a:pt x="35" y="25"/>
                        </a:lnTo>
                        <a:lnTo>
                          <a:pt x="40" y="32"/>
                        </a:lnTo>
                        <a:lnTo>
                          <a:pt x="48" y="30"/>
                        </a:lnTo>
                        <a:lnTo>
                          <a:pt x="57" y="38"/>
                        </a:lnTo>
                        <a:lnTo>
                          <a:pt x="55" y="45"/>
                        </a:lnTo>
                        <a:lnTo>
                          <a:pt x="59" y="50"/>
                        </a:lnTo>
                        <a:lnTo>
                          <a:pt x="48" y="59"/>
                        </a:lnTo>
                        <a:lnTo>
                          <a:pt x="40" y="67"/>
                        </a:lnTo>
                        <a:lnTo>
                          <a:pt x="35" y="68"/>
                        </a:lnTo>
                        <a:lnTo>
                          <a:pt x="33" y="62"/>
                        </a:lnTo>
                        <a:lnTo>
                          <a:pt x="35" y="55"/>
                        </a:lnTo>
                        <a:lnTo>
                          <a:pt x="33" y="48"/>
                        </a:lnTo>
                        <a:lnTo>
                          <a:pt x="32" y="35"/>
                        </a:lnTo>
                        <a:lnTo>
                          <a:pt x="23" y="29"/>
                        </a:lnTo>
                        <a:lnTo>
                          <a:pt x="13" y="28"/>
                        </a:lnTo>
                        <a:lnTo>
                          <a:pt x="12" y="23"/>
                        </a:lnTo>
                        <a:lnTo>
                          <a:pt x="7" y="19"/>
                        </a:lnTo>
                        <a:lnTo>
                          <a:pt x="0" y="14"/>
                        </a:lnTo>
                        <a:lnTo>
                          <a:pt x="2" y="0"/>
                        </a:lnTo>
                      </a:path>
                    </a:pathLst>
                  </a:custGeom>
                  <a:solidFill>
                    <a:srgbClr val="FCFEB9"/>
                  </a:solidFill>
                  <a:ln w="12700" cap="rnd" cmpd="sng">
                    <a:solidFill>
                      <a:srgbClr val="000000"/>
                    </a:solidFill>
                    <a:prstDash val="solid"/>
                    <a:round/>
                    <a:headEnd/>
                    <a:tailEnd/>
                  </a:ln>
                </p:spPr>
                <p:txBody>
                  <a:bodyPr/>
                  <a:lstStyle/>
                  <a:p>
                    <a:pPr marL="0" marR="0" lvl="0" indent="0" algn="l" defTabSz="914400" rtl="0" eaLnBrk="1" fontAlgn="auto" latinLnBrk="0" hangingPunct="1">
                      <a:lnSpc>
                        <a:spcPct val="100000"/>
                      </a:lnSpc>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ea typeface="+mn-ea"/>
                      <a:cs typeface="+mn-cs"/>
                    </a:endParaRPr>
                  </a:p>
                </p:txBody>
              </p:sp>
              <p:sp>
                <p:nvSpPr>
                  <p:cNvPr id="20508" name="Freeform 41"/>
                  <p:cNvSpPr>
                    <a:spLocks/>
                  </p:cNvSpPr>
                  <p:nvPr/>
                </p:nvSpPr>
                <p:spPr bwMode="auto">
                  <a:xfrm>
                    <a:off x="5411" y="2999"/>
                    <a:ext cx="19" cy="21"/>
                  </a:xfrm>
                  <a:custGeom>
                    <a:avLst/>
                    <a:gdLst>
                      <a:gd name="T0" fmla="*/ 0 w 19"/>
                      <a:gd name="T1" fmla="*/ 0 h 21"/>
                      <a:gd name="T2" fmla="*/ 3 w 19"/>
                      <a:gd name="T3" fmla="*/ 18 h 21"/>
                      <a:gd name="T4" fmla="*/ 18 w 19"/>
                      <a:gd name="T5" fmla="*/ 20 h 21"/>
                      <a:gd name="T6" fmla="*/ 0 w 19"/>
                      <a:gd name="T7" fmla="*/ 0 h 21"/>
                      <a:gd name="T8" fmla="*/ 0 60000 65536"/>
                      <a:gd name="T9" fmla="*/ 0 60000 65536"/>
                      <a:gd name="T10" fmla="*/ 0 60000 65536"/>
                      <a:gd name="T11" fmla="*/ 0 60000 65536"/>
                      <a:gd name="T12" fmla="*/ 0 w 19"/>
                      <a:gd name="T13" fmla="*/ 0 h 21"/>
                      <a:gd name="T14" fmla="*/ 19 w 19"/>
                      <a:gd name="T15" fmla="*/ 21 h 21"/>
                    </a:gdLst>
                    <a:ahLst/>
                    <a:cxnLst>
                      <a:cxn ang="T8">
                        <a:pos x="T0" y="T1"/>
                      </a:cxn>
                      <a:cxn ang="T9">
                        <a:pos x="T2" y="T3"/>
                      </a:cxn>
                      <a:cxn ang="T10">
                        <a:pos x="T4" y="T5"/>
                      </a:cxn>
                      <a:cxn ang="T11">
                        <a:pos x="T6" y="T7"/>
                      </a:cxn>
                    </a:cxnLst>
                    <a:rect l="T12" t="T13" r="T14" b="T15"/>
                    <a:pathLst>
                      <a:path w="19" h="21">
                        <a:moveTo>
                          <a:pt x="0" y="0"/>
                        </a:moveTo>
                        <a:lnTo>
                          <a:pt x="3" y="18"/>
                        </a:lnTo>
                        <a:lnTo>
                          <a:pt x="18" y="20"/>
                        </a:lnTo>
                        <a:lnTo>
                          <a:pt x="0" y="0"/>
                        </a:lnTo>
                      </a:path>
                    </a:pathLst>
                  </a:custGeom>
                  <a:solidFill>
                    <a:srgbClr val="FCFEB9"/>
                  </a:solidFill>
                  <a:ln w="12700" cap="rnd" cmpd="sng">
                    <a:solidFill>
                      <a:srgbClr val="000000"/>
                    </a:solidFill>
                    <a:prstDash val="solid"/>
                    <a:round/>
                    <a:headEnd/>
                    <a:tailEnd/>
                  </a:ln>
                </p:spPr>
                <p:txBody>
                  <a:bodyPr/>
                  <a:lstStyle/>
                  <a:p>
                    <a:pPr marL="0" marR="0" lvl="0" indent="0" algn="l" defTabSz="914400" rtl="0" eaLnBrk="1" fontAlgn="auto" latinLnBrk="0" hangingPunct="1">
                      <a:lnSpc>
                        <a:spcPct val="100000"/>
                      </a:lnSpc>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ea typeface="+mn-ea"/>
                      <a:cs typeface="+mn-cs"/>
                    </a:endParaRPr>
                  </a:p>
                </p:txBody>
              </p:sp>
              <p:sp>
                <p:nvSpPr>
                  <p:cNvPr id="20509" name="Freeform 42"/>
                  <p:cNvSpPr>
                    <a:spLocks/>
                  </p:cNvSpPr>
                  <p:nvPr/>
                </p:nvSpPr>
                <p:spPr bwMode="auto">
                  <a:xfrm>
                    <a:off x="5455" y="3003"/>
                    <a:ext cx="22" cy="17"/>
                  </a:xfrm>
                  <a:custGeom>
                    <a:avLst/>
                    <a:gdLst>
                      <a:gd name="T0" fmla="*/ 0 w 22"/>
                      <a:gd name="T1" fmla="*/ 13 h 17"/>
                      <a:gd name="T2" fmla="*/ 11 w 22"/>
                      <a:gd name="T3" fmla="*/ 0 h 17"/>
                      <a:gd name="T4" fmla="*/ 21 w 22"/>
                      <a:gd name="T5" fmla="*/ 3 h 17"/>
                      <a:gd name="T6" fmla="*/ 13 w 22"/>
                      <a:gd name="T7" fmla="*/ 16 h 17"/>
                      <a:gd name="T8" fmla="*/ 0 w 22"/>
                      <a:gd name="T9" fmla="*/ 13 h 17"/>
                      <a:gd name="T10" fmla="*/ 0 60000 65536"/>
                      <a:gd name="T11" fmla="*/ 0 60000 65536"/>
                      <a:gd name="T12" fmla="*/ 0 60000 65536"/>
                      <a:gd name="T13" fmla="*/ 0 60000 65536"/>
                      <a:gd name="T14" fmla="*/ 0 60000 65536"/>
                      <a:gd name="T15" fmla="*/ 0 w 22"/>
                      <a:gd name="T16" fmla="*/ 0 h 17"/>
                      <a:gd name="T17" fmla="*/ 22 w 22"/>
                      <a:gd name="T18" fmla="*/ 17 h 17"/>
                    </a:gdLst>
                    <a:ahLst/>
                    <a:cxnLst>
                      <a:cxn ang="T10">
                        <a:pos x="T0" y="T1"/>
                      </a:cxn>
                      <a:cxn ang="T11">
                        <a:pos x="T2" y="T3"/>
                      </a:cxn>
                      <a:cxn ang="T12">
                        <a:pos x="T4" y="T5"/>
                      </a:cxn>
                      <a:cxn ang="T13">
                        <a:pos x="T6" y="T7"/>
                      </a:cxn>
                      <a:cxn ang="T14">
                        <a:pos x="T8" y="T9"/>
                      </a:cxn>
                    </a:cxnLst>
                    <a:rect l="T15" t="T16" r="T17" b="T18"/>
                    <a:pathLst>
                      <a:path w="22" h="17">
                        <a:moveTo>
                          <a:pt x="0" y="13"/>
                        </a:moveTo>
                        <a:lnTo>
                          <a:pt x="11" y="0"/>
                        </a:lnTo>
                        <a:lnTo>
                          <a:pt x="21" y="3"/>
                        </a:lnTo>
                        <a:lnTo>
                          <a:pt x="13" y="16"/>
                        </a:lnTo>
                        <a:lnTo>
                          <a:pt x="0" y="13"/>
                        </a:lnTo>
                      </a:path>
                    </a:pathLst>
                  </a:custGeom>
                  <a:solidFill>
                    <a:srgbClr val="FCFEB9"/>
                  </a:solidFill>
                  <a:ln w="12700" cap="rnd" cmpd="sng">
                    <a:solidFill>
                      <a:srgbClr val="000000"/>
                    </a:solidFill>
                    <a:prstDash val="solid"/>
                    <a:round/>
                    <a:headEnd/>
                    <a:tailEnd/>
                  </a:ln>
                </p:spPr>
                <p:txBody>
                  <a:bodyPr/>
                  <a:lstStyle/>
                  <a:p>
                    <a:pPr marL="0" marR="0" lvl="0" indent="0" algn="l" defTabSz="914400" rtl="0" eaLnBrk="1" fontAlgn="auto" latinLnBrk="0" hangingPunct="1">
                      <a:lnSpc>
                        <a:spcPct val="100000"/>
                      </a:lnSpc>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ea typeface="+mn-ea"/>
                      <a:cs typeface="+mn-cs"/>
                    </a:endParaRPr>
                  </a:p>
                </p:txBody>
              </p:sp>
              <p:sp>
                <p:nvSpPr>
                  <p:cNvPr id="20510" name="Freeform 43"/>
                  <p:cNvSpPr>
                    <a:spLocks/>
                  </p:cNvSpPr>
                  <p:nvPr/>
                </p:nvSpPr>
                <p:spPr bwMode="auto">
                  <a:xfrm>
                    <a:off x="5504" y="2975"/>
                    <a:ext cx="24" cy="21"/>
                  </a:xfrm>
                  <a:custGeom>
                    <a:avLst/>
                    <a:gdLst>
                      <a:gd name="T0" fmla="*/ 0 w 24"/>
                      <a:gd name="T1" fmla="*/ 13 h 21"/>
                      <a:gd name="T2" fmla="*/ 23 w 24"/>
                      <a:gd name="T3" fmla="*/ 20 h 21"/>
                      <a:gd name="T4" fmla="*/ 11 w 24"/>
                      <a:gd name="T5" fmla="*/ 0 h 21"/>
                      <a:gd name="T6" fmla="*/ 0 w 24"/>
                      <a:gd name="T7" fmla="*/ 13 h 21"/>
                      <a:gd name="T8" fmla="*/ 0 60000 65536"/>
                      <a:gd name="T9" fmla="*/ 0 60000 65536"/>
                      <a:gd name="T10" fmla="*/ 0 60000 65536"/>
                      <a:gd name="T11" fmla="*/ 0 60000 65536"/>
                      <a:gd name="T12" fmla="*/ 0 w 24"/>
                      <a:gd name="T13" fmla="*/ 0 h 21"/>
                      <a:gd name="T14" fmla="*/ 24 w 24"/>
                      <a:gd name="T15" fmla="*/ 21 h 21"/>
                    </a:gdLst>
                    <a:ahLst/>
                    <a:cxnLst>
                      <a:cxn ang="T8">
                        <a:pos x="T0" y="T1"/>
                      </a:cxn>
                      <a:cxn ang="T9">
                        <a:pos x="T2" y="T3"/>
                      </a:cxn>
                      <a:cxn ang="T10">
                        <a:pos x="T4" y="T5"/>
                      </a:cxn>
                      <a:cxn ang="T11">
                        <a:pos x="T6" y="T7"/>
                      </a:cxn>
                    </a:cxnLst>
                    <a:rect l="T12" t="T13" r="T14" b="T15"/>
                    <a:pathLst>
                      <a:path w="24" h="21">
                        <a:moveTo>
                          <a:pt x="0" y="13"/>
                        </a:moveTo>
                        <a:lnTo>
                          <a:pt x="23" y="20"/>
                        </a:lnTo>
                        <a:lnTo>
                          <a:pt x="11" y="0"/>
                        </a:lnTo>
                        <a:lnTo>
                          <a:pt x="0" y="13"/>
                        </a:lnTo>
                      </a:path>
                    </a:pathLst>
                  </a:custGeom>
                  <a:solidFill>
                    <a:srgbClr val="FCFEB9"/>
                  </a:solidFill>
                  <a:ln w="12700" cap="rnd" cmpd="sng">
                    <a:solidFill>
                      <a:srgbClr val="000000"/>
                    </a:solidFill>
                    <a:prstDash val="solid"/>
                    <a:round/>
                    <a:headEnd/>
                    <a:tailEnd/>
                  </a:ln>
                </p:spPr>
                <p:txBody>
                  <a:bodyPr/>
                  <a:lstStyle/>
                  <a:p>
                    <a:pPr marL="0" marR="0" lvl="0" indent="0" algn="l" defTabSz="914400" rtl="0" eaLnBrk="1" fontAlgn="auto" latinLnBrk="0" hangingPunct="1">
                      <a:lnSpc>
                        <a:spcPct val="100000"/>
                      </a:lnSpc>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ea typeface="+mn-ea"/>
                      <a:cs typeface="+mn-cs"/>
                    </a:endParaRPr>
                  </a:p>
                </p:txBody>
              </p:sp>
              <p:sp>
                <p:nvSpPr>
                  <p:cNvPr id="20511" name="Freeform 44"/>
                  <p:cNvSpPr>
                    <a:spLocks/>
                  </p:cNvSpPr>
                  <p:nvPr/>
                </p:nvSpPr>
                <p:spPr bwMode="auto">
                  <a:xfrm>
                    <a:off x="5196" y="2675"/>
                    <a:ext cx="73" cy="31"/>
                  </a:xfrm>
                  <a:custGeom>
                    <a:avLst/>
                    <a:gdLst>
                      <a:gd name="T0" fmla="*/ 0 w 73"/>
                      <a:gd name="T1" fmla="*/ 18 h 31"/>
                      <a:gd name="T2" fmla="*/ 33 w 73"/>
                      <a:gd name="T3" fmla="*/ 20 h 31"/>
                      <a:gd name="T4" fmla="*/ 43 w 73"/>
                      <a:gd name="T5" fmla="*/ 28 h 31"/>
                      <a:gd name="T6" fmla="*/ 53 w 73"/>
                      <a:gd name="T7" fmla="*/ 30 h 31"/>
                      <a:gd name="T8" fmla="*/ 72 w 73"/>
                      <a:gd name="T9" fmla="*/ 23 h 31"/>
                      <a:gd name="T10" fmla="*/ 61 w 73"/>
                      <a:gd name="T11" fmla="*/ 14 h 31"/>
                      <a:gd name="T12" fmla="*/ 46 w 73"/>
                      <a:gd name="T13" fmla="*/ 14 h 31"/>
                      <a:gd name="T14" fmla="*/ 41 w 73"/>
                      <a:gd name="T15" fmla="*/ 0 h 31"/>
                      <a:gd name="T16" fmla="*/ 28 w 73"/>
                      <a:gd name="T17" fmla="*/ 1 h 31"/>
                      <a:gd name="T18" fmla="*/ 0 w 73"/>
                      <a:gd name="T19" fmla="*/ 18 h 3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3"/>
                      <a:gd name="T31" fmla="*/ 0 h 31"/>
                      <a:gd name="T32" fmla="*/ 73 w 73"/>
                      <a:gd name="T33" fmla="*/ 31 h 3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3" h="31">
                        <a:moveTo>
                          <a:pt x="0" y="18"/>
                        </a:moveTo>
                        <a:lnTo>
                          <a:pt x="33" y="20"/>
                        </a:lnTo>
                        <a:lnTo>
                          <a:pt x="43" y="28"/>
                        </a:lnTo>
                        <a:lnTo>
                          <a:pt x="53" y="30"/>
                        </a:lnTo>
                        <a:lnTo>
                          <a:pt x="72" y="23"/>
                        </a:lnTo>
                        <a:lnTo>
                          <a:pt x="61" y="14"/>
                        </a:lnTo>
                        <a:lnTo>
                          <a:pt x="46" y="14"/>
                        </a:lnTo>
                        <a:lnTo>
                          <a:pt x="41" y="0"/>
                        </a:lnTo>
                        <a:lnTo>
                          <a:pt x="28" y="1"/>
                        </a:lnTo>
                        <a:lnTo>
                          <a:pt x="0" y="18"/>
                        </a:lnTo>
                      </a:path>
                    </a:pathLst>
                  </a:custGeom>
                  <a:solidFill>
                    <a:srgbClr val="FCFEB9"/>
                  </a:solidFill>
                  <a:ln w="12700" cap="rnd" cmpd="sng">
                    <a:solidFill>
                      <a:srgbClr val="000000"/>
                    </a:solidFill>
                    <a:prstDash val="solid"/>
                    <a:round/>
                    <a:headEnd/>
                    <a:tailEnd/>
                  </a:ln>
                </p:spPr>
                <p:txBody>
                  <a:bodyPr/>
                  <a:lstStyle/>
                  <a:p>
                    <a:pPr marL="0" marR="0" lvl="0" indent="0" algn="l" defTabSz="914400" rtl="0" eaLnBrk="1" fontAlgn="auto" latinLnBrk="0" hangingPunct="1">
                      <a:lnSpc>
                        <a:spcPct val="100000"/>
                      </a:lnSpc>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ea typeface="+mn-ea"/>
                      <a:cs typeface="+mn-cs"/>
                    </a:endParaRPr>
                  </a:p>
                </p:txBody>
              </p:sp>
            </p:grpSp>
            <p:sp>
              <p:nvSpPr>
                <p:cNvPr id="20505" name="Freeform 45"/>
                <p:cNvSpPr>
                  <a:spLocks/>
                </p:cNvSpPr>
                <p:nvPr/>
              </p:nvSpPr>
              <p:spPr bwMode="auto">
                <a:xfrm>
                  <a:off x="5516" y="2753"/>
                  <a:ext cx="115" cy="75"/>
                </a:xfrm>
                <a:custGeom>
                  <a:avLst/>
                  <a:gdLst>
                    <a:gd name="T0" fmla="*/ 109 w 115"/>
                    <a:gd name="T1" fmla="*/ 46 h 75"/>
                    <a:gd name="T2" fmla="*/ 114 w 115"/>
                    <a:gd name="T3" fmla="*/ 66 h 75"/>
                    <a:gd name="T4" fmla="*/ 101 w 115"/>
                    <a:gd name="T5" fmla="*/ 72 h 75"/>
                    <a:gd name="T6" fmla="*/ 87 w 115"/>
                    <a:gd name="T7" fmla="*/ 74 h 75"/>
                    <a:gd name="T8" fmla="*/ 75 w 115"/>
                    <a:gd name="T9" fmla="*/ 67 h 75"/>
                    <a:gd name="T10" fmla="*/ 68 w 115"/>
                    <a:gd name="T11" fmla="*/ 57 h 75"/>
                    <a:gd name="T12" fmla="*/ 63 w 115"/>
                    <a:gd name="T13" fmla="*/ 51 h 75"/>
                    <a:gd name="T14" fmla="*/ 46 w 115"/>
                    <a:gd name="T15" fmla="*/ 53 h 75"/>
                    <a:gd name="T16" fmla="*/ 32 w 115"/>
                    <a:gd name="T17" fmla="*/ 55 h 75"/>
                    <a:gd name="T18" fmla="*/ 22 w 115"/>
                    <a:gd name="T19" fmla="*/ 51 h 75"/>
                    <a:gd name="T20" fmla="*/ 16 w 115"/>
                    <a:gd name="T21" fmla="*/ 43 h 75"/>
                    <a:gd name="T22" fmla="*/ 0 w 115"/>
                    <a:gd name="T23" fmla="*/ 42 h 75"/>
                    <a:gd name="T24" fmla="*/ 1 w 115"/>
                    <a:gd name="T25" fmla="*/ 33 h 75"/>
                    <a:gd name="T26" fmla="*/ 4 w 115"/>
                    <a:gd name="T27" fmla="*/ 26 h 75"/>
                    <a:gd name="T28" fmla="*/ 1 w 115"/>
                    <a:gd name="T29" fmla="*/ 18 h 75"/>
                    <a:gd name="T30" fmla="*/ 3 w 115"/>
                    <a:gd name="T31" fmla="*/ 12 h 75"/>
                    <a:gd name="T32" fmla="*/ 5 w 115"/>
                    <a:gd name="T33" fmla="*/ 6 h 75"/>
                    <a:gd name="T34" fmla="*/ 16 w 115"/>
                    <a:gd name="T35" fmla="*/ 0 h 75"/>
                    <a:gd name="T36" fmla="*/ 27 w 115"/>
                    <a:gd name="T37" fmla="*/ 2 h 75"/>
                    <a:gd name="T38" fmla="*/ 27 w 115"/>
                    <a:gd name="T39" fmla="*/ 11 h 75"/>
                    <a:gd name="T40" fmla="*/ 26 w 115"/>
                    <a:gd name="T41" fmla="*/ 18 h 75"/>
                    <a:gd name="T42" fmla="*/ 30 w 115"/>
                    <a:gd name="T43" fmla="*/ 22 h 75"/>
                    <a:gd name="T44" fmla="*/ 37 w 115"/>
                    <a:gd name="T45" fmla="*/ 24 h 75"/>
                    <a:gd name="T46" fmla="*/ 42 w 115"/>
                    <a:gd name="T47" fmla="*/ 25 h 75"/>
                    <a:gd name="T48" fmla="*/ 49 w 115"/>
                    <a:gd name="T49" fmla="*/ 23 h 75"/>
                    <a:gd name="T50" fmla="*/ 54 w 115"/>
                    <a:gd name="T51" fmla="*/ 23 h 75"/>
                    <a:gd name="T52" fmla="*/ 59 w 115"/>
                    <a:gd name="T53" fmla="*/ 17 h 75"/>
                    <a:gd name="T54" fmla="*/ 65 w 115"/>
                    <a:gd name="T55" fmla="*/ 19 h 75"/>
                    <a:gd name="T56" fmla="*/ 70 w 115"/>
                    <a:gd name="T57" fmla="*/ 25 h 75"/>
                    <a:gd name="T58" fmla="*/ 69 w 115"/>
                    <a:gd name="T59" fmla="*/ 30 h 75"/>
                    <a:gd name="T60" fmla="*/ 80 w 115"/>
                    <a:gd name="T61" fmla="*/ 30 h 75"/>
                    <a:gd name="T62" fmla="*/ 92 w 115"/>
                    <a:gd name="T63" fmla="*/ 28 h 75"/>
                    <a:gd name="T64" fmla="*/ 97 w 115"/>
                    <a:gd name="T65" fmla="*/ 32 h 75"/>
                    <a:gd name="T66" fmla="*/ 109 w 115"/>
                    <a:gd name="T67" fmla="*/ 46 h 75"/>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15"/>
                    <a:gd name="T103" fmla="*/ 0 h 75"/>
                    <a:gd name="T104" fmla="*/ 115 w 115"/>
                    <a:gd name="T105" fmla="*/ 75 h 75"/>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15" h="75">
                      <a:moveTo>
                        <a:pt x="109" y="46"/>
                      </a:moveTo>
                      <a:lnTo>
                        <a:pt x="114" y="66"/>
                      </a:lnTo>
                      <a:lnTo>
                        <a:pt x="101" y="72"/>
                      </a:lnTo>
                      <a:lnTo>
                        <a:pt x="87" y="74"/>
                      </a:lnTo>
                      <a:lnTo>
                        <a:pt x="75" y="67"/>
                      </a:lnTo>
                      <a:lnTo>
                        <a:pt x="68" y="57"/>
                      </a:lnTo>
                      <a:lnTo>
                        <a:pt x="63" y="51"/>
                      </a:lnTo>
                      <a:lnTo>
                        <a:pt x="46" y="53"/>
                      </a:lnTo>
                      <a:lnTo>
                        <a:pt x="32" y="55"/>
                      </a:lnTo>
                      <a:lnTo>
                        <a:pt x="22" y="51"/>
                      </a:lnTo>
                      <a:lnTo>
                        <a:pt x="16" y="43"/>
                      </a:lnTo>
                      <a:lnTo>
                        <a:pt x="0" y="42"/>
                      </a:lnTo>
                      <a:lnTo>
                        <a:pt x="1" y="33"/>
                      </a:lnTo>
                      <a:lnTo>
                        <a:pt x="4" y="26"/>
                      </a:lnTo>
                      <a:lnTo>
                        <a:pt x="1" y="18"/>
                      </a:lnTo>
                      <a:lnTo>
                        <a:pt x="3" y="12"/>
                      </a:lnTo>
                      <a:lnTo>
                        <a:pt x="5" y="6"/>
                      </a:lnTo>
                      <a:lnTo>
                        <a:pt x="16" y="0"/>
                      </a:lnTo>
                      <a:lnTo>
                        <a:pt x="27" y="2"/>
                      </a:lnTo>
                      <a:lnTo>
                        <a:pt x="27" y="11"/>
                      </a:lnTo>
                      <a:lnTo>
                        <a:pt x="26" y="18"/>
                      </a:lnTo>
                      <a:lnTo>
                        <a:pt x="30" y="22"/>
                      </a:lnTo>
                      <a:lnTo>
                        <a:pt x="37" y="24"/>
                      </a:lnTo>
                      <a:lnTo>
                        <a:pt x="42" y="25"/>
                      </a:lnTo>
                      <a:lnTo>
                        <a:pt x="49" y="23"/>
                      </a:lnTo>
                      <a:lnTo>
                        <a:pt x="54" y="23"/>
                      </a:lnTo>
                      <a:lnTo>
                        <a:pt x="59" y="17"/>
                      </a:lnTo>
                      <a:lnTo>
                        <a:pt x="65" y="19"/>
                      </a:lnTo>
                      <a:lnTo>
                        <a:pt x="70" y="25"/>
                      </a:lnTo>
                      <a:lnTo>
                        <a:pt x="69" y="30"/>
                      </a:lnTo>
                      <a:lnTo>
                        <a:pt x="80" y="30"/>
                      </a:lnTo>
                      <a:lnTo>
                        <a:pt x="92" y="28"/>
                      </a:lnTo>
                      <a:lnTo>
                        <a:pt x="97" y="32"/>
                      </a:lnTo>
                      <a:lnTo>
                        <a:pt x="109" y="46"/>
                      </a:lnTo>
                    </a:path>
                  </a:pathLst>
                </a:custGeom>
                <a:solidFill>
                  <a:srgbClr val="FCFEB9"/>
                </a:solidFill>
                <a:ln w="12700" cap="rnd" cmpd="sng">
                  <a:solidFill>
                    <a:srgbClr val="000000"/>
                  </a:solidFill>
                  <a:prstDash val="solid"/>
                  <a:round/>
                  <a:headEnd/>
                  <a:tailEnd/>
                </a:ln>
              </p:spPr>
              <p:txBody>
                <a:bodyPr/>
                <a:lstStyle/>
                <a:p>
                  <a:pPr marL="0" marR="0" lvl="0" indent="0" algn="l" defTabSz="914400" rtl="0" eaLnBrk="1" fontAlgn="auto" latinLnBrk="0" hangingPunct="1">
                    <a:lnSpc>
                      <a:spcPct val="100000"/>
                    </a:lnSpc>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ea typeface="+mn-ea"/>
                    <a:cs typeface="+mn-cs"/>
                  </a:endParaRPr>
                </a:p>
              </p:txBody>
            </p:sp>
          </p:grpSp>
        </p:grpSp>
        <p:grpSp>
          <p:nvGrpSpPr>
            <p:cNvPr id="20487" name="Group 46"/>
            <p:cNvGrpSpPr>
              <a:grpSpLocks/>
            </p:cNvGrpSpPr>
            <p:nvPr/>
          </p:nvGrpSpPr>
          <p:grpSpPr bwMode="auto">
            <a:xfrm>
              <a:off x="3700" y="2583"/>
              <a:ext cx="967" cy="316"/>
              <a:chOff x="3700" y="2583"/>
              <a:chExt cx="967" cy="316"/>
            </a:xfrm>
          </p:grpSpPr>
          <p:sp>
            <p:nvSpPr>
              <p:cNvPr id="20497" name="Rectangle 47"/>
              <p:cNvSpPr>
                <a:spLocks noChangeArrowheads="1"/>
              </p:cNvSpPr>
              <p:nvPr/>
            </p:nvSpPr>
            <p:spPr bwMode="auto">
              <a:xfrm>
                <a:off x="3704" y="2583"/>
                <a:ext cx="961" cy="268"/>
              </a:xfrm>
              <a:prstGeom prst="rect">
                <a:avLst/>
              </a:prstGeom>
              <a:solidFill>
                <a:schemeClr val="bg1"/>
              </a:solidFill>
              <a:ln w="12700">
                <a:solidFill>
                  <a:schemeClr val="tx1"/>
                </a:solidFill>
                <a:miter lim="800000"/>
                <a:headEnd/>
                <a:tailEnd/>
              </a:ln>
              <a:effectLst>
                <a:outerShdw dist="107763" dir="2700000" algn="ctr" rotWithShape="0">
                  <a:schemeClr val="bg2"/>
                </a:outerShdw>
              </a:effectLst>
            </p:spPr>
            <p:txBody>
              <a:bodyPr wrap="none" anchor="ctr"/>
              <a:lstStyle>
                <a:lvl1pPr>
                  <a:spcBef>
                    <a:spcPct val="20000"/>
                  </a:spcBef>
                  <a:buClr>
                    <a:srgbClr val="B8CCE4"/>
                  </a:buClr>
                  <a:buFont typeface="Wingdings" panose="05000000000000000000" pitchFamily="2" charset="2"/>
                  <a:buChar char="§"/>
                  <a:defRPr sz="2000" b="1">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dirty="0">
                  <a:ln>
                    <a:noFill/>
                  </a:ln>
                  <a:solidFill>
                    <a:srgbClr val="0D0D0D"/>
                  </a:solidFill>
                  <a:effectLst/>
                  <a:uLnTx/>
                  <a:uFillTx/>
                  <a:latin typeface="+mn-lt"/>
                  <a:ea typeface="+mn-ea"/>
                  <a:cs typeface="Arial" panose="020B0604020202020204" pitchFamily="34" charset="0"/>
                </a:endParaRPr>
              </a:p>
            </p:txBody>
          </p:sp>
          <p:sp>
            <p:nvSpPr>
              <p:cNvPr id="20498" name="Rectangle 48"/>
              <p:cNvSpPr>
                <a:spLocks noChangeArrowheads="1"/>
              </p:cNvSpPr>
              <p:nvPr/>
            </p:nvSpPr>
            <p:spPr bwMode="auto">
              <a:xfrm>
                <a:off x="3700" y="2611"/>
                <a:ext cx="96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9" rIns="92075" bIns="46039">
                <a:spAutoFit/>
              </a:bodyPr>
              <a:lstStyle>
                <a:lvl1pPr defTabSz="739775">
                  <a:spcBef>
                    <a:spcPct val="20000"/>
                  </a:spcBef>
                  <a:buClr>
                    <a:srgbClr val="B8CCE4"/>
                  </a:buClr>
                  <a:buFont typeface="Wingdings" panose="05000000000000000000" pitchFamily="2" charset="2"/>
                  <a:buChar char="§"/>
                  <a:defRPr sz="2000" b="1">
                    <a:solidFill>
                      <a:schemeClr val="tx1"/>
                    </a:solidFill>
                    <a:latin typeface="Arial" panose="020B0604020202020204" pitchFamily="34" charset="0"/>
                    <a:cs typeface="Arial" panose="020B0604020202020204" pitchFamily="34" charset="0"/>
                  </a:defRPr>
                </a:lvl1pPr>
                <a:lvl2pPr marL="742950" indent="-285750" defTabSz="739775">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2pPr>
                <a:lvl3pPr marL="1143000" indent="-228600" defTabSz="739775">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3pPr>
                <a:lvl4pPr marL="1600200" indent="-228600" defTabSz="739775">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defTabSz="739775">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defTabSz="739775"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defTabSz="739775"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defTabSz="739775"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defTabSz="739775"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marL="0" marR="0" lvl="0" indent="0" algn="ctr" defTabSz="739775"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mn-lt"/>
                    <a:ea typeface="+mn-ea"/>
                    <a:cs typeface="Arial" panose="020B0604020202020204" pitchFamily="34" charset="0"/>
                  </a:rPr>
                  <a:t>HTTP</a:t>
                </a:r>
              </a:p>
            </p:txBody>
          </p:sp>
        </p:grpSp>
        <p:grpSp>
          <p:nvGrpSpPr>
            <p:cNvPr id="20488" name="Group 49"/>
            <p:cNvGrpSpPr>
              <a:grpSpLocks/>
            </p:cNvGrpSpPr>
            <p:nvPr/>
          </p:nvGrpSpPr>
          <p:grpSpPr bwMode="auto">
            <a:xfrm>
              <a:off x="3700" y="2904"/>
              <a:ext cx="967" cy="316"/>
              <a:chOff x="3700" y="2904"/>
              <a:chExt cx="967" cy="316"/>
            </a:xfrm>
          </p:grpSpPr>
          <p:sp>
            <p:nvSpPr>
              <p:cNvPr id="20495" name="Rectangle 50"/>
              <p:cNvSpPr>
                <a:spLocks noChangeArrowheads="1"/>
              </p:cNvSpPr>
              <p:nvPr/>
            </p:nvSpPr>
            <p:spPr bwMode="auto">
              <a:xfrm>
                <a:off x="3704" y="2904"/>
                <a:ext cx="961" cy="268"/>
              </a:xfrm>
              <a:prstGeom prst="rect">
                <a:avLst/>
              </a:prstGeom>
              <a:solidFill>
                <a:schemeClr val="bg1"/>
              </a:solidFill>
              <a:ln w="12700">
                <a:solidFill>
                  <a:schemeClr val="tx1"/>
                </a:solidFill>
                <a:miter lim="800000"/>
                <a:headEnd/>
                <a:tailEnd/>
              </a:ln>
              <a:effectLst>
                <a:outerShdw dist="107763" dir="2700000" algn="ctr" rotWithShape="0">
                  <a:schemeClr val="bg2"/>
                </a:outerShdw>
              </a:effectLst>
            </p:spPr>
            <p:txBody>
              <a:bodyPr wrap="none" anchor="ctr"/>
              <a:lstStyle>
                <a:lvl1pPr>
                  <a:spcBef>
                    <a:spcPct val="20000"/>
                  </a:spcBef>
                  <a:buClr>
                    <a:srgbClr val="B8CCE4"/>
                  </a:buClr>
                  <a:buFont typeface="Wingdings" panose="05000000000000000000" pitchFamily="2" charset="2"/>
                  <a:buChar char="§"/>
                  <a:defRPr sz="2000" b="1">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dirty="0">
                  <a:ln>
                    <a:noFill/>
                  </a:ln>
                  <a:solidFill>
                    <a:srgbClr val="0D0D0D"/>
                  </a:solidFill>
                  <a:effectLst/>
                  <a:uLnTx/>
                  <a:uFillTx/>
                  <a:latin typeface="+mn-lt"/>
                  <a:ea typeface="+mn-ea"/>
                  <a:cs typeface="Arial" panose="020B0604020202020204" pitchFamily="34" charset="0"/>
                </a:endParaRPr>
              </a:p>
            </p:txBody>
          </p:sp>
          <p:sp>
            <p:nvSpPr>
              <p:cNvPr id="20496" name="Rectangle 51"/>
              <p:cNvSpPr>
                <a:spLocks noChangeArrowheads="1"/>
              </p:cNvSpPr>
              <p:nvPr/>
            </p:nvSpPr>
            <p:spPr bwMode="auto">
              <a:xfrm>
                <a:off x="3700" y="2932"/>
                <a:ext cx="96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9" rIns="92075" bIns="46039">
                <a:spAutoFit/>
              </a:bodyPr>
              <a:lstStyle>
                <a:lvl1pPr defTabSz="739775">
                  <a:spcBef>
                    <a:spcPct val="20000"/>
                  </a:spcBef>
                  <a:buClr>
                    <a:srgbClr val="B8CCE4"/>
                  </a:buClr>
                  <a:buFont typeface="Wingdings" panose="05000000000000000000" pitchFamily="2" charset="2"/>
                  <a:buChar char="§"/>
                  <a:defRPr sz="2000" b="1">
                    <a:solidFill>
                      <a:schemeClr val="tx1"/>
                    </a:solidFill>
                    <a:latin typeface="Arial" panose="020B0604020202020204" pitchFamily="34" charset="0"/>
                    <a:cs typeface="Arial" panose="020B0604020202020204" pitchFamily="34" charset="0"/>
                  </a:defRPr>
                </a:lvl1pPr>
                <a:lvl2pPr marL="742950" indent="-285750" defTabSz="739775">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2pPr>
                <a:lvl3pPr marL="1143000" indent="-228600" defTabSz="739775">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3pPr>
                <a:lvl4pPr marL="1600200" indent="-228600" defTabSz="739775">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defTabSz="739775">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defTabSz="739775"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defTabSz="739775"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defTabSz="739775"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defTabSz="739775"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marL="0" marR="0" lvl="0" indent="0" algn="ctr" defTabSz="739775"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mn-lt"/>
                    <a:ea typeface="+mn-ea"/>
                    <a:cs typeface="Arial" panose="020B0604020202020204" pitchFamily="34" charset="0"/>
                  </a:rPr>
                  <a:t>TCP</a:t>
                </a:r>
              </a:p>
            </p:txBody>
          </p:sp>
        </p:grpSp>
        <p:grpSp>
          <p:nvGrpSpPr>
            <p:cNvPr id="20489" name="Group 52"/>
            <p:cNvGrpSpPr>
              <a:grpSpLocks/>
            </p:cNvGrpSpPr>
            <p:nvPr/>
          </p:nvGrpSpPr>
          <p:grpSpPr bwMode="auto">
            <a:xfrm>
              <a:off x="3700" y="3225"/>
              <a:ext cx="967" cy="316"/>
              <a:chOff x="3700" y="3225"/>
              <a:chExt cx="967" cy="316"/>
            </a:xfrm>
          </p:grpSpPr>
          <p:sp>
            <p:nvSpPr>
              <p:cNvPr id="20493" name="Rectangle 53"/>
              <p:cNvSpPr>
                <a:spLocks noChangeArrowheads="1"/>
              </p:cNvSpPr>
              <p:nvPr/>
            </p:nvSpPr>
            <p:spPr bwMode="auto">
              <a:xfrm>
                <a:off x="3704" y="3225"/>
                <a:ext cx="961" cy="268"/>
              </a:xfrm>
              <a:prstGeom prst="rect">
                <a:avLst/>
              </a:prstGeom>
              <a:solidFill>
                <a:schemeClr val="bg1"/>
              </a:solidFill>
              <a:ln w="12700">
                <a:solidFill>
                  <a:schemeClr val="tx1"/>
                </a:solidFill>
                <a:miter lim="800000"/>
                <a:headEnd/>
                <a:tailEnd/>
              </a:ln>
              <a:effectLst>
                <a:outerShdw dist="107763" dir="2700000" algn="ctr" rotWithShape="0">
                  <a:schemeClr val="bg2"/>
                </a:outerShdw>
              </a:effectLst>
            </p:spPr>
            <p:txBody>
              <a:bodyPr wrap="none" anchor="ctr"/>
              <a:lstStyle>
                <a:lvl1pPr>
                  <a:spcBef>
                    <a:spcPct val="20000"/>
                  </a:spcBef>
                  <a:buClr>
                    <a:srgbClr val="B8CCE4"/>
                  </a:buClr>
                  <a:buFont typeface="Wingdings" panose="05000000000000000000" pitchFamily="2" charset="2"/>
                  <a:buChar char="§"/>
                  <a:defRPr sz="2000" b="1">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dirty="0">
                  <a:ln>
                    <a:noFill/>
                  </a:ln>
                  <a:solidFill>
                    <a:srgbClr val="0D0D0D"/>
                  </a:solidFill>
                  <a:effectLst/>
                  <a:uLnTx/>
                  <a:uFillTx/>
                  <a:latin typeface="+mn-lt"/>
                  <a:ea typeface="+mn-ea"/>
                  <a:cs typeface="Arial" panose="020B0604020202020204" pitchFamily="34" charset="0"/>
                </a:endParaRPr>
              </a:p>
            </p:txBody>
          </p:sp>
          <p:sp>
            <p:nvSpPr>
              <p:cNvPr id="20494" name="Rectangle 54"/>
              <p:cNvSpPr>
                <a:spLocks noChangeArrowheads="1"/>
              </p:cNvSpPr>
              <p:nvPr/>
            </p:nvSpPr>
            <p:spPr bwMode="auto">
              <a:xfrm>
                <a:off x="3700" y="3253"/>
                <a:ext cx="96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9" rIns="92075" bIns="46039">
                <a:spAutoFit/>
              </a:bodyPr>
              <a:lstStyle>
                <a:lvl1pPr defTabSz="739775">
                  <a:spcBef>
                    <a:spcPct val="20000"/>
                  </a:spcBef>
                  <a:buClr>
                    <a:srgbClr val="B8CCE4"/>
                  </a:buClr>
                  <a:buFont typeface="Wingdings" panose="05000000000000000000" pitchFamily="2" charset="2"/>
                  <a:buChar char="§"/>
                  <a:defRPr sz="2000" b="1">
                    <a:solidFill>
                      <a:schemeClr val="tx1"/>
                    </a:solidFill>
                    <a:latin typeface="Arial" panose="020B0604020202020204" pitchFamily="34" charset="0"/>
                    <a:cs typeface="Arial" panose="020B0604020202020204" pitchFamily="34" charset="0"/>
                  </a:defRPr>
                </a:lvl1pPr>
                <a:lvl2pPr marL="742950" indent="-285750" defTabSz="739775">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2pPr>
                <a:lvl3pPr marL="1143000" indent="-228600" defTabSz="739775">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3pPr>
                <a:lvl4pPr marL="1600200" indent="-228600" defTabSz="739775">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defTabSz="739775">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defTabSz="739775"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defTabSz="739775"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defTabSz="739775"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defTabSz="739775"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marL="0" marR="0" lvl="0" indent="0" algn="ctr" defTabSz="739775"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mn-lt"/>
                    <a:ea typeface="+mn-ea"/>
                    <a:cs typeface="Arial" panose="020B0604020202020204" pitchFamily="34" charset="0"/>
                  </a:rPr>
                  <a:t>IP</a:t>
                </a:r>
              </a:p>
            </p:txBody>
          </p:sp>
        </p:grpSp>
        <p:grpSp>
          <p:nvGrpSpPr>
            <p:cNvPr id="20490" name="Group 55"/>
            <p:cNvGrpSpPr>
              <a:grpSpLocks/>
            </p:cNvGrpSpPr>
            <p:nvPr/>
          </p:nvGrpSpPr>
          <p:grpSpPr bwMode="auto">
            <a:xfrm>
              <a:off x="3700" y="3546"/>
              <a:ext cx="967" cy="316"/>
              <a:chOff x="3700" y="3546"/>
              <a:chExt cx="967" cy="316"/>
            </a:xfrm>
          </p:grpSpPr>
          <p:sp>
            <p:nvSpPr>
              <p:cNvPr id="20491" name="Rectangle 56"/>
              <p:cNvSpPr>
                <a:spLocks noChangeArrowheads="1"/>
              </p:cNvSpPr>
              <p:nvPr/>
            </p:nvSpPr>
            <p:spPr bwMode="auto">
              <a:xfrm>
                <a:off x="3704" y="3546"/>
                <a:ext cx="961" cy="268"/>
              </a:xfrm>
              <a:prstGeom prst="rect">
                <a:avLst/>
              </a:prstGeom>
              <a:solidFill>
                <a:schemeClr val="bg1"/>
              </a:solidFill>
              <a:ln w="12700">
                <a:solidFill>
                  <a:schemeClr val="tx1"/>
                </a:solidFill>
                <a:miter lim="800000"/>
                <a:headEnd/>
                <a:tailEnd/>
              </a:ln>
              <a:effectLst>
                <a:outerShdw dist="107763" dir="2700000" algn="ctr" rotWithShape="0">
                  <a:schemeClr val="bg2"/>
                </a:outerShdw>
              </a:effectLst>
            </p:spPr>
            <p:txBody>
              <a:bodyPr wrap="none" anchor="ctr"/>
              <a:lstStyle>
                <a:lvl1pPr>
                  <a:spcBef>
                    <a:spcPct val="20000"/>
                  </a:spcBef>
                  <a:buClr>
                    <a:srgbClr val="B8CCE4"/>
                  </a:buClr>
                  <a:buFont typeface="Wingdings" panose="05000000000000000000" pitchFamily="2" charset="2"/>
                  <a:buChar char="§"/>
                  <a:defRPr sz="2000" b="1">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dirty="0">
                  <a:ln>
                    <a:noFill/>
                  </a:ln>
                  <a:solidFill>
                    <a:srgbClr val="0D0D0D"/>
                  </a:solidFill>
                  <a:effectLst/>
                  <a:uLnTx/>
                  <a:uFillTx/>
                  <a:latin typeface="+mn-lt"/>
                  <a:ea typeface="+mn-ea"/>
                  <a:cs typeface="Arial" panose="020B0604020202020204" pitchFamily="34" charset="0"/>
                </a:endParaRPr>
              </a:p>
            </p:txBody>
          </p:sp>
          <p:sp>
            <p:nvSpPr>
              <p:cNvPr id="20492" name="Rectangle 57"/>
              <p:cNvSpPr>
                <a:spLocks noChangeArrowheads="1"/>
              </p:cNvSpPr>
              <p:nvPr/>
            </p:nvSpPr>
            <p:spPr bwMode="auto">
              <a:xfrm>
                <a:off x="3700" y="3574"/>
                <a:ext cx="96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9" rIns="92075" bIns="46039">
                <a:spAutoFit/>
              </a:bodyPr>
              <a:lstStyle>
                <a:lvl1pPr defTabSz="739775">
                  <a:spcBef>
                    <a:spcPct val="20000"/>
                  </a:spcBef>
                  <a:buClr>
                    <a:srgbClr val="B8CCE4"/>
                  </a:buClr>
                  <a:buFont typeface="Wingdings" panose="05000000000000000000" pitchFamily="2" charset="2"/>
                  <a:buChar char="§"/>
                  <a:defRPr sz="2000" b="1">
                    <a:solidFill>
                      <a:schemeClr val="tx1"/>
                    </a:solidFill>
                    <a:latin typeface="Arial" panose="020B0604020202020204" pitchFamily="34" charset="0"/>
                    <a:cs typeface="Arial" panose="020B0604020202020204" pitchFamily="34" charset="0"/>
                  </a:defRPr>
                </a:lvl1pPr>
                <a:lvl2pPr marL="742950" indent="-285750" defTabSz="739775">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2pPr>
                <a:lvl3pPr marL="1143000" indent="-228600" defTabSz="739775">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3pPr>
                <a:lvl4pPr marL="1600200" indent="-228600" defTabSz="739775">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defTabSz="739775">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defTabSz="739775"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defTabSz="739775"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defTabSz="739775"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defTabSz="739775"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marL="0" marR="0" lvl="0" indent="0" algn="ctr" defTabSz="739775"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mn-lt"/>
                    <a:ea typeface="+mn-ea"/>
                    <a:cs typeface="Arial" panose="020B0604020202020204" pitchFamily="34" charset="0"/>
                  </a:rPr>
                  <a:t>Network</a:t>
                </a:r>
              </a:p>
            </p:txBody>
          </p:sp>
        </p:grpSp>
      </p:grpSp>
      <p:sp>
        <p:nvSpPr>
          <p:cNvPr id="6" name="Slide Number Placeholder 5">
            <a:extLst>
              <a:ext uri="{FF2B5EF4-FFF2-40B4-BE49-F238E27FC236}">
                <a16:creationId xmlns:a16="http://schemas.microsoft.com/office/drawing/2014/main" id="{FEA391FE-2D52-90DC-5E5B-3573B934ABB4}"/>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10</a:t>
            </a:fld>
            <a:endParaRPr lang="en-GB" noProof="0" dirty="0"/>
          </a:p>
        </p:txBody>
      </p:sp>
    </p:spTree>
    <p:extLst>
      <p:ext uri="{BB962C8B-B14F-4D97-AF65-F5344CB8AC3E}">
        <p14:creationId xmlns:p14="http://schemas.microsoft.com/office/powerpoint/2010/main" val="1118429550"/>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3B156F11-BBAD-E4C4-B801-86B99F42692F}"/>
              </a:ext>
            </a:extLst>
          </p:cNvPr>
          <p:cNvSpPr>
            <a:spLocks noGrp="1"/>
          </p:cNvSpPr>
          <p:nvPr>
            <p:ph type="body" sz="quarter" idx="13"/>
          </p:nvPr>
        </p:nvSpPr>
        <p:spPr/>
        <p:txBody>
          <a:bodyPr/>
          <a:lstStyle/>
          <a:p>
            <a:r>
              <a:rPr lang="en-GB" b="1" noProof="0" dirty="0"/>
              <a:t>Client request:</a:t>
            </a:r>
          </a:p>
          <a:p>
            <a:pPr marL="285750" indent="-285750">
              <a:buFont typeface="Arial" panose="020B0604020202020204" pitchFamily="34" charset="0"/>
              <a:buChar char="•"/>
            </a:pPr>
            <a:r>
              <a:rPr lang="en-GB" noProof="0" dirty="0"/>
              <a:t>Method, resource, HTTP version</a:t>
            </a:r>
          </a:p>
          <a:p>
            <a:pPr marL="285750" indent="-285750">
              <a:buFont typeface="Arial" panose="020B0604020202020204" pitchFamily="34" charset="0"/>
              <a:buChar char="•"/>
            </a:pPr>
            <a:r>
              <a:rPr lang="en-GB" noProof="0" dirty="0"/>
              <a:t>MIME type header and message</a:t>
            </a:r>
          </a:p>
          <a:p>
            <a:endParaRPr lang="en-GB" noProof="0" dirty="0"/>
          </a:p>
          <a:p>
            <a:r>
              <a:rPr lang="en-GB" b="1" noProof="0" dirty="0"/>
              <a:t>Server response:</a:t>
            </a:r>
          </a:p>
          <a:p>
            <a:pPr marL="285750" indent="-285750">
              <a:buFont typeface="Arial" panose="020B0604020202020204" pitchFamily="34" charset="0"/>
              <a:buChar char="•"/>
            </a:pPr>
            <a:r>
              <a:rPr lang="en-GB" noProof="0" dirty="0"/>
              <a:t>HTTP version and standard response code</a:t>
            </a:r>
          </a:p>
          <a:p>
            <a:pPr marL="285750" indent="-285750">
              <a:buFont typeface="Arial" panose="020B0604020202020204" pitchFamily="34" charset="0"/>
              <a:buChar char="•"/>
            </a:pPr>
            <a:r>
              <a:rPr lang="en-GB" noProof="0" dirty="0"/>
              <a:t>MIME type header and message</a:t>
            </a:r>
          </a:p>
        </p:txBody>
      </p:sp>
      <p:sp>
        <p:nvSpPr>
          <p:cNvPr id="3" name="Title 2">
            <a:extLst>
              <a:ext uri="{FF2B5EF4-FFF2-40B4-BE49-F238E27FC236}">
                <a16:creationId xmlns:a16="http://schemas.microsoft.com/office/drawing/2014/main" id="{B6ECFF39-8FF0-8C15-CE9E-D873C57B2838}"/>
              </a:ext>
            </a:extLst>
          </p:cNvPr>
          <p:cNvSpPr>
            <a:spLocks noGrp="1"/>
          </p:cNvSpPr>
          <p:nvPr>
            <p:ph type="ctrTitle"/>
          </p:nvPr>
        </p:nvSpPr>
        <p:spPr>
          <a:xfrm>
            <a:off x="443921" y="500194"/>
            <a:ext cx="10800000" cy="858985"/>
          </a:xfrm>
        </p:spPr>
        <p:txBody>
          <a:bodyPr/>
          <a:lstStyle/>
          <a:p>
            <a:r>
              <a:rPr lang="en-GB" noProof="0" dirty="0"/>
              <a:t>HTTP interactions</a:t>
            </a:r>
          </a:p>
        </p:txBody>
      </p:sp>
      <p:grpSp>
        <p:nvGrpSpPr>
          <p:cNvPr id="26628" name="Group 4"/>
          <p:cNvGrpSpPr>
            <a:grpSpLocks/>
          </p:cNvGrpSpPr>
          <p:nvPr/>
        </p:nvGrpSpPr>
        <p:grpSpPr bwMode="auto">
          <a:xfrm>
            <a:off x="4732438" y="4935633"/>
            <a:ext cx="925513" cy="965200"/>
            <a:chOff x="752" y="2908"/>
            <a:chExt cx="631" cy="608"/>
          </a:xfrm>
        </p:grpSpPr>
        <p:sp>
          <p:nvSpPr>
            <p:cNvPr id="26636" name="Freeform 5"/>
            <p:cNvSpPr>
              <a:spLocks/>
            </p:cNvSpPr>
            <p:nvPr/>
          </p:nvSpPr>
          <p:spPr bwMode="auto">
            <a:xfrm>
              <a:off x="752" y="3366"/>
              <a:ext cx="599" cy="150"/>
            </a:xfrm>
            <a:custGeom>
              <a:avLst/>
              <a:gdLst>
                <a:gd name="T0" fmla="*/ 506 w 599"/>
                <a:gd name="T1" fmla="*/ 60 h 150"/>
                <a:gd name="T2" fmla="*/ 315 w 599"/>
                <a:gd name="T3" fmla="*/ 0 h 150"/>
                <a:gd name="T4" fmla="*/ 0 w 599"/>
                <a:gd name="T5" fmla="*/ 11 h 150"/>
                <a:gd name="T6" fmla="*/ 98 w 599"/>
                <a:gd name="T7" fmla="*/ 103 h 150"/>
                <a:gd name="T8" fmla="*/ 80 w 599"/>
                <a:gd name="T9" fmla="*/ 110 h 150"/>
                <a:gd name="T10" fmla="*/ 143 w 599"/>
                <a:gd name="T11" fmla="*/ 149 h 150"/>
                <a:gd name="T12" fmla="*/ 598 w 599"/>
                <a:gd name="T13" fmla="*/ 124 h 150"/>
                <a:gd name="T14" fmla="*/ 506 w 599"/>
                <a:gd name="T15" fmla="*/ 60 h 150"/>
                <a:gd name="T16" fmla="*/ 0 60000 65536"/>
                <a:gd name="T17" fmla="*/ 0 60000 65536"/>
                <a:gd name="T18" fmla="*/ 0 60000 65536"/>
                <a:gd name="T19" fmla="*/ 0 60000 65536"/>
                <a:gd name="T20" fmla="*/ 0 60000 65536"/>
                <a:gd name="T21" fmla="*/ 0 60000 65536"/>
                <a:gd name="T22" fmla="*/ 0 60000 65536"/>
                <a:gd name="T23" fmla="*/ 0 60000 65536"/>
                <a:gd name="T24" fmla="*/ 0 w 599"/>
                <a:gd name="T25" fmla="*/ 0 h 150"/>
                <a:gd name="T26" fmla="*/ 599 w 599"/>
                <a:gd name="T27" fmla="*/ 150 h 15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99" h="150">
                  <a:moveTo>
                    <a:pt x="506" y="60"/>
                  </a:moveTo>
                  <a:lnTo>
                    <a:pt x="315" y="0"/>
                  </a:lnTo>
                  <a:lnTo>
                    <a:pt x="0" y="11"/>
                  </a:lnTo>
                  <a:lnTo>
                    <a:pt x="98" y="103"/>
                  </a:lnTo>
                  <a:lnTo>
                    <a:pt x="80" y="110"/>
                  </a:lnTo>
                  <a:lnTo>
                    <a:pt x="143" y="149"/>
                  </a:lnTo>
                  <a:lnTo>
                    <a:pt x="598" y="124"/>
                  </a:lnTo>
                  <a:lnTo>
                    <a:pt x="506" y="60"/>
                  </a:lnTo>
                </a:path>
              </a:pathLst>
            </a:custGeom>
            <a:solidFill>
              <a:srgbClr val="80808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26637" name="Freeform 6"/>
            <p:cNvSpPr>
              <a:spLocks/>
            </p:cNvSpPr>
            <p:nvPr/>
          </p:nvSpPr>
          <p:spPr bwMode="auto">
            <a:xfrm>
              <a:off x="770" y="3190"/>
              <a:ext cx="128" cy="229"/>
            </a:xfrm>
            <a:custGeom>
              <a:avLst/>
              <a:gdLst>
                <a:gd name="T0" fmla="*/ 127 w 128"/>
                <a:gd name="T1" fmla="*/ 71 h 229"/>
                <a:gd name="T2" fmla="*/ 0 w 128"/>
                <a:gd name="T3" fmla="*/ 0 h 229"/>
                <a:gd name="T4" fmla="*/ 1 w 128"/>
                <a:gd name="T5" fmla="*/ 129 h 229"/>
                <a:gd name="T6" fmla="*/ 127 w 128"/>
                <a:gd name="T7" fmla="*/ 228 h 229"/>
                <a:gd name="T8" fmla="*/ 127 w 128"/>
                <a:gd name="T9" fmla="*/ 71 h 229"/>
                <a:gd name="T10" fmla="*/ 0 60000 65536"/>
                <a:gd name="T11" fmla="*/ 0 60000 65536"/>
                <a:gd name="T12" fmla="*/ 0 60000 65536"/>
                <a:gd name="T13" fmla="*/ 0 60000 65536"/>
                <a:gd name="T14" fmla="*/ 0 60000 65536"/>
                <a:gd name="T15" fmla="*/ 0 w 128"/>
                <a:gd name="T16" fmla="*/ 0 h 229"/>
                <a:gd name="T17" fmla="*/ 128 w 128"/>
                <a:gd name="T18" fmla="*/ 229 h 229"/>
              </a:gdLst>
              <a:ahLst/>
              <a:cxnLst>
                <a:cxn ang="T10">
                  <a:pos x="T0" y="T1"/>
                </a:cxn>
                <a:cxn ang="T11">
                  <a:pos x="T2" y="T3"/>
                </a:cxn>
                <a:cxn ang="T12">
                  <a:pos x="T4" y="T5"/>
                </a:cxn>
                <a:cxn ang="T13">
                  <a:pos x="T6" y="T7"/>
                </a:cxn>
                <a:cxn ang="T14">
                  <a:pos x="T8" y="T9"/>
                </a:cxn>
              </a:cxnLst>
              <a:rect l="T15" t="T16" r="T17" b="T18"/>
              <a:pathLst>
                <a:path w="128" h="229">
                  <a:moveTo>
                    <a:pt x="127" y="71"/>
                  </a:moveTo>
                  <a:lnTo>
                    <a:pt x="0" y="0"/>
                  </a:lnTo>
                  <a:lnTo>
                    <a:pt x="1" y="129"/>
                  </a:lnTo>
                  <a:lnTo>
                    <a:pt x="127" y="228"/>
                  </a:lnTo>
                  <a:lnTo>
                    <a:pt x="127" y="71"/>
                  </a:lnTo>
                </a:path>
              </a:pathLst>
            </a:custGeom>
            <a:solidFill>
              <a:srgbClr val="80604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26638" name="Freeform 7"/>
            <p:cNvSpPr>
              <a:spLocks/>
            </p:cNvSpPr>
            <p:nvPr/>
          </p:nvSpPr>
          <p:spPr bwMode="auto">
            <a:xfrm>
              <a:off x="770" y="3186"/>
              <a:ext cx="503" cy="77"/>
            </a:xfrm>
            <a:custGeom>
              <a:avLst/>
              <a:gdLst>
                <a:gd name="T0" fmla="*/ 502 w 503"/>
                <a:gd name="T1" fmla="*/ 59 h 77"/>
                <a:gd name="T2" fmla="*/ 411 w 503"/>
                <a:gd name="T3" fmla="*/ 15 h 77"/>
                <a:gd name="T4" fmla="*/ 140 w 503"/>
                <a:gd name="T5" fmla="*/ 0 h 77"/>
                <a:gd name="T6" fmla="*/ 0 w 503"/>
                <a:gd name="T7" fmla="*/ 6 h 77"/>
                <a:gd name="T8" fmla="*/ 127 w 503"/>
                <a:gd name="T9" fmla="*/ 76 h 77"/>
                <a:gd name="T10" fmla="*/ 502 w 503"/>
                <a:gd name="T11" fmla="*/ 59 h 77"/>
                <a:gd name="T12" fmla="*/ 0 60000 65536"/>
                <a:gd name="T13" fmla="*/ 0 60000 65536"/>
                <a:gd name="T14" fmla="*/ 0 60000 65536"/>
                <a:gd name="T15" fmla="*/ 0 60000 65536"/>
                <a:gd name="T16" fmla="*/ 0 60000 65536"/>
                <a:gd name="T17" fmla="*/ 0 60000 65536"/>
                <a:gd name="T18" fmla="*/ 0 w 503"/>
                <a:gd name="T19" fmla="*/ 0 h 77"/>
                <a:gd name="T20" fmla="*/ 503 w 503"/>
                <a:gd name="T21" fmla="*/ 77 h 77"/>
              </a:gdLst>
              <a:ahLst/>
              <a:cxnLst>
                <a:cxn ang="T12">
                  <a:pos x="T0" y="T1"/>
                </a:cxn>
                <a:cxn ang="T13">
                  <a:pos x="T2" y="T3"/>
                </a:cxn>
                <a:cxn ang="T14">
                  <a:pos x="T4" y="T5"/>
                </a:cxn>
                <a:cxn ang="T15">
                  <a:pos x="T6" y="T7"/>
                </a:cxn>
                <a:cxn ang="T16">
                  <a:pos x="T8" y="T9"/>
                </a:cxn>
                <a:cxn ang="T17">
                  <a:pos x="T10" y="T11"/>
                </a:cxn>
              </a:cxnLst>
              <a:rect l="T18" t="T19" r="T20" b="T21"/>
              <a:pathLst>
                <a:path w="503" h="77">
                  <a:moveTo>
                    <a:pt x="502" y="59"/>
                  </a:moveTo>
                  <a:lnTo>
                    <a:pt x="411" y="15"/>
                  </a:lnTo>
                  <a:lnTo>
                    <a:pt x="140" y="0"/>
                  </a:lnTo>
                  <a:lnTo>
                    <a:pt x="0" y="6"/>
                  </a:lnTo>
                  <a:lnTo>
                    <a:pt x="127" y="76"/>
                  </a:lnTo>
                  <a:lnTo>
                    <a:pt x="502" y="59"/>
                  </a:lnTo>
                </a:path>
              </a:pathLst>
            </a:custGeom>
            <a:solidFill>
              <a:srgbClr val="FFC08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26639" name="Freeform 8"/>
            <p:cNvSpPr>
              <a:spLocks/>
            </p:cNvSpPr>
            <p:nvPr/>
          </p:nvSpPr>
          <p:spPr bwMode="auto">
            <a:xfrm>
              <a:off x="897" y="3249"/>
              <a:ext cx="376" cy="121"/>
            </a:xfrm>
            <a:custGeom>
              <a:avLst/>
              <a:gdLst>
                <a:gd name="T0" fmla="*/ 375 w 376"/>
                <a:gd name="T1" fmla="*/ 0 h 121"/>
                <a:gd name="T2" fmla="*/ 2 w 376"/>
                <a:gd name="T3" fmla="*/ 16 h 121"/>
                <a:gd name="T4" fmla="*/ 0 w 376"/>
                <a:gd name="T5" fmla="*/ 120 h 121"/>
                <a:gd name="T6" fmla="*/ 375 w 376"/>
                <a:gd name="T7" fmla="*/ 107 h 121"/>
                <a:gd name="T8" fmla="*/ 375 w 376"/>
                <a:gd name="T9" fmla="*/ 0 h 121"/>
                <a:gd name="T10" fmla="*/ 0 60000 65536"/>
                <a:gd name="T11" fmla="*/ 0 60000 65536"/>
                <a:gd name="T12" fmla="*/ 0 60000 65536"/>
                <a:gd name="T13" fmla="*/ 0 60000 65536"/>
                <a:gd name="T14" fmla="*/ 0 60000 65536"/>
                <a:gd name="T15" fmla="*/ 0 w 376"/>
                <a:gd name="T16" fmla="*/ 0 h 121"/>
                <a:gd name="T17" fmla="*/ 376 w 376"/>
                <a:gd name="T18" fmla="*/ 121 h 121"/>
              </a:gdLst>
              <a:ahLst/>
              <a:cxnLst>
                <a:cxn ang="T10">
                  <a:pos x="T0" y="T1"/>
                </a:cxn>
                <a:cxn ang="T11">
                  <a:pos x="T2" y="T3"/>
                </a:cxn>
                <a:cxn ang="T12">
                  <a:pos x="T4" y="T5"/>
                </a:cxn>
                <a:cxn ang="T13">
                  <a:pos x="T6" y="T7"/>
                </a:cxn>
                <a:cxn ang="T14">
                  <a:pos x="T8" y="T9"/>
                </a:cxn>
              </a:cxnLst>
              <a:rect l="T15" t="T16" r="T17" b="T18"/>
              <a:pathLst>
                <a:path w="376" h="121">
                  <a:moveTo>
                    <a:pt x="375" y="0"/>
                  </a:moveTo>
                  <a:lnTo>
                    <a:pt x="2" y="16"/>
                  </a:lnTo>
                  <a:lnTo>
                    <a:pt x="0" y="120"/>
                  </a:lnTo>
                  <a:lnTo>
                    <a:pt x="375" y="107"/>
                  </a:lnTo>
                  <a:lnTo>
                    <a:pt x="375" y="0"/>
                  </a:lnTo>
                </a:path>
              </a:pathLst>
            </a:custGeom>
            <a:solidFill>
              <a:srgbClr val="E0A06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26640" name="Freeform 9"/>
            <p:cNvSpPr>
              <a:spLocks/>
            </p:cNvSpPr>
            <p:nvPr/>
          </p:nvSpPr>
          <p:spPr bwMode="auto">
            <a:xfrm>
              <a:off x="926" y="3177"/>
              <a:ext cx="247" cy="57"/>
            </a:xfrm>
            <a:custGeom>
              <a:avLst/>
              <a:gdLst>
                <a:gd name="T0" fmla="*/ 0 w 247"/>
                <a:gd name="T1" fmla="*/ 56 h 57"/>
                <a:gd name="T2" fmla="*/ 246 w 247"/>
                <a:gd name="T3" fmla="*/ 46 h 57"/>
                <a:gd name="T4" fmla="*/ 246 w 247"/>
                <a:gd name="T5" fmla="*/ 0 h 57"/>
                <a:gd name="T6" fmla="*/ 0 w 247"/>
                <a:gd name="T7" fmla="*/ 7 h 57"/>
                <a:gd name="T8" fmla="*/ 0 w 247"/>
                <a:gd name="T9" fmla="*/ 56 h 57"/>
                <a:gd name="T10" fmla="*/ 0 60000 65536"/>
                <a:gd name="T11" fmla="*/ 0 60000 65536"/>
                <a:gd name="T12" fmla="*/ 0 60000 65536"/>
                <a:gd name="T13" fmla="*/ 0 60000 65536"/>
                <a:gd name="T14" fmla="*/ 0 60000 65536"/>
                <a:gd name="T15" fmla="*/ 0 w 247"/>
                <a:gd name="T16" fmla="*/ 0 h 57"/>
                <a:gd name="T17" fmla="*/ 247 w 247"/>
                <a:gd name="T18" fmla="*/ 57 h 57"/>
              </a:gdLst>
              <a:ahLst/>
              <a:cxnLst>
                <a:cxn ang="T10">
                  <a:pos x="T0" y="T1"/>
                </a:cxn>
                <a:cxn ang="T11">
                  <a:pos x="T2" y="T3"/>
                </a:cxn>
                <a:cxn ang="T12">
                  <a:pos x="T4" y="T5"/>
                </a:cxn>
                <a:cxn ang="T13">
                  <a:pos x="T6" y="T7"/>
                </a:cxn>
                <a:cxn ang="T14">
                  <a:pos x="T8" y="T9"/>
                </a:cxn>
              </a:cxnLst>
              <a:rect l="T15" t="T16" r="T17" b="T18"/>
              <a:pathLst>
                <a:path w="247" h="57">
                  <a:moveTo>
                    <a:pt x="0" y="56"/>
                  </a:moveTo>
                  <a:lnTo>
                    <a:pt x="246" y="46"/>
                  </a:lnTo>
                  <a:lnTo>
                    <a:pt x="246" y="0"/>
                  </a:lnTo>
                  <a:lnTo>
                    <a:pt x="0" y="7"/>
                  </a:lnTo>
                  <a:lnTo>
                    <a:pt x="0" y="56"/>
                  </a:lnTo>
                </a:path>
              </a:pathLst>
            </a:custGeom>
            <a:solidFill>
              <a:srgbClr val="E0A06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26641" name="Line 10"/>
            <p:cNvSpPr>
              <a:spLocks noChangeShapeType="1"/>
            </p:cNvSpPr>
            <p:nvPr/>
          </p:nvSpPr>
          <p:spPr bwMode="auto">
            <a:xfrm>
              <a:off x="1036" y="3256"/>
              <a:ext cx="0" cy="113"/>
            </a:xfrm>
            <a:prstGeom prst="line">
              <a:avLst/>
            </a:prstGeom>
            <a:noFill/>
            <a:ln w="25400">
              <a:solidFill>
                <a:srgbClr val="80604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26642" name="Line 11"/>
            <p:cNvSpPr>
              <a:spLocks noChangeShapeType="1"/>
            </p:cNvSpPr>
            <p:nvPr/>
          </p:nvSpPr>
          <p:spPr bwMode="auto">
            <a:xfrm flipH="1">
              <a:off x="938" y="3309"/>
              <a:ext cx="77" cy="4"/>
            </a:xfrm>
            <a:prstGeom prst="line">
              <a:avLst/>
            </a:prstGeom>
            <a:noFill/>
            <a:ln w="25400">
              <a:solidFill>
                <a:srgbClr val="80604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26643" name="Line 12"/>
            <p:cNvSpPr>
              <a:spLocks noChangeShapeType="1"/>
            </p:cNvSpPr>
            <p:nvPr/>
          </p:nvSpPr>
          <p:spPr bwMode="auto">
            <a:xfrm>
              <a:off x="919" y="3262"/>
              <a:ext cx="0" cy="107"/>
            </a:xfrm>
            <a:prstGeom prst="line">
              <a:avLst/>
            </a:prstGeom>
            <a:noFill/>
            <a:ln w="25400">
              <a:solidFill>
                <a:srgbClr val="80604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26644" name="Line 13"/>
            <p:cNvSpPr>
              <a:spLocks noChangeShapeType="1"/>
            </p:cNvSpPr>
            <p:nvPr/>
          </p:nvSpPr>
          <p:spPr bwMode="auto">
            <a:xfrm flipH="1">
              <a:off x="923" y="3226"/>
              <a:ext cx="249" cy="7"/>
            </a:xfrm>
            <a:prstGeom prst="line">
              <a:avLst/>
            </a:prstGeom>
            <a:noFill/>
            <a:ln w="25400">
              <a:solidFill>
                <a:srgbClr val="80604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26645" name="Freeform 14"/>
            <p:cNvSpPr>
              <a:spLocks/>
            </p:cNvSpPr>
            <p:nvPr/>
          </p:nvSpPr>
          <p:spPr bwMode="auto">
            <a:xfrm>
              <a:off x="855" y="3357"/>
              <a:ext cx="528" cy="102"/>
            </a:xfrm>
            <a:custGeom>
              <a:avLst/>
              <a:gdLst>
                <a:gd name="T0" fmla="*/ 527 w 528"/>
                <a:gd name="T1" fmla="*/ 75 h 102"/>
                <a:gd name="T2" fmla="*/ 444 w 528"/>
                <a:gd name="T3" fmla="*/ 0 h 102"/>
                <a:gd name="T4" fmla="*/ 0 w 528"/>
                <a:gd name="T5" fmla="*/ 15 h 102"/>
                <a:gd name="T6" fmla="*/ 60 w 528"/>
                <a:gd name="T7" fmla="*/ 101 h 102"/>
                <a:gd name="T8" fmla="*/ 527 w 528"/>
                <a:gd name="T9" fmla="*/ 75 h 102"/>
                <a:gd name="T10" fmla="*/ 0 60000 65536"/>
                <a:gd name="T11" fmla="*/ 0 60000 65536"/>
                <a:gd name="T12" fmla="*/ 0 60000 65536"/>
                <a:gd name="T13" fmla="*/ 0 60000 65536"/>
                <a:gd name="T14" fmla="*/ 0 60000 65536"/>
                <a:gd name="T15" fmla="*/ 0 w 528"/>
                <a:gd name="T16" fmla="*/ 0 h 102"/>
                <a:gd name="T17" fmla="*/ 528 w 528"/>
                <a:gd name="T18" fmla="*/ 102 h 102"/>
              </a:gdLst>
              <a:ahLst/>
              <a:cxnLst>
                <a:cxn ang="T10">
                  <a:pos x="T0" y="T1"/>
                </a:cxn>
                <a:cxn ang="T11">
                  <a:pos x="T2" y="T3"/>
                </a:cxn>
                <a:cxn ang="T12">
                  <a:pos x="T4" y="T5"/>
                </a:cxn>
                <a:cxn ang="T13">
                  <a:pos x="T6" y="T7"/>
                </a:cxn>
                <a:cxn ang="T14">
                  <a:pos x="T8" y="T9"/>
                </a:cxn>
              </a:cxnLst>
              <a:rect l="T15" t="T16" r="T17" b="T18"/>
              <a:pathLst>
                <a:path w="528" h="102">
                  <a:moveTo>
                    <a:pt x="527" y="75"/>
                  </a:moveTo>
                  <a:lnTo>
                    <a:pt x="444" y="0"/>
                  </a:lnTo>
                  <a:lnTo>
                    <a:pt x="0" y="15"/>
                  </a:lnTo>
                  <a:lnTo>
                    <a:pt x="60" y="101"/>
                  </a:lnTo>
                  <a:lnTo>
                    <a:pt x="527" y="75"/>
                  </a:lnTo>
                </a:path>
              </a:pathLst>
            </a:custGeom>
            <a:solidFill>
              <a:srgbClr val="FFC08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26646" name="Freeform 15"/>
            <p:cNvSpPr>
              <a:spLocks/>
            </p:cNvSpPr>
            <p:nvPr/>
          </p:nvSpPr>
          <p:spPr bwMode="auto">
            <a:xfrm>
              <a:off x="855" y="3372"/>
              <a:ext cx="59" cy="106"/>
            </a:xfrm>
            <a:custGeom>
              <a:avLst/>
              <a:gdLst>
                <a:gd name="T0" fmla="*/ 58 w 59"/>
                <a:gd name="T1" fmla="*/ 84 h 106"/>
                <a:gd name="T2" fmla="*/ 0 w 59"/>
                <a:gd name="T3" fmla="*/ 0 h 106"/>
                <a:gd name="T4" fmla="*/ 0 w 59"/>
                <a:gd name="T5" fmla="*/ 57 h 106"/>
                <a:gd name="T6" fmla="*/ 57 w 59"/>
                <a:gd name="T7" fmla="*/ 105 h 106"/>
                <a:gd name="T8" fmla="*/ 58 w 59"/>
                <a:gd name="T9" fmla="*/ 84 h 106"/>
                <a:gd name="T10" fmla="*/ 0 60000 65536"/>
                <a:gd name="T11" fmla="*/ 0 60000 65536"/>
                <a:gd name="T12" fmla="*/ 0 60000 65536"/>
                <a:gd name="T13" fmla="*/ 0 60000 65536"/>
                <a:gd name="T14" fmla="*/ 0 60000 65536"/>
                <a:gd name="T15" fmla="*/ 0 w 59"/>
                <a:gd name="T16" fmla="*/ 0 h 106"/>
                <a:gd name="T17" fmla="*/ 59 w 59"/>
                <a:gd name="T18" fmla="*/ 106 h 106"/>
              </a:gdLst>
              <a:ahLst/>
              <a:cxnLst>
                <a:cxn ang="T10">
                  <a:pos x="T0" y="T1"/>
                </a:cxn>
                <a:cxn ang="T11">
                  <a:pos x="T2" y="T3"/>
                </a:cxn>
                <a:cxn ang="T12">
                  <a:pos x="T4" y="T5"/>
                </a:cxn>
                <a:cxn ang="T13">
                  <a:pos x="T6" y="T7"/>
                </a:cxn>
                <a:cxn ang="T14">
                  <a:pos x="T8" y="T9"/>
                </a:cxn>
              </a:cxnLst>
              <a:rect l="T15" t="T16" r="T17" b="T18"/>
              <a:pathLst>
                <a:path w="59" h="106">
                  <a:moveTo>
                    <a:pt x="58" y="84"/>
                  </a:moveTo>
                  <a:lnTo>
                    <a:pt x="0" y="0"/>
                  </a:lnTo>
                  <a:lnTo>
                    <a:pt x="0" y="57"/>
                  </a:lnTo>
                  <a:lnTo>
                    <a:pt x="57" y="105"/>
                  </a:lnTo>
                  <a:lnTo>
                    <a:pt x="58" y="84"/>
                  </a:lnTo>
                </a:path>
              </a:pathLst>
            </a:custGeom>
            <a:solidFill>
              <a:srgbClr val="80604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26647" name="Freeform 16"/>
            <p:cNvSpPr>
              <a:spLocks/>
            </p:cNvSpPr>
            <p:nvPr/>
          </p:nvSpPr>
          <p:spPr bwMode="auto">
            <a:xfrm>
              <a:off x="962" y="3304"/>
              <a:ext cx="29" cy="17"/>
            </a:xfrm>
            <a:custGeom>
              <a:avLst/>
              <a:gdLst>
                <a:gd name="T0" fmla="*/ 0 w 29"/>
                <a:gd name="T1" fmla="*/ 16 h 17"/>
                <a:gd name="T2" fmla="*/ 28 w 29"/>
                <a:gd name="T3" fmla="*/ 14 h 17"/>
                <a:gd name="T4" fmla="*/ 28 w 29"/>
                <a:gd name="T5" fmla="*/ 0 h 17"/>
                <a:gd name="T6" fmla="*/ 0 w 29"/>
                <a:gd name="T7" fmla="*/ 1 h 17"/>
                <a:gd name="T8" fmla="*/ 0 w 29"/>
                <a:gd name="T9" fmla="*/ 16 h 17"/>
                <a:gd name="T10" fmla="*/ 0 60000 65536"/>
                <a:gd name="T11" fmla="*/ 0 60000 65536"/>
                <a:gd name="T12" fmla="*/ 0 60000 65536"/>
                <a:gd name="T13" fmla="*/ 0 60000 65536"/>
                <a:gd name="T14" fmla="*/ 0 60000 65536"/>
                <a:gd name="T15" fmla="*/ 0 w 29"/>
                <a:gd name="T16" fmla="*/ 0 h 17"/>
                <a:gd name="T17" fmla="*/ 29 w 29"/>
                <a:gd name="T18" fmla="*/ 17 h 17"/>
              </a:gdLst>
              <a:ahLst/>
              <a:cxnLst>
                <a:cxn ang="T10">
                  <a:pos x="T0" y="T1"/>
                </a:cxn>
                <a:cxn ang="T11">
                  <a:pos x="T2" y="T3"/>
                </a:cxn>
                <a:cxn ang="T12">
                  <a:pos x="T4" y="T5"/>
                </a:cxn>
                <a:cxn ang="T13">
                  <a:pos x="T6" y="T7"/>
                </a:cxn>
                <a:cxn ang="T14">
                  <a:pos x="T8" y="T9"/>
                </a:cxn>
              </a:cxnLst>
              <a:rect l="T15" t="T16" r="T17" b="T18"/>
              <a:pathLst>
                <a:path w="29" h="17">
                  <a:moveTo>
                    <a:pt x="0" y="16"/>
                  </a:moveTo>
                  <a:lnTo>
                    <a:pt x="28" y="14"/>
                  </a:lnTo>
                  <a:lnTo>
                    <a:pt x="28" y="0"/>
                  </a:lnTo>
                  <a:lnTo>
                    <a:pt x="0" y="1"/>
                  </a:lnTo>
                  <a:lnTo>
                    <a:pt x="0" y="16"/>
                  </a:lnTo>
                </a:path>
              </a:pathLst>
            </a:custGeom>
            <a:solidFill>
              <a:srgbClr val="80604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26648" name="Freeform 17"/>
            <p:cNvSpPr>
              <a:spLocks/>
            </p:cNvSpPr>
            <p:nvPr/>
          </p:nvSpPr>
          <p:spPr bwMode="auto">
            <a:xfrm>
              <a:off x="984" y="3377"/>
              <a:ext cx="313" cy="26"/>
            </a:xfrm>
            <a:custGeom>
              <a:avLst/>
              <a:gdLst>
                <a:gd name="T0" fmla="*/ 14 w 313"/>
                <a:gd name="T1" fmla="*/ 25 h 26"/>
                <a:gd name="T2" fmla="*/ 312 w 313"/>
                <a:gd name="T3" fmla="*/ 14 h 26"/>
                <a:gd name="T4" fmla="*/ 298 w 313"/>
                <a:gd name="T5" fmla="*/ 0 h 26"/>
                <a:gd name="T6" fmla="*/ 0 w 313"/>
                <a:gd name="T7" fmla="*/ 10 h 26"/>
                <a:gd name="T8" fmla="*/ 14 w 313"/>
                <a:gd name="T9" fmla="*/ 25 h 26"/>
                <a:gd name="T10" fmla="*/ 0 60000 65536"/>
                <a:gd name="T11" fmla="*/ 0 60000 65536"/>
                <a:gd name="T12" fmla="*/ 0 60000 65536"/>
                <a:gd name="T13" fmla="*/ 0 60000 65536"/>
                <a:gd name="T14" fmla="*/ 0 60000 65536"/>
                <a:gd name="T15" fmla="*/ 0 w 313"/>
                <a:gd name="T16" fmla="*/ 0 h 26"/>
                <a:gd name="T17" fmla="*/ 313 w 313"/>
                <a:gd name="T18" fmla="*/ 26 h 26"/>
              </a:gdLst>
              <a:ahLst/>
              <a:cxnLst>
                <a:cxn ang="T10">
                  <a:pos x="T0" y="T1"/>
                </a:cxn>
                <a:cxn ang="T11">
                  <a:pos x="T2" y="T3"/>
                </a:cxn>
                <a:cxn ang="T12">
                  <a:pos x="T4" y="T5"/>
                </a:cxn>
                <a:cxn ang="T13">
                  <a:pos x="T6" y="T7"/>
                </a:cxn>
                <a:cxn ang="T14">
                  <a:pos x="T8" y="T9"/>
                </a:cxn>
              </a:cxnLst>
              <a:rect l="T15" t="T16" r="T17" b="T18"/>
              <a:pathLst>
                <a:path w="313" h="26">
                  <a:moveTo>
                    <a:pt x="14" y="25"/>
                  </a:moveTo>
                  <a:lnTo>
                    <a:pt x="312" y="14"/>
                  </a:lnTo>
                  <a:lnTo>
                    <a:pt x="298" y="0"/>
                  </a:lnTo>
                  <a:lnTo>
                    <a:pt x="0" y="10"/>
                  </a:lnTo>
                  <a:lnTo>
                    <a:pt x="14" y="25"/>
                  </a:lnTo>
                </a:path>
              </a:pathLst>
            </a:custGeom>
            <a:solidFill>
              <a:srgbClr val="80604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26649" name="Freeform 18"/>
            <p:cNvSpPr>
              <a:spLocks/>
            </p:cNvSpPr>
            <p:nvPr/>
          </p:nvSpPr>
          <p:spPr bwMode="auto">
            <a:xfrm>
              <a:off x="1006" y="3402"/>
              <a:ext cx="314" cy="30"/>
            </a:xfrm>
            <a:custGeom>
              <a:avLst/>
              <a:gdLst>
                <a:gd name="T0" fmla="*/ 14 w 314"/>
                <a:gd name="T1" fmla="*/ 29 h 30"/>
                <a:gd name="T2" fmla="*/ 313 w 314"/>
                <a:gd name="T3" fmla="*/ 15 h 30"/>
                <a:gd name="T4" fmla="*/ 299 w 314"/>
                <a:gd name="T5" fmla="*/ 0 h 30"/>
                <a:gd name="T6" fmla="*/ 0 w 314"/>
                <a:gd name="T7" fmla="*/ 13 h 30"/>
                <a:gd name="T8" fmla="*/ 14 w 314"/>
                <a:gd name="T9" fmla="*/ 29 h 30"/>
                <a:gd name="T10" fmla="*/ 0 60000 65536"/>
                <a:gd name="T11" fmla="*/ 0 60000 65536"/>
                <a:gd name="T12" fmla="*/ 0 60000 65536"/>
                <a:gd name="T13" fmla="*/ 0 60000 65536"/>
                <a:gd name="T14" fmla="*/ 0 60000 65536"/>
                <a:gd name="T15" fmla="*/ 0 w 314"/>
                <a:gd name="T16" fmla="*/ 0 h 30"/>
                <a:gd name="T17" fmla="*/ 314 w 314"/>
                <a:gd name="T18" fmla="*/ 30 h 30"/>
              </a:gdLst>
              <a:ahLst/>
              <a:cxnLst>
                <a:cxn ang="T10">
                  <a:pos x="T0" y="T1"/>
                </a:cxn>
                <a:cxn ang="T11">
                  <a:pos x="T2" y="T3"/>
                </a:cxn>
                <a:cxn ang="T12">
                  <a:pos x="T4" y="T5"/>
                </a:cxn>
                <a:cxn ang="T13">
                  <a:pos x="T6" y="T7"/>
                </a:cxn>
                <a:cxn ang="T14">
                  <a:pos x="T8" y="T9"/>
                </a:cxn>
              </a:cxnLst>
              <a:rect l="T15" t="T16" r="T17" b="T18"/>
              <a:pathLst>
                <a:path w="314" h="30">
                  <a:moveTo>
                    <a:pt x="14" y="29"/>
                  </a:moveTo>
                  <a:lnTo>
                    <a:pt x="313" y="15"/>
                  </a:lnTo>
                  <a:lnTo>
                    <a:pt x="299" y="0"/>
                  </a:lnTo>
                  <a:lnTo>
                    <a:pt x="0" y="13"/>
                  </a:lnTo>
                  <a:lnTo>
                    <a:pt x="14" y="29"/>
                  </a:lnTo>
                </a:path>
              </a:pathLst>
            </a:custGeom>
            <a:solidFill>
              <a:srgbClr val="80604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26650" name="Freeform 19"/>
            <p:cNvSpPr>
              <a:spLocks/>
            </p:cNvSpPr>
            <p:nvPr/>
          </p:nvSpPr>
          <p:spPr bwMode="auto">
            <a:xfrm>
              <a:off x="885" y="3389"/>
              <a:ext cx="112" cy="50"/>
            </a:xfrm>
            <a:custGeom>
              <a:avLst/>
              <a:gdLst>
                <a:gd name="T0" fmla="*/ 0 w 112"/>
                <a:gd name="T1" fmla="*/ 2 h 50"/>
                <a:gd name="T2" fmla="*/ 35 w 112"/>
                <a:gd name="T3" fmla="*/ 49 h 50"/>
                <a:gd name="T4" fmla="*/ 111 w 112"/>
                <a:gd name="T5" fmla="*/ 46 h 50"/>
                <a:gd name="T6" fmla="*/ 75 w 112"/>
                <a:gd name="T7" fmla="*/ 0 h 50"/>
                <a:gd name="T8" fmla="*/ 0 w 112"/>
                <a:gd name="T9" fmla="*/ 2 h 50"/>
                <a:gd name="T10" fmla="*/ 0 60000 65536"/>
                <a:gd name="T11" fmla="*/ 0 60000 65536"/>
                <a:gd name="T12" fmla="*/ 0 60000 65536"/>
                <a:gd name="T13" fmla="*/ 0 60000 65536"/>
                <a:gd name="T14" fmla="*/ 0 60000 65536"/>
                <a:gd name="T15" fmla="*/ 0 w 112"/>
                <a:gd name="T16" fmla="*/ 0 h 50"/>
                <a:gd name="T17" fmla="*/ 112 w 112"/>
                <a:gd name="T18" fmla="*/ 50 h 50"/>
              </a:gdLst>
              <a:ahLst/>
              <a:cxnLst>
                <a:cxn ang="T10">
                  <a:pos x="T0" y="T1"/>
                </a:cxn>
                <a:cxn ang="T11">
                  <a:pos x="T2" y="T3"/>
                </a:cxn>
                <a:cxn ang="T12">
                  <a:pos x="T4" y="T5"/>
                </a:cxn>
                <a:cxn ang="T13">
                  <a:pos x="T6" y="T7"/>
                </a:cxn>
                <a:cxn ang="T14">
                  <a:pos x="T8" y="T9"/>
                </a:cxn>
              </a:cxnLst>
              <a:rect l="T15" t="T16" r="T17" b="T18"/>
              <a:pathLst>
                <a:path w="112" h="50">
                  <a:moveTo>
                    <a:pt x="0" y="2"/>
                  </a:moveTo>
                  <a:lnTo>
                    <a:pt x="35" y="49"/>
                  </a:lnTo>
                  <a:lnTo>
                    <a:pt x="111" y="46"/>
                  </a:lnTo>
                  <a:lnTo>
                    <a:pt x="75" y="0"/>
                  </a:lnTo>
                  <a:lnTo>
                    <a:pt x="0" y="2"/>
                  </a:lnTo>
                </a:path>
              </a:pathLst>
            </a:custGeom>
            <a:solidFill>
              <a:srgbClr val="80604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26651" name="Freeform 20"/>
            <p:cNvSpPr>
              <a:spLocks/>
            </p:cNvSpPr>
            <p:nvPr/>
          </p:nvSpPr>
          <p:spPr bwMode="auto">
            <a:xfrm>
              <a:off x="913" y="3433"/>
              <a:ext cx="467" cy="45"/>
            </a:xfrm>
            <a:custGeom>
              <a:avLst/>
              <a:gdLst>
                <a:gd name="T0" fmla="*/ 0 w 467"/>
                <a:gd name="T1" fmla="*/ 44 h 45"/>
                <a:gd name="T2" fmla="*/ 464 w 467"/>
                <a:gd name="T3" fmla="*/ 22 h 45"/>
                <a:gd name="T4" fmla="*/ 466 w 467"/>
                <a:gd name="T5" fmla="*/ 0 h 45"/>
                <a:gd name="T6" fmla="*/ 0 w 467"/>
                <a:gd name="T7" fmla="*/ 22 h 45"/>
                <a:gd name="T8" fmla="*/ 0 w 467"/>
                <a:gd name="T9" fmla="*/ 44 h 45"/>
                <a:gd name="T10" fmla="*/ 0 60000 65536"/>
                <a:gd name="T11" fmla="*/ 0 60000 65536"/>
                <a:gd name="T12" fmla="*/ 0 60000 65536"/>
                <a:gd name="T13" fmla="*/ 0 60000 65536"/>
                <a:gd name="T14" fmla="*/ 0 60000 65536"/>
                <a:gd name="T15" fmla="*/ 0 w 467"/>
                <a:gd name="T16" fmla="*/ 0 h 45"/>
                <a:gd name="T17" fmla="*/ 467 w 467"/>
                <a:gd name="T18" fmla="*/ 45 h 45"/>
              </a:gdLst>
              <a:ahLst/>
              <a:cxnLst>
                <a:cxn ang="T10">
                  <a:pos x="T0" y="T1"/>
                </a:cxn>
                <a:cxn ang="T11">
                  <a:pos x="T2" y="T3"/>
                </a:cxn>
                <a:cxn ang="T12">
                  <a:pos x="T4" y="T5"/>
                </a:cxn>
                <a:cxn ang="T13">
                  <a:pos x="T6" y="T7"/>
                </a:cxn>
                <a:cxn ang="T14">
                  <a:pos x="T8" y="T9"/>
                </a:cxn>
              </a:cxnLst>
              <a:rect l="T15" t="T16" r="T17" b="T18"/>
              <a:pathLst>
                <a:path w="467" h="45">
                  <a:moveTo>
                    <a:pt x="0" y="44"/>
                  </a:moveTo>
                  <a:lnTo>
                    <a:pt x="464" y="22"/>
                  </a:lnTo>
                  <a:lnTo>
                    <a:pt x="466" y="0"/>
                  </a:lnTo>
                  <a:lnTo>
                    <a:pt x="0" y="22"/>
                  </a:lnTo>
                  <a:lnTo>
                    <a:pt x="0" y="44"/>
                  </a:lnTo>
                </a:path>
              </a:pathLst>
            </a:custGeom>
            <a:solidFill>
              <a:srgbClr val="E0A06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26652" name="Line 21"/>
            <p:cNvSpPr>
              <a:spLocks noChangeShapeType="1"/>
            </p:cNvSpPr>
            <p:nvPr/>
          </p:nvSpPr>
          <p:spPr bwMode="auto">
            <a:xfrm flipV="1">
              <a:off x="913" y="3431"/>
              <a:ext cx="466" cy="28"/>
            </a:xfrm>
            <a:prstGeom prst="line">
              <a:avLst/>
            </a:prstGeom>
            <a:noFill/>
            <a:ln w="25400">
              <a:solidFill>
                <a:srgbClr val="FFFF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26653" name="Freeform 22"/>
            <p:cNvSpPr>
              <a:spLocks/>
            </p:cNvSpPr>
            <p:nvPr/>
          </p:nvSpPr>
          <p:spPr bwMode="auto">
            <a:xfrm>
              <a:off x="872" y="3174"/>
              <a:ext cx="52" cy="60"/>
            </a:xfrm>
            <a:custGeom>
              <a:avLst/>
              <a:gdLst>
                <a:gd name="T0" fmla="*/ 49 w 52"/>
                <a:gd name="T1" fmla="*/ 59 h 60"/>
                <a:gd name="T2" fmla="*/ 51 w 52"/>
                <a:gd name="T3" fmla="*/ 8 h 60"/>
                <a:gd name="T4" fmla="*/ 0 w 52"/>
                <a:gd name="T5" fmla="*/ 0 h 60"/>
                <a:gd name="T6" fmla="*/ 0 w 52"/>
                <a:gd name="T7" fmla="*/ 30 h 60"/>
                <a:gd name="T8" fmla="*/ 49 w 52"/>
                <a:gd name="T9" fmla="*/ 59 h 60"/>
                <a:gd name="T10" fmla="*/ 0 60000 65536"/>
                <a:gd name="T11" fmla="*/ 0 60000 65536"/>
                <a:gd name="T12" fmla="*/ 0 60000 65536"/>
                <a:gd name="T13" fmla="*/ 0 60000 65536"/>
                <a:gd name="T14" fmla="*/ 0 60000 65536"/>
                <a:gd name="T15" fmla="*/ 0 w 52"/>
                <a:gd name="T16" fmla="*/ 0 h 60"/>
                <a:gd name="T17" fmla="*/ 52 w 52"/>
                <a:gd name="T18" fmla="*/ 60 h 60"/>
              </a:gdLst>
              <a:ahLst/>
              <a:cxnLst>
                <a:cxn ang="T10">
                  <a:pos x="T0" y="T1"/>
                </a:cxn>
                <a:cxn ang="T11">
                  <a:pos x="T2" y="T3"/>
                </a:cxn>
                <a:cxn ang="T12">
                  <a:pos x="T4" y="T5"/>
                </a:cxn>
                <a:cxn ang="T13">
                  <a:pos x="T6" y="T7"/>
                </a:cxn>
                <a:cxn ang="T14">
                  <a:pos x="T8" y="T9"/>
                </a:cxn>
              </a:cxnLst>
              <a:rect l="T15" t="T16" r="T17" b="T18"/>
              <a:pathLst>
                <a:path w="52" h="60">
                  <a:moveTo>
                    <a:pt x="49" y="59"/>
                  </a:moveTo>
                  <a:lnTo>
                    <a:pt x="51" y="8"/>
                  </a:lnTo>
                  <a:lnTo>
                    <a:pt x="0" y="0"/>
                  </a:lnTo>
                  <a:lnTo>
                    <a:pt x="0" y="30"/>
                  </a:lnTo>
                  <a:lnTo>
                    <a:pt x="49" y="59"/>
                  </a:lnTo>
                </a:path>
              </a:pathLst>
            </a:custGeom>
            <a:solidFill>
              <a:srgbClr val="80604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26654" name="Freeform 23"/>
            <p:cNvSpPr>
              <a:spLocks/>
            </p:cNvSpPr>
            <p:nvPr/>
          </p:nvSpPr>
          <p:spPr bwMode="auto">
            <a:xfrm>
              <a:off x="950" y="2945"/>
              <a:ext cx="226" cy="203"/>
            </a:xfrm>
            <a:custGeom>
              <a:avLst/>
              <a:gdLst>
                <a:gd name="T0" fmla="*/ 0 w 226"/>
                <a:gd name="T1" fmla="*/ 202 h 203"/>
                <a:gd name="T2" fmla="*/ 225 w 226"/>
                <a:gd name="T3" fmla="*/ 195 h 203"/>
                <a:gd name="T4" fmla="*/ 225 w 226"/>
                <a:gd name="T5" fmla="*/ 0 h 203"/>
                <a:gd name="T6" fmla="*/ 0 w 226"/>
                <a:gd name="T7" fmla="*/ 7 h 203"/>
                <a:gd name="T8" fmla="*/ 0 w 226"/>
                <a:gd name="T9" fmla="*/ 202 h 203"/>
                <a:gd name="T10" fmla="*/ 0 60000 65536"/>
                <a:gd name="T11" fmla="*/ 0 60000 65536"/>
                <a:gd name="T12" fmla="*/ 0 60000 65536"/>
                <a:gd name="T13" fmla="*/ 0 60000 65536"/>
                <a:gd name="T14" fmla="*/ 0 60000 65536"/>
                <a:gd name="T15" fmla="*/ 0 w 226"/>
                <a:gd name="T16" fmla="*/ 0 h 203"/>
                <a:gd name="T17" fmla="*/ 226 w 226"/>
                <a:gd name="T18" fmla="*/ 203 h 203"/>
              </a:gdLst>
              <a:ahLst/>
              <a:cxnLst>
                <a:cxn ang="T10">
                  <a:pos x="T0" y="T1"/>
                </a:cxn>
                <a:cxn ang="T11">
                  <a:pos x="T2" y="T3"/>
                </a:cxn>
                <a:cxn ang="T12">
                  <a:pos x="T4" y="T5"/>
                </a:cxn>
                <a:cxn ang="T13">
                  <a:pos x="T6" y="T7"/>
                </a:cxn>
                <a:cxn ang="T14">
                  <a:pos x="T8" y="T9"/>
                </a:cxn>
              </a:cxnLst>
              <a:rect l="T15" t="T16" r="T17" b="T18"/>
              <a:pathLst>
                <a:path w="226" h="203">
                  <a:moveTo>
                    <a:pt x="0" y="202"/>
                  </a:moveTo>
                  <a:lnTo>
                    <a:pt x="225" y="195"/>
                  </a:lnTo>
                  <a:lnTo>
                    <a:pt x="225" y="0"/>
                  </a:lnTo>
                  <a:lnTo>
                    <a:pt x="0" y="7"/>
                  </a:lnTo>
                  <a:lnTo>
                    <a:pt x="0" y="202"/>
                  </a:lnTo>
                </a:path>
              </a:pathLst>
            </a:custGeom>
            <a:solidFill>
              <a:srgbClr val="00208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26655" name="Freeform 24"/>
            <p:cNvSpPr>
              <a:spLocks/>
            </p:cNvSpPr>
            <p:nvPr/>
          </p:nvSpPr>
          <p:spPr bwMode="auto">
            <a:xfrm>
              <a:off x="903" y="2908"/>
              <a:ext cx="310" cy="137"/>
            </a:xfrm>
            <a:custGeom>
              <a:avLst/>
              <a:gdLst>
                <a:gd name="T0" fmla="*/ 309 w 310"/>
                <a:gd name="T1" fmla="*/ 136 h 137"/>
                <a:gd name="T2" fmla="*/ 309 w 310"/>
                <a:gd name="T3" fmla="*/ 0 h 137"/>
                <a:gd name="T4" fmla="*/ 0 w 310"/>
                <a:gd name="T5" fmla="*/ 9 h 137"/>
                <a:gd name="T6" fmla="*/ 0 w 310"/>
                <a:gd name="T7" fmla="*/ 136 h 137"/>
                <a:gd name="T8" fmla="*/ 45 w 310"/>
                <a:gd name="T9" fmla="*/ 136 h 137"/>
                <a:gd name="T10" fmla="*/ 45 w 310"/>
                <a:gd name="T11" fmla="*/ 43 h 137"/>
                <a:gd name="T12" fmla="*/ 271 w 310"/>
                <a:gd name="T13" fmla="*/ 36 h 137"/>
                <a:gd name="T14" fmla="*/ 271 w 310"/>
                <a:gd name="T15" fmla="*/ 136 h 137"/>
                <a:gd name="T16" fmla="*/ 309 w 310"/>
                <a:gd name="T17" fmla="*/ 136 h 13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0"/>
                <a:gd name="T28" fmla="*/ 0 h 137"/>
                <a:gd name="T29" fmla="*/ 310 w 310"/>
                <a:gd name="T30" fmla="*/ 137 h 13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0" h="137">
                  <a:moveTo>
                    <a:pt x="309" y="136"/>
                  </a:moveTo>
                  <a:lnTo>
                    <a:pt x="309" y="0"/>
                  </a:lnTo>
                  <a:lnTo>
                    <a:pt x="0" y="9"/>
                  </a:lnTo>
                  <a:lnTo>
                    <a:pt x="0" y="136"/>
                  </a:lnTo>
                  <a:lnTo>
                    <a:pt x="45" y="136"/>
                  </a:lnTo>
                  <a:lnTo>
                    <a:pt x="45" y="43"/>
                  </a:lnTo>
                  <a:lnTo>
                    <a:pt x="271" y="36"/>
                  </a:lnTo>
                  <a:lnTo>
                    <a:pt x="271" y="136"/>
                  </a:lnTo>
                  <a:lnTo>
                    <a:pt x="309" y="136"/>
                  </a:lnTo>
                </a:path>
              </a:pathLst>
            </a:custGeom>
            <a:solidFill>
              <a:srgbClr val="FFC08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26656" name="Freeform 25"/>
            <p:cNvSpPr>
              <a:spLocks/>
            </p:cNvSpPr>
            <p:nvPr/>
          </p:nvSpPr>
          <p:spPr bwMode="auto">
            <a:xfrm>
              <a:off x="903" y="3045"/>
              <a:ext cx="310" cy="142"/>
            </a:xfrm>
            <a:custGeom>
              <a:avLst/>
              <a:gdLst>
                <a:gd name="T0" fmla="*/ 309 w 310"/>
                <a:gd name="T1" fmla="*/ 0 h 142"/>
                <a:gd name="T2" fmla="*/ 309 w 310"/>
                <a:gd name="T3" fmla="*/ 131 h 142"/>
                <a:gd name="T4" fmla="*/ 0 w 310"/>
                <a:gd name="T5" fmla="*/ 141 h 142"/>
                <a:gd name="T6" fmla="*/ 0 w 310"/>
                <a:gd name="T7" fmla="*/ 0 h 142"/>
                <a:gd name="T8" fmla="*/ 45 w 310"/>
                <a:gd name="T9" fmla="*/ 0 h 142"/>
                <a:gd name="T10" fmla="*/ 46 w 310"/>
                <a:gd name="T11" fmla="*/ 102 h 142"/>
                <a:gd name="T12" fmla="*/ 271 w 310"/>
                <a:gd name="T13" fmla="*/ 94 h 142"/>
                <a:gd name="T14" fmla="*/ 271 w 310"/>
                <a:gd name="T15" fmla="*/ 0 h 142"/>
                <a:gd name="T16" fmla="*/ 309 w 310"/>
                <a:gd name="T17" fmla="*/ 0 h 1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0"/>
                <a:gd name="T28" fmla="*/ 0 h 142"/>
                <a:gd name="T29" fmla="*/ 310 w 310"/>
                <a:gd name="T30" fmla="*/ 142 h 14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0" h="142">
                  <a:moveTo>
                    <a:pt x="309" y="0"/>
                  </a:moveTo>
                  <a:lnTo>
                    <a:pt x="309" y="131"/>
                  </a:lnTo>
                  <a:lnTo>
                    <a:pt x="0" y="141"/>
                  </a:lnTo>
                  <a:lnTo>
                    <a:pt x="0" y="0"/>
                  </a:lnTo>
                  <a:lnTo>
                    <a:pt x="45" y="0"/>
                  </a:lnTo>
                  <a:lnTo>
                    <a:pt x="46" y="102"/>
                  </a:lnTo>
                  <a:lnTo>
                    <a:pt x="271" y="94"/>
                  </a:lnTo>
                  <a:lnTo>
                    <a:pt x="271" y="0"/>
                  </a:lnTo>
                  <a:lnTo>
                    <a:pt x="309" y="0"/>
                  </a:lnTo>
                </a:path>
              </a:pathLst>
            </a:custGeom>
            <a:solidFill>
              <a:srgbClr val="FFC08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26657" name="Freeform 26"/>
            <p:cNvSpPr>
              <a:spLocks/>
            </p:cNvSpPr>
            <p:nvPr/>
          </p:nvSpPr>
          <p:spPr bwMode="auto">
            <a:xfrm>
              <a:off x="1077" y="2956"/>
              <a:ext cx="90" cy="90"/>
            </a:xfrm>
            <a:custGeom>
              <a:avLst/>
              <a:gdLst>
                <a:gd name="T0" fmla="*/ 30 w 90"/>
                <a:gd name="T1" fmla="*/ 89 h 90"/>
                <a:gd name="T2" fmla="*/ 59 w 90"/>
                <a:gd name="T3" fmla="*/ 87 h 90"/>
                <a:gd name="T4" fmla="*/ 65 w 90"/>
                <a:gd name="T5" fmla="*/ 87 h 90"/>
                <a:gd name="T6" fmla="*/ 71 w 90"/>
                <a:gd name="T7" fmla="*/ 85 h 90"/>
                <a:gd name="T8" fmla="*/ 76 w 90"/>
                <a:gd name="T9" fmla="*/ 82 h 90"/>
                <a:gd name="T10" fmla="*/ 80 w 90"/>
                <a:gd name="T11" fmla="*/ 78 h 90"/>
                <a:gd name="T12" fmla="*/ 83 w 90"/>
                <a:gd name="T13" fmla="*/ 74 h 90"/>
                <a:gd name="T14" fmla="*/ 86 w 90"/>
                <a:gd name="T15" fmla="*/ 68 h 90"/>
                <a:gd name="T16" fmla="*/ 87 w 90"/>
                <a:gd name="T17" fmla="*/ 64 h 90"/>
                <a:gd name="T18" fmla="*/ 89 w 90"/>
                <a:gd name="T19" fmla="*/ 58 h 90"/>
                <a:gd name="T20" fmla="*/ 89 w 90"/>
                <a:gd name="T21" fmla="*/ 28 h 90"/>
                <a:gd name="T22" fmla="*/ 87 w 90"/>
                <a:gd name="T23" fmla="*/ 22 h 90"/>
                <a:gd name="T24" fmla="*/ 86 w 90"/>
                <a:gd name="T25" fmla="*/ 17 h 90"/>
                <a:gd name="T26" fmla="*/ 83 w 90"/>
                <a:gd name="T27" fmla="*/ 12 h 90"/>
                <a:gd name="T28" fmla="*/ 80 w 90"/>
                <a:gd name="T29" fmla="*/ 8 h 90"/>
                <a:gd name="T30" fmla="*/ 76 w 90"/>
                <a:gd name="T31" fmla="*/ 4 h 90"/>
                <a:gd name="T32" fmla="*/ 71 w 90"/>
                <a:gd name="T33" fmla="*/ 1 h 90"/>
                <a:gd name="T34" fmla="*/ 65 w 90"/>
                <a:gd name="T35" fmla="*/ 0 h 90"/>
                <a:gd name="T36" fmla="*/ 59 w 90"/>
                <a:gd name="T37" fmla="*/ 0 h 90"/>
                <a:gd name="T38" fmla="*/ 30 w 90"/>
                <a:gd name="T39" fmla="*/ 0 h 90"/>
                <a:gd name="T40" fmla="*/ 24 w 90"/>
                <a:gd name="T41" fmla="*/ 1 h 90"/>
                <a:gd name="T42" fmla="*/ 18 w 90"/>
                <a:gd name="T43" fmla="*/ 3 h 90"/>
                <a:gd name="T44" fmla="*/ 13 w 90"/>
                <a:gd name="T45" fmla="*/ 6 h 90"/>
                <a:gd name="T46" fmla="*/ 9 w 90"/>
                <a:gd name="T47" fmla="*/ 10 h 90"/>
                <a:gd name="T48" fmla="*/ 5 w 90"/>
                <a:gd name="T49" fmla="*/ 14 h 90"/>
                <a:gd name="T50" fmla="*/ 2 w 90"/>
                <a:gd name="T51" fmla="*/ 20 h 90"/>
                <a:gd name="T52" fmla="*/ 1 w 90"/>
                <a:gd name="T53" fmla="*/ 24 h 90"/>
                <a:gd name="T54" fmla="*/ 0 w 90"/>
                <a:gd name="T55" fmla="*/ 30 h 90"/>
                <a:gd name="T56" fmla="*/ 0 w 90"/>
                <a:gd name="T57" fmla="*/ 60 h 90"/>
                <a:gd name="T58" fmla="*/ 1 w 90"/>
                <a:gd name="T59" fmla="*/ 66 h 90"/>
                <a:gd name="T60" fmla="*/ 2 w 90"/>
                <a:gd name="T61" fmla="*/ 71 h 90"/>
                <a:gd name="T62" fmla="*/ 5 w 90"/>
                <a:gd name="T63" fmla="*/ 76 h 90"/>
                <a:gd name="T64" fmla="*/ 9 w 90"/>
                <a:gd name="T65" fmla="*/ 81 h 90"/>
                <a:gd name="T66" fmla="*/ 13 w 90"/>
                <a:gd name="T67" fmla="*/ 84 h 90"/>
                <a:gd name="T68" fmla="*/ 18 w 90"/>
                <a:gd name="T69" fmla="*/ 87 h 90"/>
                <a:gd name="T70" fmla="*/ 24 w 90"/>
                <a:gd name="T71" fmla="*/ 88 h 90"/>
                <a:gd name="T72" fmla="*/ 30 w 90"/>
                <a:gd name="T73" fmla="*/ 89 h 9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90"/>
                <a:gd name="T112" fmla="*/ 0 h 90"/>
                <a:gd name="T113" fmla="*/ 90 w 90"/>
                <a:gd name="T114" fmla="*/ 90 h 90"/>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90" h="90">
                  <a:moveTo>
                    <a:pt x="30" y="89"/>
                  </a:moveTo>
                  <a:lnTo>
                    <a:pt x="59" y="87"/>
                  </a:lnTo>
                  <a:lnTo>
                    <a:pt x="65" y="87"/>
                  </a:lnTo>
                  <a:lnTo>
                    <a:pt x="71" y="85"/>
                  </a:lnTo>
                  <a:lnTo>
                    <a:pt x="76" y="82"/>
                  </a:lnTo>
                  <a:lnTo>
                    <a:pt x="80" y="78"/>
                  </a:lnTo>
                  <a:lnTo>
                    <a:pt x="83" y="74"/>
                  </a:lnTo>
                  <a:lnTo>
                    <a:pt x="86" y="68"/>
                  </a:lnTo>
                  <a:lnTo>
                    <a:pt x="87" y="64"/>
                  </a:lnTo>
                  <a:lnTo>
                    <a:pt x="89" y="58"/>
                  </a:lnTo>
                  <a:lnTo>
                    <a:pt x="89" y="28"/>
                  </a:lnTo>
                  <a:lnTo>
                    <a:pt x="87" y="22"/>
                  </a:lnTo>
                  <a:lnTo>
                    <a:pt x="86" y="17"/>
                  </a:lnTo>
                  <a:lnTo>
                    <a:pt x="83" y="12"/>
                  </a:lnTo>
                  <a:lnTo>
                    <a:pt x="80" y="8"/>
                  </a:lnTo>
                  <a:lnTo>
                    <a:pt x="76" y="4"/>
                  </a:lnTo>
                  <a:lnTo>
                    <a:pt x="71" y="1"/>
                  </a:lnTo>
                  <a:lnTo>
                    <a:pt x="65" y="0"/>
                  </a:lnTo>
                  <a:lnTo>
                    <a:pt x="59" y="0"/>
                  </a:lnTo>
                  <a:lnTo>
                    <a:pt x="30" y="0"/>
                  </a:lnTo>
                  <a:lnTo>
                    <a:pt x="24" y="1"/>
                  </a:lnTo>
                  <a:lnTo>
                    <a:pt x="18" y="3"/>
                  </a:lnTo>
                  <a:lnTo>
                    <a:pt x="13" y="6"/>
                  </a:lnTo>
                  <a:lnTo>
                    <a:pt x="9" y="10"/>
                  </a:lnTo>
                  <a:lnTo>
                    <a:pt x="5" y="14"/>
                  </a:lnTo>
                  <a:lnTo>
                    <a:pt x="2" y="20"/>
                  </a:lnTo>
                  <a:lnTo>
                    <a:pt x="1" y="24"/>
                  </a:lnTo>
                  <a:lnTo>
                    <a:pt x="0" y="30"/>
                  </a:lnTo>
                  <a:lnTo>
                    <a:pt x="0" y="60"/>
                  </a:lnTo>
                  <a:lnTo>
                    <a:pt x="1" y="66"/>
                  </a:lnTo>
                  <a:lnTo>
                    <a:pt x="2" y="71"/>
                  </a:lnTo>
                  <a:lnTo>
                    <a:pt x="5" y="76"/>
                  </a:lnTo>
                  <a:lnTo>
                    <a:pt x="9" y="81"/>
                  </a:lnTo>
                  <a:lnTo>
                    <a:pt x="13" y="84"/>
                  </a:lnTo>
                  <a:lnTo>
                    <a:pt x="18" y="87"/>
                  </a:lnTo>
                  <a:lnTo>
                    <a:pt x="24" y="88"/>
                  </a:lnTo>
                  <a:lnTo>
                    <a:pt x="30" y="89"/>
                  </a:lnTo>
                </a:path>
              </a:pathLst>
            </a:custGeom>
            <a:solidFill>
              <a:srgbClr val="0030C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26658" name="Freeform 27"/>
            <p:cNvSpPr>
              <a:spLocks/>
            </p:cNvSpPr>
            <p:nvPr/>
          </p:nvSpPr>
          <p:spPr bwMode="auto">
            <a:xfrm>
              <a:off x="851" y="2918"/>
              <a:ext cx="51" cy="269"/>
            </a:xfrm>
            <a:custGeom>
              <a:avLst/>
              <a:gdLst>
                <a:gd name="T0" fmla="*/ 50 w 51"/>
                <a:gd name="T1" fmla="*/ 0 h 269"/>
                <a:gd name="T2" fmla="*/ 0 w 51"/>
                <a:gd name="T3" fmla="*/ 35 h 269"/>
                <a:gd name="T4" fmla="*/ 0 w 51"/>
                <a:gd name="T5" fmla="*/ 247 h 269"/>
                <a:gd name="T6" fmla="*/ 49 w 51"/>
                <a:gd name="T7" fmla="*/ 268 h 269"/>
                <a:gd name="T8" fmla="*/ 50 w 51"/>
                <a:gd name="T9" fmla="*/ 0 h 269"/>
                <a:gd name="T10" fmla="*/ 0 60000 65536"/>
                <a:gd name="T11" fmla="*/ 0 60000 65536"/>
                <a:gd name="T12" fmla="*/ 0 60000 65536"/>
                <a:gd name="T13" fmla="*/ 0 60000 65536"/>
                <a:gd name="T14" fmla="*/ 0 60000 65536"/>
                <a:gd name="T15" fmla="*/ 0 w 51"/>
                <a:gd name="T16" fmla="*/ 0 h 269"/>
                <a:gd name="T17" fmla="*/ 51 w 51"/>
                <a:gd name="T18" fmla="*/ 269 h 269"/>
              </a:gdLst>
              <a:ahLst/>
              <a:cxnLst>
                <a:cxn ang="T10">
                  <a:pos x="T0" y="T1"/>
                </a:cxn>
                <a:cxn ang="T11">
                  <a:pos x="T2" y="T3"/>
                </a:cxn>
                <a:cxn ang="T12">
                  <a:pos x="T4" y="T5"/>
                </a:cxn>
                <a:cxn ang="T13">
                  <a:pos x="T6" y="T7"/>
                </a:cxn>
                <a:cxn ang="T14">
                  <a:pos x="T8" y="T9"/>
                </a:cxn>
              </a:cxnLst>
              <a:rect l="T15" t="T16" r="T17" b="T18"/>
              <a:pathLst>
                <a:path w="51" h="269">
                  <a:moveTo>
                    <a:pt x="50" y="0"/>
                  </a:moveTo>
                  <a:lnTo>
                    <a:pt x="0" y="35"/>
                  </a:lnTo>
                  <a:lnTo>
                    <a:pt x="0" y="247"/>
                  </a:lnTo>
                  <a:lnTo>
                    <a:pt x="49" y="268"/>
                  </a:lnTo>
                  <a:lnTo>
                    <a:pt x="50" y="0"/>
                  </a:lnTo>
                </a:path>
              </a:pathLst>
            </a:custGeom>
            <a:solidFill>
              <a:srgbClr val="80604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26659" name="Freeform 28"/>
            <p:cNvSpPr>
              <a:spLocks/>
            </p:cNvSpPr>
            <p:nvPr/>
          </p:nvSpPr>
          <p:spPr bwMode="auto">
            <a:xfrm>
              <a:off x="1091" y="2968"/>
              <a:ext cx="64" cy="59"/>
            </a:xfrm>
            <a:custGeom>
              <a:avLst/>
              <a:gdLst>
                <a:gd name="T0" fmla="*/ 0 w 64"/>
                <a:gd name="T1" fmla="*/ 38 h 59"/>
                <a:gd name="T2" fmla="*/ 0 w 64"/>
                <a:gd name="T3" fmla="*/ 42 h 59"/>
                <a:gd name="T4" fmla="*/ 2 w 64"/>
                <a:gd name="T5" fmla="*/ 46 h 59"/>
                <a:gd name="T6" fmla="*/ 4 w 64"/>
                <a:gd name="T7" fmla="*/ 49 h 59"/>
                <a:gd name="T8" fmla="*/ 6 w 64"/>
                <a:gd name="T9" fmla="*/ 52 h 59"/>
                <a:gd name="T10" fmla="*/ 9 w 64"/>
                <a:gd name="T11" fmla="*/ 55 h 59"/>
                <a:gd name="T12" fmla="*/ 13 w 64"/>
                <a:gd name="T13" fmla="*/ 57 h 59"/>
                <a:gd name="T14" fmla="*/ 16 w 64"/>
                <a:gd name="T15" fmla="*/ 58 h 59"/>
                <a:gd name="T16" fmla="*/ 21 w 64"/>
                <a:gd name="T17" fmla="*/ 58 h 59"/>
                <a:gd name="T18" fmla="*/ 41 w 64"/>
                <a:gd name="T19" fmla="*/ 57 h 59"/>
                <a:gd name="T20" fmla="*/ 46 w 64"/>
                <a:gd name="T21" fmla="*/ 57 h 59"/>
                <a:gd name="T22" fmla="*/ 49 w 64"/>
                <a:gd name="T23" fmla="*/ 56 h 59"/>
                <a:gd name="T24" fmla="*/ 53 w 64"/>
                <a:gd name="T25" fmla="*/ 54 h 59"/>
                <a:gd name="T26" fmla="*/ 56 w 64"/>
                <a:gd name="T27" fmla="*/ 51 h 59"/>
                <a:gd name="T28" fmla="*/ 59 w 64"/>
                <a:gd name="T29" fmla="*/ 48 h 59"/>
                <a:gd name="T30" fmla="*/ 60 w 64"/>
                <a:gd name="T31" fmla="*/ 45 h 59"/>
                <a:gd name="T32" fmla="*/ 63 w 64"/>
                <a:gd name="T33" fmla="*/ 40 h 59"/>
                <a:gd name="T34" fmla="*/ 63 w 64"/>
                <a:gd name="T35" fmla="*/ 37 h 59"/>
                <a:gd name="T36" fmla="*/ 63 w 64"/>
                <a:gd name="T37" fmla="*/ 18 h 59"/>
                <a:gd name="T38" fmla="*/ 63 w 64"/>
                <a:gd name="T39" fmla="*/ 14 h 59"/>
                <a:gd name="T40" fmla="*/ 60 w 64"/>
                <a:gd name="T41" fmla="*/ 10 h 59"/>
                <a:gd name="T42" fmla="*/ 59 w 64"/>
                <a:gd name="T43" fmla="*/ 7 h 59"/>
                <a:gd name="T44" fmla="*/ 56 w 64"/>
                <a:gd name="T45" fmla="*/ 4 h 59"/>
                <a:gd name="T46" fmla="*/ 53 w 64"/>
                <a:gd name="T47" fmla="*/ 2 h 59"/>
                <a:gd name="T48" fmla="*/ 49 w 64"/>
                <a:gd name="T49" fmla="*/ 0 h 59"/>
                <a:gd name="T50" fmla="*/ 46 w 64"/>
                <a:gd name="T51" fmla="*/ 0 h 59"/>
                <a:gd name="T52" fmla="*/ 41 w 64"/>
                <a:gd name="T53" fmla="*/ 0 h 59"/>
                <a:gd name="T54" fmla="*/ 21 w 64"/>
                <a:gd name="T55" fmla="*/ 0 h 59"/>
                <a:gd name="T56" fmla="*/ 16 w 64"/>
                <a:gd name="T57" fmla="*/ 0 h 59"/>
                <a:gd name="T58" fmla="*/ 13 w 64"/>
                <a:gd name="T59" fmla="*/ 1 h 59"/>
                <a:gd name="T60" fmla="*/ 9 w 64"/>
                <a:gd name="T61" fmla="*/ 3 h 59"/>
                <a:gd name="T62" fmla="*/ 6 w 64"/>
                <a:gd name="T63" fmla="*/ 6 h 59"/>
                <a:gd name="T64" fmla="*/ 4 w 64"/>
                <a:gd name="T65" fmla="*/ 9 h 59"/>
                <a:gd name="T66" fmla="*/ 2 w 64"/>
                <a:gd name="T67" fmla="*/ 12 h 59"/>
                <a:gd name="T68" fmla="*/ 0 w 64"/>
                <a:gd name="T69" fmla="*/ 16 h 59"/>
                <a:gd name="T70" fmla="*/ 0 w 64"/>
                <a:gd name="T71" fmla="*/ 19 h 59"/>
                <a:gd name="T72" fmla="*/ 0 w 64"/>
                <a:gd name="T73" fmla="*/ 38 h 5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64"/>
                <a:gd name="T112" fmla="*/ 0 h 59"/>
                <a:gd name="T113" fmla="*/ 64 w 64"/>
                <a:gd name="T114" fmla="*/ 59 h 59"/>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64" h="59">
                  <a:moveTo>
                    <a:pt x="0" y="38"/>
                  </a:moveTo>
                  <a:lnTo>
                    <a:pt x="0" y="42"/>
                  </a:lnTo>
                  <a:lnTo>
                    <a:pt x="2" y="46"/>
                  </a:lnTo>
                  <a:lnTo>
                    <a:pt x="4" y="49"/>
                  </a:lnTo>
                  <a:lnTo>
                    <a:pt x="6" y="52"/>
                  </a:lnTo>
                  <a:lnTo>
                    <a:pt x="9" y="55"/>
                  </a:lnTo>
                  <a:lnTo>
                    <a:pt x="13" y="57"/>
                  </a:lnTo>
                  <a:lnTo>
                    <a:pt x="16" y="58"/>
                  </a:lnTo>
                  <a:lnTo>
                    <a:pt x="21" y="58"/>
                  </a:lnTo>
                  <a:lnTo>
                    <a:pt x="41" y="57"/>
                  </a:lnTo>
                  <a:lnTo>
                    <a:pt x="46" y="57"/>
                  </a:lnTo>
                  <a:lnTo>
                    <a:pt x="49" y="56"/>
                  </a:lnTo>
                  <a:lnTo>
                    <a:pt x="53" y="54"/>
                  </a:lnTo>
                  <a:lnTo>
                    <a:pt x="56" y="51"/>
                  </a:lnTo>
                  <a:lnTo>
                    <a:pt x="59" y="48"/>
                  </a:lnTo>
                  <a:lnTo>
                    <a:pt x="60" y="45"/>
                  </a:lnTo>
                  <a:lnTo>
                    <a:pt x="63" y="40"/>
                  </a:lnTo>
                  <a:lnTo>
                    <a:pt x="63" y="37"/>
                  </a:lnTo>
                  <a:lnTo>
                    <a:pt x="63" y="18"/>
                  </a:lnTo>
                  <a:lnTo>
                    <a:pt x="63" y="14"/>
                  </a:lnTo>
                  <a:lnTo>
                    <a:pt x="60" y="10"/>
                  </a:lnTo>
                  <a:lnTo>
                    <a:pt x="59" y="7"/>
                  </a:lnTo>
                  <a:lnTo>
                    <a:pt x="56" y="4"/>
                  </a:lnTo>
                  <a:lnTo>
                    <a:pt x="53" y="2"/>
                  </a:lnTo>
                  <a:lnTo>
                    <a:pt x="49" y="0"/>
                  </a:lnTo>
                  <a:lnTo>
                    <a:pt x="46" y="0"/>
                  </a:lnTo>
                  <a:lnTo>
                    <a:pt x="41" y="0"/>
                  </a:lnTo>
                  <a:lnTo>
                    <a:pt x="21" y="0"/>
                  </a:lnTo>
                  <a:lnTo>
                    <a:pt x="16" y="0"/>
                  </a:lnTo>
                  <a:lnTo>
                    <a:pt x="13" y="1"/>
                  </a:lnTo>
                  <a:lnTo>
                    <a:pt x="9" y="3"/>
                  </a:lnTo>
                  <a:lnTo>
                    <a:pt x="6" y="6"/>
                  </a:lnTo>
                  <a:lnTo>
                    <a:pt x="4" y="9"/>
                  </a:lnTo>
                  <a:lnTo>
                    <a:pt x="2" y="12"/>
                  </a:lnTo>
                  <a:lnTo>
                    <a:pt x="0" y="16"/>
                  </a:lnTo>
                  <a:lnTo>
                    <a:pt x="0" y="19"/>
                  </a:lnTo>
                  <a:lnTo>
                    <a:pt x="0" y="38"/>
                  </a:lnTo>
                </a:path>
              </a:pathLst>
            </a:custGeom>
            <a:solidFill>
              <a:srgbClr val="0040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26660" name="Freeform 29"/>
            <p:cNvSpPr>
              <a:spLocks/>
            </p:cNvSpPr>
            <p:nvPr/>
          </p:nvSpPr>
          <p:spPr bwMode="auto">
            <a:xfrm>
              <a:off x="1109" y="2978"/>
              <a:ext cx="35" cy="39"/>
            </a:xfrm>
            <a:custGeom>
              <a:avLst/>
              <a:gdLst>
                <a:gd name="T0" fmla="*/ 0 w 35"/>
                <a:gd name="T1" fmla="*/ 26 h 39"/>
                <a:gd name="T2" fmla="*/ 0 w 35"/>
                <a:gd name="T3" fmla="*/ 28 h 39"/>
                <a:gd name="T4" fmla="*/ 1 w 35"/>
                <a:gd name="T5" fmla="*/ 30 h 39"/>
                <a:gd name="T6" fmla="*/ 2 w 35"/>
                <a:gd name="T7" fmla="*/ 33 h 39"/>
                <a:gd name="T8" fmla="*/ 3 w 35"/>
                <a:gd name="T9" fmla="*/ 35 h 39"/>
                <a:gd name="T10" fmla="*/ 4 w 35"/>
                <a:gd name="T11" fmla="*/ 36 h 39"/>
                <a:gd name="T12" fmla="*/ 6 w 35"/>
                <a:gd name="T13" fmla="*/ 37 h 39"/>
                <a:gd name="T14" fmla="*/ 8 w 35"/>
                <a:gd name="T15" fmla="*/ 38 h 39"/>
                <a:gd name="T16" fmla="*/ 11 w 35"/>
                <a:gd name="T17" fmla="*/ 38 h 39"/>
                <a:gd name="T18" fmla="*/ 22 w 35"/>
                <a:gd name="T19" fmla="*/ 38 h 39"/>
                <a:gd name="T20" fmla="*/ 25 w 35"/>
                <a:gd name="T21" fmla="*/ 38 h 39"/>
                <a:gd name="T22" fmla="*/ 27 w 35"/>
                <a:gd name="T23" fmla="*/ 37 h 39"/>
                <a:gd name="T24" fmla="*/ 29 w 35"/>
                <a:gd name="T25" fmla="*/ 36 h 39"/>
                <a:gd name="T26" fmla="*/ 30 w 35"/>
                <a:gd name="T27" fmla="*/ 34 h 39"/>
                <a:gd name="T28" fmla="*/ 31 w 35"/>
                <a:gd name="T29" fmla="*/ 32 h 39"/>
                <a:gd name="T30" fmla="*/ 32 w 35"/>
                <a:gd name="T31" fmla="*/ 30 h 39"/>
                <a:gd name="T32" fmla="*/ 34 w 35"/>
                <a:gd name="T33" fmla="*/ 27 h 39"/>
                <a:gd name="T34" fmla="*/ 34 w 35"/>
                <a:gd name="T35" fmla="*/ 25 h 39"/>
                <a:gd name="T36" fmla="*/ 34 w 35"/>
                <a:gd name="T37" fmla="*/ 11 h 39"/>
                <a:gd name="T38" fmla="*/ 34 w 35"/>
                <a:gd name="T39" fmla="*/ 9 h 39"/>
                <a:gd name="T40" fmla="*/ 32 w 35"/>
                <a:gd name="T41" fmla="*/ 7 h 39"/>
                <a:gd name="T42" fmla="*/ 31 w 35"/>
                <a:gd name="T43" fmla="*/ 4 h 39"/>
                <a:gd name="T44" fmla="*/ 30 w 35"/>
                <a:gd name="T45" fmla="*/ 3 h 39"/>
                <a:gd name="T46" fmla="*/ 29 w 35"/>
                <a:gd name="T47" fmla="*/ 1 h 39"/>
                <a:gd name="T48" fmla="*/ 27 w 35"/>
                <a:gd name="T49" fmla="*/ 0 h 39"/>
                <a:gd name="T50" fmla="*/ 25 w 35"/>
                <a:gd name="T51" fmla="*/ 0 h 39"/>
                <a:gd name="T52" fmla="*/ 22 w 35"/>
                <a:gd name="T53" fmla="*/ 0 h 39"/>
                <a:gd name="T54" fmla="*/ 11 w 35"/>
                <a:gd name="T55" fmla="*/ 0 h 39"/>
                <a:gd name="T56" fmla="*/ 8 w 35"/>
                <a:gd name="T57" fmla="*/ 0 h 39"/>
                <a:gd name="T58" fmla="*/ 6 w 35"/>
                <a:gd name="T59" fmla="*/ 1 h 39"/>
                <a:gd name="T60" fmla="*/ 4 w 35"/>
                <a:gd name="T61" fmla="*/ 2 h 39"/>
                <a:gd name="T62" fmla="*/ 3 w 35"/>
                <a:gd name="T63" fmla="*/ 4 h 39"/>
                <a:gd name="T64" fmla="*/ 2 w 35"/>
                <a:gd name="T65" fmla="*/ 6 h 39"/>
                <a:gd name="T66" fmla="*/ 1 w 35"/>
                <a:gd name="T67" fmla="*/ 8 h 39"/>
                <a:gd name="T68" fmla="*/ 0 w 35"/>
                <a:gd name="T69" fmla="*/ 10 h 39"/>
                <a:gd name="T70" fmla="*/ 0 w 35"/>
                <a:gd name="T71" fmla="*/ 13 h 39"/>
                <a:gd name="T72" fmla="*/ 0 w 35"/>
                <a:gd name="T73" fmla="*/ 26 h 3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35"/>
                <a:gd name="T112" fmla="*/ 0 h 39"/>
                <a:gd name="T113" fmla="*/ 35 w 35"/>
                <a:gd name="T114" fmla="*/ 39 h 39"/>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35" h="39">
                  <a:moveTo>
                    <a:pt x="0" y="26"/>
                  </a:moveTo>
                  <a:lnTo>
                    <a:pt x="0" y="28"/>
                  </a:lnTo>
                  <a:lnTo>
                    <a:pt x="1" y="30"/>
                  </a:lnTo>
                  <a:lnTo>
                    <a:pt x="2" y="33"/>
                  </a:lnTo>
                  <a:lnTo>
                    <a:pt x="3" y="35"/>
                  </a:lnTo>
                  <a:lnTo>
                    <a:pt x="4" y="36"/>
                  </a:lnTo>
                  <a:lnTo>
                    <a:pt x="6" y="37"/>
                  </a:lnTo>
                  <a:lnTo>
                    <a:pt x="8" y="38"/>
                  </a:lnTo>
                  <a:lnTo>
                    <a:pt x="11" y="38"/>
                  </a:lnTo>
                  <a:lnTo>
                    <a:pt x="22" y="38"/>
                  </a:lnTo>
                  <a:lnTo>
                    <a:pt x="25" y="38"/>
                  </a:lnTo>
                  <a:lnTo>
                    <a:pt x="27" y="37"/>
                  </a:lnTo>
                  <a:lnTo>
                    <a:pt x="29" y="36"/>
                  </a:lnTo>
                  <a:lnTo>
                    <a:pt x="30" y="34"/>
                  </a:lnTo>
                  <a:lnTo>
                    <a:pt x="31" y="32"/>
                  </a:lnTo>
                  <a:lnTo>
                    <a:pt x="32" y="30"/>
                  </a:lnTo>
                  <a:lnTo>
                    <a:pt x="34" y="27"/>
                  </a:lnTo>
                  <a:lnTo>
                    <a:pt x="34" y="25"/>
                  </a:lnTo>
                  <a:lnTo>
                    <a:pt x="34" y="11"/>
                  </a:lnTo>
                  <a:lnTo>
                    <a:pt x="34" y="9"/>
                  </a:lnTo>
                  <a:lnTo>
                    <a:pt x="32" y="7"/>
                  </a:lnTo>
                  <a:lnTo>
                    <a:pt x="31" y="4"/>
                  </a:lnTo>
                  <a:lnTo>
                    <a:pt x="30" y="3"/>
                  </a:lnTo>
                  <a:lnTo>
                    <a:pt x="29" y="1"/>
                  </a:lnTo>
                  <a:lnTo>
                    <a:pt x="27" y="0"/>
                  </a:lnTo>
                  <a:lnTo>
                    <a:pt x="25" y="0"/>
                  </a:lnTo>
                  <a:lnTo>
                    <a:pt x="22" y="0"/>
                  </a:lnTo>
                  <a:lnTo>
                    <a:pt x="11" y="0"/>
                  </a:lnTo>
                  <a:lnTo>
                    <a:pt x="8" y="0"/>
                  </a:lnTo>
                  <a:lnTo>
                    <a:pt x="6" y="1"/>
                  </a:lnTo>
                  <a:lnTo>
                    <a:pt x="4" y="2"/>
                  </a:lnTo>
                  <a:lnTo>
                    <a:pt x="3" y="4"/>
                  </a:lnTo>
                  <a:lnTo>
                    <a:pt x="2" y="6"/>
                  </a:lnTo>
                  <a:lnTo>
                    <a:pt x="1" y="8"/>
                  </a:lnTo>
                  <a:lnTo>
                    <a:pt x="0" y="10"/>
                  </a:lnTo>
                  <a:lnTo>
                    <a:pt x="0" y="13"/>
                  </a:lnTo>
                  <a:lnTo>
                    <a:pt x="0" y="26"/>
                  </a:lnTo>
                </a:path>
              </a:pathLst>
            </a:custGeom>
            <a:solidFill>
              <a:srgbClr val="FFFFFF"/>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latin typeface="Figtree"/>
                <a:ea typeface="+mn-ea"/>
                <a:cs typeface="+mn-cs"/>
              </a:endParaRPr>
            </a:p>
          </p:txBody>
        </p:sp>
      </p:grpSp>
      <p:graphicFrame>
        <p:nvGraphicFramePr>
          <p:cNvPr id="26629" name="Object 30"/>
          <p:cNvGraphicFramePr>
            <a:graphicFrameLocks/>
          </p:cNvGraphicFramePr>
          <p:nvPr/>
        </p:nvGraphicFramePr>
        <p:xfrm>
          <a:off x="10909399" y="4280029"/>
          <a:ext cx="1135063" cy="1801813"/>
        </p:xfrm>
        <a:graphic>
          <a:graphicData uri="http://schemas.openxmlformats.org/presentationml/2006/ole">
            <mc:AlternateContent xmlns:mc="http://schemas.openxmlformats.org/markup-compatibility/2006">
              <mc:Choice xmlns:v="urn:schemas-microsoft-com:vml" Requires="v">
                <p:oleObj name="Microsoft ClipArt Gallery" r:id="rId3" imgW="6858000" imgH="9144000" progId="MS_ClipArt_Gallery">
                  <p:embed/>
                </p:oleObj>
              </mc:Choice>
              <mc:Fallback>
                <p:oleObj name="Microsoft ClipArt Gallery" r:id="rId3" imgW="6858000" imgH="9144000" progId="MS_ClipArt_Gallery">
                  <p:embed/>
                  <p:pic>
                    <p:nvPicPr>
                      <p:cNvPr id="26629" name="Object 30"/>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09399" y="4280029"/>
                        <a:ext cx="1135063" cy="1801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6630" name="Line 31"/>
          <p:cNvSpPr>
            <a:spLocks noChangeShapeType="1"/>
          </p:cNvSpPr>
          <p:nvPr/>
        </p:nvSpPr>
        <p:spPr bwMode="auto">
          <a:xfrm>
            <a:off x="6499326" y="4440366"/>
            <a:ext cx="3970337" cy="0"/>
          </a:xfrm>
          <a:prstGeom prst="line">
            <a:avLst/>
          </a:prstGeom>
          <a:noFill/>
          <a:ln w="25400">
            <a:solidFill>
              <a:srgbClr val="FA3200"/>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26631" name="Line 32"/>
          <p:cNvSpPr>
            <a:spLocks noChangeShapeType="1"/>
          </p:cNvSpPr>
          <p:nvPr/>
        </p:nvSpPr>
        <p:spPr bwMode="auto">
          <a:xfrm>
            <a:off x="5838924" y="4611815"/>
            <a:ext cx="3898900" cy="0"/>
          </a:xfrm>
          <a:prstGeom prst="line">
            <a:avLst/>
          </a:prstGeom>
          <a:noFill/>
          <a:ln w="25400">
            <a:solidFill>
              <a:srgbClr val="FA3200"/>
            </a:solidFill>
            <a:round/>
            <a:headEnd type="stealth" w="med" len="lg"/>
            <a:tailEnd type="none" w="sm" len="sm"/>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26632" name="Rectangle 33"/>
          <p:cNvSpPr>
            <a:spLocks noChangeArrowheads="1"/>
          </p:cNvSpPr>
          <p:nvPr/>
        </p:nvSpPr>
        <p:spPr bwMode="auto">
          <a:xfrm>
            <a:off x="6427043" y="3887917"/>
            <a:ext cx="3462339" cy="348173"/>
          </a:xfrm>
          <a:prstGeom prst="rect">
            <a:avLst/>
          </a:prstGeom>
          <a:solidFill>
            <a:schemeClr val="bg1"/>
          </a:solidFill>
          <a:ln w="12700">
            <a:solidFill>
              <a:schemeClr val="tx1"/>
            </a:solidFill>
            <a:miter lim="800000"/>
            <a:headEnd/>
            <a:tailEnd/>
          </a:ln>
          <a:effectLst>
            <a:outerShdw dist="107763" dir="2700000" algn="ctr" rotWithShape="0">
              <a:schemeClr val="bg2"/>
            </a:outerShdw>
          </a:effectLst>
        </p:spPr>
        <p:txBody>
          <a:bodyPr lIns="85725" tIns="42863" rIns="85725" bIns="42863">
            <a:spAutoFit/>
          </a:bodyPr>
          <a:lstStyle>
            <a:lvl1pPr defTabSz="639763">
              <a:spcBef>
                <a:spcPct val="20000"/>
              </a:spcBef>
              <a:buClr>
                <a:srgbClr val="B8CCE4"/>
              </a:buClr>
              <a:buFont typeface="Wingdings" panose="05000000000000000000" pitchFamily="2" charset="2"/>
              <a:buChar char="§"/>
              <a:defRPr sz="2000" b="1">
                <a:solidFill>
                  <a:schemeClr val="tx1"/>
                </a:solidFill>
                <a:latin typeface="Arial" panose="020B0604020202020204" pitchFamily="34" charset="0"/>
                <a:cs typeface="Arial" panose="020B0604020202020204" pitchFamily="34" charset="0"/>
              </a:defRPr>
            </a:lvl1pPr>
            <a:lvl2pPr marL="742950" indent="-285750" defTabSz="639763">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2pPr>
            <a:lvl3pPr marL="1143000" indent="-228600" defTabSz="639763">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3pPr>
            <a:lvl4pPr marL="1600200" indent="-228600" defTabSz="639763">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defTabSz="639763">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defTabSz="639763"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defTabSz="639763"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defTabSz="639763"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defTabSz="639763"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639763" rtl="0" eaLnBrk="1" fontAlgn="auto" latinLnBrk="0" hangingPunct="1">
              <a:lnSpc>
                <a:spcPct val="100000"/>
              </a:lnSpc>
              <a:spcBef>
                <a:spcPct val="50000"/>
              </a:spcBef>
              <a:spcAft>
                <a:spcPts val="0"/>
              </a:spcAft>
              <a:buClrTx/>
              <a:buSzTx/>
              <a:buFontTx/>
              <a:buNone/>
              <a:tabLst/>
              <a:defRPr/>
            </a:pPr>
            <a:r>
              <a:rPr kumimoji="0" lang="en-GB" sz="17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Arial" panose="020B0604020202020204" pitchFamily="34" charset="0"/>
              </a:rPr>
              <a:t>GET /index.html HTTP/2.0</a:t>
            </a:r>
          </a:p>
        </p:txBody>
      </p:sp>
      <p:sp>
        <p:nvSpPr>
          <p:cNvPr id="26633" name="Rectangle 34"/>
          <p:cNvSpPr>
            <a:spLocks noChangeArrowheads="1"/>
          </p:cNvSpPr>
          <p:nvPr/>
        </p:nvSpPr>
        <p:spPr bwMode="auto">
          <a:xfrm>
            <a:off x="6262788" y="4776916"/>
            <a:ext cx="4422775" cy="1656224"/>
          </a:xfrm>
          <a:prstGeom prst="rect">
            <a:avLst/>
          </a:prstGeom>
          <a:solidFill>
            <a:schemeClr val="bg1"/>
          </a:solidFill>
          <a:ln w="12700">
            <a:solidFill>
              <a:schemeClr val="tx1"/>
            </a:solidFill>
            <a:miter lim="800000"/>
            <a:headEnd/>
            <a:tailEnd/>
          </a:ln>
          <a:effectLst>
            <a:outerShdw dist="107763" dir="2700000" algn="ctr" rotWithShape="0">
              <a:schemeClr val="bg2"/>
            </a:outerShdw>
          </a:effectLst>
        </p:spPr>
        <p:txBody>
          <a:bodyPr lIns="85725" tIns="42863" rIns="85725" bIns="42863">
            <a:spAutoFit/>
          </a:bodyPr>
          <a:lstStyle>
            <a:lvl1pPr defTabSz="639763">
              <a:spcBef>
                <a:spcPct val="20000"/>
              </a:spcBef>
              <a:buClr>
                <a:srgbClr val="B8CCE4"/>
              </a:buClr>
              <a:buFont typeface="Wingdings" panose="05000000000000000000" pitchFamily="2" charset="2"/>
              <a:buChar char="§"/>
              <a:defRPr sz="2000" b="1">
                <a:solidFill>
                  <a:schemeClr val="tx1"/>
                </a:solidFill>
                <a:latin typeface="Arial" panose="020B0604020202020204" pitchFamily="34" charset="0"/>
                <a:cs typeface="Arial" panose="020B0604020202020204" pitchFamily="34" charset="0"/>
              </a:defRPr>
            </a:lvl1pPr>
            <a:lvl2pPr marL="742950" indent="-285750" defTabSz="639763">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2pPr>
            <a:lvl3pPr marL="1143000" indent="-228600" defTabSz="639763">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3pPr>
            <a:lvl4pPr marL="1600200" indent="-228600" defTabSz="639763">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defTabSz="639763">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defTabSz="639763"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defTabSz="639763"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defTabSz="639763"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defTabSz="639763"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639763" rtl="0" eaLnBrk="1" fontAlgn="auto" latinLnBrk="0" hangingPunct="1">
              <a:lnSpc>
                <a:spcPct val="100000"/>
              </a:lnSpc>
              <a:spcBef>
                <a:spcPct val="50000"/>
              </a:spcBef>
              <a:spcAft>
                <a:spcPts val="0"/>
              </a:spcAft>
              <a:buClrTx/>
              <a:buSzTx/>
              <a:buFontTx/>
              <a:buNone/>
              <a:tabLst/>
              <a:defRPr/>
            </a:pPr>
            <a:r>
              <a:rPr kumimoji="0" lang="en-GB" sz="17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Arial" panose="020B0604020202020204" pitchFamily="34" charset="0"/>
              </a:rPr>
              <a:t>HTTP/2.0 200 OK</a:t>
            </a:r>
            <a:br>
              <a:rPr kumimoji="0" lang="en-GB" sz="17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Arial" panose="020B0604020202020204" pitchFamily="34" charset="0"/>
              </a:rPr>
            </a:br>
            <a:r>
              <a:rPr kumimoji="0" lang="en-GB" sz="17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Arial" panose="020B0604020202020204" pitchFamily="34" charset="0"/>
              </a:rPr>
              <a:t>Server: Apache</a:t>
            </a:r>
            <a:br>
              <a:rPr kumimoji="0" lang="en-GB" sz="17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Arial" panose="020B0604020202020204" pitchFamily="34" charset="0"/>
              </a:rPr>
            </a:br>
            <a:r>
              <a:rPr kumimoji="0" lang="en-GB" sz="17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Arial" panose="020B0604020202020204" pitchFamily="34" charset="0"/>
              </a:rPr>
              <a:t>Content-Length: 793</a:t>
            </a:r>
            <a:br>
              <a:rPr kumimoji="0" lang="en-GB" sz="17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Arial" panose="020B0604020202020204" pitchFamily="34" charset="0"/>
              </a:rPr>
            </a:br>
            <a:r>
              <a:rPr kumimoji="0" lang="en-GB" sz="17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Arial" panose="020B0604020202020204" pitchFamily="34" charset="0"/>
              </a:rPr>
              <a:t>Content-type: text/html</a:t>
            </a:r>
            <a:br>
              <a:rPr kumimoji="0" lang="en-GB" sz="17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Arial" panose="020B0604020202020204" pitchFamily="34" charset="0"/>
              </a:rPr>
            </a:br>
            <a:r>
              <a:rPr kumimoji="0" lang="en-GB" sz="17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Arial" panose="020B0604020202020204" pitchFamily="34" charset="0"/>
              </a:rPr>
              <a:t>¿</a:t>
            </a:r>
            <a:br>
              <a:rPr kumimoji="0" lang="en-GB" sz="17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Arial" panose="020B0604020202020204" pitchFamily="34" charset="0"/>
              </a:rPr>
            </a:br>
            <a:r>
              <a:rPr kumimoji="0" lang="en-GB" sz="17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Arial" panose="020B0604020202020204" pitchFamily="34" charset="0"/>
              </a:rPr>
              <a:t>&lt;html&gt;…&lt;/html&gt;</a:t>
            </a:r>
          </a:p>
        </p:txBody>
      </p:sp>
      <p:sp>
        <p:nvSpPr>
          <p:cNvPr id="26634" name="Rectangle 35"/>
          <p:cNvSpPr>
            <a:spLocks noChangeArrowheads="1"/>
          </p:cNvSpPr>
          <p:nvPr/>
        </p:nvSpPr>
        <p:spPr bwMode="auto">
          <a:xfrm>
            <a:off x="4754660" y="4484783"/>
            <a:ext cx="996951" cy="363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5725" tIns="42863" rIns="85725" bIns="42863">
            <a:spAutoFit/>
          </a:bodyPr>
          <a:lstStyle>
            <a:lvl1pPr defTabSz="639763">
              <a:spcBef>
                <a:spcPct val="20000"/>
              </a:spcBef>
              <a:buClr>
                <a:srgbClr val="B8CCE4"/>
              </a:buClr>
              <a:buFont typeface="Wingdings" panose="05000000000000000000" pitchFamily="2" charset="2"/>
              <a:buChar char="§"/>
              <a:defRPr sz="2000" b="1">
                <a:solidFill>
                  <a:schemeClr val="tx1"/>
                </a:solidFill>
                <a:latin typeface="Arial" panose="020B0604020202020204" pitchFamily="34" charset="0"/>
                <a:cs typeface="Arial" panose="020B0604020202020204" pitchFamily="34" charset="0"/>
              </a:defRPr>
            </a:lvl1pPr>
            <a:lvl2pPr marL="742950" indent="-285750" defTabSz="639763">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2pPr>
            <a:lvl3pPr marL="1143000" indent="-228600" defTabSz="639763">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3pPr>
            <a:lvl4pPr marL="1600200" indent="-228600" defTabSz="639763">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defTabSz="639763">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defTabSz="639763"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defTabSz="639763"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defTabSz="639763"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defTabSz="639763"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639763" rtl="0" eaLnBrk="1" fontAlgn="auto" latinLnBrk="0" hangingPunct="1">
              <a:lnSpc>
                <a:spcPct val="100000"/>
              </a:lnSpc>
              <a:spcBef>
                <a:spcPct val="50000"/>
              </a:spcBef>
              <a:spcAft>
                <a:spcPts val="0"/>
              </a:spcAft>
              <a:buClrTx/>
              <a:buSzTx/>
              <a:buFontTx/>
              <a:buNone/>
              <a:tabLst/>
              <a:defRPr/>
            </a:pPr>
            <a:r>
              <a:rPr lang="en-GB" sz="1800" noProof="0" dirty="0">
                <a:latin typeface="+mn-lt"/>
                <a:cs typeface="+mn-cs"/>
              </a:rPr>
              <a:t>Client</a:t>
            </a:r>
          </a:p>
        </p:txBody>
      </p:sp>
      <p:sp>
        <p:nvSpPr>
          <p:cNvPr id="26635" name="Rectangle 36"/>
          <p:cNvSpPr>
            <a:spLocks noChangeArrowheads="1"/>
          </p:cNvSpPr>
          <p:nvPr/>
        </p:nvSpPr>
        <p:spPr bwMode="auto">
          <a:xfrm>
            <a:off x="10707786" y="3916467"/>
            <a:ext cx="1538287" cy="363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5725" tIns="42863" rIns="85725" bIns="42863">
            <a:spAutoFit/>
          </a:bodyPr>
          <a:lstStyle>
            <a:lvl1pPr defTabSz="639763">
              <a:spcBef>
                <a:spcPct val="20000"/>
              </a:spcBef>
              <a:buClr>
                <a:srgbClr val="B8CCE4"/>
              </a:buClr>
              <a:buFont typeface="Wingdings" panose="05000000000000000000" pitchFamily="2" charset="2"/>
              <a:buChar char="§"/>
              <a:defRPr sz="2000" b="1">
                <a:solidFill>
                  <a:schemeClr val="tx1"/>
                </a:solidFill>
                <a:latin typeface="Arial" panose="020B0604020202020204" pitchFamily="34" charset="0"/>
                <a:cs typeface="Arial" panose="020B0604020202020204" pitchFamily="34" charset="0"/>
              </a:defRPr>
            </a:lvl1pPr>
            <a:lvl2pPr marL="742950" indent="-285750" defTabSz="639763">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2pPr>
            <a:lvl3pPr marL="1143000" indent="-228600" defTabSz="639763">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3pPr>
            <a:lvl4pPr marL="1600200" indent="-228600" defTabSz="639763">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defTabSz="639763">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defTabSz="639763"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defTabSz="639763"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defTabSz="639763"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defTabSz="639763"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50000"/>
              </a:spcBef>
              <a:buClrTx/>
              <a:buNone/>
            </a:pPr>
            <a:r>
              <a:rPr lang="en-GB" sz="1800" noProof="0" dirty="0">
                <a:latin typeface="+mn-lt"/>
                <a:cs typeface="+mn-cs"/>
              </a:rPr>
              <a:t>Web server</a:t>
            </a:r>
          </a:p>
        </p:txBody>
      </p:sp>
      <p:sp>
        <p:nvSpPr>
          <p:cNvPr id="10" name="Slide Number Placeholder 5">
            <a:extLst>
              <a:ext uri="{FF2B5EF4-FFF2-40B4-BE49-F238E27FC236}">
                <a16:creationId xmlns:a16="http://schemas.microsoft.com/office/drawing/2014/main" id="{FE6D0EA0-C9F0-F823-E920-1C6EF557D274}"/>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11</a:t>
            </a:fld>
            <a:endParaRPr lang="en-GB" noProof="0" dirty="0"/>
          </a:p>
        </p:txBody>
      </p:sp>
    </p:spTree>
    <p:extLst>
      <p:ext uri="{BB962C8B-B14F-4D97-AF65-F5344CB8AC3E}">
        <p14:creationId xmlns:p14="http://schemas.microsoft.com/office/powerpoint/2010/main" val="792331177"/>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4F45CAF-8E1A-56F1-7651-5EC169BD714A}"/>
              </a:ext>
            </a:extLst>
          </p:cNvPr>
          <p:cNvSpPr>
            <a:spLocks noGrp="1"/>
          </p:cNvSpPr>
          <p:nvPr>
            <p:ph type="ctrTitle"/>
          </p:nvPr>
        </p:nvSpPr>
        <p:spPr/>
        <p:txBody>
          <a:bodyPr/>
          <a:lstStyle/>
          <a:p>
            <a:r>
              <a:rPr lang="en-GB" cap="none" noProof="0" dirty="0"/>
              <a:t>HTTP client request</a:t>
            </a:r>
            <a:endParaRPr lang="en-GB" noProof="0" dirty="0"/>
          </a:p>
        </p:txBody>
      </p:sp>
      <p:sp>
        <p:nvSpPr>
          <p:cNvPr id="4" name="Text Placeholder 3">
            <a:extLst>
              <a:ext uri="{FF2B5EF4-FFF2-40B4-BE49-F238E27FC236}">
                <a16:creationId xmlns:a16="http://schemas.microsoft.com/office/drawing/2014/main" id="{B2346DEB-7450-6D96-31CB-1F486CB2CF68}"/>
              </a:ext>
            </a:extLst>
          </p:cNvPr>
          <p:cNvSpPr>
            <a:spLocks noGrp="1"/>
          </p:cNvSpPr>
          <p:nvPr>
            <p:ph type="body" sz="quarter" idx="14"/>
          </p:nvPr>
        </p:nvSpPr>
        <p:spPr/>
        <p:txBody>
          <a:bodyPr/>
          <a:lstStyle/>
          <a:p>
            <a:pPr marL="285750" indent="-285750">
              <a:buFont typeface="Arial" panose="020B0604020202020204" pitchFamily="34" charset="0"/>
              <a:buChar char="•"/>
            </a:pPr>
            <a:r>
              <a:rPr lang="en-GB" b="1" noProof="0" dirty="0"/>
              <a:t>Method:</a:t>
            </a:r>
          </a:p>
          <a:p>
            <a:pPr marL="971550" lvl="1" indent="-285750">
              <a:lnSpc>
                <a:spcPct val="100000"/>
              </a:lnSpc>
            </a:pPr>
            <a:r>
              <a:rPr lang="en-GB" noProof="0" dirty="0"/>
              <a:t>Action to perform on resource: GET, HEAD, POST.</a:t>
            </a:r>
          </a:p>
          <a:p>
            <a:pPr marL="285750" indent="-285750">
              <a:buFont typeface="Arial" panose="020B0604020202020204" pitchFamily="34" charset="0"/>
              <a:buChar char="•"/>
            </a:pPr>
            <a:r>
              <a:rPr lang="en-GB" b="1" noProof="0" dirty="0"/>
              <a:t>Uniform resource identifier:</a:t>
            </a:r>
          </a:p>
          <a:p>
            <a:pPr marL="971550" lvl="1" indent="-285750">
              <a:lnSpc>
                <a:spcPct val="100000"/>
              </a:lnSpc>
            </a:pPr>
            <a:r>
              <a:rPr lang="en-GB" noProof="0" dirty="0"/>
              <a:t>Identifies a networked resource.</a:t>
            </a:r>
          </a:p>
          <a:p>
            <a:pPr marL="971550" lvl="1" indent="-285750">
              <a:lnSpc>
                <a:spcPct val="100000"/>
              </a:lnSpc>
            </a:pPr>
            <a:r>
              <a:rPr lang="en-GB" noProof="0" dirty="0"/>
              <a:t>Absolute URI used with a proxy server.</a:t>
            </a:r>
          </a:p>
          <a:p>
            <a:pPr marL="971550" lvl="1" indent="-285750">
              <a:lnSpc>
                <a:spcPct val="100000"/>
              </a:lnSpc>
            </a:pPr>
            <a:r>
              <a:rPr lang="en-GB" noProof="0" dirty="0"/>
              <a:t>Request URI used with an origin server.</a:t>
            </a:r>
          </a:p>
          <a:p>
            <a:pPr marL="285750" indent="-285750">
              <a:buFont typeface="Arial" panose="020B0604020202020204" pitchFamily="34" charset="0"/>
              <a:buChar char="•"/>
            </a:pPr>
            <a:r>
              <a:rPr lang="en-GB" b="1" noProof="0" dirty="0"/>
              <a:t>HTTP version:</a:t>
            </a:r>
          </a:p>
          <a:p>
            <a:pPr marL="971550" lvl="1" indent="-285750">
              <a:lnSpc>
                <a:spcPct val="100000"/>
              </a:lnSpc>
            </a:pPr>
            <a:r>
              <a:rPr lang="en-GB" noProof="0" dirty="0"/>
              <a:t>Major.minor version — default (no version given) is 0.9.</a:t>
            </a:r>
          </a:p>
          <a:p>
            <a:pPr marL="971550" lvl="1" indent="-285750">
              <a:lnSpc>
                <a:spcPct val="100000"/>
              </a:lnSpc>
            </a:pPr>
            <a:r>
              <a:rPr lang="en-GB" noProof="0" dirty="0"/>
              <a:t>Version 1.1 now the most popular.</a:t>
            </a:r>
          </a:p>
          <a:p>
            <a:pPr marL="971550" lvl="1" indent="-285750">
              <a:lnSpc>
                <a:spcPct val="100000"/>
              </a:lnSpc>
            </a:pPr>
            <a:r>
              <a:rPr lang="en-GB" noProof="0" dirty="0"/>
              <a:t>Browsers and servers must also understand both 0.9 and 1.0.</a:t>
            </a:r>
          </a:p>
          <a:p>
            <a:pPr marL="285750" indent="-285750">
              <a:buFont typeface="Arial" panose="020B0604020202020204" pitchFamily="34" charset="0"/>
              <a:buChar char="•"/>
            </a:pPr>
            <a:r>
              <a:rPr lang="en-GB" noProof="0" dirty="0"/>
              <a:t>MIME-like message — contains request modifiers and forms data.</a:t>
            </a:r>
          </a:p>
          <a:p>
            <a:pPr marL="285750" indent="-285750">
              <a:buFont typeface="Arial" panose="020B0604020202020204" pitchFamily="34" charset="0"/>
              <a:buChar char="•"/>
            </a:pPr>
            <a:endParaRPr lang="en-GB" noProof="0" dirty="0"/>
          </a:p>
        </p:txBody>
      </p:sp>
      <p:sp>
        <p:nvSpPr>
          <p:cNvPr id="5" name="Slide Number Placeholder 5">
            <a:extLst>
              <a:ext uri="{FF2B5EF4-FFF2-40B4-BE49-F238E27FC236}">
                <a16:creationId xmlns:a16="http://schemas.microsoft.com/office/drawing/2014/main" id="{88BF9443-C56A-1DB5-52FD-FA600E16C0F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12</a:t>
            </a:fld>
            <a:endParaRPr lang="en-GB" noProof="0" dirty="0"/>
          </a:p>
        </p:txBody>
      </p:sp>
    </p:spTree>
    <p:extLst>
      <p:ext uri="{BB962C8B-B14F-4D97-AF65-F5344CB8AC3E}">
        <p14:creationId xmlns:p14="http://schemas.microsoft.com/office/powerpoint/2010/main" val="2978840033"/>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61E8EA8-ED97-EB48-2DA5-B219AB8EEADA}"/>
              </a:ext>
            </a:extLst>
          </p:cNvPr>
          <p:cNvSpPr>
            <a:spLocks noGrp="1"/>
          </p:cNvSpPr>
          <p:nvPr>
            <p:ph type="ctrTitle"/>
          </p:nvPr>
        </p:nvSpPr>
        <p:spPr/>
        <p:txBody>
          <a:bodyPr/>
          <a:lstStyle/>
          <a:p>
            <a:r>
              <a:rPr lang="en-GB" noProof="0" dirty="0"/>
              <a:t>HTTP server response</a:t>
            </a:r>
          </a:p>
        </p:txBody>
      </p:sp>
      <p:sp>
        <p:nvSpPr>
          <p:cNvPr id="4" name="Text Placeholder 3">
            <a:extLst>
              <a:ext uri="{FF2B5EF4-FFF2-40B4-BE49-F238E27FC236}">
                <a16:creationId xmlns:a16="http://schemas.microsoft.com/office/drawing/2014/main" id="{C5B2889E-18D3-5706-DAA5-FC1C8D005696}"/>
              </a:ext>
            </a:extLst>
          </p:cNvPr>
          <p:cNvSpPr>
            <a:spLocks noGrp="1"/>
          </p:cNvSpPr>
          <p:nvPr>
            <p:ph type="body" sz="quarter" idx="14"/>
          </p:nvPr>
        </p:nvSpPr>
        <p:spPr/>
        <p:txBody>
          <a:bodyPr/>
          <a:lstStyle/>
          <a:p>
            <a:pPr marL="285750" indent="-285750">
              <a:buFont typeface="Arial" panose="020B0604020202020204" pitchFamily="34" charset="0"/>
              <a:buChar char="•"/>
            </a:pPr>
            <a:r>
              <a:rPr lang="en-GB" b="1" noProof="0" dirty="0"/>
              <a:t>Simple response/full response.</a:t>
            </a:r>
          </a:p>
          <a:p>
            <a:pPr marL="285750" indent="-285750">
              <a:buFont typeface="Arial" panose="020B0604020202020204" pitchFamily="34" charset="0"/>
              <a:buChar char="•"/>
            </a:pPr>
            <a:r>
              <a:rPr lang="en-GB" b="1" noProof="0" dirty="0"/>
              <a:t>Status line:</a:t>
            </a:r>
          </a:p>
          <a:p>
            <a:pPr marL="971550" lvl="1" indent="-285750">
              <a:lnSpc>
                <a:spcPct val="100000"/>
              </a:lnSpc>
            </a:pPr>
            <a:r>
              <a:rPr lang="en-GB" noProof="0" dirty="0"/>
              <a:t>HTTP version.</a:t>
            </a:r>
          </a:p>
          <a:p>
            <a:pPr marL="971550" lvl="1" indent="-285750">
              <a:lnSpc>
                <a:spcPct val="100000"/>
              </a:lnSpc>
            </a:pPr>
            <a:r>
              <a:rPr lang="en-GB" noProof="0" dirty="0"/>
              <a:t>Standard status code.</a:t>
            </a:r>
          </a:p>
          <a:p>
            <a:pPr marL="971550" lvl="1" indent="-285750">
              <a:lnSpc>
                <a:spcPct val="100000"/>
              </a:lnSpc>
            </a:pPr>
            <a:r>
              <a:rPr lang="en-GB" noProof="0" dirty="0"/>
              <a:t>Reason phrase.</a:t>
            </a:r>
          </a:p>
          <a:p>
            <a:pPr marL="285750" indent="-285750">
              <a:buFont typeface="Arial" panose="020B0604020202020204" pitchFamily="34" charset="0"/>
              <a:buChar char="•"/>
            </a:pPr>
            <a:r>
              <a:rPr lang="en-GB" b="1" noProof="0" dirty="0"/>
              <a:t>MIME-like message:</a:t>
            </a:r>
          </a:p>
          <a:p>
            <a:pPr marL="971550" lvl="1" indent="-285750">
              <a:lnSpc>
                <a:spcPct val="100000"/>
              </a:lnSpc>
            </a:pPr>
            <a:r>
              <a:rPr lang="en-GB" noProof="0" dirty="0"/>
              <a:t>Generated by web server or by backend script.</a:t>
            </a:r>
          </a:p>
          <a:p>
            <a:pPr marL="971550" lvl="1" indent="-285750">
              <a:lnSpc>
                <a:spcPct val="100000"/>
              </a:lnSpc>
            </a:pPr>
            <a:r>
              <a:rPr lang="en-GB" noProof="0" dirty="0"/>
              <a:t>Header fields describe the requested resource.</a:t>
            </a:r>
          </a:p>
          <a:p>
            <a:pPr marL="971550" lvl="1" indent="-285750">
              <a:lnSpc>
                <a:spcPct val="100000"/>
              </a:lnSpc>
            </a:pPr>
            <a:r>
              <a:rPr lang="en-GB" noProof="0" dirty="0"/>
              <a:t>Modified using HTML &lt;meta&gt; tag.</a:t>
            </a:r>
          </a:p>
          <a:p>
            <a:pPr marL="971550" lvl="1" indent="-285750">
              <a:lnSpc>
                <a:spcPct val="100000"/>
              </a:lnSpc>
            </a:pPr>
            <a:r>
              <a:rPr lang="en-GB" noProof="0" dirty="0"/>
              <a:t>Requested data.</a:t>
            </a:r>
          </a:p>
          <a:p>
            <a:pPr marL="971550" lvl="1" indent="-285750">
              <a:lnSpc>
                <a:spcPct val="100000"/>
              </a:lnSpc>
            </a:pPr>
            <a:r>
              <a:rPr lang="en-GB" noProof="0" dirty="0"/>
              <a:t>Header and data are separated by CRLF pair.</a:t>
            </a:r>
          </a:p>
          <a:p>
            <a:pPr marL="285750" indent="-285750">
              <a:buFont typeface="Arial" panose="020B0604020202020204" pitchFamily="34" charset="0"/>
              <a:buChar char="•"/>
            </a:pPr>
            <a:endParaRPr lang="en-GB" noProof="0" dirty="0"/>
          </a:p>
        </p:txBody>
      </p:sp>
      <p:sp>
        <p:nvSpPr>
          <p:cNvPr id="5" name="Slide Number Placeholder 5">
            <a:extLst>
              <a:ext uri="{FF2B5EF4-FFF2-40B4-BE49-F238E27FC236}">
                <a16:creationId xmlns:a16="http://schemas.microsoft.com/office/drawing/2014/main" id="{2A17A29E-F7ED-6BC5-0500-32B23E8CC343}"/>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13</a:t>
            </a:fld>
            <a:endParaRPr lang="en-GB" noProof="0" dirty="0"/>
          </a:p>
        </p:txBody>
      </p:sp>
    </p:spTree>
    <p:extLst>
      <p:ext uri="{BB962C8B-B14F-4D97-AF65-F5344CB8AC3E}">
        <p14:creationId xmlns:p14="http://schemas.microsoft.com/office/powerpoint/2010/main" val="4141454017"/>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1FAF7A-A39C-B14E-DECA-66C814C4FC23}"/>
              </a:ext>
            </a:extLst>
          </p:cNvPr>
          <p:cNvSpPr>
            <a:spLocks noGrp="1"/>
          </p:cNvSpPr>
          <p:nvPr>
            <p:ph type="ctrTitle"/>
          </p:nvPr>
        </p:nvSpPr>
        <p:spPr/>
        <p:txBody>
          <a:bodyPr/>
          <a:lstStyle/>
          <a:p>
            <a:r>
              <a:rPr lang="en-GB" cap="none" noProof="0" dirty="0"/>
              <a:t>MIME and HTTP</a:t>
            </a:r>
            <a:endParaRPr lang="en-GB" noProof="0" dirty="0"/>
          </a:p>
        </p:txBody>
      </p:sp>
      <p:sp>
        <p:nvSpPr>
          <p:cNvPr id="5" name="Text Placeholder 4">
            <a:extLst>
              <a:ext uri="{FF2B5EF4-FFF2-40B4-BE49-F238E27FC236}">
                <a16:creationId xmlns:a16="http://schemas.microsoft.com/office/drawing/2014/main" id="{6FFEBAE0-8641-C1D2-69A1-665284243698}"/>
              </a:ext>
            </a:extLst>
          </p:cNvPr>
          <p:cNvSpPr>
            <a:spLocks noGrp="1"/>
          </p:cNvSpPr>
          <p:nvPr>
            <p:ph type="body" sz="quarter" idx="13"/>
          </p:nvPr>
        </p:nvSpPr>
        <p:spPr>
          <a:xfrm>
            <a:off x="443921" y="1475117"/>
            <a:ext cx="9761128" cy="4606707"/>
          </a:xfrm>
        </p:spPr>
        <p:txBody>
          <a:bodyPr/>
          <a:lstStyle/>
          <a:p>
            <a:pPr marL="285750" indent="-285750">
              <a:buFont typeface="Arial" panose="020B0604020202020204" pitchFamily="34" charset="0"/>
              <a:buChar char="•"/>
            </a:pPr>
            <a:r>
              <a:rPr lang="en-GB" b="1" noProof="0" dirty="0"/>
              <a:t>Multipurpose internet mail extensions:</a:t>
            </a:r>
          </a:p>
          <a:p>
            <a:pPr marL="971550" lvl="1" indent="-285750">
              <a:lnSpc>
                <a:spcPct val="100000"/>
              </a:lnSpc>
            </a:pPr>
            <a:r>
              <a:rPr lang="en-GB" noProof="0" dirty="0"/>
              <a:t>Based on internet mail (RFC 822).</a:t>
            </a:r>
          </a:p>
          <a:p>
            <a:pPr marL="971550" lvl="1" indent="-285750">
              <a:lnSpc>
                <a:spcPct val="100000"/>
              </a:lnSpc>
            </a:pPr>
            <a:r>
              <a:rPr lang="en-GB" noProof="0" dirty="0"/>
              <a:t>MIME is defined in RFC 1521.</a:t>
            </a:r>
          </a:p>
          <a:p>
            <a:pPr marL="971550" lvl="1" indent="-285750">
              <a:lnSpc>
                <a:spcPct val="100000"/>
              </a:lnSpc>
            </a:pPr>
            <a:r>
              <a:rPr lang="en-GB" noProof="0" dirty="0"/>
              <a:t>HTTP usage differs from RFC 1521.</a:t>
            </a:r>
          </a:p>
          <a:p>
            <a:pPr marL="285750" indent="-285750">
              <a:buFont typeface="Arial" panose="020B0604020202020204" pitchFamily="34" charset="0"/>
              <a:buChar char="•"/>
            </a:pPr>
            <a:r>
              <a:rPr lang="en-GB" b="1" noProof="0" dirty="0"/>
              <a:t>Transmission of multimedia objects over internet:</a:t>
            </a:r>
          </a:p>
          <a:p>
            <a:pPr marL="971550" lvl="1" indent="-285750">
              <a:lnSpc>
                <a:spcPct val="100000"/>
              </a:lnSpc>
            </a:pPr>
            <a:r>
              <a:rPr lang="en-GB" noProof="0" dirty="0"/>
              <a:t>Header consists of colon-separated fields.</a:t>
            </a:r>
          </a:p>
          <a:p>
            <a:pPr marL="971550" lvl="1" indent="-285750">
              <a:lnSpc>
                <a:spcPct val="100000"/>
              </a:lnSpc>
            </a:pPr>
            <a:r>
              <a:rPr lang="en-GB" noProof="0" dirty="0"/>
              <a:t>Data contains requested object.</a:t>
            </a:r>
          </a:p>
          <a:p>
            <a:pPr marL="971550" lvl="1" indent="-285750">
              <a:lnSpc>
                <a:spcPct val="100000"/>
              </a:lnSpc>
            </a:pPr>
            <a:r>
              <a:rPr lang="en-GB" noProof="0" dirty="0"/>
              <a:t>Content-type field describes object.</a:t>
            </a:r>
          </a:p>
          <a:p>
            <a:pPr marL="285750" indent="-285750">
              <a:buFont typeface="Arial" panose="020B0604020202020204" pitchFamily="34" charset="0"/>
              <a:buChar char="•"/>
            </a:pPr>
            <a:r>
              <a:rPr lang="en-GB" b="1" noProof="0" dirty="0"/>
              <a:t>Object types:</a:t>
            </a:r>
          </a:p>
          <a:p>
            <a:pPr marL="971550" lvl="1" indent="-285750">
              <a:lnSpc>
                <a:spcPct val="100000"/>
              </a:lnSpc>
            </a:pPr>
            <a:r>
              <a:rPr lang="en-GB" noProof="0" dirty="0"/>
              <a:t>Defined by IANA (Internet Assigned Numbers Authority).</a:t>
            </a:r>
          </a:p>
          <a:p>
            <a:pPr marL="971550" lvl="1" indent="-285750">
              <a:lnSpc>
                <a:spcPct val="100000"/>
              </a:lnSpc>
            </a:pPr>
            <a:r>
              <a:rPr lang="en-GB" noProof="0" dirty="0"/>
              <a:t>Consist of type/subtype.</a:t>
            </a:r>
          </a:p>
          <a:p>
            <a:pPr marL="971550" lvl="1" indent="-285750">
              <a:lnSpc>
                <a:spcPct val="100000"/>
              </a:lnSpc>
            </a:pPr>
            <a:r>
              <a:rPr lang="en-GB" noProof="0" dirty="0"/>
              <a:t>Unofficial types preceded by x- (x-world/x-vrml).</a:t>
            </a:r>
          </a:p>
          <a:p>
            <a:pPr marL="285750" indent="-285750">
              <a:buFont typeface="Arial" panose="020B0604020202020204" pitchFamily="34" charset="0"/>
              <a:buChar char="•"/>
            </a:pPr>
            <a:r>
              <a:rPr lang="en-GB" b="1" noProof="0" dirty="0"/>
              <a:t>Multipart messages:</a:t>
            </a:r>
          </a:p>
          <a:p>
            <a:pPr marL="971550" lvl="1" indent="-285750">
              <a:lnSpc>
                <a:spcPct val="100000"/>
              </a:lnSpc>
            </a:pPr>
            <a:r>
              <a:rPr lang="en-GB" noProof="0" dirty="0"/>
              <a:t>Multiple MIME messages each containing a header specifying the type of body data.</a:t>
            </a:r>
          </a:p>
          <a:p>
            <a:pPr marL="285750" indent="-285750">
              <a:buFont typeface="Arial" panose="020B0604020202020204" pitchFamily="34" charset="0"/>
              <a:buChar char="•"/>
            </a:pPr>
            <a:endParaRPr lang="en-GB" noProof="0" dirty="0"/>
          </a:p>
        </p:txBody>
      </p:sp>
      <p:graphicFrame>
        <p:nvGraphicFramePr>
          <p:cNvPr id="7" name="Object 4">
            <a:extLst>
              <a:ext uri="{FF2B5EF4-FFF2-40B4-BE49-F238E27FC236}">
                <a16:creationId xmlns:a16="http://schemas.microsoft.com/office/drawing/2014/main" id="{BBC4998C-D7F0-07B5-BA00-0FF489E5EAC9}"/>
              </a:ext>
            </a:extLst>
          </p:cNvPr>
          <p:cNvGraphicFramePr>
            <a:graphicFrameLocks noGrp="1"/>
          </p:cNvGraphicFramePr>
          <p:nvPr>
            <p:ph sz="quarter" idx="4"/>
            <p:extLst>
              <p:ext uri="{D42A27DB-BD31-4B8C-83A1-F6EECF244321}">
                <p14:modId xmlns:p14="http://schemas.microsoft.com/office/powerpoint/2010/main" val="1929040686"/>
              </p:ext>
            </p:extLst>
          </p:nvPr>
        </p:nvGraphicFramePr>
        <p:xfrm>
          <a:off x="7082212" y="1561382"/>
          <a:ext cx="4756150" cy="3116263"/>
        </p:xfrm>
        <a:graphic>
          <a:graphicData uri="http://schemas.openxmlformats.org/presentationml/2006/ole">
            <mc:AlternateContent xmlns:mc="http://schemas.openxmlformats.org/markup-compatibility/2006">
              <mc:Choice xmlns:v="urn:schemas-microsoft-com:vml" Requires="v">
                <p:oleObj name="Microsoft ClipArt Gallery" r:id="rId3" imgW="4756150" imgH="3116263" progId="MS_ClipArt_Gallery">
                  <p:embed/>
                </p:oleObj>
              </mc:Choice>
              <mc:Fallback>
                <p:oleObj name="Microsoft ClipArt Gallery" r:id="rId3" imgW="4756150" imgH="3116263" progId="MS_ClipArt_Gallery">
                  <p:embed/>
                  <p:pic>
                    <p:nvPicPr>
                      <p:cNvPr id="7" name="Object 4">
                        <a:extLst>
                          <a:ext uri="{FF2B5EF4-FFF2-40B4-BE49-F238E27FC236}">
                            <a16:creationId xmlns:a16="http://schemas.microsoft.com/office/drawing/2014/main" id="{BBC4998C-D7F0-07B5-BA00-0FF489E5EAC9}"/>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82212" y="1561382"/>
                        <a:ext cx="4756150" cy="3116263"/>
                      </a:xfrm>
                      <a:prstGeom prst="rect">
                        <a:avLst/>
                      </a:prstGeom>
                      <a:noFill/>
                      <a:ln>
                        <a:noFill/>
                      </a:ln>
                      <a:effectLst/>
                    </p:spPr>
                  </p:pic>
                </p:oleObj>
              </mc:Fallback>
            </mc:AlternateContent>
          </a:graphicData>
        </a:graphic>
      </p:graphicFrame>
      <p:sp>
        <p:nvSpPr>
          <p:cNvPr id="8" name="Slide Number Placeholder 5">
            <a:extLst>
              <a:ext uri="{FF2B5EF4-FFF2-40B4-BE49-F238E27FC236}">
                <a16:creationId xmlns:a16="http://schemas.microsoft.com/office/drawing/2014/main" id="{3B6EB70F-A1DE-0246-E7CD-61A37F001298}"/>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14</a:t>
            </a:fld>
            <a:endParaRPr lang="en-GB" noProof="0" dirty="0"/>
          </a:p>
        </p:txBody>
      </p:sp>
    </p:spTree>
    <p:extLst>
      <p:ext uri="{BB962C8B-B14F-4D97-AF65-F5344CB8AC3E}">
        <p14:creationId xmlns:p14="http://schemas.microsoft.com/office/powerpoint/2010/main" val="1535530336"/>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2A84ABF-15DB-5C27-3FD9-95720BD441F9}"/>
              </a:ext>
            </a:extLst>
          </p:cNvPr>
          <p:cNvSpPr>
            <a:spLocks noGrp="1"/>
          </p:cNvSpPr>
          <p:nvPr>
            <p:ph type="ctrTitle"/>
          </p:nvPr>
        </p:nvSpPr>
        <p:spPr>
          <a:xfrm>
            <a:off x="443921" y="500194"/>
            <a:ext cx="10800000" cy="858985"/>
          </a:xfrm>
        </p:spPr>
        <p:txBody>
          <a:bodyPr/>
          <a:lstStyle/>
          <a:p>
            <a:r>
              <a:rPr lang="en-GB" noProof="0" dirty="0"/>
              <a:t>Security issues</a:t>
            </a:r>
          </a:p>
        </p:txBody>
      </p:sp>
      <p:sp>
        <p:nvSpPr>
          <p:cNvPr id="6" name="Text Placeholder 5">
            <a:extLst>
              <a:ext uri="{FF2B5EF4-FFF2-40B4-BE49-F238E27FC236}">
                <a16:creationId xmlns:a16="http://schemas.microsoft.com/office/drawing/2014/main" id="{8C581EF8-B32B-E7E9-7B99-78C42205C8BB}"/>
              </a:ext>
            </a:extLst>
          </p:cNvPr>
          <p:cNvSpPr>
            <a:spLocks noGrp="1"/>
          </p:cNvSpPr>
          <p:nvPr>
            <p:ph type="body" sz="quarter" idx="14"/>
          </p:nvPr>
        </p:nvSpPr>
        <p:spPr/>
        <p:txBody>
          <a:bodyPr/>
          <a:lstStyle/>
          <a:p>
            <a:pPr marL="285750" indent="-285750">
              <a:buFont typeface="Arial" panose="020B0604020202020204" pitchFamily="34" charset="0"/>
              <a:buChar char="•"/>
            </a:pPr>
            <a:r>
              <a:rPr lang="en-GB" b="1" noProof="0" dirty="0"/>
              <a:t>Preventing eavesdropping: </a:t>
            </a:r>
            <a:r>
              <a:rPr lang="en-GB" noProof="0" dirty="0"/>
              <a:t>Use of encryption.</a:t>
            </a:r>
          </a:p>
          <a:p>
            <a:pPr marL="285750" indent="-285750">
              <a:buFont typeface="Arial" panose="020B0604020202020204" pitchFamily="34" charset="0"/>
              <a:buChar char="•"/>
            </a:pPr>
            <a:r>
              <a:rPr lang="en-GB" b="1" noProof="0" dirty="0"/>
              <a:t>Preventing modification/fabrication: </a:t>
            </a:r>
            <a:r>
              <a:rPr lang="en-GB" noProof="0" dirty="0"/>
              <a:t>Authenticating messages.</a:t>
            </a:r>
          </a:p>
          <a:p>
            <a:pPr marL="285750" indent="-285750">
              <a:buFont typeface="Arial" panose="020B0604020202020204" pitchFamily="34" charset="0"/>
              <a:buChar char="•"/>
            </a:pPr>
            <a:r>
              <a:rPr lang="en-GB" b="1" noProof="0" dirty="0"/>
              <a:t>Preventing impersonation: </a:t>
            </a:r>
            <a:r>
              <a:rPr lang="en-GB" noProof="0" dirty="0"/>
              <a:t>Authenticating clients and servers.</a:t>
            </a:r>
          </a:p>
          <a:p>
            <a:pPr marL="285750" indent="-285750">
              <a:buFont typeface="Arial" panose="020B0604020202020204" pitchFamily="34" charset="0"/>
              <a:buChar char="•"/>
            </a:pPr>
            <a:endParaRPr lang="en-GB" noProof="0" dirty="0"/>
          </a:p>
        </p:txBody>
      </p:sp>
      <p:sp>
        <p:nvSpPr>
          <p:cNvPr id="7" name="Slide Number Placeholder 5">
            <a:extLst>
              <a:ext uri="{FF2B5EF4-FFF2-40B4-BE49-F238E27FC236}">
                <a16:creationId xmlns:a16="http://schemas.microsoft.com/office/drawing/2014/main" id="{B2F9E2A6-581F-B166-EEC7-6852AAE0B6A6}"/>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15</a:t>
            </a:fld>
            <a:endParaRPr lang="en-GB" noProof="0" dirty="0"/>
          </a:p>
        </p:txBody>
      </p:sp>
    </p:spTree>
    <p:extLst>
      <p:ext uri="{BB962C8B-B14F-4D97-AF65-F5344CB8AC3E}">
        <p14:creationId xmlns:p14="http://schemas.microsoft.com/office/powerpoint/2010/main" val="36746144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4B464E-CADA-76E7-0854-B4D4336244C0}"/>
              </a:ext>
            </a:extLst>
          </p:cNvPr>
          <p:cNvSpPr>
            <a:spLocks noGrp="1"/>
          </p:cNvSpPr>
          <p:nvPr>
            <p:ph type="ctrTitle"/>
          </p:nvPr>
        </p:nvSpPr>
        <p:spPr>
          <a:xfrm>
            <a:off x="443921" y="500194"/>
            <a:ext cx="10800000" cy="858985"/>
          </a:xfrm>
        </p:spPr>
        <p:txBody>
          <a:bodyPr/>
          <a:lstStyle/>
          <a:p>
            <a:r>
              <a:rPr lang="en-GB" noProof="0" dirty="0"/>
              <a:t>Security: HTTPS</a:t>
            </a:r>
          </a:p>
        </p:txBody>
      </p:sp>
      <p:sp>
        <p:nvSpPr>
          <p:cNvPr id="6" name="Text Placeholder 5">
            <a:extLst>
              <a:ext uri="{FF2B5EF4-FFF2-40B4-BE49-F238E27FC236}">
                <a16:creationId xmlns:a16="http://schemas.microsoft.com/office/drawing/2014/main" id="{F347308D-54B1-9EFA-EFCA-58DD2EA19DF3}"/>
              </a:ext>
            </a:extLst>
          </p:cNvPr>
          <p:cNvSpPr>
            <a:spLocks noGrp="1"/>
          </p:cNvSpPr>
          <p:nvPr>
            <p:ph type="body" sz="quarter" idx="14"/>
          </p:nvPr>
        </p:nvSpPr>
        <p:spPr/>
        <p:txBody>
          <a:bodyPr/>
          <a:lstStyle/>
          <a:p>
            <a:pPr marL="285750" indent="-285750">
              <a:buFont typeface="Arial" panose="020B0604020202020204" pitchFamily="34" charset="0"/>
              <a:buChar char="•"/>
            </a:pPr>
            <a:r>
              <a:rPr lang="en-GB" noProof="0" dirty="0"/>
              <a:t>Essentially works in same way as HTTP.</a:t>
            </a:r>
          </a:p>
          <a:p>
            <a:pPr marL="971550" lvl="1" indent="-285750">
              <a:lnSpc>
                <a:spcPct val="100000"/>
              </a:lnSpc>
            </a:pPr>
            <a:r>
              <a:rPr lang="en-GB" noProof="0" dirty="0"/>
              <a:t>Uses Secure Socket Layer (SSL) to encrypt data being passed.</a:t>
            </a:r>
          </a:p>
          <a:p>
            <a:pPr marL="285750" indent="-285750">
              <a:buFont typeface="Arial" panose="020B0604020202020204" pitchFamily="34" charset="0"/>
              <a:buChar char="•"/>
            </a:pPr>
            <a:r>
              <a:rPr lang="en-GB" noProof="0" dirty="0"/>
              <a:t>Lots of websites and development libraries and frameworks will work with or require HTTPS.</a:t>
            </a:r>
          </a:p>
          <a:p>
            <a:pPr marL="285750" indent="-285750">
              <a:buFont typeface="Arial" panose="020B0604020202020204" pitchFamily="34" charset="0"/>
              <a:buChar char="•"/>
            </a:pPr>
            <a:r>
              <a:rPr lang="en-GB" noProof="0" dirty="0"/>
              <a:t>Stops ‘eavesdropping’ on data transfers between client and server.</a:t>
            </a:r>
          </a:p>
          <a:p>
            <a:pPr marL="285750" indent="-285750">
              <a:buFont typeface="Arial" panose="020B0604020202020204" pitchFamily="34" charset="0"/>
              <a:buChar char="•"/>
            </a:pPr>
            <a:endParaRPr lang="en-GB" noProof="0" dirty="0"/>
          </a:p>
        </p:txBody>
      </p:sp>
      <p:sp>
        <p:nvSpPr>
          <p:cNvPr id="7" name="Slide Number Placeholder 5">
            <a:extLst>
              <a:ext uri="{FF2B5EF4-FFF2-40B4-BE49-F238E27FC236}">
                <a16:creationId xmlns:a16="http://schemas.microsoft.com/office/drawing/2014/main" id="{C4E1D29F-5D2E-87C2-E2E7-7AA26EDF27B2}"/>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16</a:t>
            </a:fld>
            <a:endParaRPr lang="en-GB" noProof="0" dirty="0"/>
          </a:p>
        </p:txBody>
      </p:sp>
    </p:spTree>
    <p:extLst>
      <p:ext uri="{BB962C8B-B14F-4D97-AF65-F5344CB8AC3E}">
        <p14:creationId xmlns:p14="http://schemas.microsoft.com/office/powerpoint/2010/main" val="26856400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F12C28A-DB3E-A664-BDCD-05F0CDD6361C}"/>
              </a:ext>
            </a:extLst>
          </p:cNvPr>
          <p:cNvSpPr>
            <a:spLocks noGrp="1"/>
          </p:cNvSpPr>
          <p:nvPr>
            <p:ph type="ctrTitle"/>
          </p:nvPr>
        </p:nvSpPr>
        <p:spPr>
          <a:xfrm>
            <a:off x="443921" y="500194"/>
            <a:ext cx="10800000" cy="858985"/>
          </a:xfrm>
        </p:spPr>
        <p:txBody>
          <a:bodyPr/>
          <a:lstStyle/>
          <a:p>
            <a:r>
              <a:rPr lang="en-GB" noProof="0" dirty="0"/>
              <a:t>Security: SSL</a:t>
            </a:r>
          </a:p>
        </p:txBody>
      </p:sp>
      <p:sp>
        <p:nvSpPr>
          <p:cNvPr id="2" name="Text Placeholder 1">
            <a:extLst>
              <a:ext uri="{FF2B5EF4-FFF2-40B4-BE49-F238E27FC236}">
                <a16:creationId xmlns:a16="http://schemas.microsoft.com/office/drawing/2014/main" id="{BE83A870-B152-0EA2-D307-95F9D18007B3}"/>
              </a:ext>
            </a:extLst>
          </p:cNvPr>
          <p:cNvSpPr>
            <a:spLocks noGrp="1"/>
          </p:cNvSpPr>
          <p:nvPr>
            <p:ph type="body" sz="quarter" idx="14"/>
          </p:nvPr>
        </p:nvSpPr>
        <p:spPr>
          <a:xfrm>
            <a:off x="443921" y="1733108"/>
            <a:ext cx="7686287" cy="4061405"/>
          </a:xfrm>
        </p:spPr>
        <p:txBody>
          <a:bodyPr/>
          <a:lstStyle/>
          <a:p>
            <a:pPr marL="285750" indent="-285750">
              <a:buFont typeface="Arial" panose="020B0604020202020204" pitchFamily="34" charset="0"/>
              <a:buChar char="•"/>
            </a:pPr>
            <a:r>
              <a:rPr lang="en-GB" noProof="0" dirty="0"/>
              <a:t>Secure protocol for sending information securely over the internet.</a:t>
            </a:r>
          </a:p>
          <a:p>
            <a:pPr marL="285750" indent="-285750">
              <a:buFont typeface="Arial" panose="020B0604020202020204" pitchFamily="34" charset="0"/>
              <a:buChar char="•"/>
            </a:pPr>
            <a:r>
              <a:rPr lang="en-GB" noProof="0" dirty="0"/>
              <a:t>Encrypts data transmitted between client and server.</a:t>
            </a:r>
          </a:p>
          <a:p>
            <a:pPr marL="285750" indent="-285750">
              <a:buFont typeface="Arial" panose="020B0604020202020204" pitchFamily="34" charset="0"/>
              <a:buChar char="•"/>
            </a:pPr>
            <a:r>
              <a:rPr lang="en-GB" noProof="0" dirty="0"/>
              <a:t>Mostly uses 128-bit encryption.</a:t>
            </a:r>
          </a:p>
          <a:p>
            <a:pPr marL="285750" indent="-285750">
              <a:buFont typeface="Arial" panose="020B0604020202020204" pitchFamily="34" charset="0"/>
              <a:buChar char="•"/>
            </a:pPr>
            <a:r>
              <a:rPr lang="en-GB" noProof="0" dirty="0"/>
              <a:t>Requires web server to hold a valid certificate.</a:t>
            </a:r>
          </a:p>
        </p:txBody>
      </p:sp>
      <p:sp>
        <p:nvSpPr>
          <p:cNvPr id="6" name="Slide Number Placeholder 5">
            <a:extLst>
              <a:ext uri="{FF2B5EF4-FFF2-40B4-BE49-F238E27FC236}">
                <a16:creationId xmlns:a16="http://schemas.microsoft.com/office/drawing/2014/main" id="{034D82DF-BDED-F991-5F47-9F29F87A5F69}"/>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17</a:t>
            </a:fld>
            <a:endParaRPr lang="en-GB" noProof="0" dirty="0"/>
          </a:p>
        </p:txBody>
      </p:sp>
    </p:spTree>
    <p:extLst>
      <p:ext uri="{BB962C8B-B14F-4D97-AF65-F5344CB8AC3E}">
        <p14:creationId xmlns:p14="http://schemas.microsoft.com/office/powerpoint/2010/main" val="25222896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A303A52-7A43-F54D-8013-10F4FFF2CF16}"/>
              </a:ext>
            </a:extLst>
          </p:cNvPr>
          <p:cNvSpPr>
            <a:spLocks noGrp="1"/>
          </p:cNvSpPr>
          <p:nvPr>
            <p:ph type="ctrTitle"/>
          </p:nvPr>
        </p:nvSpPr>
        <p:spPr/>
        <p:txBody>
          <a:bodyPr/>
          <a:lstStyle/>
          <a:p>
            <a:r>
              <a:rPr lang="en-GB" sz="4000" noProof="0" dirty="0"/>
              <a:t>HTML basics</a:t>
            </a:r>
          </a:p>
        </p:txBody>
      </p:sp>
      <p:sp>
        <p:nvSpPr>
          <p:cNvPr id="2" name="Subtitle 1">
            <a:extLst>
              <a:ext uri="{FF2B5EF4-FFF2-40B4-BE49-F238E27FC236}">
                <a16:creationId xmlns:a16="http://schemas.microsoft.com/office/drawing/2014/main" id="{06AE034D-87B8-69B9-7DB5-5D81224BB355}"/>
              </a:ext>
            </a:extLst>
          </p:cNvPr>
          <p:cNvSpPr>
            <a:spLocks noGrp="1"/>
          </p:cNvSpPr>
          <p:nvPr>
            <p:ph type="subTitle" idx="1"/>
          </p:nvPr>
        </p:nvSpPr>
        <p:spPr/>
        <p:txBody>
          <a:bodyPr/>
          <a:lstStyle/>
          <a:p>
            <a:endParaRPr lang="en-GB" noProof="0" dirty="0"/>
          </a:p>
        </p:txBody>
      </p:sp>
    </p:spTree>
    <p:extLst>
      <p:ext uri="{BB962C8B-B14F-4D97-AF65-F5344CB8AC3E}">
        <p14:creationId xmlns:p14="http://schemas.microsoft.com/office/powerpoint/2010/main" val="35201229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F4A27F8-2983-6E00-41CA-20254750D66D}"/>
              </a:ext>
            </a:extLst>
          </p:cNvPr>
          <p:cNvSpPr>
            <a:spLocks noGrp="1"/>
          </p:cNvSpPr>
          <p:nvPr>
            <p:ph type="ctrTitle"/>
          </p:nvPr>
        </p:nvSpPr>
        <p:spPr/>
        <p:txBody>
          <a:bodyPr/>
          <a:lstStyle/>
          <a:p>
            <a:r>
              <a:rPr lang="en-GB" noProof="0" dirty="0"/>
              <a:t>Basics</a:t>
            </a:r>
          </a:p>
        </p:txBody>
      </p:sp>
      <p:sp>
        <p:nvSpPr>
          <p:cNvPr id="3" name="Text Placeholder 2">
            <a:extLst>
              <a:ext uri="{FF2B5EF4-FFF2-40B4-BE49-F238E27FC236}">
                <a16:creationId xmlns:a16="http://schemas.microsoft.com/office/drawing/2014/main" id="{67AB3B83-7706-9D8B-506A-31A9CA4E165E}"/>
              </a:ext>
            </a:extLst>
          </p:cNvPr>
          <p:cNvSpPr>
            <a:spLocks noGrp="1"/>
          </p:cNvSpPr>
          <p:nvPr>
            <p:ph type="body" sz="quarter" idx="13"/>
          </p:nvPr>
        </p:nvSpPr>
        <p:spPr/>
        <p:txBody>
          <a:bodyPr/>
          <a:lstStyle/>
          <a:p>
            <a:pPr marL="285750" indent="-285750">
              <a:buFont typeface="Arial" panose="020B0604020202020204" pitchFamily="34" charset="0"/>
              <a:buChar char="•"/>
            </a:pPr>
            <a:r>
              <a:rPr lang="en-GB" noProof="0" dirty="0"/>
              <a:t>HTML history and standards</a:t>
            </a:r>
          </a:p>
          <a:p>
            <a:pPr marL="285750" indent="-285750">
              <a:buFont typeface="Arial" panose="020B0604020202020204" pitchFamily="34" charset="0"/>
              <a:buChar char="•"/>
            </a:pPr>
            <a:r>
              <a:rPr lang="en-GB" noProof="0" dirty="0"/>
              <a:t>Basic HTML syntax, tags, and errors</a:t>
            </a:r>
          </a:p>
          <a:p>
            <a:pPr marL="285750" indent="-285750">
              <a:buFont typeface="Arial" panose="020B0604020202020204" pitchFamily="34" charset="0"/>
              <a:buChar char="•"/>
            </a:pPr>
            <a:r>
              <a:rPr lang="en-GB" noProof="0" dirty="0"/>
              <a:t>Special characters</a:t>
            </a:r>
          </a:p>
          <a:p>
            <a:pPr marL="285750" indent="-285750">
              <a:buFont typeface="Arial" panose="020B0604020202020204" pitchFamily="34" charset="0"/>
              <a:buChar char="•"/>
            </a:pPr>
            <a:r>
              <a:rPr lang="en-GB" noProof="0" dirty="0"/>
              <a:t>Hyperlinks</a:t>
            </a:r>
          </a:p>
          <a:p>
            <a:pPr marL="285750" indent="-285750">
              <a:buFont typeface="Arial" panose="020B0604020202020204" pitchFamily="34" charset="0"/>
              <a:buChar char="•"/>
            </a:pPr>
            <a:r>
              <a:rPr lang="en-GB" noProof="0" dirty="0"/>
              <a:t>Images</a:t>
            </a:r>
          </a:p>
          <a:p>
            <a:pPr marL="285750" indent="-285750">
              <a:buFont typeface="Arial" panose="020B0604020202020204" pitchFamily="34" charset="0"/>
              <a:buChar char="•"/>
            </a:pPr>
            <a:r>
              <a:rPr lang="en-GB" noProof="0" dirty="0"/>
              <a:t>Lists</a:t>
            </a:r>
          </a:p>
          <a:p>
            <a:pPr marL="285750" indent="-285750">
              <a:buFont typeface="Arial" panose="020B0604020202020204" pitchFamily="34" charset="0"/>
              <a:buChar char="•"/>
            </a:pPr>
            <a:r>
              <a:rPr lang="en-GB" noProof="0" dirty="0"/>
              <a:t>Tables</a:t>
            </a:r>
          </a:p>
          <a:p>
            <a:pPr marL="285750" indent="-285750">
              <a:buFont typeface="Arial" panose="020B0604020202020204" pitchFamily="34" charset="0"/>
              <a:buChar char="•"/>
            </a:pPr>
            <a:r>
              <a:rPr lang="en-GB" noProof="0" dirty="0"/>
              <a:t>Forms</a:t>
            </a:r>
          </a:p>
          <a:p>
            <a:pPr marL="285750" indent="-285750">
              <a:buFont typeface="Arial" panose="020B0604020202020204" pitchFamily="34" charset="0"/>
              <a:buChar char="•"/>
            </a:pPr>
            <a:r>
              <a:rPr lang="en-GB" noProof="0" dirty="0"/>
              <a:t>The head element</a:t>
            </a:r>
          </a:p>
          <a:p>
            <a:pPr marL="285750" indent="-285750">
              <a:buFont typeface="Arial" panose="020B0604020202020204" pitchFamily="34" charset="0"/>
              <a:buChar char="•"/>
            </a:pPr>
            <a:r>
              <a:rPr lang="en-GB" noProof="0" dirty="0"/>
              <a:t>The DOM</a:t>
            </a:r>
          </a:p>
          <a:p>
            <a:pPr marL="285750" indent="-285750">
              <a:buFont typeface="Arial" panose="020B0604020202020204" pitchFamily="34" charset="0"/>
              <a:buChar char="•"/>
            </a:pPr>
            <a:endParaRPr lang="en-GB" noProof="0" dirty="0"/>
          </a:p>
        </p:txBody>
      </p:sp>
      <p:pic>
        <p:nvPicPr>
          <p:cNvPr id="5" name="Content Placeholder 4">
            <a:extLst>
              <a:ext uri="{FF2B5EF4-FFF2-40B4-BE49-F238E27FC236}">
                <a16:creationId xmlns:a16="http://schemas.microsoft.com/office/drawing/2014/main" id="{113B315F-D402-4BC7-78E0-A102A16E9FB9}"/>
              </a:ext>
            </a:extLst>
          </p:cNvPr>
          <p:cNvPicPr>
            <a:picLocks noGrp="1" noChangeAspect="1"/>
          </p:cNvPicPr>
          <p:nvPr>
            <p:ph sz="quarter" idx="4"/>
          </p:nvPr>
        </p:nvPicPr>
        <p:blipFill rotWithShape="1">
          <a:blip r:embed="rId2" cstate="email">
            <a:duotone>
              <a:schemeClr val="accent4">
                <a:shade val="45000"/>
                <a:satMod val="135000"/>
              </a:schemeClr>
              <a:prstClr val="white"/>
            </a:duotone>
            <a:extLst>
              <a:ext uri="{28A0092B-C50C-407E-A947-70E740481C1C}">
                <a14:useLocalDpi xmlns:a14="http://schemas.microsoft.com/office/drawing/2010/main"/>
              </a:ext>
            </a:extLst>
          </a:blip>
          <a:srcRect/>
          <a:stretch/>
        </p:blipFill>
        <p:spPr>
          <a:xfrm>
            <a:off x="8220975" y="1952093"/>
            <a:ext cx="2607814" cy="3694403"/>
          </a:xfrm>
          <a:prstGeom prst="rect">
            <a:avLst/>
          </a:prstGeom>
          <a:ln>
            <a:noFill/>
          </a:ln>
          <a:effectLst>
            <a:outerShdw blurRad="190500" algn="tl" rotWithShape="0">
              <a:srgbClr val="000000">
                <a:alpha val="70000"/>
              </a:srgbClr>
            </a:outerShdw>
          </a:effectLst>
        </p:spPr>
      </p:pic>
      <p:sp>
        <p:nvSpPr>
          <p:cNvPr id="6" name="Slide Number Placeholder 5">
            <a:extLst>
              <a:ext uri="{FF2B5EF4-FFF2-40B4-BE49-F238E27FC236}">
                <a16:creationId xmlns:a16="http://schemas.microsoft.com/office/drawing/2014/main" id="{5A53D8EF-107F-9114-2E8E-2CFC7C2CA02A}"/>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19</a:t>
            </a:fld>
            <a:endParaRPr lang="en-GB" noProof="0" dirty="0"/>
          </a:p>
        </p:txBody>
      </p:sp>
    </p:spTree>
    <p:extLst>
      <p:ext uri="{BB962C8B-B14F-4D97-AF65-F5344CB8AC3E}">
        <p14:creationId xmlns:p14="http://schemas.microsoft.com/office/powerpoint/2010/main" val="7750293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D74EC68-13FD-D9F1-BEDF-FADF1A02EF86}"/>
              </a:ext>
            </a:extLst>
          </p:cNvPr>
          <p:cNvSpPr>
            <a:spLocks noGrp="1"/>
          </p:cNvSpPr>
          <p:nvPr>
            <p:ph type="ctrTitle"/>
          </p:nvPr>
        </p:nvSpPr>
        <p:spPr>
          <a:xfrm>
            <a:off x="443921" y="500194"/>
            <a:ext cx="10800000" cy="858985"/>
          </a:xfrm>
        </p:spPr>
        <p:txBody>
          <a:bodyPr/>
          <a:lstStyle/>
          <a:p>
            <a:r>
              <a:rPr lang="en-GB" noProof="0" dirty="0"/>
              <a:t>HTML standards</a:t>
            </a:r>
          </a:p>
        </p:txBody>
      </p:sp>
      <p:sp>
        <p:nvSpPr>
          <p:cNvPr id="6" name="Text Placeholder 5">
            <a:extLst>
              <a:ext uri="{FF2B5EF4-FFF2-40B4-BE49-F238E27FC236}">
                <a16:creationId xmlns:a16="http://schemas.microsoft.com/office/drawing/2014/main" id="{3353144F-AB63-8A49-BF50-BE14C0530FD0}"/>
              </a:ext>
            </a:extLst>
          </p:cNvPr>
          <p:cNvSpPr>
            <a:spLocks noGrp="1"/>
          </p:cNvSpPr>
          <p:nvPr>
            <p:ph type="body" sz="quarter" idx="13"/>
          </p:nvPr>
        </p:nvSpPr>
        <p:spPr>
          <a:xfrm>
            <a:off x="444500" y="1733550"/>
            <a:ext cx="7707462" cy="4348163"/>
          </a:xfrm>
        </p:spPr>
        <p:txBody>
          <a:bodyPr/>
          <a:lstStyle/>
          <a:p>
            <a:pPr marL="285750" indent="-285750">
              <a:buFont typeface="Arial" panose="020B0604020202020204" pitchFamily="34" charset="0"/>
              <a:buChar char="•"/>
            </a:pPr>
            <a:r>
              <a:rPr lang="en-GB" b="1" noProof="0" dirty="0"/>
              <a:t>HTML 2.0:</a:t>
            </a:r>
          </a:p>
          <a:p>
            <a:pPr marL="971550" lvl="1" indent="-285750">
              <a:lnSpc>
                <a:spcPct val="100000"/>
              </a:lnSpc>
            </a:pPr>
            <a:r>
              <a:rPr lang="en-GB" noProof="0" dirty="0"/>
              <a:t>Application of standard generalised markup language (SGML).</a:t>
            </a:r>
          </a:p>
          <a:p>
            <a:pPr marL="971550" lvl="1" indent="-285750">
              <a:lnSpc>
                <a:spcPct val="100000"/>
              </a:lnSpc>
            </a:pPr>
            <a:r>
              <a:rPr lang="en-GB" noProof="0" dirty="0"/>
              <a:t>Attempted to update the standard.</a:t>
            </a:r>
          </a:p>
          <a:p>
            <a:pPr marL="285750" indent="-285750">
              <a:buFont typeface="Arial" panose="020B0604020202020204" pitchFamily="34" charset="0"/>
              <a:buChar char="•"/>
            </a:pPr>
            <a:r>
              <a:rPr lang="en-GB" b="1" noProof="0" dirty="0"/>
              <a:t>HTML 3.0 (obsolete):</a:t>
            </a:r>
          </a:p>
          <a:p>
            <a:pPr marL="971550" lvl="1" indent="-285750">
              <a:lnSpc>
                <a:spcPct val="100000"/>
              </a:lnSpc>
            </a:pPr>
            <a:r>
              <a:rPr lang="en-GB" noProof="0" dirty="0"/>
              <a:t>Netscape and Microsoft ad-hoc extensions.</a:t>
            </a:r>
          </a:p>
          <a:p>
            <a:pPr marL="285750" indent="-285750">
              <a:buFont typeface="Arial" panose="020B0604020202020204" pitchFamily="34" charset="0"/>
              <a:buChar char="•"/>
            </a:pPr>
            <a:r>
              <a:rPr lang="en-GB" b="1" noProof="0" dirty="0"/>
              <a:t>HTML 3.2. </a:t>
            </a:r>
          </a:p>
          <a:p>
            <a:pPr marL="285750" indent="-285750">
              <a:buFont typeface="Arial" panose="020B0604020202020204" pitchFamily="34" charset="0"/>
              <a:buChar char="•"/>
            </a:pPr>
            <a:r>
              <a:rPr lang="en-GB" b="1" noProof="0" dirty="0"/>
              <a:t>HTML 4.01:</a:t>
            </a:r>
          </a:p>
          <a:p>
            <a:pPr marL="971550" lvl="1" indent="-285750">
              <a:lnSpc>
                <a:spcPct val="100000"/>
              </a:lnSpc>
            </a:pPr>
            <a:r>
              <a:rPr lang="en-GB" noProof="0" dirty="0"/>
              <a:t>Includes cascading style sheets (CSS), DOM, scripting, XML, and many other features.</a:t>
            </a:r>
          </a:p>
          <a:p>
            <a:pPr marL="285750" indent="-285750">
              <a:buFont typeface="Arial" panose="020B0604020202020204" pitchFamily="34" charset="0"/>
              <a:buChar char="•"/>
            </a:pPr>
            <a:r>
              <a:rPr lang="en-GB" b="1" noProof="0" dirty="0"/>
              <a:t>HTML 5:</a:t>
            </a:r>
          </a:p>
          <a:p>
            <a:pPr marL="971550" lvl="1" indent="-285750">
              <a:lnSpc>
                <a:spcPct val="100000"/>
              </a:lnSpc>
            </a:pPr>
            <a:r>
              <a:rPr lang="en-GB" noProof="0" dirty="0"/>
              <a:t>The current W3C standard.</a:t>
            </a:r>
          </a:p>
          <a:p>
            <a:pPr marL="971550" lvl="1" indent="-285750">
              <a:lnSpc>
                <a:spcPct val="100000"/>
              </a:lnSpc>
            </a:pPr>
            <a:r>
              <a:rPr lang="en-GB" noProof="0" dirty="0"/>
              <a:t>5.2 now a recommendation available at </a:t>
            </a:r>
            <a:r>
              <a:rPr lang="en-GB" noProof="0" dirty="0">
                <a:hlinkClick r:id="rId3"/>
              </a:rPr>
              <a:t>http://www.w3.org/TR/html5/</a:t>
            </a:r>
            <a:r>
              <a:rPr lang="en-GB" noProof="0" dirty="0"/>
              <a:t>.  </a:t>
            </a:r>
          </a:p>
          <a:p>
            <a:pPr marL="285750" indent="-285750">
              <a:buFont typeface="Arial" panose="020B0604020202020204" pitchFamily="34" charset="0"/>
              <a:buChar char="•"/>
            </a:pPr>
            <a:endParaRPr lang="en-GB" noProof="0" dirty="0"/>
          </a:p>
        </p:txBody>
      </p:sp>
      <p:graphicFrame>
        <p:nvGraphicFramePr>
          <p:cNvPr id="11" name="Object 4">
            <a:extLst>
              <a:ext uri="{FF2B5EF4-FFF2-40B4-BE49-F238E27FC236}">
                <a16:creationId xmlns:a16="http://schemas.microsoft.com/office/drawing/2014/main" id="{630EB13F-5073-84B8-36D7-36DB609A42C6}"/>
              </a:ext>
            </a:extLst>
          </p:cNvPr>
          <p:cNvGraphicFramePr>
            <a:graphicFrameLocks noGrp="1"/>
          </p:cNvGraphicFramePr>
          <p:nvPr>
            <p:ph sz="quarter" idx="4"/>
            <p:extLst>
              <p:ext uri="{D42A27DB-BD31-4B8C-83A1-F6EECF244321}">
                <p14:modId xmlns:p14="http://schemas.microsoft.com/office/powerpoint/2010/main" val="4210986607"/>
              </p:ext>
            </p:extLst>
          </p:nvPr>
        </p:nvGraphicFramePr>
        <p:xfrm>
          <a:off x="7908326" y="2980560"/>
          <a:ext cx="3656013" cy="2100263"/>
        </p:xfrm>
        <a:graphic>
          <a:graphicData uri="http://schemas.openxmlformats.org/presentationml/2006/ole">
            <mc:AlternateContent xmlns:mc="http://schemas.openxmlformats.org/markup-compatibility/2006">
              <mc:Choice xmlns:v="urn:schemas-microsoft-com:vml" Requires="v">
                <p:oleObj name="Clip" r:id="rId4" imgW="3656294" imgH="2100507" progId="MS_ClipArt_Gallery.2">
                  <p:embed/>
                </p:oleObj>
              </mc:Choice>
              <mc:Fallback>
                <p:oleObj name="Clip" r:id="rId4" imgW="3656294" imgH="2100507" progId="MS_ClipArt_Gallery.2">
                  <p:embed/>
                  <p:pic>
                    <p:nvPicPr>
                      <p:cNvPr id="11" name="Object 4">
                        <a:extLst>
                          <a:ext uri="{FF2B5EF4-FFF2-40B4-BE49-F238E27FC236}">
                            <a16:creationId xmlns:a16="http://schemas.microsoft.com/office/drawing/2014/main" id="{630EB13F-5073-84B8-36D7-36DB609A42C6}"/>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08326" y="2980560"/>
                        <a:ext cx="3656013" cy="2100263"/>
                      </a:xfrm>
                      <a:prstGeom prst="rect">
                        <a:avLst/>
                      </a:prstGeom>
                      <a:noFill/>
                      <a:ln>
                        <a:noFill/>
                      </a:ln>
                      <a:effectLst/>
                    </p:spPr>
                  </p:pic>
                </p:oleObj>
              </mc:Fallback>
            </mc:AlternateContent>
          </a:graphicData>
        </a:graphic>
      </p:graphicFrame>
      <p:sp>
        <p:nvSpPr>
          <p:cNvPr id="12" name="Slide Number Placeholder 5">
            <a:extLst>
              <a:ext uri="{FF2B5EF4-FFF2-40B4-BE49-F238E27FC236}">
                <a16:creationId xmlns:a16="http://schemas.microsoft.com/office/drawing/2014/main" id="{D2957D7A-C015-29AE-A4C9-48271DC49409}"/>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20</a:t>
            </a:fld>
            <a:endParaRPr lang="en-GB" noProof="0" dirty="0"/>
          </a:p>
        </p:txBody>
      </p:sp>
    </p:spTree>
    <p:extLst>
      <p:ext uri="{BB962C8B-B14F-4D97-AF65-F5344CB8AC3E}">
        <p14:creationId xmlns:p14="http://schemas.microsoft.com/office/powerpoint/2010/main" val="1150151158"/>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ctrTitle"/>
          </p:nvPr>
        </p:nvSpPr>
        <p:spPr/>
        <p:txBody>
          <a:bodyPr>
            <a:normAutofit/>
          </a:bodyPr>
          <a:lstStyle/>
          <a:p>
            <a:r>
              <a:rPr lang="en-GB" noProof="0" dirty="0"/>
              <a:t>A simple HTML page</a:t>
            </a:r>
          </a:p>
        </p:txBody>
      </p:sp>
      <p:sp>
        <p:nvSpPr>
          <p:cNvPr id="4" name="Text Placeholder 3">
            <a:extLst>
              <a:ext uri="{FF2B5EF4-FFF2-40B4-BE49-F238E27FC236}">
                <a16:creationId xmlns:a16="http://schemas.microsoft.com/office/drawing/2014/main" id="{D1BE961B-7C28-64E9-2987-9B385155A850}"/>
              </a:ext>
            </a:extLst>
          </p:cNvPr>
          <p:cNvSpPr>
            <a:spLocks noGrp="1"/>
          </p:cNvSpPr>
          <p:nvPr>
            <p:ph type="body" sz="quarter" idx="14"/>
          </p:nvPr>
        </p:nvSpPr>
        <p:spPr/>
        <p:txBody>
          <a:bodyPr/>
          <a:lstStyle/>
          <a:p>
            <a:r>
              <a:rPr lang="en-GB" noProof="0" dirty="0"/>
              <a:t>Three sections to an HTML document: prolog (document type declaration), head, and body.</a:t>
            </a:r>
          </a:p>
          <a:p>
            <a:endParaRPr lang="en-GB" noProof="0" dirty="0"/>
          </a:p>
          <a:p>
            <a:r>
              <a:rPr lang="en-GB" noProof="0" dirty="0"/>
              <a:t>HTML tags appear in angle brackets (&lt; and &gt;):</a:t>
            </a:r>
          </a:p>
          <a:p>
            <a:pPr marL="285750" indent="-285750">
              <a:buFont typeface="Arial" panose="020B0604020202020204" pitchFamily="34" charset="0"/>
              <a:buChar char="•"/>
            </a:pPr>
            <a:r>
              <a:rPr lang="en-GB" noProof="0" dirty="0"/>
              <a:t>Many tags appear in pairs, acting as containers.</a:t>
            </a:r>
          </a:p>
          <a:p>
            <a:pPr marL="285750" indent="-285750">
              <a:buFont typeface="Arial" panose="020B0604020202020204" pitchFamily="34" charset="0"/>
              <a:buChar char="•"/>
            </a:pPr>
            <a:r>
              <a:rPr lang="en-GB" noProof="0" dirty="0"/>
              <a:t>Names are not case sensitive (convention is lower-case).</a:t>
            </a:r>
          </a:p>
          <a:p>
            <a:pPr marL="285750" indent="-285750">
              <a:buFont typeface="Arial" panose="020B0604020202020204" pitchFamily="34" charset="0"/>
              <a:buChar char="•"/>
            </a:pPr>
            <a:r>
              <a:rPr lang="en-GB" noProof="0" dirty="0"/>
              <a:t>Carriage returns are not significant.</a:t>
            </a:r>
          </a:p>
          <a:p>
            <a:endParaRPr lang="en-GB" noProof="0" dirty="0"/>
          </a:p>
        </p:txBody>
      </p:sp>
      <p:sp>
        <p:nvSpPr>
          <p:cNvPr id="13316" name="Rectangle 4"/>
          <p:cNvSpPr>
            <a:spLocks noChangeArrowheads="1"/>
          </p:cNvSpPr>
          <p:nvPr/>
        </p:nvSpPr>
        <p:spPr bwMode="auto">
          <a:xfrm>
            <a:off x="6612279" y="1733108"/>
            <a:ext cx="5135800" cy="4401205"/>
          </a:xfrm>
          <a:prstGeom prst="rect">
            <a:avLst/>
          </a:prstGeom>
          <a:solidFill>
            <a:schemeClr val="tx2">
              <a:lumMod val="20000"/>
              <a:lumOff val="80000"/>
            </a:schemeClr>
          </a:solidFill>
          <a:ln w="12700" algn="ctr">
            <a:noFill/>
            <a:miter lim="800000"/>
            <a:headEnd/>
            <a:tailEnd/>
          </a:ln>
        </p:spPr>
        <p:txBody>
          <a:bodyPr wrap="square">
            <a:spAutoFit/>
          </a:bodyPr>
          <a:lstStyle/>
          <a:p>
            <a:pPr marL="0" marR="0" lvl="0" indent="0" algn="l" defTabSz="739775" rtl="0" eaLnBrk="1" fontAlgn="auto" latinLnBrk="0" hangingPunct="1">
              <a:lnSpc>
                <a:spcPct val="100000"/>
              </a:lnSpc>
              <a:spcBef>
                <a:spcPct val="3000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&lt;!DOCTYPE html&gt;</a:t>
            </a:r>
          </a:p>
          <a:p>
            <a:pPr marL="0" marR="0" lvl="0" indent="0" algn="l" defTabSz="739775" rtl="0" eaLnBrk="1" fontAlgn="auto" latinLnBrk="0" hangingPunct="1">
              <a:lnSpc>
                <a:spcPct val="100000"/>
              </a:lnSpc>
              <a:spcBef>
                <a:spcPct val="3000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&lt;html&gt;</a:t>
            </a:r>
          </a:p>
          <a:p>
            <a:pPr marL="0" marR="0" lvl="0" indent="0" algn="l" defTabSz="739775" rtl="0" eaLnBrk="1" fontAlgn="auto" latinLnBrk="0" hangingPunct="1">
              <a:lnSpc>
                <a:spcPct val="100000"/>
              </a:lnSpc>
              <a:spcBef>
                <a:spcPct val="3000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&lt;head&gt;</a:t>
            </a:r>
          </a:p>
          <a:p>
            <a:pPr marL="0" marR="0" lvl="0" indent="0" algn="l" defTabSz="739775" rtl="0" eaLnBrk="1" fontAlgn="auto" latinLnBrk="0" hangingPunct="1">
              <a:lnSpc>
                <a:spcPct val="100000"/>
              </a:lnSpc>
              <a:spcBef>
                <a:spcPct val="3000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&lt;title&gt;Success!&lt;/title&gt;</a:t>
            </a:r>
          </a:p>
          <a:p>
            <a:pPr marL="0" marR="0" lvl="0" indent="0" algn="l" defTabSz="739775" rtl="0" eaLnBrk="1" fontAlgn="auto" latinLnBrk="0" hangingPunct="1">
              <a:lnSpc>
                <a:spcPct val="100000"/>
              </a:lnSpc>
              <a:spcBef>
                <a:spcPct val="3000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&lt;/head&gt;</a:t>
            </a:r>
          </a:p>
          <a:p>
            <a:pPr marL="0" marR="0" lvl="0" indent="0" algn="l" defTabSz="739775" rtl="0" eaLnBrk="1" fontAlgn="auto" latinLnBrk="0" hangingPunct="1">
              <a:lnSpc>
                <a:spcPct val="100000"/>
              </a:lnSpc>
              <a:spcBef>
                <a:spcPct val="30000"/>
              </a:spcBef>
              <a:spcAft>
                <a:spcPts val="0"/>
              </a:spcAft>
              <a:buClrTx/>
              <a:buSzTx/>
              <a:buFontTx/>
              <a:buNone/>
              <a:tabLst/>
              <a:defRPr/>
            </a:pPr>
            <a:endPar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endParaRPr>
          </a:p>
          <a:p>
            <a:pPr marL="0" marR="0" lvl="0" indent="0" algn="l" defTabSz="739775" rtl="0" eaLnBrk="1" fontAlgn="auto" latinLnBrk="0" hangingPunct="1">
              <a:lnSpc>
                <a:spcPct val="100000"/>
              </a:lnSpc>
              <a:spcBef>
                <a:spcPct val="3000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&lt;body&gt;</a:t>
            </a:r>
          </a:p>
          <a:p>
            <a:pPr marL="0" marR="0" lvl="0" indent="0" algn="l" defTabSz="739775" rtl="0" eaLnBrk="1" fontAlgn="auto" latinLnBrk="0" hangingPunct="1">
              <a:lnSpc>
                <a:spcPct val="100000"/>
              </a:lnSpc>
              <a:spcBef>
                <a:spcPct val="3000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Congratulations on completing</a:t>
            </a:r>
          </a:p>
          <a:p>
            <a:pPr marL="0" marR="0" lvl="0" indent="0" algn="l" defTabSz="739775" rtl="0" eaLnBrk="1" fontAlgn="auto" latinLnBrk="0" hangingPunct="1">
              <a:lnSpc>
                <a:spcPct val="100000"/>
              </a:lnSpc>
              <a:spcBef>
                <a:spcPct val="3000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your QA Training course.</a:t>
            </a:r>
          </a:p>
          <a:p>
            <a:pPr marL="0" marR="0" lvl="0" indent="0" algn="l" defTabSz="739775" rtl="0" eaLnBrk="1" fontAlgn="auto" latinLnBrk="0" hangingPunct="1">
              <a:lnSpc>
                <a:spcPct val="100000"/>
              </a:lnSpc>
              <a:spcBef>
                <a:spcPct val="3000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&lt;/body&gt;</a:t>
            </a:r>
          </a:p>
          <a:p>
            <a:pPr marL="0" marR="0" lvl="0" indent="0" algn="l" defTabSz="739775" rtl="0" eaLnBrk="1" fontAlgn="auto" latinLnBrk="0" hangingPunct="1">
              <a:lnSpc>
                <a:spcPct val="100000"/>
              </a:lnSpc>
              <a:spcBef>
                <a:spcPct val="3000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&lt;/html&gt;</a:t>
            </a:r>
          </a:p>
        </p:txBody>
      </p:sp>
      <p:sp>
        <p:nvSpPr>
          <p:cNvPr id="6" name="Slide Number Placeholder 5">
            <a:extLst>
              <a:ext uri="{FF2B5EF4-FFF2-40B4-BE49-F238E27FC236}">
                <a16:creationId xmlns:a16="http://schemas.microsoft.com/office/drawing/2014/main" id="{59A24103-CA98-0519-1BDD-F8BCB0CACC8E}"/>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21</a:t>
            </a:fld>
            <a:endParaRPr lang="en-GB" noProof="0" dirty="0"/>
          </a:p>
        </p:txBody>
      </p:sp>
    </p:spTree>
    <p:extLst>
      <p:ext uri="{BB962C8B-B14F-4D97-AF65-F5344CB8AC3E}">
        <p14:creationId xmlns:p14="http://schemas.microsoft.com/office/powerpoint/2010/main" val="932771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ctrTitle"/>
          </p:nvPr>
        </p:nvSpPr>
        <p:spPr>
          <a:xfrm>
            <a:off x="443921" y="500194"/>
            <a:ext cx="10800000" cy="858985"/>
          </a:xfrm>
        </p:spPr>
        <p:txBody>
          <a:bodyPr>
            <a:normAutofit/>
          </a:bodyPr>
          <a:lstStyle/>
          <a:p>
            <a:r>
              <a:rPr lang="en-GB" noProof="0" dirty="0"/>
              <a:t>HTML versions and DTDs</a:t>
            </a:r>
          </a:p>
        </p:txBody>
      </p:sp>
      <p:sp>
        <p:nvSpPr>
          <p:cNvPr id="15362" name="Rectangle 3"/>
          <p:cNvSpPr>
            <a:spLocks noGrp="1" noChangeArrowheads="1"/>
          </p:cNvSpPr>
          <p:nvPr>
            <p:ph type="body" sz="quarter" idx="13"/>
          </p:nvPr>
        </p:nvSpPr>
        <p:spPr>
          <a:xfrm>
            <a:off x="444500" y="1733550"/>
            <a:ext cx="11289355" cy="4348163"/>
          </a:xfrm>
        </p:spPr>
        <p:txBody>
          <a:bodyPr/>
          <a:lstStyle/>
          <a:p>
            <a:r>
              <a:rPr lang="en-GB" noProof="0" dirty="0"/>
              <a:t>The different versions of HTML have their own DTD. The appropriate DTD should be included in the HTML prologue.</a:t>
            </a:r>
          </a:p>
          <a:p>
            <a:endParaRPr lang="en-GB" noProof="0" dirty="0"/>
          </a:p>
          <a:p>
            <a:r>
              <a:rPr lang="en-GB" b="1" noProof="0" dirty="0"/>
              <a:t>HTML 4 strict</a:t>
            </a:r>
          </a:p>
          <a:p>
            <a:endParaRPr lang="en-GB" b="1" noProof="0" dirty="0"/>
          </a:p>
          <a:p>
            <a:endParaRPr lang="en-GB" b="1" noProof="0" dirty="0"/>
          </a:p>
          <a:p>
            <a:r>
              <a:rPr lang="en-GB" b="1" noProof="0" dirty="0"/>
              <a:t>HTML 4 transitional</a:t>
            </a:r>
          </a:p>
          <a:p>
            <a:endParaRPr lang="en-GB" b="1" noProof="0" dirty="0"/>
          </a:p>
          <a:p>
            <a:endParaRPr lang="en-GB" b="1" noProof="0" dirty="0"/>
          </a:p>
          <a:p>
            <a:r>
              <a:rPr lang="en-GB" b="1" noProof="0" dirty="0"/>
              <a:t>HTML 5</a:t>
            </a:r>
          </a:p>
          <a:p>
            <a:endParaRPr lang="en-GB" noProof="0" dirty="0"/>
          </a:p>
        </p:txBody>
      </p:sp>
      <p:sp>
        <p:nvSpPr>
          <p:cNvPr id="15364" name="Text Box 4"/>
          <p:cNvSpPr txBox="1">
            <a:spLocks noChangeArrowheads="1"/>
          </p:cNvSpPr>
          <p:nvPr/>
        </p:nvSpPr>
        <p:spPr bwMode="auto">
          <a:xfrm>
            <a:off x="518837" y="3192596"/>
            <a:ext cx="11289355" cy="338554"/>
          </a:xfrm>
          <a:prstGeom prst="rect">
            <a:avLst/>
          </a:prstGeom>
          <a:solidFill>
            <a:schemeClr val="tx2">
              <a:lumMod val="20000"/>
              <a:lumOff val="80000"/>
            </a:schemeClr>
          </a:solidFill>
          <a:ln w="12700" algn="ctr">
            <a:noFill/>
            <a:miter lim="800000"/>
            <a:headEnd/>
            <a:tailEnd/>
          </a:ln>
        </p:spPr>
        <p:txBody>
          <a:bodyPr wrap="square">
            <a:spAutoFit/>
          </a:bodyPr>
          <a:lstStyle>
            <a:lvl1pPr defTabSz="739775">
              <a:spcBef>
                <a:spcPct val="20000"/>
              </a:spcBef>
              <a:buClr>
                <a:schemeClr val="accent1"/>
              </a:buClr>
              <a:buFont typeface="Wingdings" panose="05000000000000000000" pitchFamily="2" charset="2"/>
              <a:buChar char="§"/>
              <a:defRPr sz="2000" b="1">
                <a:solidFill>
                  <a:schemeClr val="tx1"/>
                </a:solidFill>
                <a:latin typeface="Arial" panose="020B0604020202020204" pitchFamily="34" charset="0"/>
                <a:cs typeface="Arial" panose="020B0604020202020204" pitchFamily="34" charset="0"/>
              </a:defRPr>
            </a:lvl1pPr>
            <a:lvl2pPr marL="742950" indent="-285750" defTabSz="739775">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2pPr>
            <a:lvl3pPr marL="1143000" indent="-228600" defTabSz="739775">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3pPr>
            <a:lvl4pPr marL="1600200" indent="-228600" defTabSz="739775">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defTabSz="739775">
              <a:spcBef>
                <a:spcPct val="20000"/>
              </a:spcBef>
              <a:buClr>
                <a:schemeClr val="accent1"/>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defTabSz="739775" fontAlgn="base">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defTabSz="739775" fontAlgn="base">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defTabSz="739775" fontAlgn="base">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defTabSz="739775" fontAlgn="base">
              <a:spcBef>
                <a:spcPct val="20000"/>
              </a:spcBef>
              <a:spcAft>
                <a:spcPct val="0"/>
              </a:spcAft>
              <a:buClr>
                <a:schemeClr val="accent1"/>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739775" rtl="0" eaLnBrk="1" fontAlgn="auto" latinLnBrk="0" hangingPunct="1">
              <a:lnSpc>
                <a:spcPct val="100000"/>
              </a:lnSpc>
              <a:spcBef>
                <a:spcPct val="30000"/>
              </a:spcBef>
              <a:spcAft>
                <a:spcPts val="0"/>
              </a:spcAft>
              <a:buClrTx/>
              <a:buSzTx/>
              <a:buFontTx/>
              <a:buNone/>
              <a:tabLst/>
              <a:defRPr/>
            </a:pPr>
            <a: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&lt;!DOCTYPE HTML PUBLIC "-//W3C//DTD HTML 4.0//EN" "http://www.w3.org/TR/html4/strict.dtd"&gt;</a:t>
            </a:r>
          </a:p>
        </p:txBody>
      </p:sp>
      <p:sp>
        <p:nvSpPr>
          <p:cNvPr id="15365" name="Text Box 5"/>
          <p:cNvSpPr txBox="1">
            <a:spLocks noChangeArrowheads="1"/>
          </p:cNvSpPr>
          <p:nvPr/>
        </p:nvSpPr>
        <p:spPr bwMode="auto">
          <a:xfrm>
            <a:off x="518837" y="4405421"/>
            <a:ext cx="11289355" cy="584775"/>
          </a:xfrm>
          <a:prstGeom prst="rect">
            <a:avLst/>
          </a:prstGeom>
          <a:solidFill>
            <a:schemeClr val="tx2">
              <a:lumMod val="20000"/>
              <a:lumOff val="80000"/>
            </a:schemeClr>
          </a:solidFill>
          <a:ln w="12700" algn="ctr">
            <a:noFill/>
            <a:miter lim="800000"/>
            <a:headEnd/>
            <a:tailEnd/>
          </a:ln>
        </p:spPr>
        <p:txBody>
          <a:bodyPr wrap="square">
            <a:spAutoFit/>
          </a:bodyPr>
          <a:lstStyle>
            <a:defPPr>
              <a:defRPr lang="en-GB"/>
            </a:defPPr>
            <a:lvl1pPr defTabSz="739775">
              <a:spcBef>
                <a:spcPct val="30000"/>
              </a:spcBef>
              <a:buClrTx/>
              <a:buFontTx/>
              <a:buNone/>
              <a:defRPr sz="1600" b="0">
                <a:latin typeface="Courier New" panose="02070309020205020404" pitchFamily="49" charset="0"/>
                <a:cs typeface="Courier New" panose="02070309020205020404" pitchFamily="49" charset="0"/>
              </a:defRPr>
            </a:lvl1pPr>
            <a:lvl2pPr marL="742950" indent="-285750" defTabSz="739775">
              <a:spcBef>
                <a:spcPct val="20000"/>
              </a:spcBef>
              <a:buClr>
                <a:schemeClr val="accent1"/>
              </a:buClr>
              <a:buFont typeface="Wingdings" panose="05000000000000000000" pitchFamily="2" charset="2"/>
              <a:buChar char="§"/>
              <a:defRPr sz="2000">
                <a:cs typeface="Arial" panose="020B0604020202020204" pitchFamily="34" charset="0"/>
              </a:defRPr>
            </a:lvl2pPr>
            <a:lvl3pPr marL="1143000" indent="-228600" defTabSz="739775">
              <a:spcBef>
                <a:spcPct val="20000"/>
              </a:spcBef>
              <a:buClr>
                <a:schemeClr val="accent1"/>
              </a:buClr>
              <a:buFont typeface="Wingdings" panose="05000000000000000000" pitchFamily="2" charset="2"/>
              <a:buChar char="§"/>
              <a:defRPr sz="2000">
                <a:cs typeface="Arial" panose="020B0604020202020204" pitchFamily="34" charset="0"/>
              </a:defRPr>
            </a:lvl3pPr>
            <a:lvl4pPr marL="1600200" indent="-228600" defTabSz="739775">
              <a:spcBef>
                <a:spcPct val="20000"/>
              </a:spcBef>
              <a:buClr>
                <a:schemeClr val="accent1"/>
              </a:buClr>
              <a:buFont typeface="Wingdings" panose="05000000000000000000" pitchFamily="2" charset="2"/>
              <a:buChar char="§"/>
              <a:defRPr sz="2000">
                <a:cs typeface="Arial" panose="020B0604020202020204" pitchFamily="34" charset="0"/>
              </a:defRPr>
            </a:lvl4pPr>
            <a:lvl5pPr marL="2057400" indent="-228600" defTabSz="739775">
              <a:spcBef>
                <a:spcPct val="20000"/>
              </a:spcBef>
              <a:buClr>
                <a:schemeClr val="accent1"/>
              </a:buClr>
              <a:buFont typeface="Wingdings" panose="05000000000000000000" pitchFamily="2" charset="2"/>
              <a:buChar char="§"/>
              <a:defRPr sz="2000">
                <a:cs typeface="Arial" panose="020B0604020202020204" pitchFamily="34" charset="0"/>
              </a:defRPr>
            </a:lvl5pPr>
            <a:lvl6pPr marL="2514600" indent="-228600" defTabSz="739775" fontAlgn="base">
              <a:spcBef>
                <a:spcPct val="20000"/>
              </a:spcBef>
              <a:spcAft>
                <a:spcPct val="0"/>
              </a:spcAft>
              <a:buClr>
                <a:schemeClr val="accent1"/>
              </a:buClr>
              <a:buFont typeface="Wingdings" panose="05000000000000000000" pitchFamily="2" charset="2"/>
              <a:buChar char="§"/>
              <a:defRPr sz="2000">
                <a:cs typeface="Arial" panose="020B0604020202020204" pitchFamily="34" charset="0"/>
              </a:defRPr>
            </a:lvl6pPr>
            <a:lvl7pPr marL="2971800" indent="-228600" defTabSz="739775" fontAlgn="base">
              <a:spcBef>
                <a:spcPct val="20000"/>
              </a:spcBef>
              <a:spcAft>
                <a:spcPct val="0"/>
              </a:spcAft>
              <a:buClr>
                <a:schemeClr val="accent1"/>
              </a:buClr>
              <a:buFont typeface="Wingdings" panose="05000000000000000000" pitchFamily="2" charset="2"/>
              <a:buChar char="§"/>
              <a:defRPr sz="2000">
                <a:cs typeface="Arial" panose="020B0604020202020204" pitchFamily="34" charset="0"/>
              </a:defRPr>
            </a:lvl7pPr>
            <a:lvl8pPr marL="3429000" indent="-228600" defTabSz="739775" fontAlgn="base">
              <a:spcBef>
                <a:spcPct val="20000"/>
              </a:spcBef>
              <a:spcAft>
                <a:spcPct val="0"/>
              </a:spcAft>
              <a:buClr>
                <a:schemeClr val="accent1"/>
              </a:buClr>
              <a:buFont typeface="Wingdings" panose="05000000000000000000" pitchFamily="2" charset="2"/>
              <a:buChar char="§"/>
              <a:defRPr sz="2000">
                <a:cs typeface="Arial" panose="020B0604020202020204" pitchFamily="34" charset="0"/>
              </a:defRPr>
            </a:lvl8pPr>
            <a:lvl9pPr marL="3886200" indent="-228600" defTabSz="739775" fontAlgn="base">
              <a:spcBef>
                <a:spcPct val="20000"/>
              </a:spcBef>
              <a:spcAft>
                <a:spcPct val="0"/>
              </a:spcAft>
              <a:buClr>
                <a:schemeClr val="accent1"/>
              </a:buClr>
              <a:buFont typeface="Wingdings" panose="05000000000000000000" pitchFamily="2" charset="2"/>
              <a:buChar char="§"/>
              <a:defRPr sz="2000">
                <a:cs typeface="Arial" panose="020B0604020202020204" pitchFamily="34" charset="0"/>
              </a:defRPr>
            </a:lvl9pPr>
          </a:lstStyle>
          <a:p>
            <a:pPr marL="0" marR="0" lvl="0" indent="0" algn="l" defTabSz="739775" rtl="0" eaLnBrk="1" fontAlgn="auto" latinLnBrk="0" hangingPunct="1">
              <a:lnSpc>
                <a:spcPct val="100000"/>
              </a:lnSpc>
              <a:spcBef>
                <a:spcPct val="30000"/>
              </a:spcBef>
              <a:spcAft>
                <a:spcPts val="0"/>
              </a:spcAft>
              <a:buClrTx/>
              <a:buSzTx/>
              <a:buFontTx/>
              <a:buNone/>
              <a:tabLst/>
              <a:defRPr/>
            </a:pPr>
            <a: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&lt;!DOCTYPE HTML PUBLIC "-//W3C//DTD HTML 4.0 Transitional//EN"</a:t>
            </a:r>
            <a:b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br>
            <a: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"http://www.w3.org/TR/REC-html4/loose.dtd"&gt;</a:t>
            </a:r>
          </a:p>
        </p:txBody>
      </p:sp>
      <p:sp>
        <p:nvSpPr>
          <p:cNvPr id="15366" name="Text Box 5"/>
          <p:cNvSpPr txBox="1">
            <a:spLocks noChangeArrowheads="1"/>
          </p:cNvSpPr>
          <p:nvPr/>
        </p:nvSpPr>
        <p:spPr bwMode="auto">
          <a:xfrm>
            <a:off x="518837" y="5619920"/>
            <a:ext cx="11289355" cy="338137"/>
          </a:xfrm>
          <a:prstGeom prst="rect">
            <a:avLst/>
          </a:prstGeom>
          <a:solidFill>
            <a:schemeClr val="tx2">
              <a:lumMod val="20000"/>
              <a:lumOff val="80000"/>
            </a:schemeClr>
          </a:solidFill>
          <a:ln w="12700" algn="ctr">
            <a:noFill/>
            <a:miter lim="800000"/>
            <a:headEnd/>
            <a:tailEnd/>
          </a:ln>
        </p:spPr>
        <p:txBody>
          <a:bodyPr wrap="square">
            <a:spAutoFit/>
          </a:bodyPr>
          <a:lstStyle>
            <a:defPPr>
              <a:defRPr lang="en-GB"/>
            </a:defPPr>
            <a:lvl1pPr defTabSz="739775">
              <a:spcBef>
                <a:spcPct val="30000"/>
              </a:spcBef>
              <a:buClrTx/>
              <a:buFontTx/>
              <a:buNone/>
              <a:defRPr sz="1600" b="0">
                <a:latin typeface="Courier New" panose="02070309020205020404" pitchFamily="49" charset="0"/>
                <a:cs typeface="Courier New" panose="02070309020205020404" pitchFamily="49" charset="0"/>
              </a:defRPr>
            </a:lvl1pPr>
            <a:lvl2pPr marL="742950" indent="-285750" defTabSz="739775">
              <a:spcBef>
                <a:spcPct val="20000"/>
              </a:spcBef>
              <a:buClr>
                <a:schemeClr val="accent1"/>
              </a:buClr>
              <a:buFont typeface="Wingdings" panose="05000000000000000000" pitchFamily="2" charset="2"/>
              <a:buChar char="§"/>
              <a:defRPr sz="2000">
                <a:cs typeface="Arial" panose="020B0604020202020204" pitchFamily="34" charset="0"/>
              </a:defRPr>
            </a:lvl2pPr>
            <a:lvl3pPr marL="1143000" indent="-228600" defTabSz="739775">
              <a:spcBef>
                <a:spcPct val="20000"/>
              </a:spcBef>
              <a:buClr>
                <a:schemeClr val="accent1"/>
              </a:buClr>
              <a:buFont typeface="Wingdings" panose="05000000000000000000" pitchFamily="2" charset="2"/>
              <a:buChar char="§"/>
              <a:defRPr sz="2000">
                <a:cs typeface="Arial" panose="020B0604020202020204" pitchFamily="34" charset="0"/>
              </a:defRPr>
            </a:lvl3pPr>
            <a:lvl4pPr marL="1600200" indent="-228600" defTabSz="739775">
              <a:spcBef>
                <a:spcPct val="20000"/>
              </a:spcBef>
              <a:buClr>
                <a:schemeClr val="accent1"/>
              </a:buClr>
              <a:buFont typeface="Wingdings" panose="05000000000000000000" pitchFamily="2" charset="2"/>
              <a:buChar char="§"/>
              <a:defRPr sz="2000">
                <a:cs typeface="Arial" panose="020B0604020202020204" pitchFamily="34" charset="0"/>
              </a:defRPr>
            </a:lvl4pPr>
            <a:lvl5pPr marL="2057400" indent="-228600" defTabSz="739775">
              <a:spcBef>
                <a:spcPct val="20000"/>
              </a:spcBef>
              <a:buClr>
                <a:schemeClr val="accent1"/>
              </a:buClr>
              <a:buFont typeface="Wingdings" panose="05000000000000000000" pitchFamily="2" charset="2"/>
              <a:buChar char="§"/>
              <a:defRPr sz="2000">
                <a:cs typeface="Arial" panose="020B0604020202020204" pitchFamily="34" charset="0"/>
              </a:defRPr>
            </a:lvl5pPr>
            <a:lvl6pPr marL="2514600" indent="-228600" defTabSz="739775" fontAlgn="base">
              <a:spcBef>
                <a:spcPct val="20000"/>
              </a:spcBef>
              <a:spcAft>
                <a:spcPct val="0"/>
              </a:spcAft>
              <a:buClr>
                <a:schemeClr val="accent1"/>
              </a:buClr>
              <a:buFont typeface="Wingdings" panose="05000000000000000000" pitchFamily="2" charset="2"/>
              <a:buChar char="§"/>
              <a:defRPr sz="2000">
                <a:cs typeface="Arial" panose="020B0604020202020204" pitchFamily="34" charset="0"/>
              </a:defRPr>
            </a:lvl6pPr>
            <a:lvl7pPr marL="2971800" indent="-228600" defTabSz="739775" fontAlgn="base">
              <a:spcBef>
                <a:spcPct val="20000"/>
              </a:spcBef>
              <a:spcAft>
                <a:spcPct val="0"/>
              </a:spcAft>
              <a:buClr>
                <a:schemeClr val="accent1"/>
              </a:buClr>
              <a:buFont typeface="Wingdings" panose="05000000000000000000" pitchFamily="2" charset="2"/>
              <a:buChar char="§"/>
              <a:defRPr sz="2000">
                <a:cs typeface="Arial" panose="020B0604020202020204" pitchFamily="34" charset="0"/>
              </a:defRPr>
            </a:lvl7pPr>
            <a:lvl8pPr marL="3429000" indent="-228600" defTabSz="739775" fontAlgn="base">
              <a:spcBef>
                <a:spcPct val="20000"/>
              </a:spcBef>
              <a:spcAft>
                <a:spcPct val="0"/>
              </a:spcAft>
              <a:buClr>
                <a:schemeClr val="accent1"/>
              </a:buClr>
              <a:buFont typeface="Wingdings" panose="05000000000000000000" pitchFamily="2" charset="2"/>
              <a:buChar char="§"/>
              <a:defRPr sz="2000">
                <a:cs typeface="Arial" panose="020B0604020202020204" pitchFamily="34" charset="0"/>
              </a:defRPr>
            </a:lvl8pPr>
            <a:lvl9pPr marL="3886200" indent="-228600" defTabSz="739775" fontAlgn="base">
              <a:spcBef>
                <a:spcPct val="20000"/>
              </a:spcBef>
              <a:spcAft>
                <a:spcPct val="0"/>
              </a:spcAft>
              <a:buClr>
                <a:schemeClr val="accent1"/>
              </a:buClr>
              <a:buFont typeface="Wingdings" panose="05000000000000000000" pitchFamily="2" charset="2"/>
              <a:buChar char="§"/>
              <a:defRPr sz="2000">
                <a:cs typeface="Arial" panose="020B0604020202020204" pitchFamily="34" charset="0"/>
              </a:defRPr>
            </a:lvl9pPr>
          </a:lstStyle>
          <a:p>
            <a:pPr marL="0" marR="0" lvl="0" indent="0" algn="l" defTabSz="739775" rtl="0" eaLnBrk="1" fontAlgn="auto" latinLnBrk="0" hangingPunct="1">
              <a:lnSpc>
                <a:spcPct val="100000"/>
              </a:lnSpc>
              <a:spcBef>
                <a:spcPct val="30000"/>
              </a:spcBef>
              <a:spcAft>
                <a:spcPts val="0"/>
              </a:spcAft>
              <a:buClrTx/>
              <a:buSzTx/>
              <a:buFontTx/>
              <a:buNone/>
              <a:tabLst/>
              <a:defRPr/>
            </a:pPr>
            <a: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&lt;!DOCTYPE html&gt;</a:t>
            </a:r>
          </a:p>
        </p:txBody>
      </p:sp>
      <p:sp>
        <p:nvSpPr>
          <p:cNvPr id="6" name="Slide Number Placeholder 5">
            <a:extLst>
              <a:ext uri="{FF2B5EF4-FFF2-40B4-BE49-F238E27FC236}">
                <a16:creationId xmlns:a16="http://schemas.microsoft.com/office/drawing/2014/main" id="{E1232BF0-F1D6-D246-4F62-CE8698525297}"/>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22</a:t>
            </a:fld>
            <a:endParaRPr lang="en-GB" noProof="0" dirty="0"/>
          </a:p>
        </p:txBody>
      </p:sp>
    </p:spTree>
    <p:extLst>
      <p:ext uri="{BB962C8B-B14F-4D97-AF65-F5344CB8AC3E}">
        <p14:creationId xmlns:p14="http://schemas.microsoft.com/office/powerpoint/2010/main" val="40657832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ctrTitle"/>
          </p:nvPr>
        </p:nvSpPr>
        <p:spPr/>
        <p:txBody>
          <a:bodyPr>
            <a:normAutofit/>
          </a:bodyPr>
          <a:lstStyle/>
          <a:p>
            <a:r>
              <a:rPr lang="en-GB" noProof="0" dirty="0"/>
              <a:t>Attributes of tags</a:t>
            </a:r>
          </a:p>
        </p:txBody>
      </p:sp>
      <p:sp>
        <p:nvSpPr>
          <p:cNvPr id="5" name="Text Placeholder 4">
            <a:extLst>
              <a:ext uri="{FF2B5EF4-FFF2-40B4-BE49-F238E27FC236}">
                <a16:creationId xmlns:a16="http://schemas.microsoft.com/office/drawing/2014/main" id="{96CBA6E0-6137-D3E8-B746-A793E0674354}"/>
              </a:ext>
            </a:extLst>
          </p:cNvPr>
          <p:cNvSpPr>
            <a:spLocks noGrp="1"/>
          </p:cNvSpPr>
          <p:nvPr>
            <p:ph type="body" sz="quarter" idx="14"/>
          </p:nvPr>
        </p:nvSpPr>
        <p:spPr/>
        <p:txBody>
          <a:bodyPr/>
          <a:lstStyle/>
          <a:p>
            <a:r>
              <a:rPr lang="en-GB" noProof="0" dirty="0"/>
              <a:t>Many tags have additional attributes.</a:t>
            </a:r>
          </a:p>
          <a:p>
            <a:endParaRPr lang="en-GB" noProof="0" dirty="0"/>
          </a:p>
          <a:p>
            <a:pPr marL="285750" indent="-285750">
              <a:buFont typeface="Arial" panose="020B0604020202020204" pitchFamily="34" charset="0"/>
              <a:buChar char="•"/>
            </a:pPr>
            <a:r>
              <a:rPr lang="en-GB" noProof="0" dirty="0"/>
              <a:t>Some are required.</a:t>
            </a:r>
          </a:p>
          <a:p>
            <a:pPr marL="285750" indent="-285750">
              <a:buFont typeface="Arial" panose="020B0604020202020204" pitchFamily="34" charset="0"/>
              <a:buChar char="•"/>
            </a:pPr>
            <a:endParaRPr lang="en-GB" noProof="0" dirty="0"/>
          </a:p>
          <a:p>
            <a:pPr marL="285750" indent="-285750">
              <a:buFont typeface="Arial" panose="020B0604020202020204" pitchFamily="34" charset="0"/>
              <a:buChar char="•"/>
            </a:pPr>
            <a:r>
              <a:rPr lang="en-GB" noProof="0" dirty="0"/>
              <a:t>Some are optional.</a:t>
            </a:r>
          </a:p>
          <a:p>
            <a:pPr marL="285750" indent="-285750">
              <a:buFont typeface="Arial" panose="020B0604020202020204" pitchFamily="34" charset="0"/>
              <a:buChar char="•"/>
            </a:pPr>
            <a:endParaRPr lang="en-GB" noProof="0" dirty="0"/>
          </a:p>
          <a:p>
            <a:r>
              <a:rPr lang="en-GB" noProof="0" dirty="0"/>
              <a:t>Attribute values should be enclosed in quotes.</a:t>
            </a:r>
          </a:p>
          <a:p>
            <a:pPr marL="285750" indent="-285750">
              <a:buFont typeface="Arial" panose="020B0604020202020204" pitchFamily="34" charset="0"/>
              <a:buChar char="•"/>
            </a:pPr>
            <a:r>
              <a:rPr lang="en-GB" noProof="0" dirty="0"/>
              <a:t>Not necessary if one word attribute value.</a:t>
            </a:r>
          </a:p>
          <a:p>
            <a:pPr marL="285750" indent="-285750">
              <a:buFont typeface="Arial" panose="020B0604020202020204" pitchFamily="34" charset="0"/>
              <a:buChar char="•"/>
            </a:pPr>
            <a:r>
              <a:rPr lang="en-GB" noProof="0" dirty="0"/>
              <a:t>Good practice.</a:t>
            </a:r>
          </a:p>
          <a:p>
            <a:endParaRPr lang="en-GB" noProof="0" dirty="0"/>
          </a:p>
        </p:txBody>
      </p:sp>
      <p:sp>
        <p:nvSpPr>
          <p:cNvPr id="17412" name="Rectangle 4"/>
          <p:cNvSpPr>
            <a:spLocks noChangeArrowheads="1"/>
          </p:cNvSpPr>
          <p:nvPr/>
        </p:nvSpPr>
        <p:spPr bwMode="auto">
          <a:xfrm>
            <a:off x="3112035" y="2551985"/>
            <a:ext cx="3465512" cy="369332"/>
          </a:xfrm>
          <a:prstGeom prst="rect">
            <a:avLst/>
          </a:prstGeom>
          <a:solidFill>
            <a:schemeClr val="tx2">
              <a:lumMod val="20000"/>
              <a:lumOff val="80000"/>
            </a:schemeClr>
          </a:solidFill>
          <a:ln w="12700" algn="ctr">
            <a:noFill/>
            <a:miter lim="800000"/>
            <a:headEnd/>
            <a:tailEnd/>
          </a:ln>
        </p:spPr>
        <p:txBody>
          <a:bodyPr wrap="square">
            <a:spAutoFit/>
          </a:bodyPr>
          <a:lstStyle/>
          <a:p>
            <a:pPr marL="0" marR="0" lvl="0" indent="0" algn="l" defTabSz="739775" rtl="0" eaLnBrk="1" fontAlgn="auto" latinLnBrk="0" hangingPunct="1">
              <a:lnSpc>
                <a:spcPct val="100000"/>
              </a:lnSpc>
              <a:spcBef>
                <a:spcPct val="3000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a:t>
            </a:r>
            <a:r>
              <a:rPr kumimoji="0" lang="en-GB" sz="18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img</a:t>
            </a: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a:t>
            </a:r>
            <a:r>
              <a:rPr kumimoji="0" lang="en-GB" sz="18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src</a:t>
            </a: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/&gt;</a:t>
            </a:r>
          </a:p>
        </p:txBody>
      </p:sp>
      <p:sp>
        <p:nvSpPr>
          <p:cNvPr id="17413" name="Rectangle 5"/>
          <p:cNvSpPr>
            <a:spLocks noChangeArrowheads="1"/>
          </p:cNvSpPr>
          <p:nvPr/>
        </p:nvSpPr>
        <p:spPr bwMode="auto">
          <a:xfrm>
            <a:off x="3112035" y="3297939"/>
            <a:ext cx="3465512" cy="369332"/>
          </a:xfrm>
          <a:prstGeom prst="rect">
            <a:avLst/>
          </a:prstGeom>
          <a:solidFill>
            <a:schemeClr val="tx2">
              <a:lumMod val="20000"/>
              <a:lumOff val="80000"/>
            </a:schemeClr>
          </a:solidFill>
          <a:ln w="12700" algn="ctr">
            <a:noFill/>
            <a:miter lim="800000"/>
            <a:headEnd/>
            <a:tailEnd/>
          </a:ln>
        </p:spPr>
        <p:txBody>
          <a:bodyPr>
            <a:spAutoFit/>
          </a:bodyPr>
          <a:lstStyle/>
          <a:p>
            <a:pPr marL="0" marR="0" lvl="0" indent="0" algn="l" defTabSz="739775" rtl="0" eaLnBrk="1" fontAlgn="auto" latinLnBrk="0" hangingPunct="1">
              <a:lnSpc>
                <a:spcPct val="100000"/>
              </a:lnSpc>
              <a:spcBef>
                <a:spcPct val="3000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&lt;h1 title="……"&gt;……&lt;/h1&gt;</a:t>
            </a:r>
          </a:p>
        </p:txBody>
      </p:sp>
      <p:sp>
        <p:nvSpPr>
          <p:cNvPr id="6" name="Slide Number Placeholder 5">
            <a:extLst>
              <a:ext uri="{FF2B5EF4-FFF2-40B4-BE49-F238E27FC236}">
                <a16:creationId xmlns:a16="http://schemas.microsoft.com/office/drawing/2014/main" id="{3692599C-C308-38B8-C7AF-D762F1778EAF}"/>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23</a:t>
            </a:fld>
            <a:endParaRPr lang="en-GB" noProof="0" dirty="0"/>
          </a:p>
        </p:txBody>
      </p:sp>
    </p:spTree>
    <p:extLst>
      <p:ext uri="{BB962C8B-B14F-4D97-AF65-F5344CB8AC3E}">
        <p14:creationId xmlns:p14="http://schemas.microsoft.com/office/powerpoint/2010/main" val="23122162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ctrTitle"/>
          </p:nvPr>
        </p:nvSpPr>
        <p:spPr>
          <a:xfrm>
            <a:off x="443921" y="500194"/>
            <a:ext cx="10800000" cy="858985"/>
          </a:xfrm>
        </p:spPr>
        <p:txBody>
          <a:bodyPr>
            <a:normAutofit/>
          </a:bodyPr>
          <a:lstStyle/>
          <a:p>
            <a:r>
              <a:rPr lang="en-GB" noProof="0" dirty="0"/>
              <a:t>Comments</a:t>
            </a:r>
          </a:p>
        </p:txBody>
      </p:sp>
      <p:sp>
        <p:nvSpPr>
          <p:cNvPr id="19458" name="Rectangle 3"/>
          <p:cNvSpPr>
            <a:spLocks noGrp="1" noChangeArrowheads="1"/>
          </p:cNvSpPr>
          <p:nvPr>
            <p:ph type="body" sz="quarter" idx="13"/>
          </p:nvPr>
        </p:nvSpPr>
        <p:spPr>
          <a:xfrm>
            <a:off x="443922" y="1733108"/>
            <a:ext cx="5744228" cy="4348715"/>
          </a:xfrm>
        </p:spPr>
        <p:txBody>
          <a:bodyPr/>
          <a:lstStyle/>
          <a:p>
            <a:pPr marL="285750" indent="-285750">
              <a:buFont typeface="Arial" panose="020B0604020202020204" pitchFamily="34" charset="0"/>
              <a:buChar char="•"/>
            </a:pPr>
            <a:r>
              <a:rPr lang="en-GB" noProof="0" dirty="0"/>
              <a:t>Use </a:t>
            </a:r>
            <a:r>
              <a:rPr lang="en-GB" b="1" noProof="0" dirty="0"/>
              <a:t>&lt;!--</a:t>
            </a:r>
            <a:r>
              <a:rPr lang="en-GB" noProof="0" dirty="0"/>
              <a:t> and </a:t>
            </a:r>
            <a:r>
              <a:rPr lang="en-GB" b="1" noProof="0" dirty="0"/>
              <a:t>--&gt; </a:t>
            </a:r>
            <a:r>
              <a:rPr lang="en-GB" noProof="0" dirty="0"/>
              <a:t>to enclose comments.</a:t>
            </a:r>
          </a:p>
          <a:p>
            <a:pPr marL="285750" indent="-285750">
              <a:buFont typeface="Arial" panose="020B0604020202020204" pitchFamily="34" charset="0"/>
              <a:buChar char="•"/>
            </a:pPr>
            <a:r>
              <a:rPr lang="en-GB" noProof="0" dirty="0"/>
              <a:t>Not displayed by browser.</a:t>
            </a:r>
          </a:p>
          <a:p>
            <a:pPr marL="285750" indent="-285750">
              <a:buFont typeface="Arial" panose="020B0604020202020204" pitchFamily="34" charset="0"/>
              <a:buChar char="•"/>
            </a:pPr>
            <a:r>
              <a:rPr lang="en-GB" noProof="0" dirty="0"/>
              <a:t>Can be used to hide scripts/styles from older browsers.</a:t>
            </a:r>
          </a:p>
        </p:txBody>
      </p:sp>
      <p:sp>
        <p:nvSpPr>
          <p:cNvPr id="19460" name="Rectangle 4"/>
          <p:cNvSpPr>
            <a:spLocks noChangeArrowheads="1"/>
          </p:cNvSpPr>
          <p:nvPr/>
        </p:nvSpPr>
        <p:spPr bwMode="auto">
          <a:xfrm>
            <a:off x="6659427" y="1706990"/>
            <a:ext cx="5227774" cy="3444020"/>
          </a:xfrm>
          <a:prstGeom prst="rect">
            <a:avLst/>
          </a:prstGeom>
          <a:solidFill>
            <a:schemeClr val="tx2">
              <a:lumMod val="20000"/>
              <a:lumOff val="80000"/>
            </a:schemeClr>
          </a:solidFill>
          <a:ln w="12700" algn="ctr">
            <a:noFill/>
            <a:miter lim="800000"/>
            <a:headEnd/>
            <a:tailEnd/>
          </a:ln>
        </p:spPr>
        <p:txBody>
          <a:bodyPr wrap="square">
            <a:spAutoFit/>
          </a:bodyPr>
          <a:lstStyle/>
          <a:p>
            <a:pPr marL="0" marR="0" lvl="0" indent="0" algn="l" defTabSz="739775" rtl="0" eaLnBrk="1" fontAlgn="auto" latinLnBrk="0" hangingPunct="1">
              <a:lnSpc>
                <a:spcPct val="100000"/>
              </a:lnSpc>
              <a:spcBef>
                <a:spcPct val="3000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&lt;html&gt;</a:t>
            </a:r>
          </a:p>
          <a:p>
            <a:pPr marL="0" marR="0" lvl="0" indent="0" algn="l" defTabSz="739775" rtl="0" eaLnBrk="1" fontAlgn="auto" latinLnBrk="0" hangingPunct="1">
              <a:lnSpc>
                <a:spcPct val="100000"/>
              </a:lnSpc>
              <a:spcBef>
                <a:spcPct val="3000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&lt;head&gt;&lt;title&gt;Success!&lt;/title&gt;&lt;/head&gt;</a:t>
            </a:r>
          </a:p>
          <a:p>
            <a:pPr marL="0" marR="0" lvl="0" indent="0" algn="l" defTabSz="739775" rtl="0" eaLnBrk="1" fontAlgn="auto" latinLnBrk="0" hangingPunct="1">
              <a:lnSpc>
                <a:spcPct val="100000"/>
              </a:lnSpc>
              <a:spcBef>
                <a:spcPct val="3000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&lt;body&gt;</a:t>
            </a:r>
          </a:p>
          <a:p>
            <a:pPr marL="0" marR="0" lvl="0" indent="0" algn="l" defTabSz="739775" rtl="0" eaLnBrk="1" fontAlgn="auto" latinLnBrk="0" hangingPunct="1">
              <a:lnSpc>
                <a:spcPct val="100000"/>
              </a:lnSpc>
              <a:spcBef>
                <a:spcPct val="30000"/>
              </a:spcBef>
              <a:spcAft>
                <a:spcPts val="0"/>
              </a:spcAft>
              <a:buClrTx/>
              <a:buSzTx/>
              <a:buFontTx/>
              <a:buNone/>
              <a:tabLst/>
              <a:defRPr/>
            </a:pPr>
            <a:r>
              <a:rPr kumimoji="0" lang="en-GB" sz="1800" b="1" i="0" u="none" strike="noStrike" kern="1200" cap="none" spc="0" normalizeH="0" baseline="0" noProof="0" dirty="0">
                <a:ln>
                  <a:noFill/>
                </a:ln>
                <a:solidFill>
                  <a:srgbClr val="FFDC57">
                    <a:lumMod val="50000"/>
                  </a:srgbClr>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&lt;!--A demo that comments can be used to clarify HTML --&gt;</a:t>
            </a:r>
          </a:p>
          <a:p>
            <a:pPr marL="0" marR="0" lvl="0" indent="0" algn="l" defTabSz="739775" rtl="0" eaLnBrk="1" fontAlgn="auto" latinLnBrk="0" hangingPunct="1">
              <a:lnSpc>
                <a:spcPct val="100000"/>
              </a:lnSpc>
              <a:spcBef>
                <a:spcPct val="3000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Congratulations on completing</a:t>
            </a:r>
          </a:p>
          <a:p>
            <a:pPr marL="0" marR="0" lvl="0" indent="0" algn="l" defTabSz="739775" rtl="0" eaLnBrk="1" fontAlgn="auto" latinLnBrk="0" hangingPunct="1">
              <a:lnSpc>
                <a:spcPct val="100000"/>
              </a:lnSpc>
              <a:spcBef>
                <a:spcPct val="3000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your &lt;strong&gt;QA Training&lt;/strong&gt; course.&lt;</a:t>
            </a:r>
            <a:r>
              <a:rPr kumimoji="0" lang="en-GB" sz="18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br</a:t>
            </a: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&gt;</a:t>
            </a:r>
          </a:p>
          <a:p>
            <a:pPr marL="0" marR="0" lvl="0" indent="0" algn="l" defTabSz="739775" rtl="0" eaLnBrk="1" fontAlgn="auto" latinLnBrk="0" hangingPunct="1">
              <a:lnSpc>
                <a:spcPct val="100000"/>
              </a:lnSpc>
              <a:spcBef>
                <a:spcPct val="3000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&lt;/body&gt;</a:t>
            </a:r>
          </a:p>
          <a:p>
            <a:pPr marL="0" marR="0" lvl="0" indent="0" algn="l" defTabSz="739775" rtl="0" eaLnBrk="1" fontAlgn="auto" latinLnBrk="0" hangingPunct="1">
              <a:lnSpc>
                <a:spcPct val="100000"/>
              </a:lnSpc>
              <a:spcBef>
                <a:spcPct val="3000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&lt;/html&gt;</a:t>
            </a:r>
          </a:p>
        </p:txBody>
      </p:sp>
      <p:sp>
        <p:nvSpPr>
          <p:cNvPr id="6" name="Slide Number Placeholder 5">
            <a:extLst>
              <a:ext uri="{FF2B5EF4-FFF2-40B4-BE49-F238E27FC236}">
                <a16:creationId xmlns:a16="http://schemas.microsoft.com/office/drawing/2014/main" id="{968F135B-AB3F-A813-D2D3-0E5DFDEAF25E}"/>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24</a:t>
            </a:fld>
            <a:endParaRPr lang="en-GB" noProof="0" dirty="0"/>
          </a:p>
        </p:txBody>
      </p:sp>
    </p:spTree>
    <p:extLst>
      <p:ext uri="{BB962C8B-B14F-4D97-AF65-F5344CB8AC3E}">
        <p14:creationId xmlns:p14="http://schemas.microsoft.com/office/powerpoint/2010/main" val="30875268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ctrTitle"/>
          </p:nvPr>
        </p:nvSpPr>
        <p:spPr/>
        <p:txBody>
          <a:bodyPr>
            <a:normAutofit/>
          </a:bodyPr>
          <a:lstStyle/>
          <a:p>
            <a:r>
              <a:rPr lang="en-GB" noProof="0" dirty="0"/>
              <a:t>Container tags</a:t>
            </a:r>
          </a:p>
        </p:txBody>
      </p:sp>
      <p:sp>
        <p:nvSpPr>
          <p:cNvPr id="21506" name="Rectangle 3"/>
          <p:cNvSpPr>
            <a:spLocks noGrp="1" noChangeArrowheads="1"/>
          </p:cNvSpPr>
          <p:nvPr>
            <p:ph type="body" sz="quarter" idx="14"/>
          </p:nvPr>
        </p:nvSpPr>
        <p:spPr/>
        <p:txBody>
          <a:bodyPr/>
          <a:lstStyle/>
          <a:p>
            <a:r>
              <a:rPr lang="en-GB" noProof="0" dirty="0"/>
              <a:t>Containers may be nested but may not overlap.</a:t>
            </a:r>
          </a:p>
        </p:txBody>
      </p:sp>
      <p:sp>
        <p:nvSpPr>
          <p:cNvPr id="21508" name="Rectangle 4"/>
          <p:cNvSpPr>
            <a:spLocks noChangeArrowheads="1"/>
          </p:cNvSpPr>
          <p:nvPr/>
        </p:nvSpPr>
        <p:spPr bwMode="auto">
          <a:xfrm>
            <a:off x="529116" y="2493103"/>
            <a:ext cx="7527925" cy="2037481"/>
          </a:xfrm>
          <a:prstGeom prst="rect">
            <a:avLst/>
          </a:prstGeom>
          <a:solidFill>
            <a:schemeClr val="tx2">
              <a:lumMod val="20000"/>
              <a:lumOff val="80000"/>
            </a:schemeClr>
          </a:solidFill>
          <a:ln w="12700" algn="ctr">
            <a:noFill/>
            <a:miter lim="800000"/>
            <a:headEnd/>
            <a:tailEnd/>
          </a:ln>
        </p:spPr>
        <p:txBody>
          <a:bodyPr wrap="square">
            <a:spAutoFit/>
          </a:bodyPr>
          <a:lstStyle/>
          <a:p>
            <a:pPr marL="0" marR="0" lvl="0" indent="0" algn="l" defTabSz="739775" rtl="0" eaLnBrk="1" fontAlgn="auto" latinLnBrk="0" hangingPunct="1">
              <a:lnSpc>
                <a:spcPct val="100000"/>
              </a:lnSpc>
              <a:spcBef>
                <a:spcPct val="30000"/>
              </a:spcBef>
              <a:spcAft>
                <a:spcPts val="0"/>
              </a:spcAft>
              <a:buClrTx/>
              <a:buSzTx/>
              <a:buFontTx/>
              <a:buNone/>
              <a:tabLst/>
              <a:defRPr/>
            </a:pPr>
            <a:r>
              <a:rPr kumimoji="0" lang="en-GB" sz="1600" b="1" i="0" u="none" strike="noStrike" kern="1200" cap="none" spc="0" normalizeH="0" baseline="0" noProof="0" dirty="0">
                <a:ln>
                  <a:noFill/>
                </a:ln>
                <a:solidFill>
                  <a:srgbClr val="FFDC57">
                    <a:lumMod val="50000"/>
                  </a:srgbClr>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 This is correct --&gt;</a:t>
            </a:r>
          </a:p>
          <a:p>
            <a:pPr marL="0" marR="0" lvl="0" indent="0" algn="l" defTabSz="739775" rtl="0" eaLnBrk="1" fontAlgn="auto" latinLnBrk="0" hangingPunct="1">
              <a:lnSpc>
                <a:spcPct val="100000"/>
              </a:lnSpc>
              <a:spcBef>
                <a:spcPct val="30000"/>
              </a:spcBef>
              <a:spcAft>
                <a:spcPts val="0"/>
              </a:spcAft>
              <a:buClrTx/>
              <a:buSzTx/>
              <a:buFontTx/>
              <a:buNone/>
              <a:tabLst/>
              <a:defRPr/>
            </a:pPr>
            <a: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&lt;p&gt;This text is a paragraph containing &lt;b&gt;bold&lt;/b&gt; and &lt;i&gt;italic&lt;/i&gt; text. Some words are both &lt;b&gt;&lt;i&gt;bold and italic&lt;/i&gt;&lt;/b&gt;.&lt;/p&gt;</a:t>
            </a:r>
          </a:p>
          <a:p>
            <a:pPr marL="0" marR="0" lvl="0" indent="0" algn="l" defTabSz="739775" rtl="0" eaLnBrk="1" fontAlgn="auto" latinLnBrk="0" hangingPunct="1">
              <a:lnSpc>
                <a:spcPct val="100000"/>
              </a:lnSpc>
              <a:spcBef>
                <a:spcPct val="30000"/>
              </a:spcBef>
              <a:spcAft>
                <a:spcPts val="0"/>
              </a:spcAft>
              <a:buClrTx/>
              <a:buSzTx/>
              <a:buFontTx/>
              <a:buNone/>
              <a:tabLst/>
              <a:defRPr/>
            </a:pPr>
            <a:r>
              <a:rPr kumimoji="0" lang="en-GB" sz="1600" b="1" i="0" u="none" strike="noStrike" kern="1200" cap="none" spc="0" normalizeH="0" baseline="0" noProof="0" dirty="0">
                <a:ln>
                  <a:noFill/>
                </a:ln>
                <a:solidFill>
                  <a:srgbClr val="FFDC57">
                    <a:lumMod val="50000"/>
                  </a:srgbClr>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 This is incorrect --&gt;</a:t>
            </a:r>
          </a:p>
          <a:p>
            <a:pPr marL="0" marR="0" lvl="0" indent="0" algn="l" defTabSz="739775" rtl="0" eaLnBrk="1" fontAlgn="auto" latinLnBrk="0" hangingPunct="1">
              <a:lnSpc>
                <a:spcPct val="100000"/>
              </a:lnSpc>
              <a:spcBef>
                <a:spcPct val="30000"/>
              </a:spcBef>
              <a:spcAft>
                <a:spcPts val="0"/>
              </a:spcAft>
              <a:buClrTx/>
              <a:buSzTx/>
              <a:buFontTx/>
              <a:buNone/>
              <a:tabLst/>
              <a:defRPr/>
            </a:pPr>
            <a: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&lt;p&gt;The &lt;b&gt;quick brown &lt;i&gt;fox&lt;/b&gt; jumps over the&lt;/i&gt; lazy dog.&lt;/p&gt;</a:t>
            </a:r>
          </a:p>
        </p:txBody>
      </p:sp>
      <p:sp>
        <p:nvSpPr>
          <p:cNvPr id="21509" name="Freeform 5"/>
          <p:cNvSpPr>
            <a:spLocks/>
          </p:cNvSpPr>
          <p:nvPr/>
        </p:nvSpPr>
        <p:spPr bwMode="auto">
          <a:xfrm>
            <a:off x="1678466" y="4283802"/>
            <a:ext cx="2704569" cy="876300"/>
          </a:xfrm>
          <a:custGeom>
            <a:avLst/>
            <a:gdLst>
              <a:gd name="T0" fmla="*/ 0 w 2112"/>
              <a:gd name="T1" fmla="*/ 0 h 576"/>
              <a:gd name="T2" fmla="*/ 2147483646 w 2112"/>
              <a:gd name="T3" fmla="*/ 2147483646 h 576"/>
              <a:gd name="T4" fmla="*/ 2147483646 w 2112"/>
              <a:gd name="T5" fmla="*/ 0 h 576"/>
              <a:gd name="T6" fmla="*/ 0 60000 65536"/>
              <a:gd name="T7" fmla="*/ 0 60000 65536"/>
              <a:gd name="T8" fmla="*/ 0 60000 65536"/>
              <a:gd name="T9" fmla="*/ 0 w 2112"/>
              <a:gd name="T10" fmla="*/ 0 h 576"/>
              <a:gd name="T11" fmla="*/ 2112 w 2112"/>
              <a:gd name="T12" fmla="*/ 576 h 576"/>
            </a:gdLst>
            <a:ahLst/>
            <a:cxnLst>
              <a:cxn ang="T6">
                <a:pos x="T0" y="T1"/>
              </a:cxn>
              <a:cxn ang="T7">
                <a:pos x="T2" y="T3"/>
              </a:cxn>
              <a:cxn ang="T8">
                <a:pos x="T4" y="T5"/>
              </a:cxn>
            </a:cxnLst>
            <a:rect l="T9" t="T10" r="T11" b="T12"/>
            <a:pathLst>
              <a:path w="2112" h="576">
                <a:moveTo>
                  <a:pt x="0" y="0"/>
                </a:moveTo>
                <a:cubicBezTo>
                  <a:pt x="328" y="288"/>
                  <a:pt x="656" y="576"/>
                  <a:pt x="1008" y="576"/>
                </a:cubicBezTo>
                <a:cubicBezTo>
                  <a:pt x="1360" y="576"/>
                  <a:pt x="1736" y="288"/>
                  <a:pt x="2112" y="0"/>
                </a:cubicBezTo>
              </a:path>
            </a:pathLst>
          </a:custGeom>
          <a:noFill/>
          <a:ln w="25400" cap="flat" cmpd="sng">
            <a:solidFill>
              <a:srgbClr val="FF0000"/>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21510" name="Freeform 6"/>
          <p:cNvSpPr>
            <a:spLocks/>
          </p:cNvSpPr>
          <p:nvPr/>
        </p:nvSpPr>
        <p:spPr bwMode="auto">
          <a:xfrm>
            <a:off x="3491921" y="4264752"/>
            <a:ext cx="3160182" cy="914400"/>
          </a:xfrm>
          <a:custGeom>
            <a:avLst/>
            <a:gdLst>
              <a:gd name="T0" fmla="*/ 0 w 2112"/>
              <a:gd name="T1" fmla="*/ 0 h 576"/>
              <a:gd name="T2" fmla="*/ 2147483646 w 2112"/>
              <a:gd name="T3" fmla="*/ 2147483646 h 576"/>
              <a:gd name="T4" fmla="*/ 2147483646 w 2112"/>
              <a:gd name="T5" fmla="*/ 0 h 576"/>
              <a:gd name="T6" fmla="*/ 0 60000 65536"/>
              <a:gd name="T7" fmla="*/ 0 60000 65536"/>
              <a:gd name="T8" fmla="*/ 0 60000 65536"/>
              <a:gd name="T9" fmla="*/ 0 w 2112"/>
              <a:gd name="T10" fmla="*/ 0 h 576"/>
              <a:gd name="T11" fmla="*/ 2112 w 2112"/>
              <a:gd name="T12" fmla="*/ 576 h 576"/>
            </a:gdLst>
            <a:ahLst/>
            <a:cxnLst>
              <a:cxn ang="T6">
                <a:pos x="T0" y="T1"/>
              </a:cxn>
              <a:cxn ang="T7">
                <a:pos x="T2" y="T3"/>
              </a:cxn>
              <a:cxn ang="T8">
                <a:pos x="T4" y="T5"/>
              </a:cxn>
            </a:cxnLst>
            <a:rect l="T9" t="T10" r="T11" b="T12"/>
            <a:pathLst>
              <a:path w="2112" h="576">
                <a:moveTo>
                  <a:pt x="0" y="0"/>
                </a:moveTo>
                <a:cubicBezTo>
                  <a:pt x="328" y="288"/>
                  <a:pt x="656" y="576"/>
                  <a:pt x="1008" y="576"/>
                </a:cubicBezTo>
                <a:cubicBezTo>
                  <a:pt x="1360" y="576"/>
                  <a:pt x="1736" y="288"/>
                  <a:pt x="2112" y="0"/>
                </a:cubicBezTo>
              </a:path>
            </a:pathLst>
          </a:custGeom>
          <a:noFill/>
          <a:ln w="25400" cap="flat" cmpd="sng">
            <a:solidFill>
              <a:srgbClr val="FF0000"/>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6" name="Slide Number Placeholder 5">
            <a:extLst>
              <a:ext uri="{FF2B5EF4-FFF2-40B4-BE49-F238E27FC236}">
                <a16:creationId xmlns:a16="http://schemas.microsoft.com/office/drawing/2014/main" id="{CF7023DD-CF8E-8089-7DB7-17234DF43FEC}"/>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25</a:t>
            </a:fld>
            <a:endParaRPr lang="en-GB" noProof="0" dirty="0"/>
          </a:p>
        </p:txBody>
      </p:sp>
    </p:spTree>
    <p:extLst>
      <p:ext uri="{BB962C8B-B14F-4D97-AF65-F5344CB8AC3E}">
        <p14:creationId xmlns:p14="http://schemas.microsoft.com/office/powerpoint/2010/main" val="37708670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ctrTitle"/>
          </p:nvPr>
        </p:nvSpPr>
        <p:spPr>
          <a:xfrm>
            <a:off x="443921" y="500194"/>
            <a:ext cx="10800000" cy="858985"/>
          </a:xfrm>
        </p:spPr>
        <p:txBody>
          <a:bodyPr>
            <a:normAutofit/>
          </a:bodyPr>
          <a:lstStyle/>
          <a:p>
            <a:r>
              <a:rPr lang="en-GB" noProof="0" dirty="0"/>
              <a:t>Special characters</a:t>
            </a:r>
          </a:p>
        </p:txBody>
      </p:sp>
      <p:sp>
        <p:nvSpPr>
          <p:cNvPr id="23554" name="Rectangle 3"/>
          <p:cNvSpPr>
            <a:spLocks noGrp="1" noChangeArrowheads="1"/>
          </p:cNvSpPr>
          <p:nvPr>
            <p:ph type="body" sz="quarter" idx="13"/>
          </p:nvPr>
        </p:nvSpPr>
        <p:spPr>
          <a:xfrm>
            <a:off x="443922" y="1733108"/>
            <a:ext cx="5744228" cy="4348715"/>
          </a:xfrm>
        </p:spPr>
        <p:txBody>
          <a:bodyPr/>
          <a:lstStyle/>
          <a:p>
            <a:pPr marL="285750" indent="-285750">
              <a:buFont typeface="Arial" panose="020B0604020202020204" pitchFamily="34" charset="0"/>
              <a:buChar char="•"/>
            </a:pPr>
            <a:r>
              <a:rPr lang="en-GB" noProof="0" dirty="0"/>
              <a:t>How can we express characters like ‘&lt;‘ and ‘&gt;’?</a:t>
            </a:r>
          </a:p>
          <a:p>
            <a:pPr marL="285750" indent="-285750">
              <a:buFont typeface="Arial" panose="020B0604020202020204" pitchFamily="34" charset="0"/>
              <a:buChar char="•"/>
            </a:pPr>
            <a:r>
              <a:rPr lang="en-GB" noProof="0" dirty="0"/>
              <a:t>Use character entities.</a:t>
            </a:r>
          </a:p>
        </p:txBody>
      </p:sp>
      <p:sp>
        <p:nvSpPr>
          <p:cNvPr id="23556" name="Rectangle 4"/>
          <p:cNvSpPr>
            <a:spLocks noChangeArrowheads="1"/>
          </p:cNvSpPr>
          <p:nvPr/>
        </p:nvSpPr>
        <p:spPr bwMode="auto">
          <a:xfrm>
            <a:off x="444500" y="4690402"/>
            <a:ext cx="6388100" cy="646331"/>
          </a:xfrm>
          <a:prstGeom prst="rect">
            <a:avLst/>
          </a:prstGeom>
          <a:solidFill>
            <a:schemeClr val="tx2">
              <a:lumMod val="20000"/>
              <a:lumOff val="80000"/>
            </a:schemeClr>
          </a:solidFill>
          <a:ln w="12700" algn="ctr">
            <a:noFill/>
            <a:miter lim="800000"/>
            <a:headEnd/>
            <a:tailEnd/>
          </a:ln>
        </p:spPr>
        <p:txBody>
          <a:bodyPr>
            <a:spAutoFit/>
          </a:bodyPr>
          <a:lstStyle/>
          <a:p>
            <a:pPr marL="0" marR="0" lvl="0" indent="0" algn="l" defTabSz="739775" rtl="0" eaLnBrk="1" fontAlgn="auto" latinLnBrk="0" hangingPunct="1">
              <a:lnSpc>
                <a:spcPct val="100000"/>
              </a:lnSpc>
              <a:spcBef>
                <a:spcPct val="3000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If the relative density &amp;</a:t>
            </a:r>
            <a:r>
              <a:rPr kumimoji="0" lang="en-GB" sz="18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gt</a:t>
            </a: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1.0 then &amp;</a:t>
            </a:r>
            <a:r>
              <a:rPr kumimoji="0" lang="en-GB" sz="18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quot;you</a:t>
            </a: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have a problem!&amp;</a:t>
            </a:r>
            <a:r>
              <a:rPr kumimoji="0" lang="en-GB" sz="18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quot</a:t>
            </a: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a:t>
            </a:r>
          </a:p>
        </p:txBody>
      </p:sp>
      <p:sp>
        <p:nvSpPr>
          <p:cNvPr id="23557" name="Rectangle 5"/>
          <p:cNvSpPr>
            <a:spLocks noChangeArrowheads="1"/>
          </p:cNvSpPr>
          <p:nvPr/>
        </p:nvSpPr>
        <p:spPr bwMode="auto">
          <a:xfrm>
            <a:off x="444500" y="5435382"/>
            <a:ext cx="6388100" cy="646331"/>
          </a:xfrm>
          <a:prstGeom prst="rect">
            <a:avLst/>
          </a:prstGeom>
          <a:solidFill>
            <a:schemeClr val="tx2">
              <a:lumMod val="20000"/>
              <a:lumOff val="80000"/>
            </a:schemeClr>
          </a:solidFill>
          <a:ln w="12700" algn="ctr">
            <a:noFill/>
            <a:miter lim="800000"/>
            <a:headEnd/>
            <a:tailEnd/>
          </a:ln>
        </p:spPr>
        <p:txBody>
          <a:bodyPr>
            <a:spAutoFit/>
          </a:bodyPr>
          <a:lstStyle/>
          <a:p>
            <a:pPr marL="0" marR="0" lvl="0" indent="0" algn="l" defTabSz="739775" rtl="0" eaLnBrk="1" fontAlgn="auto" latinLnBrk="0" hangingPunct="1">
              <a:lnSpc>
                <a:spcPct val="100000"/>
              </a:lnSpc>
              <a:spcBef>
                <a:spcPct val="3000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If the relative density &gt; 1.0 then "you have a problem!" </a:t>
            </a:r>
          </a:p>
        </p:txBody>
      </p:sp>
      <p:graphicFrame>
        <p:nvGraphicFramePr>
          <p:cNvPr id="8" name="Content Placeholder 7">
            <a:extLst>
              <a:ext uri="{FF2B5EF4-FFF2-40B4-BE49-F238E27FC236}">
                <a16:creationId xmlns:a16="http://schemas.microsoft.com/office/drawing/2014/main" id="{490B65A6-B9CF-EC96-5D3D-F0B60D95A2A8}"/>
              </a:ext>
            </a:extLst>
          </p:cNvPr>
          <p:cNvGraphicFramePr>
            <a:graphicFrameLocks noGrp="1"/>
          </p:cNvGraphicFramePr>
          <p:nvPr>
            <p:ph sz="quarter" idx="4"/>
            <p:extLst>
              <p:ext uri="{D42A27DB-BD31-4B8C-83A1-F6EECF244321}">
                <p14:modId xmlns:p14="http://schemas.microsoft.com/office/powerpoint/2010/main" val="2480038917"/>
              </p:ext>
            </p:extLst>
          </p:nvPr>
        </p:nvGraphicFramePr>
        <p:xfrm>
          <a:off x="6659563" y="1733550"/>
          <a:ext cx="4986098" cy="2631417"/>
        </p:xfrm>
        <a:graphic>
          <a:graphicData uri="http://schemas.openxmlformats.org/drawingml/2006/table">
            <a:tbl>
              <a:tblPr firstRow="1" bandRow="1">
                <a:tableStyleId>{21E4AEA4-8DFA-4A89-87EB-49C32662AFE0}</a:tableStyleId>
              </a:tblPr>
              <a:tblGrid>
                <a:gridCol w="2493049">
                  <a:extLst>
                    <a:ext uri="{9D8B030D-6E8A-4147-A177-3AD203B41FA5}">
                      <a16:colId xmlns:a16="http://schemas.microsoft.com/office/drawing/2014/main" val="20000"/>
                    </a:ext>
                  </a:extLst>
                </a:gridCol>
                <a:gridCol w="2493049">
                  <a:extLst>
                    <a:ext uri="{9D8B030D-6E8A-4147-A177-3AD203B41FA5}">
                      <a16:colId xmlns:a16="http://schemas.microsoft.com/office/drawing/2014/main" val="20001"/>
                    </a:ext>
                  </a:extLst>
                </a:gridCol>
              </a:tblGrid>
              <a:tr h="433667">
                <a:tc>
                  <a:txBody>
                    <a:bodyPr/>
                    <a:lstStyle/>
                    <a:p>
                      <a:r>
                        <a:rPr lang="en-GB" sz="1800" noProof="0" dirty="0">
                          <a:solidFill>
                            <a:schemeClr val="tx1"/>
                          </a:solidFill>
                        </a:rPr>
                        <a:t>Character</a:t>
                      </a:r>
                    </a:p>
                  </a:txBody>
                  <a:tcPr marT="45700" marB="45700"/>
                </a:tc>
                <a:tc>
                  <a:txBody>
                    <a:bodyPr/>
                    <a:lstStyle/>
                    <a:p>
                      <a:r>
                        <a:rPr lang="en-GB" sz="1800" noProof="0" dirty="0">
                          <a:solidFill>
                            <a:schemeClr val="tx1"/>
                          </a:solidFill>
                        </a:rPr>
                        <a:t>HTML name</a:t>
                      </a:r>
                    </a:p>
                  </a:txBody>
                  <a:tcPr marT="45700" marB="45700"/>
                </a:tc>
                <a:extLst>
                  <a:ext uri="{0D108BD9-81ED-4DB2-BD59-A6C34878D82A}">
                    <a16:rowId xmlns:a16="http://schemas.microsoft.com/office/drawing/2014/main" val="10000"/>
                  </a:ext>
                </a:extLst>
              </a:tr>
              <a:tr h="439550">
                <a:tc>
                  <a:txBody>
                    <a:bodyPr/>
                    <a:lstStyle/>
                    <a:p>
                      <a:r>
                        <a:rPr lang="en-GB" sz="1800" noProof="0" dirty="0">
                          <a:solidFill>
                            <a:schemeClr val="tx1"/>
                          </a:solidFill>
                        </a:rPr>
                        <a:t>&lt;</a:t>
                      </a:r>
                    </a:p>
                  </a:txBody>
                  <a:tcPr marT="45700" marB="45700"/>
                </a:tc>
                <a:tc>
                  <a:txBody>
                    <a:bodyPr/>
                    <a:lstStyle/>
                    <a:p>
                      <a:r>
                        <a:rPr lang="en-GB" sz="1800" b="1" noProof="0" dirty="0">
                          <a:solidFill>
                            <a:schemeClr val="tx1"/>
                          </a:solidFill>
                        </a:rPr>
                        <a:t>&amp;</a:t>
                      </a:r>
                      <a:r>
                        <a:rPr lang="en-GB" sz="1800" b="1" noProof="0" dirty="0" err="1">
                          <a:solidFill>
                            <a:schemeClr val="tx1"/>
                          </a:solidFill>
                        </a:rPr>
                        <a:t>lt</a:t>
                      </a:r>
                      <a:r>
                        <a:rPr lang="en-GB" sz="1800" b="1" noProof="0" dirty="0">
                          <a:solidFill>
                            <a:schemeClr val="tx1"/>
                          </a:solidFill>
                        </a:rPr>
                        <a:t>;</a:t>
                      </a:r>
                      <a:endParaRPr lang="en-GB" sz="1800" b="1" i="0" noProof="0" dirty="0">
                        <a:solidFill>
                          <a:schemeClr val="tx1"/>
                        </a:solidFill>
                        <a:latin typeface="Courier New" panose="02070309020205020404" pitchFamily="49" charset="0"/>
                        <a:cs typeface="Courier New" panose="02070309020205020404" pitchFamily="49" charset="0"/>
                      </a:endParaRPr>
                    </a:p>
                  </a:txBody>
                  <a:tcPr marT="45700" marB="45700"/>
                </a:tc>
                <a:extLst>
                  <a:ext uri="{0D108BD9-81ED-4DB2-BD59-A6C34878D82A}">
                    <a16:rowId xmlns:a16="http://schemas.microsoft.com/office/drawing/2014/main" val="10001"/>
                  </a:ext>
                </a:extLst>
              </a:tr>
              <a:tr h="439550">
                <a:tc>
                  <a:txBody>
                    <a:bodyPr/>
                    <a:lstStyle/>
                    <a:p>
                      <a:r>
                        <a:rPr lang="en-GB" sz="1800" noProof="0" dirty="0">
                          <a:solidFill>
                            <a:schemeClr val="tx1"/>
                          </a:solidFill>
                        </a:rPr>
                        <a:t>&gt;</a:t>
                      </a:r>
                    </a:p>
                  </a:txBody>
                  <a:tcPr marT="45700" marB="45700"/>
                </a:tc>
                <a:tc>
                  <a:txBody>
                    <a:bodyPr/>
                    <a:lstStyle/>
                    <a:p>
                      <a:r>
                        <a:rPr lang="en-GB" sz="1800" b="1" noProof="0" dirty="0">
                          <a:solidFill>
                            <a:schemeClr val="tx1"/>
                          </a:solidFill>
                        </a:rPr>
                        <a:t>&amp;</a:t>
                      </a:r>
                      <a:r>
                        <a:rPr lang="en-GB" sz="1800" b="1" noProof="0" dirty="0" err="1">
                          <a:solidFill>
                            <a:schemeClr val="tx1"/>
                          </a:solidFill>
                        </a:rPr>
                        <a:t>gt</a:t>
                      </a:r>
                      <a:r>
                        <a:rPr lang="en-GB" sz="1800" b="1" noProof="0" dirty="0">
                          <a:solidFill>
                            <a:schemeClr val="tx1"/>
                          </a:solidFill>
                        </a:rPr>
                        <a:t>;</a:t>
                      </a:r>
                      <a:endParaRPr lang="en-GB" sz="1800" b="1" i="0" noProof="0" dirty="0">
                        <a:solidFill>
                          <a:schemeClr val="tx1"/>
                        </a:solidFill>
                        <a:latin typeface="Courier New" panose="02070309020205020404" pitchFamily="49" charset="0"/>
                        <a:cs typeface="Courier New" panose="02070309020205020404" pitchFamily="49" charset="0"/>
                      </a:endParaRPr>
                    </a:p>
                  </a:txBody>
                  <a:tcPr marT="45700" marB="45700"/>
                </a:tc>
                <a:extLst>
                  <a:ext uri="{0D108BD9-81ED-4DB2-BD59-A6C34878D82A}">
                    <a16:rowId xmlns:a16="http://schemas.microsoft.com/office/drawing/2014/main" val="10002"/>
                  </a:ext>
                </a:extLst>
              </a:tr>
              <a:tr h="439550">
                <a:tc>
                  <a:txBody>
                    <a:bodyPr/>
                    <a:lstStyle/>
                    <a:p>
                      <a:r>
                        <a:rPr lang="en-GB" sz="1800" noProof="0" dirty="0">
                          <a:solidFill>
                            <a:schemeClr val="tx1"/>
                          </a:solidFill>
                        </a:rPr>
                        <a:t>&amp;</a:t>
                      </a:r>
                    </a:p>
                  </a:txBody>
                  <a:tcPr marT="45700" marB="45700"/>
                </a:tc>
                <a:tc>
                  <a:txBody>
                    <a:bodyPr/>
                    <a:lstStyle/>
                    <a:p>
                      <a:r>
                        <a:rPr lang="en-GB" sz="1800" b="1" noProof="0" dirty="0">
                          <a:solidFill>
                            <a:schemeClr val="tx1"/>
                          </a:solidFill>
                        </a:rPr>
                        <a:t>&amp;amp;</a:t>
                      </a:r>
                      <a:endParaRPr lang="en-GB" sz="1800" b="1" i="0" noProof="0" dirty="0">
                        <a:solidFill>
                          <a:schemeClr val="tx1"/>
                        </a:solidFill>
                        <a:latin typeface="Courier New" panose="02070309020205020404" pitchFamily="49" charset="0"/>
                        <a:cs typeface="Courier New" panose="02070309020205020404" pitchFamily="49" charset="0"/>
                      </a:endParaRPr>
                    </a:p>
                  </a:txBody>
                  <a:tcPr marT="45700" marB="45700"/>
                </a:tc>
                <a:extLst>
                  <a:ext uri="{0D108BD9-81ED-4DB2-BD59-A6C34878D82A}">
                    <a16:rowId xmlns:a16="http://schemas.microsoft.com/office/drawing/2014/main" val="10003"/>
                  </a:ext>
                </a:extLst>
              </a:tr>
              <a:tr h="439550">
                <a:tc>
                  <a:txBody>
                    <a:bodyPr/>
                    <a:lstStyle/>
                    <a:p>
                      <a:r>
                        <a:rPr lang="en-GB" sz="1800" noProof="0" dirty="0">
                          <a:solidFill>
                            <a:schemeClr val="tx1"/>
                          </a:solidFill>
                        </a:rPr>
                        <a:t>“</a:t>
                      </a:r>
                    </a:p>
                  </a:txBody>
                  <a:tcPr marT="45700" marB="45700"/>
                </a:tc>
                <a:tc>
                  <a:txBody>
                    <a:bodyPr/>
                    <a:lstStyle/>
                    <a:p>
                      <a:r>
                        <a:rPr lang="en-GB" sz="1800" b="1" noProof="0" dirty="0">
                          <a:solidFill>
                            <a:schemeClr val="tx1"/>
                          </a:solidFill>
                        </a:rPr>
                        <a:t>&amp;</a:t>
                      </a:r>
                      <a:r>
                        <a:rPr lang="en-GB" sz="1800" b="1" noProof="0" dirty="0" err="1">
                          <a:solidFill>
                            <a:schemeClr val="tx1"/>
                          </a:solidFill>
                        </a:rPr>
                        <a:t>quot</a:t>
                      </a:r>
                      <a:r>
                        <a:rPr lang="en-GB" sz="1800" b="1" noProof="0" dirty="0">
                          <a:solidFill>
                            <a:schemeClr val="tx1"/>
                          </a:solidFill>
                        </a:rPr>
                        <a:t>;</a:t>
                      </a:r>
                      <a:endParaRPr lang="en-GB" sz="1800" b="1" i="0" noProof="0" dirty="0">
                        <a:solidFill>
                          <a:schemeClr val="tx1"/>
                        </a:solidFill>
                        <a:latin typeface="Courier New" panose="02070309020205020404" pitchFamily="49" charset="0"/>
                        <a:cs typeface="Courier New" panose="02070309020205020404" pitchFamily="49" charset="0"/>
                      </a:endParaRPr>
                    </a:p>
                  </a:txBody>
                  <a:tcPr marT="45700" marB="45700"/>
                </a:tc>
                <a:extLst>
                  <a:ext uri="{0D108BD9-81ED-4DB2-BD59-A6C34878D82A}">
                    <a16:rowId xmlns:a16="http://schemas.microsoft.com/office/drawing/2014/main" val="10004"/>
                  </a:ext>
                </a:extLst>
              </a:tr>
              <a:tr h="439550">
                <a:tc>
                  <a:txBody>
                    <a:bodyPr/>
                    <a:lstStyle/>
                    <a:p>
                      <a:r>
                        <a:rPr lang="en-GB" sz="1800" noProof="0" dirty="0">
                          <a:solidFill>
                            <a:schemeClr val="tx1"/>
                          </a:solidFill>
                        </a:rPr>
                        <a:t>(non-breaking</a:t>
                      </a:r>
                      <a:r>
                        <a:rPr lang="en-GB" sz="1800" baseline="0" noProof="0" dirty="0">
                          <a:solidFill>
                            <a:schemeClr val="tx1"/>
                          </a:solidFill>
                        </a:rPr>
                        <a:t> space)</a:t>
                      </a:r>
                      <a:endParaRPr lang="en-GB" sz="1800" noProof="0" dirty="0">
                        <a:solidFill>
                          <a:schemeClr val="tx1"/>
                        </a:solidFill>
                      </a:endParaRPr>
                    </a:p>
                  </a:txBody>
                  <a:tcPr marT="45700" marB="45700"/>
                </a:tc>
                <a:tc>
                  <a:txBody>
                    <a:bodyPr/>
                    <a:lstStyle/>
                    <a:p>
                      <a:r>
                        <a:rPr lang="en-GB" sz="1800" b="1" noProof="0" dirty="0">
                          <a:solidFill>
                            <a:schemeClr val="tx1"/>
                          </a:solidFill>
                        </a:rPr>
                        <a:t>&amp;</a:t>
                      </a:r>
                      <a:r>
                        <a:rPr lang="en-GB" sz="1800" b="1" noProof="0" dirty="0" err="1">
                          <a:solidFill>
                            <a:schemeClr val="tx1"/>
                          </a:solidFill>
                        </a:rPr>
                        <a:t>nbsp</a:t>
                      </a:r>
                      <a:r>
                        <a:rPr lang="en-GB" sz="1800" b="1" noProof="0" dirty="0">
                          <a:solidFill>
                            <a:schemeClr val="tx1"/>
                          </a:solidFill>
                        </a:rPr>
                        <a:t>;</a:t>
                      </a:r>
                      <a:endParaRPr lang="en-GB" sz="1800" b="1" i="0" noProof="0" dirty="0">
                        <a:solidFill>
                          <a:schemeClr val="tx1"/>
                        </a:solidFill>
                        <a:latin typeface="Courier New" panose="02070309020205020404" pitchFamily="49" charset="0"/>
                        <a:cs typeface="Courier New" panose="02070309020205020404" pitchFamily="49" charset="0"/>
                      </a:endParaRPr>
                    </a:p>
                  </a:txBody>
                  <a:tcPr marT="45700" marB="45700"/>
                </a:tc>
                <a:extLst>
                  <a:ext uri="{0D108BD9-81ED-4DB2-BD59-A6C34878D82A}">
                    <a16:rowId xmlns:a16="http://schemas.microsoft.com/office/drawing/2014/main" val="10005"/>
                  </a:ext>
                </a:extLst>
              </a:tr>
            </a:tbl>
          </a:graphicData>
        </a:graphic>
      </p:graphicFrame>
      <p:sp>
        <p:nvSpPr>
          <p:cNvPr id="9" name="Slide Number Placeholder 5">
            <a:extLst>
              <a:ext uri="{FF2B5EF4-FFF2-40B4-BE49-F238E27FC236}">
                <a16:creationId xmlns:a16="http://schemas.microsoft.com/office/drawing/2014/main" id="{E354D05B-B247-E0B2-34D4-33E77508A10A}"/>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26</a:t>
            </a:fld>
            <a:endParaRPr lang="en-GB" noProof="0" dirty="0"/>
          </a:p>
        </p:txBody>
      </p:sp>
    </p:spTree>
    <p:extLst>
      <p:ext uri="{BB962C8B-B14F-4D97-AF65-F5344CB8AC3E}">
        <p14:creationId xmlns:p14="http://schemas.microsoft.com/office/powerpoint/2010/main" val="9420469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ctrTitle"/>
          </p:nvPr>
        </p:nvSpPr>
        <p:spPr>
          <a:xfrm>
            <a:off x="443921" y="500194"/>
            <a:ext cx="10800000" cy="858985"/>
          </a:xfrm>
        </p:spPr>
        <p:txBody>
          <a:bodyPr>
            <a:normAutofit/>
          </a:bodyPr>
          <a:lstStyle/>
          <a:p>
            <a:r>
              <a:rPr lang="en-GB" noProof="0" dirty="0"/>
              <a:t>Syntax errors and non-standard HTML</a:t>
            </a:r>
          </a:p>
        </p:txBody>
      </p:sp>
      <p:sp>
        <p:nvSpPr>
          <p:cNvPr id="25602" name="Rectangle 3"/>
          <p:cNvSpPr>
            <a:spLocks noGrp="1" noChangeArrowheads="1"/>
          </p:cNvSpPr>
          <p:nvPr>
            <p:ph type="body" sz="quarter" idx="14"/>
          </p:nvPr>
        </p:nvSpPr>
        <p:spPr>
          <a:xfrm>
            <a:off x="443921" y="1733108"/>
            <a:ext cx="7686287" cy="4061405"/>
          </a:xfrm>
        </p:spPr>
        <p:txBody>
          <a:bodyPr/>
          <a:lstStyle/>
          <a:p>
            <a:pPr marL="285750" indent="-285750">
              <a:buFont typeface="Arial" panose="020B0604020202020204" pitchFamily="34" charset="0"/>
              <a:buChar char="•"/>
            </a:pPr>
            <a:r>
              <a:rPr lang="en-GB" noProof="0" dirty="0"/>
              <a:t>Browsers never say ‘syntax error’.</a:t>
            </a:r>
          </a:p>
          <a:p>
            <a:pPr marL="971550" lvl="1" indent="-285750">
              <a:lnSpc>
                <a:spcPct val="100000"/>
              </a:lnSpc>
            </a:pPr>
            <a:r>
              <a:rPr lang="en-GB" noProof="0" dirty="0"/>
              <a:t>May respond in different ways to incorrect HTML.</a:t>
            </a:r>
          </a:p>
          <a:p>
            <a:pPr marL="285750" indent="-285750">
              <a:buFont typeface="Arial" panose="020B0604020202020204" pitchFamily="34" charset="0"/>
              <a:buChar char="•"/>
            </a:pPr>
            <a:r>
              <a:rPr lang="en-GB" noProof="0" dirty="0"/>
              <a:t>Browsers ignore unrecognised tags and attributes.</a:t>
            </a:r>
          </a:p>
          <a:p>
            <a:pPr marL="285750" indent="-285750">
              <a:buFont typeface="Arial" panose="020B0604020202020204" pitchFamily="34" charset="0"/>
              <a:buChar char="•"/>
            </a:pPr>
            <a:r>
              <a:rPr lang="en-GB" noProof="0" dirty="0"/>
              <a:t>Allows updating of HTML standards.</a:t>
            </a:r>
          </a:p>
          <a:p>
            <a:endParaRPr lang="en-GB" noProof="0" dirty="0"/>
          </a:p>
          <a:p>
            <a:r>
              <a:rPr lang="en-GB" noProof="0" dirty="0"/>
              <a:t>Non-standard HTML:</a:t>
            </a:r>
          </a:p>
          <a:p>
            <a:pPr marL="285750" indent="-285750">
              <a:buFont typeface="Arial" panose="020B0604020202020204" pitchFamily="34" charset="0"/>
              <a:buChar char="•"/>
            </a:pPr>
            <a:r>
              <a:rPr lang="en-GB" noProof="0" dirty="0"/>
              <a:t>Blink:</a:t>
            </a:r>
          </a:p>
          <a:p>
            <a:pPr marL="285750" indent="-285750">
              <a:buFont typeface="Arial" panose="020B0604020202020204" pitchFamily="34" charset="0"/>
              <a:buChar char="•"/>
            </a:pPr>
            <a:endParaRPr lang="en-GB" noProof="0" dirty="0"/>
          </a:p>
          <a:p>
            <a:pPr marL="285750" indent="-285750">
              <a:buFont typeface="Arial" panose="020B0604020202020204" pitchFamily="34" charset="0"/>
              <a:buChar char="•"/>
            </a:pPr>
            <a:r>
              <a:rPr lang="en-GB" noProof="0" dirty="0"/>
              <a:t>Marquee (still works in many browsers):</a:t>
            </a:r>
          </a:p>
          <a:p>
            <a:pPr marL="285750" indent="-285750">
              <a:buFont typeface="Arial" panose="020B0604020202020204" pitchFamily="34" charset="0"/>
              <a:buChar char="•"/>
            </a:pPr>
            <a:endParaRPr lang="en-GB" noProof="0" dirty="0"/>
          </a:p>
          <a:p>
            <a:pPr marL="285750" indent="-285750">
              <a:buFont typeface="Arial" panose="020B0604020202020204" pitchFamily="34" charset="0"/>
              <a:buChar char="•"/>
            </a:pPr>
            <a:r>
              <a:rPr lang="en-GB" noProof="0" dirty="0"/>
              <a:t>Not recommended as they could be removed at any time.</a:t>
            </a:r>
          </a:p>
        </p:txBody>
      </p:sp>
      <p:sp>
        <p:nvSpPr>
          <p:cNvPr id="25604" name="Rectangle 4"/>
          <p:cNvSpPr>
            <a:spLocks noChangeArrowheads="1"/>
          </p:cNvSpPr>
          <p:nvPr/>
        </p:nvSpPr>
        <p:spPr bwMode="auto">
          <a:xfrm>
            <a:off x="840775" y="4461162"/>
            <a:ext cx="6411913" cy="369332"/>
          </a:xfrm>
          <a:prstGeom prst="rect">
            <a:avLst/>
          </a:prstGeom>
          <a:solidFill>
            <a:schemeClr val="tx2">
              <a:lumMod val="20000"/>
              <a:lumOff val="80000"/>
            </a:schemeClr>
          </a:solidFill>
          <a:ln w="12700" algn="ctr">
            <a:noFill/>
            <a:miter lim="800000"/>
            <a:headEnd/>
            <a:tailEnd/>
          </a:ln>
        </p:spPr>
        <p:txBody>
          <a:bodyPr>
            <a:spAutoFit/>
          </a:bodyPr>
          <a:lstStyle/>
          <a:p>
            <a:pPr marL="0" marR="0" lvl="0" indent="0" algn="l" defTabSz="739775" rtl="0" eaLnBrk="1" fontAlgn="auto" latinLnBrk="0" hangingPunct="1">
              <a:lnSpc>
                <a:spcPct val="100000"/>
              </a:lnSpc>
              <a:spcBef>
                <a:spcPct val="3000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&lt;blink&gt;Blinking text&lt;/blink&gt; can be annoying, </a:t>
            </a:r>
          </a:p>
        </p:txBody>
      </p:sp>
      <p:sp>
        <p:nvSpPr>
          <p:cNvPr id="25605" name="Rectangle 5"/>
          <p:cNvSpPr>
            <a:spLocks noChangeArrowheads="1"/>
          </p:cNvSpPr>
          <p:nvPr/>
        </p:nvSpPr>
        <p:spPr bwMode="auto">
          <a:xfrm>
            <a:off x="851888" y="5283924"/>
            <a:ext cx="6400800" cy="369332"/>
          </a:xfrm>
          <a:prstGeom prst="rect">
            <a:avLst/>
          </a:prstGeom>
          <a:solidFill>
            <a:schemeClr val="tx2">
              <a:lumMod val="20000"/>
              <a:lumOff val="80000"/>
            </a:schemeClr>
          </a:solidFill>
          <a:ln w="12700" algn="ctr">
            <a:noFill/>
            <a:miter lim="800000"/>
            <a:headEnd/>
            <a:tailEnd/>
          </a:ln>
        </p:spPr>
        <p:txBody>
          <a:bodyPr>
            <a:spAutoFit/>
          </a:bodyPr>
          <a:lstStyle/>
          <a:p>
            <a:pPr marL="0" marR="0" lvl="0" indent="0" algn="l" defTabSz="739775" rtl="0" eaLnBrk="1" fontAlgn="auto" latinLnBrk="0" hangingPunct="1">
              <a:lnSpc>
                <a:spcPct val="100000"/>
              </a:lnSpc>
              <a:spcBef>
                <a:spcPct val="3000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&lt;marquee&gt;This message will scroll&lt;/marquee&gt;.</a:t>
            </a:r>
          </a:p>
        </p:txBody>
      </p:sp>
      <p:sp>
        <p:nvSpPr>
          <p:cNvPr id="4" name="Slide Number Placeholder 5">
            <a:extLst>
              <a:ext uri="{FF2B5EF4-FFF2-40B4-BE49-F238E27FC236}">
                <a16:creationId xmlns:a16="http://schemas.microsoft.com/office/drawing/2014/main" id="{A4F29EDF-F891-0692-529F-FA3AD49C0E79}"/>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27</a:t>
            </a:fld>
            <a:endParaRPr lang="en-GB" noProof="0" dirty="0"/>
          </a:p>
        </p:txBody>
      </p:sp>
    </p:spTree>
    <p:extLst>
      <p:ext uri="{BB962C8B-B14F-4D97-AF65-F5344CB8AC3E}">
        <p14:creationId xmlns:p14="http://schemas.microsoft.com/office/powerpoint/2010/main" val="23292263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a:extLst>
              <a:ext uri="{FF2B5EF4-FFF2-40B4-BE49-F238E27FC236}">
                <a16:creationId xmlns:a16="http://schemas.microsoft.com/office/drawing/2014/main" id="{A7193DD9-F59F-E945-A2A5-996C28F40752}"/>
              </a:ext>
            </a:extLst>
          </p:cNvPr>
          <p:cNvSpPr>
            <a:spLocks noGrp="1"/>
          </p:cNvSpPr>
          <p:nvPr>
            <p:ph type="subTitle" idx="1"/>
          </p:nvPr>
        </p:nvSpPr>
        <p:spPr>
          <a:xfrm>
            <a:off x="473406" y="2902689"/>
            <a:ext cx="6150678" cy="863600"/>
          </a:xfrm>
        </p:spPr>
        <p:txBody>
          <a:bodyPr anchor="t">
            <a:normAutofit/>
          </a:bodyPr>
          <a:lstStyle/>
          <a:p>
            <a:r>
              <a:rPr lang="en-GB" noProof="0" dirty="0"/>
              <a:t>Basic HTML</a:t>
            </a:r>
          </a:p>
        </p:txBody>
      </p:sp>
      <p:sp>
        <p:nvSpPr>
          <p:cNvPr id="7" name="Title 6">
            <a:extLst>
              <a:ext uri="{FF2B5EF4-FFF2-40B4-BE49-F238E27FC236}">
                <a16:creationId xmlns:a16="http://schemas.microsoft.com/office/drawing/2014/main" id="{975E9167-F87E-8DF0-F561-E8BB20F45F31}"/>
              </a:ext>
            </a:extLst>
          </p:cNvPr>
          <p:cNvSpPr>
            <a:spLocks noGrp="1"/>
          </p:cNvSpPr>
          <p:nvPr>
            <p:ph type="ctrTitle"/>
          </p:nvPr>
        </p:nvSpPr>
        <p:spPr/>
        <p:txBody>
          <a:bodyPr/>
          <a:lstStyle/>
          <a:p>
            <a:r>
              <a:rPr lang="en-GB" noProof="0" dirty="0"/>
              <a:t>Structural HTML</a:t>
            </a:r>
          </a:p>
        </p:txBody>
      </p:sp>
    </p:spTree>
    <p:extLst>
      <p:ext uri="{BB962C8B-B14F-4D97-AF65-F5344CB8AC3E}">
        <p14:creationId xmlns:p14="http://schemas.microsoft.com/office/powerpoint/2010/main" val="19229067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43921" y="500194"/>
            <a:ext cx="10800000" cy="858985"/>
          </a:xfrm>
        </p:spPr>
        <p:txBody>
          <a:bodyPr>
            <a:normAutofit/>
          </a:bodyPr>
          <a:lstStyle/>
          <a:p>
            <a:r>
              <a:rPr lang="en-GB" noProof="0" dirty="0"/>
              <a:t>HTML5 structural elements</a:t>
            </a:r>
          </a:p>
        </p:txBody>
      </p:sp>
      <p:sp>
        <p:nvSpPr>
          <p:cNvPr id="8" name="Text Placeholder 7">
            <a:extLst>
              <a:ext uri="{FF2B5EF4-FFF2-40B4-BE49-F238E27FC236}">
                <a16:creationId xmlns:a16="http://schemas.microsoft.com/office/drawing/2014/main" id="{E166E9A4-86E2-B3BE-2561-C7723CEB2C83}"/>
              </a:ext>
            </a:extLst>
          </p:cNvPr>
          <p:cNvSpPr>
            <a:spLocks noGrp="1"/>
          </p:cNvSpPr>
          <p:nvPr>
            <p:ph type="body" sz="quarter" idx="13"/>
          </p:nvPr>
        </p:nvSpPr>
        <p:spPr>
          <a:xfrm>
            <a:off x="443922" y="1733108"/>
            <a:ext cx="5744228" cy="4348715"/>
          </a:xfrm>
        </p:spPr>
        <p:txBody>
          <a:bodyPr/>
          <a:lstStyle/>
          <a:p>
            <a:r>
              <a:rPr lang="en-GB" noProof="0" dirty="0"/>
              <a:t>HTML5 has a series of structural elements to create a more semantically-structured page.</a:t>
            </a:r>
          </a:p>
          <a:p>
            <a:endParaRPr lang="en-GB" noProof="0" dirty="0"/>
          </a:p>
          <a:p>
            <a:r>
              <a:rPr lang="en-GB" noProof="0" dirty="0"/>
              <a:t>The main building blocks of HTML5 are:</a:t>
            </a:r>
          </a:p>
          <a:p>
            <a:pPr marL="285750" indent="-285750">
              <a:buFont typeface="Arial" panose="020B0604020202020204" pitchFamily="34" charset="0"/>
              <a:buChar char="•"/>
            </a:pPr>
            <a:r>
              <a:rPr lang="en-GB" noProof="0" dirty="0"/>
              <a:t>&lt;header&gt;. </a:t>
            </a:r>
          </a:p>
          <a:p>
            <a:pPr marL="285750" indent="-285750">
              <a:buFont typeface="Arial" panose="020B0604020202020204" pitchFamily="34" charset="0"/>
              <a:buChar char="•"/>
            </a:pPr>
            <a:r>
              <a:rPr lang="en-GB" noProof="0" dirty="0"/>
              <a:t>&lt;nav&gt;.</a:t>
            </a:r>
          </a:p>
          <a:p>
            <a:pPr marL="285750" indent="-285750">
              <a:buFont typeface="Arial" panose="020B0604020202020204" pitchFamily="34" charset="0"/>
              <a:buChar char="•"/>
            </a:pPr>
            <a:r>
              <a:rPr lang="en-GB" noProof="0" dirty="0"/>
              <a:t>&lt;section&gt;.</a:t>
            </a:r>
          </a:p>
          <a:p>
            <a:pPr marL="285750" indent="-285750">
              <a:buFont typeface="Arial" panose="020B0604020202020204" pitchFamily="34" charset="0"/>
              <a:buChar char="•"/>
            </a:pPr>
            <a:r>
              <a:rPr lang="en-GB" noProof="0" dirty="0"/>
              <a:t>&lt;main&gt;.</a:t>
            </a:r>
          </a:p>
          <a:p>
            <a:pPr marL="285750" indent="-285750">
              <a:buFont typeface="Arial" panose="020B0604020202020204" pitchFamily="34" charset="0"/>
              <a:buChar char="•"/>
            </a:pPr>
            <a:r>
              <a:rPr lang="en-GB" noProof="0" dirty="0"/>
              <a:t>&lt;article&gt;.</a:t>
            </a:r>
          </a:p>
          <a:p>
            <a:pPr marL="285750" indent="-285750">
              <a:buFont typeface="Arial" panose="020B0604020202020204" pitchFamily="34" charset="0"/>
              <a:buChar char="•"/>
            </a:pPr>
            <a:r>
              <a:rPr lang="en-GB" noProof="0" dirty="0"/>
              <a:t>&lt;aside&gt;.</a:t>
            </a:r>
          </a:p>
          <a:p>
            <a:pPr marL="285750" indent="-285750">
              <a:buFont typeface="Arial" panose="020B0604020202020204" pitchFamily="34" charset="0"/>
              <a:buChar char="•"/>
            </a:pPr>
            <a:r>
              <a:rPr lang="en-GB" noProof="0" dirty="0"/>
              <a:t>&lt;footer&gt;.</a:t>
            </a:r>
          </a:p>
          <a:p>
            <a:endParaRPr lang="en-GB" noProof="0" dirty="0"/>
          </a:p>
        </p:txBody>
      </p:sp>
      <p:pic>
        <p:nvPicPr>
          <p:cNvPr id="13" name="Content Placeholder 12">
            <a:extLst>
              <a:ext uri="{FF2B5EF4-FFF2-40B4-BE49-F238E27FC236}">
                <a16:creationId xmlns:a16="http://schemas.microsoft.com/office/drawing/2014/main" id="{62AB1F89-5667-41BD-8C8D-E0394F35B94A}"/>
              </a:ext>
            </a:extLst>
          </p:cNvPr>
          <p:cNvPicPr>
            <a:picLocks noGrp="1" noChangeAspect="1"/>
          </p:cNvPicPr>
          <p:nvPr>
            <p:ph sz="quarter" idx="4"/>
          </p:nvPr>
        </p:nvPicPr>
        <p:blipFill>
          <a:blip r:embed="rId3">
            <a:extLst>
              <a:ext uri="{28A0092B-C50C-407E-A947-70E740481C1C}">
                <a14:useLocalDpi xmlns:a14="http://schemas.microsoft.com/office/drawing/2010/main"/>
              </a:ext>
            </a:extLst>
          </a:blip>
          <a:stretch>
            <a:fillRect/>
          </a:stretch>
        </p:blipFill>
        <p:spPr>
          <a:xfrm>
            <a:off x="6669253" y="1875168"/>
            <a:ext cx="5513056" cy="4064926"/>
          </a:xfrm>
          <a:prstGeom prst="rect">
            <a:avLst/>
          </a:prstGeom>
        </p:spPr>
      </p:pic>
      <p:sp>
        <p:nvSpPr>
          <p:cNvPr id="14" name="Slide Number Placeholder 5">
            <a:extLst>
              <a:ext uri="{FF2B5EF4-FFF2-40B4-BE49-F238E27FC236}">
                <a16:creationId xmlns:a16="http://schemas.microsoft.com/office/drawing/2014/main" id="{F19A3703-77EB-A8F4-1A6A-564107D8C68F}"/>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29</a:t>
            </a:fld>
            <a:endParaRPr lang="en-GB" noProof="0" dirty="0"/>
          </a:p>
        </p:txBody>
      </p:sp>
    </p:spTree>
    <p:extLst>
      <p:ext uri="{BB962C8B-B14F-4D97-AF65-F5344CB8AC3E}">
        <p14:creationId xmlns:p14="http://schemas.microsoft.com/office/powerpoint/2010/main" val="42614576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43921" y="500194"/>
            <a:ext cx="10800000" cy="858985"/>
          </a:xfrm>
        </p:spPr>
        <p:txBody>
          <a:bodyPr>
            <a:normAutofit/>
          </a:bodyPr>
          <a:lstStyle/>
          <a:p>
            <a:r>
              <a:rPr lang="en-GB" noProof="0" dirty="0"/>
              <a:t>Headings and sectioning elements</a:t>
            </a:r>
          </a:p>
        </p:txBody>
      </p:sp>
      <p:sp>
        <p:nvSpPr>
          <p:cNvPr id="5" name="Text Box 2"/>
          <p:cNvSpPr txBox="1">
            <a:spLocks noChangeArrowheads="1"/>
          </p:cNvSpPr>
          <p:nvPr/>
        </p:nvSpPr>
        <p:spPr bwMode="auto">
          <a:xfrm>
            <a:off x="6659426" y="3228958"/>
            <a:ext cx="5353374" cy="2852865"/>
          </a:xfrm>
          <a:prstGeom prst="rect">
            <a:avLst/>
          </a:prstGeom>
          <a:solidFill>
            <a:schemeClr val="accent6">
              <a:lumMod val="20000"/>
              <a:lumOff val="80000"/>
            </a:schemeClr>
          </a:solidFill>
          <a:ln w="12700">
            <a:noFill/>
            <a:miter lim="800000"/>
            <a:headEnd/>
            <a:tailEnd/>
          </a:ln>
          <a:effectLst>
            <a:softEdge rad="12700"/>
          </a:effectLst>
        </p:spPr>
        <p:txBody>
          <a:bodyPr wrap="square" lIns="92075" tIns="46038" rIns="92075" bIns="46038">
            <a:spAutoFit/>
          </a:bodyPr>
          <a:lstStyle>
            <a:lvl1pPr defTabSz="739775">
              <a:spcBef>
                <a:spcPct val="0"/>
              </a:spcBef>
              <a:defRPr sz="2400">
                <a:solidFill>
                  <a:schemeClr val="tx1"/>
                </a:solidFill>
                <a:latin typeface="Times New Roman" pitchFamily="18" charset="0"/>
              </a:defRPr>
            </a:lvl1pPr>
            <a:lvl2pPr marL="554038" defTabSz="739775">
              <a:spcBef>
                <a:spcPct val="0"/>
              </a:spcBef>
              <a:defRPr sz="2400">
                <a:solidFill>
                  <a:schemeClr val="tx1"/>
                </a:solidFill>
                <a:latin typeface="Times New Roman" pitchFamily="18" charset="0"/>
              </a:defRPr>
            </a:lvl2pPr>
            <a:lvl3pPr marL="1108075" defTabSz="739775">
              <a:spcBef>
                <a:spcPct val="0"/>
              </a:spcBef>
              <a:defRPr sz="2400">
                <a:solidFill>
                  <a:schemeClr val="tx1"/>
                </a:solidFill>
                <a:latin typeface="Times New Roman" pitchFamily="18" charset="0"/>
              </a:defRPr>
            </a:lvl3pPr>
            <a:lvl4pPr marL="1663700" defTabSz="739775">
              <a:spcBef>
                <a:spcPct val="0"/>
              </a:spcBef>
              <a:defRPr sz="2400">
                <a:solidFill>
                  <a:schemeClr val="tx1"/>
                </a:solidFill>
                <a:latin typeface="Times New Roman" pitchFamily="18" charset="0"/>
              </a:defRPr>
            </a:lvl4pPr>
            <a:lvl5pPr marL="2217738" defTabSz="739775">
              <a:spcBef>
                <a:spcPct val="0"/>
              </a:spcBef>
              <a:defRPr sz="2400">
                <a:solidFill>
                  <a:schemeClr val="tx1"/>
                </a:solidFill>
                <a:latin typeface="Times New Roman" pitchFamily="18" charset="0"/>
              </a:defRPr>
            </a:lvl5pPr>
            <a:lvl6pPr marL="2674938" defTabSz="739775" eaLnBrk="0" fontAlgn="base" hangingPunct="0">
              <a:spcBef>
                <a:spcPct val="0"/>
              </a:spcBef>
              <a:spcAft>
                <a:spcPct val="0"/>
              </a:spcAft>
              <a:defRPr sz="2400">
                <a:solidFill>
                  <a:schemeClr val="tx1"/>
                </a:solidFill>
                <a:latin typeface="Times New Roman" pitchFamily="18" charset="0"/>
              </a:defRPr>
            </a:lvl6pPr>
            <a:lvl7pPr marL="3132138" defTabSz="739775" eaLnBrk="0" fontAlgn="base" hangingPunct="0">
              <a:spcBef>
                <a:spcPct val="0"/>
              </a:spcBef>
              <a:spcAft>
                <a:spcPct val="0"/>
              </a:spcAft>
              <a:defRPr sz="2400">
                <a:solidFill>
                  <a:schemeClr val="tx1"/>
                </a:solidFill>
                <a:latin typeface="Times New Roman" pitchFamily="18" charset="0"/>
              </a:defRPr>
            </a:lvl7pPr>
            <a:lvl8pPr marL="3589338" defTabSz="739775" eaLnBrk="0" fontAlgn="base" hangingPunct="0">
              <a:spcBef>
                <a:spcPct val="0"/>
              </a:spcBef>
              <a:spcAft>
                <a:spcPct val="0"/>
              </a:spcAft>
              <a:defRPr sz="2400">
                <a:solidFill>
                  <a:schemeClr val="tx1"/>
                </a:solidFill>
                <a:latin typeface="Times New Roman" pitchFamily="18" charset="0"/>
              </a:defRPr>
            </a:lvl8pPr>
            <a:lvl9pPr marL="4046538" defTabSz="739775" eaLnBrk="0" fontAlgn="base" hangingPunct="0">
              <a:spcBef>
                <a:spcPct val="0"/>
              </a:spcBef>
              <a:spcAft>
                <a:spcPct val="0"/>
              </a:spcAft>
              <a:defRPr sz="2400">
                <a:solidFill>
                  <a:schemeClr val="tx1"/>
                </a:solidFill>
                <a:latin typeface="Times New Roman" pitchFamily="18" charset="0"/>
              </a:defRPr>
            </a:lvl9pPr>
          </a:lstStyle>
          <a:p>
            <a:pPr marL="0" marR="0" lvl="0" indent="0" algn="l" defTabSz="739775" rtl="0" eaLnBrk="1" fontAlgn="auto" latinLnBrk="0" hangingPunct="1">
              <a:lnSpc>
                <a:spcPct val="100000"/>
              </a:lnSpc>
              <a:spcBef>
                <a:spcPct val="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&lt;body&gt;</a:t>
            </a:r>
          </a:p>
          <a:p>
            <a:pPr marL="0" marR="0" lvl="0" indent="0" algn="l" defTabSz="739775" rtl="0" eaLnBrk="1" fontAlgn="auto" latinLnBrk="0" hangingPunct="1">
              <a:lnSpc>
                <a:spcPct val="100000"/>
              </a:lnSpc>
              <a:spcBef>
                <a:spcPct val="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&lt;h1&gt;Main heading&lt;/h1&gt;</a:t>
            </a:r>
          </a:p>
          <a:p>
            <a:pPr marL="0" marR="0" lvl="0" indent="0" algn="l" defTabSz="739775" rtl="0" eaLnBrk="1" fontAlgn="auto" latinLnBrk="0" hangingPunct="1">
              <a:lnSpc>
                <a:spcPct val="100000"/>
              </a:lnSpc>
              <a:spcBef>
                <a:spcPct val="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&lt;p&gt;Some text&lt;/p&gt;</a:t>
            </a:r>
          </a:p>
          <a:p>
            <a:pPr marL="0" marR="0" lvl="0" indent="0" algn="l" defTabSz="739775" rtl="0" eaLnBrk="1" fontAlgn="auto" latinLnBrk="0" hangingPunct="1">
              <a:lnSpc>
                <a:spcPct val="100000"/>
              </a:lnSpc>
              <a:spcBef>
                <a:spcPct val="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&lt;h2&gt;Level 2 heading&lt;/h2&gt;</a:t>
            </a:r>
          </a:p>
          <a:p>
            <a:pPr marL="0" marR="0" lvl="0" indent="0" algn="l" defTabSz="739775" rtl="0" eaLnBrk="1" fontAlgn="auto" latinLnBrk="0" hangingPunct="1">
              <a:lnSpc>
                <a:spcPct val="100000"/>
              </a:lnSpc>
              <a:spcBef>
                <a:spcPct val="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&lt;p&gt;Some more text&lt;/p&gt;</a:t>
            </a:r>
          </a:p>
          <a:p>
            <a:pPr marL="0" marR="0" lvl="0" indent="0" algn="l" defTabSz="739775" rtl="0" eaLnBrk="1" fontAlgn="auto" latinLnBrk="0" hangingPunct="1">
              <a:lnSpc>
                <a:spcPct val="100000"/>
              </a:lnSpc>
              <a:spcBef>
                <a:spcPct val="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&lt;h3&gt;Level 3 heading&lt;/h3&gt;</a:t>
            </a:r>
          </a:p>
          <a:p>
            <a:pPr marL="0" marR="0" lvl="0" indent="0" algn="l" defTabSz="739775" rtl="0" eaLnBrk="1" fontAlgn="auto" latinLnBrk="0" hangingPunct="1">
              <a:lnSpc>
                <a:spcPct val="100000"/>
              </a:lnSpc>
              <a:spcBef>
                <a:spcPct val="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&lt;p&gt;A bit more text&lt;/p&gt;</a:t>
            </a:r>
          </a:p>
          <a:p>
            <a:pPr marL="0" marR="0" lvl="0" indent="0" algn="l" defTabSz="739775" rtl="0" eaLnBrk="1" fontAlgn="auto" latinLnBrk="0" hangingPunct="1">
              <a:lnSpc>
                <a:spcPct val="100000"/>
              </a:lnSpc>
              <a:spcBef>
                <a:spcPct val="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&lt;h2&gt;Another level 2 heading&lt;/h2&gt;</a:t>
            </a:r>
          </a:p>
          <a:p>
            <a:pPr marL="0" marR="0" lvl="0" indent="0" algn="l" defTabSz="739775" rtl="0" eaLnBrk="1" fontAlgn="auto" latinLnBrk="0" hangingPunct="1">
              <a:lnSpc>
                <a:spcPct val="100000"/>
              </a:lnSpc>
              <a:spcBef>
                <a:spcPct val="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&lt;p&gt;The last bit of text&lt;/p&gt;</a:t>
            </a:r>
          </a:p>
          <a:p>
            <a:pPr marL="0" marR="0" lvl="0" indent="0" algn="l" defTabSz="739775" rtl="0" eaLnBrk="1" fontAlgn="auto" latinLnBrk="0" hangingPunct="1">
              <a:lnSpc>
                <a:spcPct val="100000"/>
              </a:lnSpc>
              <a:spcBef>
                <a:spcPct val="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&lt;/body&gt;</a:t>
            </a:r>
          </a:p>
        </p:txBody>
      </p:sp>
      <p:pic>
        <p:nvPicPr>
          <p:cNvPr id="7" name="Picture 6"/>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912212" y="681487"/>
            <a:ext cx="3100588" cy="2459247"/>
          </a:xfrm>
          <a:prstGeom prst="rect">
            <a:avLst/>
          </a:prstGeom>
        </p:spPr>
      </p:pic>
      <p:sp>
        <p:nvSpPr>
          <p:cNvPr id="11" name="Text Placeholder 10">
            <a:extLst>
              <a:ext uri="{FF2B5EF4-FFF2-40B4-BE49-F238E27FC236}">
                <a16:creationId xmlns:a16="http://schemas.microsoft.com/office/drawing/2014/main" id="{765491F2-176A-4B03-B25C-A25B957855C7}"/>
              </a:ext>
            </a:extLst>
          </p:cNvPr>
          <p:cNvSpPr>
            <a:spLocks noGrp="1"/>
          </p:cNvSpPr>
          <p:nvPr>
            <p:ph type="body" sz="quarter" idx="13"/>
          </p:nvPr>
        </p:nvSpPr>
        <p:spPr/>
        <p:txBody>
          <a:bodyPr/>
          <a:lstStyle/>
          <a:p>
            <a:r>
              <a:rPr lang="en-GB" noProof="0" dirty="0"/>
              <a:t>HTML5 documents have an outlining algorithm.</a:t>
            </a:r>
          </a:p>
          <a:p>
            <a:pPr marL="285750" indent="-285750">
              <a:buFont typeface="Arial" panose="020B0604020202020204" pitchFamily="34" charset="0"/>
              <a:buChar char="•"/>
            </a:pPr>
            <a:r>
              <a:rPr lang="en-GB" noProof="0" dirty="0"/>
              <a:t>Generates a table of content based on the section and heading you’ve used.</a:t>
            </a:r>
          </a:p>
          <a:p>
            <a:pPr marL="285750" indent="-285750">
              <a:buFont typeface="Arial" panose="020B0604020202020204" pitchFamily="34" charset="0"/>
              <a:buChar char="•"/>
            </a:pPr>
            <a:r>
              <a:rPr lang="en-GB" noProof="0" dirty="0"/>
              <a:t>Important for assistive technology and search engine optimisation.</a:t>
            </a:r>
          </a:p>
          <a:p>
            <a:r>
              <a:rPr lang="en-GB" noProof="0" dirty="0"/>
              <a:t>Sectioning elements create a logical structure in the document outline.</a:t>
            </a:r>
          </a:p>
          <a:p>
            <a:endParaRPr lang="en-GB" noProof="0" dirty="0"/>
          </a:p>
        </p:txBody>
      </p:sp>
      <p:sp>
        <p:nvSpPr>
          <p:cNvPr id="12" name="Slide Number Placeholder 5">
            <a:extLst>
              <a:ext uri="{FF2B5EF4-FFF2-40B4-BE49-F238E27FC236}">
                <a16:creationId xmlns:a16="http://schemas.microsoft.com/office/drawing/2014/main" id="{9085691C-590B-3B7E-83D8-BA0C91DD41CC}"/>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30</a:t>
            </a:fld>
            <a:endParaRPr lang="en-GB" noProof="0" dirty="0"/>
          </a:p>
        </p:txBody>
      </p:sp>
    </p:spTree>
    <p:extLst>
      <p:ext uri="{BB962C8B-B14F-4D97-AF65-F5344CB8AC3E}">
        <p14:creationId xmlns:p14="http://schemas.microsoft.com/office/powerpoint/2010/main" val="3036765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45CAD-1BFA-66D2-AC19-587B04EFBAD9}"/>
              </a:ext>
            </a:extLst>
          </p:cNvPr>
          <p:cNvSpPr>
            <a:spLocks noGrp="1"/>
          </p:cNvSpPr>
          <p:nvPr>
            <p:ph type="ctrTitle"/>
          </p:nvPr>
        </p:nvSpPr>
        <p:spPr>
          <a:xfrm>
            <a:off x="443921" y="500194"/>
            <a:ext cx="10800000" cy="858985"/>
          </a:xfrm>
        </p:spPr>
        <p:txBody>
          <a:bodyPr/>
          <a:lstStyle/>
          <a:p>
            <a:r>
              <a:rPr lang="en-GB" noProof="0" dirty="0"/>
              <a:t>The &lt;header&gt; element</a:t>
            </a:r>
          </a:p>
        </p:txBody>
      </p:sp>
      <p:sp>
        <p:nvSpPr>
          <p:cNvPr id="7" name="Text Placeholder 6">
            <a:extLst>
              <a:ext uri="{FF2B5EF4-FFF2-40B4-BE49-F238E27FC236}">
                <a16:creationId xmlns:a16="http://schemas.microsoft.com/office/drawing/2014/main" id="{11F2A1B1-7F67-E9D3-2380-8E5EE9E666C4}"/>
              </a:ext>
            </a:extLst>
          </p:cNvPr>
          <p:cNvSpPr>
            <a:spLocks noGrp="1"/>
          </p:cNvSpPr>
          <p:nvPr>
            <p:ph type="body" sz="quarter" idx="13"/>
          </p:nvPr>
        </p:nvSpPr>
        <p:spPr>
          <a:xfrm>
            <a:off x="443922" y="1733108"/>
            <a:ext cx="5744228" cy="4348715"/>
          </a:xfrm>
        </p:spPr>
        <p:txBody>
          <a:bodyPr/>
          <a:lstStyle/>
          <a:p>
            <a:pPr marL="285750" indent="-285750">
              <a:buFont typeface="Arial" panose="020B0604020202020204" pitchFamily="34" charset="0"/>
              <a:buChar char="•"/>
            </a:pPr>
            <a:r>
              <a:rPr lang="en-GB" noProof="0" dirty="0"/>
              <a:t>Normally the first element of the document.</a:t>
            </a:r>
          </a:p>
          <a:p>
            <a:pPr marL="971550" lvl="1" indent="-285750">
              <a:lnSpc>
                <a:spcPct val="100000"/>
              </a:lnSpc>
            </a:pPr>
            <a:r>
              <a:rPr lang="en-GB" noProof="0" dirty="0"/>
              <a:t>Should act as container logos — links back to home.</a:t>
            </a:r>
          </a:p>
          <a:p>
            <a:pPr marL="971550" lvl="1" indent="-285750">
              <a:lnSpc>
                <a:spcPct val="100000"/>
              </a:lnSpc>
            </a:pPr>
            <a:r>
              <a:rPr lang="en-GB" noProof="0" dirty="0"/>
              <a:t>Will usually contain a &lt;h1&gt; to &lt;h6&gt; to denote level of header.</a:t>
            </a:r>
          </a:p>
          <a:p>
            <a:pPr marL="285750" indent="-285750">
              <a:buFont typeface="Arial" panose="020B0604020202020204" pitchFamily="34" charset="0"/>
              <a:buChar char="•"/>
            </a:pPr>
            <a:r>
              <a:rPr lang="en-GB" noProof="0" dirty="0"/>
              <a:t>There can be one &lt;header&gt; per sectioning block.</a:t>
            </a:r>
          </a:p>
          <a:p>
            <a:pPr marL="285750" indent="-285750">
              <a:buFont typeface="Arial" panose="020B0604020202020204" pitchFamily="34" charset="0"/>
              <a:buChar char="•"/>
            </a:pPr>
            <a:endParaRPr lang="en-GB" noProof="0" dirty="0"/>
          </a:p>
        </p:txBody>
      </p:sp>
      <p:sp>
        <p:nvSpPr>
          <p:cNvPr id="4" name="Text Box 2"/>
          <p:cNvSpPr txBox="1">
            <a:spLocks noChangeArrowheads="1"/>
          </p:cNvSpPr>
          <p:nvPr/>
        </p:nvSpPr>
        <p:spPr bwMode="auto">
          <a:xfrm>
            <a:off x="6507075" y="1733550"/>
            <a:ext cx="5561100" cy="2031968"/>
          </a:xfrm>
          <a:prstGeom prst="rect">
            <a:avLst/>
          </a:prstGeom>
          <a:solidFill>
            <a:schemeClr val="accent6">
              <a:lumMod val="20000"/>
              <a:lumOff val="80000"/>
            </a:schemeClr>
          </a:solidFill>
          <a:ln w="12700">
            <a:noFill/>
            <a:miter lim="800000"/>
            <a:headEnd/>
            <a:tailEnd/>
          </a:ln>
          <a:effectLst>
            <a:softEdge rad="12700"/>
          </a:effectLst>
        </p:spPr>
        <p:txBody>
          <a:bodyPr wrap="square" lIns="92075" tIns="46038" rIns="92075" bIns="46038">
            <a:spAutoFit/>
          </a:bodyPr>
          <a:lstStyle>
            <a:lvl1pPr defTabSz="739775">
              <a:spcBef>
                <a:spcPct val="0"/>
              </a:spcBef>
              <a:defRPr sz="2400">
                <a:solidFill>
                  <a:schemeClr val="tx1"/>
                </a:solidFill>
                <a:latin typeface="Times New Roman" pitchFamily="18" charset="0"/>
              </a:defRPr>
            </a:lvl1pPr>
            <a:lvl2pPr marL="554038" defTabSz="739775">
              <a:spcBef>
                <a:spcPct val="0"/>
              </a:spcBef>
              <a:defRPr sz="2400">
                <a:solidFill>
                  <a:schemeClr val="tx1"/>
                </a:solidFill>
                <a:latin typeface="Times New Roman" pitchFamily="18" charset="0"/>
              </a:defRPr>
            </a:lvl2pPr>
            <a:lvl3pPr marL="1108075" defTabSz="739775">
              <a:spcBef>
                <a:spcPct val="0"/>
              </a:spcBef>
              <a:defRPr sz="2400">
                <a:solidFill>
                  <a:schemeClr val="tx1"/>
                </a:solidFill>
                <a:latin typeface="Times New Roman" pitchFamily="18" charset="0"/>
              </a:defRPr>
            </a:lvl3pPr>
            <a:lvl4pPr marL="1663700" defTabSz="739775">
              <a:spcBef>
                <a:spcPct val="0"/>
              </a:spcBef>
              <a:defRPr sz="2400">
                <a:solidFill>
                  <a:schemeClr val="tx1"/>
                </a:solidFill>
                <a:latin typeface="Times New Roman" pitchFamily="18" charset="0"/>
              </a:defRPr>
            </a:lvl4pPr>
            <a:lvl5pPr marL="2217738" defTabSz="739775">
              <a:spcBef>
                <a:spcPct val="0"/>
              </a:spcBef>
              <a:defRPr sz="2400">
                <a:solidFill>
                  <a:schemeClr val="tx1"/>
                </a:solidFill>
                <a:latin typeface="Times New Roman" pitchFamily="18" charset="0"/>
              </a:defRPr>
            </a:lvl5pPr>
            <a:lvl6pPr marL="2674938" defTabSz="739775" eaLnBrk="0" fontAlgn="base" hangingPunct="0">
              <a:spcBef>
                <a:spcPct val="0"/>
              </a:spcBef>
              <a:spcAft>
                <a:spcPct val="0"/>
              </a:spcAft>
              <a:defRPr sz="2400">
                <a:solidFill>
                  <a:schemeClr val="tx1"/>
                </a:solidFill>
                <a:latin typeface="Times New Roman" pitchFamily="18" charset="0"/>
              </a:defRPr>
            </a:lvl6pPr>
            <a:lvl7pPr marL="3132138" defTabSz="739775" eaLnBrk="0" fontAlgn="base" hangingPunct="0">
              <a:spcBef>
                <a:spcPct val="0"/>
              </a:spcBef>
              <a:spcAft>
                <a:spcPct val="0"/>
              </a:spcAft>
              <a:defRPr sz="2400">
                <a:solidFill>
                  <a:schemeClr val="tx1"/>
                </a:solidFill>
                <a:latin typeface="Times New Roman" pitchFamily="18" charset="0"/>
              </a:defRPr>
            </a:lvl7pPr>
            <a:lvl8pPr marL="3589338" defTabSz="739775" eaLnBrk="0" fontAlgn="base" hangingPunct="0">
              <a:spcBef>
                <a:spcPct val="0"/>
              </a:spcBef>
              <a:spcAft>
                <a:spcPct val="0"/>
              </a:spcAft>
              <a:defRPr sz="2400">
                <a:solidFill>
                  <a:schemeClr val="tx1"/>
                </a:solidFill>
                <a:latin typeface="Times New Roman" pitchFamily="18" charset="0"/>
              </a:defRPr>
            </a:lvl8pPr>
            <a:lvl9pPr marL="4046538" defTabSz="739775" eaLnBrk="0" fontAlgn="base" hangingPunct="0">
              <a:spcBef>
                <a:spcPct val="0"/>
              </a:spcBef>
              <a:spcAft>
                <a:spcPct val="0"/>
              </a:spcAft>
              <a:defRPr sz="2400">
                <a:solidFill>
                  <a:schemeClr val="tx1"/>
                </a:solidFill>
                <a:latin typeface="Times New Roman" pitchFamily="18" charset="0"/>
              </a:defRPr>
            </a:lvl9pPr>
          </a:lstStyle>
          <a:p>
            <a:pPr marL="0" marR="0" lvl="0" indent="0" algn="l" defTabSz="739775" rtl="0" eaLnBrk="1" fontAlgn="auto" latinLnBrk="0" hangingPunct="1">
              <a:lnSpc>
                <a:spcPct val="100000"/>
              </a:lnSpc>
              <a:spcBef>
                <a:spcPct val="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&lt;header&gt;</a:t>
            </a:r>
          </a:p>
          <a:p>
            <a:pPr marL="0" marR="0" lvl="0" indent="0" algn="l" defTabSz="739775" rtl="0" eaLnBrk="1" fontAlgn="auto" latinLnBrk="0" hangingPunct="1">
              <a:lnSpc>
                <a:spcPct val="100000"/>
              </a:lnSpc>
              <a:spcBef>
                <a:spcPct val="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&lt;a </a:t>
            </a:r>
            <a:r>
              <a:rPr kumimoji="0" lang="en-GB" sz="18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href</a:t>
            </a: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="/"&gt; </a:t>
            </a:r>
          </a:p>
          <a:p>
            <a:pPr marL="0" marR="0" lvl="0" indent="0" algn="l" defTabSz="739775" rtl="0" eaLnBrk="1" fontAlgn="auto" latinLnBrk="0" hangingPunct="1">
              <a:lnSpc>
                <a:spcPct val="100000"/>
              </a:lnSpc>
              <a:spcBef>
                <a:spcPct val="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&lt;</a:t>
            </a:r>
            <a:r>
              <a:rPr kumimoji="0" lang="en-GB" sz="18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img</a:t>
            </a: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a:t>
            </a:r>
            <a:r>
              <a:rPr kumimoji="0" lang="en-GB" sz="18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src</a:t>
            </a: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="logo.png" alt="QA Home"&gt;</a:t>
            </a:r>
          </a:p>
          <a:p>
            <a:pPr marL="0" marR="0" lvl="0" indent="0" algn="l" defTabSz="739775" rtl="0" eaLnBrk="1" fontAlgn="auto" latinLnBrk="0" hangingPunct="1">
              <a:lnSpc>
                <a:spcPct val="100000"/>
              </a:lnSpc>
              <a:spcBef>
                <a:spcPct val="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&lt;/a&gt;</a:t>
            </a:r>
          </a:p>
          <a:p>
            <a:pPr marL="0" marR="0" lvl="0" indent="0" algn="l" defTabSz="739775" rtl="0" eaLnBrk="1" fontAlgn="auto" latinLnBrk="0" hangingPunct="1">
              <a:lnSpc>
                <a:spcPct val="100000"/>
              </a:lnSpc>
              <a:spcBef>
                <a:spcPct val="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&lt;h1&gt;My Main Title&lt;/h1&gt;</a:t>
            </a:r>
          </a:p>
          <a:p>
            <a:pPr marL="0" marR="0" lvl="0" indent="0" algn="l" defTabSz="739775" rtl="0" eaLnBrk="1" fontAlgn="auto" latinLnBrk="0" hangingPunct="1">
              <a:lnSpc>
                <a:spcPct val="100000"/>
              </a:lnSpc>
              <a:spcBef>
                <a:spcPct val="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&lt;h2&gt;My Sub title&gt;&lt;/h2&gt;</a:t>
            </a:r>
          </a:p>
          <a:p>
            <a:pPr marL="0" marR="0" lvl="0" indent="0" algn="l" defTabSz="739775" rtl="0" eaLnBrk="1" fontAlgn="auto" latinLnBrk="0" hangingPunct="1">
              <a:lnSpc>
                <a:spcPct val="100000"/>
              </a:lnSpc>
              <a:spcBef>
                <a:spcPct val="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&lt;/header&gt;</a:t>
            </a:r>
          </a:p>
        </p:txBody>
      </p:sp>
      <p:sp>
        <p:nvSpPr>
          <p:cNvPr id="11" name="Slide Number Placeholder 5">
            <a:extLst>
              <a:ext uri="{FF2B5EF4-FFF2-40B4-BE49-F238E27FC236}">
                <a16:creationId xmlns:a16="http://schemas.microsoft.com/office/drawing/2014/main" id="{299A66A0-9A9F-6739-88DB-B32014A13BD3}"/>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31</a:t>
            </a:fld>
            <a:endParaRPr lang="en-GB" noProof="0" dirty="0"/>
          </a:p>
        </p:txBody>
      </p:sp>
    </p:spTree>
    <p:extLst>
      <p:ext uri="{BB962C8B-B14F-4D97-AF65-F5344CB8AC3E}">
        <p14:creationId xmlns:p14="http://schemas.microsoft.com/office/powerpoint/2010/main" val="32554933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D6AFE-C081-C751-AFA2-63CDAFD6F6E5}"/>
              </a:ext>
            </a:extLst>
          </p:cNvPr>
          <p:cNvSpPr>
            <a:spLocks noGrp="1"/>
          </p:cNvSpPr>
          <p:nvPr>
            <p:ph type="ctrTitle"/>
          </p:nvPr>
        </p:nvSpPr>
        <p:spPr/>
        <p:txBody>
          <a:bodyPr/>
          <a:lstStyle/>
          <a:p>
            <a:r>
              <a:rPr lang="en-GB" noProof="0" dirty="0"/>
              <a:t>The &lt;nav&gt; element</a:t>
            </a:r>
          </a:p>
        </p:txBody>
      </p:sp>
      <p:sp>
        <p:nvSpPr>
          <p:cNvPr id="4" name="Text Box 2"/>
          <p:cNvSpPr txBox="1">
            <a:spLocks noChangeArrowheads="1"/>
          </p:cNvSpPr>
          <p:nvPr/>
        </p:nvSpPr>
        <p:spPr bwMode="auto">
          <a:xfrm>
            <a:off x="6522710" y="1654431"/>
            <a:ext cx="5580000" cy="3693961"/>
          </a:xfrm>
          <a:prstGeom prst="rect">
            <a:avLst/>
          </a:prstGeom>
          <a:solidFill>
            <a:schemeClr val="accent6">
              <a:lumMod val="20000"/>
              <a:lumOff val="80000"/>
            </a:schemeClr>
          </a:solidFill>
          <a:ln w="12700">
            <a:noFill/>
            <a:miter lim="800000"/>
            <a:headEnd/>
            <a:tailEnd/>
          </a:ln>
          <a:effectLst>
            <a:softEdge rad="31750"/>
          </a:effectLst>
        </p:spPr>
        <p:txBody>
          <a:bodyPr wrap="square" lIns="92075" tIns="46038" rIns="92075" bIns="46038">
            <a:spAutoFit/>
          </a:bodyPr>
          <a:lstStyle>
            <a:lvl1pPr defTabSz="739775">
              <a:spcBef>
                <a:spcPct val="0"/>
              </a:spcBef>
              <a:defRPr sz="2400">
                <a:solidFill>
                  <a:schemeClr val="tx1"/>
                </a:solidFill>
                <a:latin typeface="Times New Roman" pitchFamily="18" charset="0"/>
              </a:defRPr>
            </a:lvl1pPr>
            <a:lvl2pPr marL="554038" defTabSz="739775">
              <a:spcBef>
                <a:spcPct val="0"/>
              </a:spcBef>
              <a:defRPr sz="2400">
                <a:solidFill>
                  <a:schemeClr val="tx1"/>
                </a:solidFill>
                <a:latin typeface="Times New Roman" pitchFamily="18" charset="0"/>
              </a:defRPr>
            </a:lvl2pPr>
            <a:lvl3pPr marL="1108075" defTabSz="739775">
              <a:spcBef>
                <a:spcPct val="0"/>
              </a:spcBef>
              <a:defRPr sz="2400">
                <a:solidFill>
                  <a:schemeClr val="tx1"/>
                </a:solidFill>
                <a:latin typeface="Times New Roman" pitchFamily="18" charset="0"/>
              </a:defRPr>
            </a:lvl3pPr>
            <a:lvl4pPr marL="1663700" defTabSz="739775">
              <a:spcBef>
                <a:spcPct val="0"/>
              </a:spcBef>
              <a:defRPr sz="2400">
                <a:solidFill>
                  <a:schemeClr val="tx1"/>
                </a:solidFill>
                <a:latin typeface="Times New Roman" pitchFamily="18" charset="0"/>
              </a:defRPr>
            </a:lvl4pPr>
            <a:lvl5pPr marL="2217738" defTabSz="739775">
              <a:spcBef>
                <a:spcPct val="0"/>
              </a:spcBef>
              <a:defRPr sz="2400">
                <a:solidFill>
                  <a:schemeClr val="tx1"/>
                </a:solidFill>
                <a:latin typeface="Times New Roman" pitchFamily="18" charset="0"/>
              </a:defRPr>
            </a:lvl5pPr>
            <a:lvl6pPr marL="2674938" defTabSz="739775" eaLnBrk="0" fontAlgn="base" hangingPunct="0">
              <a:spcBef>
                <a:spcPct val="0"/>
              </a:spcBef>
              <a:spcAft>
                <a:spcPct val="0"/>
              </a:spcAft>
              <a:defRPr sz="2400">
                <a:solidFill>
                  <a:schemeClr val="tx1"/>
                </a:solidFill>
                <a:latin typeface="Times New Roman" pitchFamily="18" charset="0"/>
              </a:defRPr>
            </a:lvl6pPr>
            <a:lvl7pPr marL="3132138" defTabSz="739775" eaLnBrk="0" fontAlgn="base" hangingPunct="0">
              <a:spcBef>
                <a:spcPct val="0"/>
              </a:spcBef>
              <a:spcAft>
                <a:spcPct val="0"/>
              </a:spcAft>
              <a:defRPr sz="2400">
                <a:solidFill>
                  <a:schemeClr val="tx1"/>
                </a:solidFill>
                <a:latin typeface="Times New Roman" pitchFamily="18" charset="0"/>
              </a:defRPr>
            </a:lvl7pPr>
            <a:lvl8pPr marL="3589338" defTabSz="739775" eaLnBrk="0" fontAlgn="base" hangingPunct="0">
              <a:spcBef>
                <a:spcPct val="0"/>
              </a:spcBef>
              <a:spcAft>
                <a:spcPct val="0"/>
              </a:spcAft>
              <a:defRPr sz="2400">
                <a:solidFill>
                  <a:schemeClr val="tx1"/>
                </a:solidFill>
                <a:latin typeface="Times New Roman" pitchFamily="18" charset="0"/>
              </a:defRPr>
            </a:lvl8pPr>
            <a:lvl9pPr marL="4046538" defTabSz="739775" eaLnBrk="0" fontAlgn="base" hangingPunct="0">
              <a:spcBef>
                <a:spcPct val="0"/>
              </a:spcBef>
              <a:spcAft>
                <a:spcPct val="0"/>
              </a:spcAft>
              <a:defRPr sz="2400">
                <a:solidFill>
                  <a:schemeClr val="tx1"/>
                </a:solidFill>
                <a:latin typeface="Times New Roman" pitchFamily="18" charset="0"/>
              </a:defRPr>
            </a:lvl9pPr>
          </a:lstStyle>
          <a:p>
            <a:pPr marL="0" marR="0" lvl="0" indent="0" algn="l" defTabSz="739775" rtl="0" eaLnBrk="1" fontAlgn="auto" latinLnBrk="0" hangingPunct="1">
              <a:lnSpc>
                <a:spcPct val="100000"/>
              </a:lnSpc>
              <a:spcBef>
                <a:spcPct val="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&lt;nav&gt;</a:t>
            </a:r>
          </a:p>
          <a:p>
            <a:pPr marL="0" marR="0" lvl="0" indent="0" algn="l" defTabSz="739775" rtl="0" eaLnBrk="1" fontAlgn="auto" latinLnBrk="0" hangingPunct="1">
              <a:lnSpc>
                <a:spcPct val="100000"/>
              </a:lnSpc>
              <a:spcBef>
                <a:spcPct val="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&lt;h2&gt;Main site navigation&lt;/h2&gt;</a:t>
            </a:r>
          </a:p>
          <a:p>
            <a:pPr marL="0" marR="0" lvl="0" indent="0" algn="l" defTabSz="739775" rtl="0" eaLnBrk="1" fontAlgn="auto" latinLnBrk="0" hangingPunct="1">
              <a:lnSpc>
                <a:spcPct val="100000"/>
              </a:lnSpc>
              <a:spcBef>
                <a:spcPct val="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&lt;ul&gt;</a:t>
            </a:r>
          </a:p>
          <a:p>
            <a:pPr marL="0" marR="0" lvl="0" indent="0" algn="l" defTabSz="739775" rtl="0" eaLnBrk="1" fontAlgn="auto" latinLnBrk="0" hangingPunct="1">
              <a:lnSpc>
                <a:spcPct val="100000"/>
              </a:lnSpc>
              <a:spcBef>
                <a:spcPct val="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&lt;li&gt;</a:t>
            </a:r>
          </a:p>
          <a:p>
            <a:pPr marL="0" marR="0" lvl="0" indent="0" algn="l" defTabSz="739775" rtl="0" eaLnBrk="1" fontAlgn="auto" latinLnBrk="0" hangingPunct="1">
              <a:lnSpc>
                <a:spcPct val="100000"/>
              </a:lnSpc>
              <a:spcBef>
                <a:spcPct val="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&lt;a </a:t>
            </a:r>
            <a:r>
              <a:rPr kumimoji="0" lang="en-GB" sz="18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href</a:t>
            </a: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="/"&gt;Home&lt;/a&gt;</a:t>
            </a:r>
          </a:p>
          <a:p>
            <a:pPr marL="0" marR="0" lvl="0" indent="0" algn="l" defTabSz="739775" rtl="0" eaLnBrk="1" fontAlgn="auto" latinLnBrk="0" hangingPunct="1">
              <a:lnSpc>
                <a:spcPct val="100000"/>
              </a:lnSpc>
              <a:spcBef>
                <a:spcPct val="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&lt;/li&gt;</a:t>
            </a:r>
          </a:p>
          <a:p>
            <a:pPr marL="0" marR="0" lvl="0" indent="0" algn="l" defTabSz="739775" rtl="0" eaLnBrk="1" fontAlgn="auto" latinLnBrk="0" hangingPunct="1">
              <a:lnSpc>
                <a:spcPct val="100000"/>
              </a:lnSpc>
              <a:spcBef>
                <a:spcPct val="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&lt;li&gt;</a:t>
            </a:r>
          </a:p>
          <a:p>
            <a:pPr marL="0" marR="0" lvl="0" indent="0" algn="l" defTabSz="739775" rtl="0" eaLnBrk="1" fontAlgn="auto" latinLnBrk="0" hangingPunct="1">
              <a:lnSpc>
                <a:spcPct val="100000"/>
              </a:lnSpc>
              <a:spcBef>
                <a:spcPct val="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&lt;a </a:t>
            </a:r>
            <a:r>
              <a:rPr kumimoji="0" lang="en-GB" sz="18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href</a:t>
            </a: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="/aboutsus.html"&gt;</a:t>
            </a:r>
          </a:p>
          <a:p>
            <a:pPr marL="0" marR="0" lvl="0" indent="0" algn="l" defTabSz="739775" rtl="0" eaLnBrk="1" fontAlgn="auto" latinLnBrk="0" hangingPunct="1">
              <a:lnSpc>
                <a:spcPct val="100000"/>
              </a:lnSpc>
              <a:spcBef>
                <a:spcPct val="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About Us</a:t>
            </a:r>
          </a:p>
          <a:p>
            <a:pPr marL="0" marR="0" lvl="0" indent="0" algn="l" defTabSz="739775" rtl="0" eaLnBrk="1" fontAlgn="auto" latinLnBrk="0" hangingPunct="1">
              <a:lnSpc>
                <a:spcPct val="100000"/>
              </a:lnSpc>
              <a:spcBef>
                <a:spcPct val="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&lt;/a&gt;</a:t>
            </a:r>
          </a:p>
          <a:p>
            <a:pPr marL="0" marR="0" lvl="0" indent="0" algn="l" defTabSz="739775" rtl="0" eaLnBrk="1" fontAlgn="auto" latinLnBrk="0" hangingPunct="1">
              <a:lnSpc>
                <a:spcPct val="100000"/>
              </a:lnSpc>
              <a:spcBef>
                <a:spcPct val="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&lt;/li&gt;    		</a:t>
            </a:r>
          </a:p>
          <a:p>
            <a:pPr marL="0" marR="0" lvl="0" indent="0" algn="l" defTabSz="739775" rtl="0" eaLnBrk="1" fontAlgn="auto" latinLnBrk="0" hangingPunct="1">
              <a:lnSpc>
                <a:spcPct val="100000"/>
              </a:lnSpc>
              <a:spcBef>
                <a:spcPct val="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&lt;/ul&gt;    </a:t>
            </a:r>
          </a:p>
          <a:p>
            <a:pPr marL="0" marR="0" lvl="0" indent="0" algn="l" defTabSz="739775" rtl="0" eaLnBrk="1" fontAlgn="auto" latinLnBrk="0" hangingPunct="1">
              <a:lnSpc>
                <a:spcPct val="100000"/>
              </a:lnSpc>
              <a:spcBef>
                <a:spcPct val="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&lt;/nav&gt;</a:t>
            </a:r>
          </a:p>
        </p:txBody>
      </p:sp>
      <p:sp>
        <p:nvSpPr>
          <p:cNvPr id="7" name="Text Placeholder 6">
            <a:extLst>
              <a:ext uri="{FF2B5EF4-FFF2-40B4-BE49-F238E27FC236}">
                <a16:creationId xmlns:a16="http://schemas.microsoft.com/office/drawing/2014/main" id="{CA11DC57-B2B0-A59B-640B-12BC912E5C4C}"/>
              </a:ext>
            </a:extLst>
          </p:cNvPr>
          <p:cNvSpPr>
            <a:spLocks noGrp="1"/>
          </p:cNvSpPr>
          <p:nvPr>
            <p:ph type="body" sz="quarter" idx="13"/>
          </p:nvPr>
        </p:nvSpPr>
        <p:spPr/>
        <p:txBody>
          <a:bodyPr/>
          <a:lstStyle/>
          <a:p>
            <a:pPr marL="285750" indent="-285750">
              <a:buFont typeface="Arial" panose="020B0604020202020204" pitchFamily="34" charset="0"/>
              <a:buChar char="•"/>
            </a:pPr>
            <a:r>
              <a:rPr lang="en-GB" noProof="0" dirty="0"/>
              <a:t>&lt;nav&gt; is used to mark up navigation.</a:t>
            </a:r>
          </a:p>
          <a:p>
            <a:pPr marL="285750" indent="-285750">
              <a:buFont typeface="Arial" panose="020B0604020202020204" pitchFamily="34" charset="0"/>
              <a:buChar char="•"/>
            </a:pPr>
            <a:r>
              <a:rPr lang="en-GB" noProof="0" dirty="0"/>
              <a:t>Should be limited to links within the page and site.</a:t>
            </a:r>
          </a:p>
          <a:p>
            <a:pPr marL="971550" lvl="1" indent="-285750">
              <a:lnSpc>
                <a:spcPct val="100000"/>
              </a:lnSpc>
            </a:pPr>
            <a:r>
              <a:rPr lang="en-GB" noProof="0" dirty="0"/>
              <a:t>Not sponsored links for instance.</a:t>
            </a:r>
          </a:p>
          <a:p>
            <a:pPr marL="285750" indent="-285750">
              <a:buFont typeface="Arial" panose="020B0604020202020204" pitchFamily="34" charset="0"/>
              <a:buChar char="•"/>
            </a:pPr>
            <a:r>
              <a:rPr lang="en-GB" noProof="0" dirty="0"/>
              <a:t>Links normally surrounded by &lt;li&gt; within a &lt;ul&gt;.</a:t>
            </a:r>
          </a:p>
          <a:p>
            <a:pPr marL="285750" indent="-285750">
              <a:buFont typeface="Arial" panose="020B0604020202020204" pitchFamily="34" charset="0"/>
              <a:buChar char="•"/>
            </a:pPr>
            <a:r>
              <a:rPr lang="en-GB" noProof="0" dirty="0"/>
              <a:t>Multiple &lt;nav&gt; allowed — each should contain a related category.</a:t>
            </a:r>
          </a:p>
          <a:p>
            <a:pPr marL="285750" indent="-285750">
              <a:buFont typeface="Arial" panose="020B0604020202020204" pitchFamily="34" charset="0"/>
              <a:buChar char="•"/>
            </a:pPr>
            <a:endParaRPr lang="en-GB" noProof="0" dirty="0"/>
          </a:p>
        </p:txBody>
      </p:sp>
      <p:sp>
        <p:nvSpPr>
          <p:cNvPr id="8" name="Slide Number Placeholder 5">
            <a:extLst>
              <a:ext uri="{FF2B5EF4-FFF2-40B4-BE49-F238E27FC236}">
                <a16:creationId xmlns:a16="http://schemas.microsoft.com/office/drawing/2014/main" id="{D2DF1159-F4FC-37BC-7BE5-0970227CB347}"/>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32</a:t>
            </a:fld>
            <a:endParaRPr lang="en-GB" noProof="0" dirty="0"/>
          </a:p>
        </p:txBody>
      </p:sp>
    </p:spTree>
    <p:extLst>
      <p:ext uri="{BB962C8B-B14F-4D97-AF65-F5344CB8AC3E}">
        <p14:creationId xmlns:p14="http://schemas.microsoft.com/office/powerpoint/2010/main" val="32651123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1F63E-5343-750B-5A5B-0586953D581D}"/>
              </a:ext>
            </a:extLst>
          </p:cNvPr>
          <p:cNvSpPr>
            <a:spLocks noGrp="1"/>
          </p:cNvSpPr>
          <p:nvPr>
            <p:ph type="ctrTitle"/>
          </p:nvPr>
        </p:nvSpPr>
        <p:spPr/>
        <p:txBody>
          <a:bodyPr/>
          <a:lstStyle/>
          <a:p>
            <a:r>
              <a:rPr lang="en-GB" noProof="0" dirty="0"/>
              <a:t>The &lt;footer&gt; element</a:t>
            </a:r>
          </a:p>
        </p:txBody>
      </p:sp>
      <p:sp>
        <p:nvSpPr>
          <p:cNvPr id="5" name="Text Placeholder 4">
            <a:extLst>
              <a:ext uri="{FF2B5EF4-FFF2-40B4-BE49-F238E27FC236}">
                <a16:creationId xmlns:a16="http://schemas.microsoft.com/office/drawing/2014/main" id="{7DE27EDB-5335-0077-5A6D-8551CF0D1A24}"/>
              </a:ext>
            </a:extLst>
          </p:cNvPr>
          <p:cNvSpPr>
            <a:spLocks noGrp="1"/>
          </p:cNvSpPr>
          <p:nvPr>
            <p:ph type="body" sz="quarter" idx="13"/>
          </p:nvPr>
        </p:nvSpPr>
        <p:spPr/>
        <p:txBody>
          <a:bodyPr/>
          <a:lstStyle/>
          <a:p>
            <a:pPr marL="285750" indent="-285750">
              <a:buFont typeface="Arial" panose="020B0604020202020204" pitchFamily="34" charset="0"/>
              <a:buChar char="•"/>
            </a:pPr>
            <a:r>
              <a:rPr lang="en-GB" noProof="0" dirty="0"/>
              <a:t>Many &lt;footer&gt; elements may occur on a page.</a:t>
            </a:r>
          </a:p>
          <a:p>
            <a:pPr marL="285750" indent="-285750">
              <a:buFont typeface="Arial" panose="020B0604020202020204" pitchFamily="34" charset="0"/>
              <a:buChar char="•"/>
            </a:pPr>
            <a:r>
              <a:rPr lang="en-GB" noProof="0" dirty="0"/>
              <a:t>Appear at the end of a sectioning element.</a:t>
            </a:r>
          </a:p>
          <a:p>
            <a:pPr marL="971550" lvl="1" indent="-285750">
              <a:lnSpc>
                <a:spcPct val="100000"/>
              </a:lnSpc>
            </a:pPr>
            <a:r>
              <a:rPr lang="en-GB" noProof="0" dirty="0"/>
              <a:t>Blockquote, body, div.</a:t>
            </a:r>
          </a:p>
          <a:p>
            <a:pPr marL="285750" indent="-285750">
              <a:buFont typeface="Arial" panose="020B0604020202020204" pitchFamily="34" charset="0"/>
              <a:buChar char="•"/>
            </a:pPr>
            <a:r>
              <a:rPr lang="en-GB" noProof="0" dirty="0"/>
              <a:t>Contains information about the section or document, for example, the author.</a:t>
            </a:r>
          </a:p>
          <a:p>
            <a:pPr marL="285750" indent="-285750">
              <a:buFont typeface="Arial" panose="020B0604020202020204" pitchFamily="34" charset="0"/>
              <a:buChar char="•"/>
            </a:pPr>
            <a:r>
              <a:rPr lang="en-GB" noProof="0" dirty="0"/>
              <a:t>The &lt;footer&gt; element requires no heading element. </a:t>
            </a:r>
          </a:p>
          <a:p>
            <a:pPr marL="971550" lvl="1" indent="-285750">
              <a:lnSpc>
                <a:spcPct val="100000"/>
              </a:lnSpc>
            </a:pPr>
            <a:r>
              <a:rPr lang="en-GB" noProof="0" dirty="0"/>
              <a:t>Unique in the sectioning element.</a:t>
            </a:r>
          </a:p>
          <a:p>
            <a:pPr marL="971550" lvl="1" indent="-285750">
              <a:lnSpc>
                <a:spcPct val="100000"/>
              </a:lnSpc>
            </a:pPr>
            <a:r>
              <a:rPr lang="en-GB" noProof="0" dirty="0"/>
              <a:t>It is optional and can be added.</a:t>
            </a:r>
          </a:p>
          <a:p>
            <a:pPr marL="285750" indent="-285750">
              <a:buFont typeface="Arial" panose="020B0604020202020204" pitchFamily="34" charset="0"/>
              <a:buChar char="•"/>
            </a:pPr>
            <a:r>
              <a:rPr lang="en-GB" noProof="0" dirty="0"/>
              <a:t>The above code is a ‘fat footer’.</a:t>
            </a:r>
          </a:p>
          <a:p>
            <a:pPr marL="971550" lvl="1" indent="-285750">
              <a:lnSpc>
                <a:spcPct val="100000"/>
              </a:lnSpc>
            </a:pPr>
            <a:r>
              <a:rPr lang="en-GB" noProof="0" dirty="0"/>
              <a:t>The &lt;small&gt; tag represents small print in HTML5.</a:t>
            </a:r>
          </a:p>
          <a:p>
            <a:pPr marL="971550" lvl="1" indent="-285750">
              <a:lnSpc>
                <a:spcPct val="100000"/>
              </a:lnSpc>
            </a:pPr>
            <a:r>
              <a:rPr lang="en-GB" noProof="0" dirty="0"/>
              <a:t>Add a &lt;nav&gt; element within if links required.</a:t>
            </a:r>
          </a:p>
          <a:p>
            <a:pPr marL="285750" indent="-285750">
              <a:buFont typeface="Arial" panose="020B0604020202020204" pitchFamily="34" charset="0"/>
              <a:buChar char="•"/>
            </a:pPr>
            <a:endParaRPr lang="en-GB" noProof="0" dirty="0"/>
          </a:p>
        </p:txBody>
      </p:sp>
      <p:sp>
        <p:nvSpPr>
          <p:cNvPr id="4" name="Text Box 2"/>
          <p:cNvSpPr txBox="1">
            <a:spLocks noChangeArrowheads="1"/>
          </p:cNvSpPr>
          <p:nvPr/>
        </p:nvSpPr>
        <p:spPr bwMode="auto">
          <a:xfrm>
            <a:off x="6888772" y="3168480"/>
            <a:ext cx="5073881" cy="1477970"/>
          </a:xfrm>
          <a:prstGeom prst="rect">
            <a:avLst/>
          </a:prstGeom>
          <a:solidFill>
            <a:schemeClr val="accent6">
              <a:lumMod val="20000"/>
              <a:lumOff val="80000"/>
            </a:schemeClr>
          </a:solidFill>
          <a:ln w="12700">
            <a:noFill/>
            <a:miter lim="800000"/>
            <a:headEnd/>
            <a:tailEnd/>
          </a:ln>
          <a:effectLst>
            <a:softEdge rad="12700"/>
          </a:effectLst>
        </p:spPr>
        <p:txBody>
          <a:bodyPr wrap="square" lIns="92075" tIns="46038" rIns="92075" bIns="46038">
            <a:spAutoFit/>
          </a:bodyPr>
          <a:lstStyle>
            <a:lvl1pPr defTabSz="739775">
              <a:spcBef>
                <a:spcPct val="0"/>
              </a:spcBef>
              <a:defRPr sz="2400">
                <a:solidFill>
                  <a:schemeClr val="tx1"/>
                </a:solidFill>
                <a:latin typeface="Times New Roman" pitchFamily="18" charset="0"/>
              </a:defRPr>
            </a:lvl1pPr>
            <a:lvl2pPr marL="554038" defTabSz="739775">
              <a:spcBef>
                <a:spcPct val="0"/>
              </a:spcBef>
              <a:defRPr sz="2400">
                <a:solidFill>
                  <a:schemeClr val="tx1"/>
                </a:solidFill>
                <a:latin typeface="Times New Roman" pitchFamily="18" charset="0"/>
              </a:defRPr>
            </a:lvl2pPr>
            <a:lvl3pPr marL="1108075" defTabSz="739775">
              <a:spcBef>
                <a:spcPct val="0"/>
              </a:spcBef>
              <a:defRPr sz="2400">
                <a:solidFill>
                  <a:schemeClr val="tx1"/>
                </a:solidFill>
                <a:latin typeface="Times New Roman" pitchFamily="18" charset="0"/>
              </a:defRPr>
            </a:lvl3pPr>
            <a:lvl4pPr marL="1663700" defTabSz="739775">
              <a:spcBef>
                <a:spcPct val="0"/>
              </a:spcBef>
              <a:defRPr sz="2400">
                <a:solidFill>
                  <a:schemeClr val="tx1"/>
                </a:solidFill>
                <a:latin typeface="Times New Roman" pitchFamily="18" charset="0"/>
              </a:defRPr>
            </a:lvl4pPr>
            <a:lvl5pPr marL="2217738" defTabSz="739775">
              <a:spcBef>
                <a:spcPct val="0"/>
              </a:spcBef>
              <a:defRPr sz="2400">
                <a:solidFill>
                  <a:schemeClr val="tx1"/>
                </a:solidFill>
                <a:latin typeface="Times New Roman" pitchFamily="18" charset="0"/>
              </a:defRPr>
            </a:lvl5pPr>
            <a:lvl6pPr marL="2674938" defTabSz="739775" eaLnBrk="0" fontAlgn="base" hangingPunct="0">
              <a:spcBef>
                <a:spcPct val="0"/>
              </a:spcBef>
              <a:spcAft>
                <a:spcPct val="0"/>
              </a:spcAft>
              <a:defRPr sz="2400">
                <a:solidFill>
                  <a:schemeClr val="tx1"/>
                </a:solidFill>
                <a:latin typeface="Times New Roman" pitchFamily="18" charset="0"/>
              </a:defRPr>
            </a:lvl6pPr>
            <a:lvl7pPr marL="3132138" defTabSz="739775" eaLnBrk="0" fontAlgn="base" hangingPunct="0">
              <a:spcBef>
                <a:spcPct val="0"/>
              </a:spcBef>
              <a:spcAft>
                <a:spcPct val="0"/>
              </a:spcAft>
              <a:defRPr sz="2400">
                <a:solidFill>
                  <a:schemeClr val="tx1"/>
                </a:solidFill>
                <a:latin typeface="Times New Roman" pitchFamily="18" charset="0"/>
              </a:defRPr>
            </a:lvl7pPr>
            <a:lvl8pPr marL="3589338" defTabSz="739775" eaLnBrk="0" fontAlgn="base" hangingPunct="0">
              <a:spcBef>
                <a:spcPct val="0"/>
              </a:spcBef>
              <a:spcAft>
                <a:spcPct val="0"/>
              </a:spcAft>
              <a:defRPr sz="2400">
                <a:solidFill>
                  <a:schemeClr val="tx1"/>
                </a:solidFill>
                <a:latin typeface="Times New Roman" pitchFamily="18" charset="0"/>
              </a:defRPr>
            </a:lvl8pPr>
            <a:lvl9pPr marL="4046538" defTabSz="739775" eaLnBrk="0" fontAlgn="base" hangingPunct="0">
              <a:spcBef>
                <a:spcPct val="0"/>
              </a:spcBef>
              <a:spcAft>
                <a:spcPct val="0"/>
              </a:spcAft>
              <a:defRPr sz="2400">
                <a:solidFill>
                  <a:schemeClr val="tx1"/>
                </a:solidFill>
                <a:latin typeface="Times New Roman" pitchFamily="18" charset="0"/>
              </a:defRPr>
            </a:lvl9pPr>
          </a:lstStyle>
          <a:p>
            <a:pPr marL="0" marR="0" lvl="0" indent="0" algn="l" defTabSz="739775" rtl="0" eaLnBrk="1" fontAlgn="auto" latinLnBrk="0" hangingPunct="1">
              <a:lnSpc>
                <a:spcPct val="100000"/>
              </a:lnSpc>
              <a:spcBef>
                <a:spcPct val="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&lt;footer&gt;</a:t>
            </a:r>
          </a:p>
          <a:p>
            <a:pPr marL="0" marR="0" lvl="0" indent="0" algn="l" defTabSz="739775" rtl="0" eaLnBrk="1" fontAlgn="auto" latinLnBrk="0" hangingPunct="1">
              <a:lnSpc>
                <a:spcPct val="100000"/>
              </a:lnSpc>
              <a:spcBef>
                <a:spcPct val="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&lt;small&gt;</a:t>
            </a:r>
          </a:p>
          <a:p>
            <a:pPr marL="0" marR="0" lvl="0" indent="0" algn="l" defTabSz="739775" rtl="0" eaLnBrk="1" fontAlgn="auto" latinLnBrk="0" hangingPunct="1">
              <a:lnSpc>
                <a:spcPct val="100000"/>
              </a:lnSpc>
              <a:spcBef>
                <a:spcPct val="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This tag has been redefined</a:t>
            </a:r>
          </a:p>
          <a:p>
            <a:pPr marL="0" marR="0" lvl="0" indent="0" algn="l" defTabSz="739775" rtl="0" eaLnBrk="1" fontAlgn="auto" latinLnBrk="0" hangingPunct="1">
              <a:lnSpc>
                <a:spcPct val="100000"/>
              </a:lnSpc>
              <a:spcBef>
                <a:spcPct val="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&lt;/small&gt;</a:t>
            </a:r>
          </a:p>
          <a:p>
            <a:pPr marL="0" marR="0" lvl="0" indent="0" algn="l" defTabSz="739775" rtl="0" eaLnBrk="1" fontAlgn="auto" latinLnBrk="0" hangingPunct="1">
              <a:lnSpc>
                <a:spcPct val="100000"/>
              </a:lnSpc>
              <a:spcBef>
                <a:spcPct val="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&lt;/footer&gt;</a:t>
            </a:r>
          </a:p>
        </p:txBody>
      </p:sp>
      <p:sp>
        <p:nvSpPr>
          <p:cNvPr id="7" name="Slide Number Placeholder 5">
            <a:extLst>
              <a:ext uri="{FF2B5EF4-FFF2-40B4-BE49-F238E27FC236}">
                <a16:creationId xmlns:a16="http://schemas.microsoft.com/office/drawing/2014/main" id="{16B0E09C-EACA-D491-7038-34A72362A62A}"/>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33</a:t>
            </a:fld>
            <a:endParaRPr lang="en-GB" noProof="0" dirty="0"/>
          </a:p>
        </p:txBody>
      </p:sp>
    </p:spTree>
    <p:extLst>
      <p:ext uri="{BB962C8B-B14F-4D97-AF65-F5344CB8AC3E}">
        <p14:creationId xmlns:p14="http://schemas.microsoft.com/office/powerpoint/2010/main" val="22688725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E3B9F-3CD7-F23B-B4E3-A03D21BE878C}"/>
              </a:ext>
            </a:extLst>
          </p:cNvPr>
          <p:cNvSpPr>
            <a:spLocks noGrp="1"/>
          </p:cNvSpPr>
          <p:nvPr>
            <p:ph type="ctrTitle"/>
          </p:nvPr>
        </p:nvSpPr>
        <p:spPr>
          <a:xfrm>
            <a:off x="443921" y="500194"/>
            <a:ext cx="10800000" cy="858985"/>
          </a:xfrm>
        </p:spPr>
        <p:txBody>
          <a:bodyPr/>
          <a:lstStyle/>
          <a:p>
            <a:pPr lvl="1"/>
            <a:r>
              <a:rPr lang="en-GB" sz="3000" b="1" kern="1200" noProof="0" dirty="0">
                <a:solidFill>
                  <a:schemeClr val="tx1"/>
                </a:solidFill>
                <a:latin typeface="+mn-lt"/>
                <a:ea typeface="+mj-ea"/>
                <a:cs typeface="+mj-cs"/>
              </a:rPr>
              <a:t>The &lt;article&gt; element</a:t>
            </a:r>
          </a:p>
        </p:txBody>
      </p:sp>
      <p:sp>
        <p:nvSpPr>
          <p:cNvPr id="10" name="Text Placeholder 9">
            <a:extLst>
              <a:ext uri="{FF2B5EF4-FFF2-40B4-BE49-F238E27FC236}">
                <a16:creationId xmlns:a16="http://schemas.microsoft.com/office/drawing/2014/main" id="{81090961-E73E-B857-FEDA-0EFB800498CD}"/>
              </a:ext>
            </a:extLst>
          </p:cNvPr>
          <p:cNvSpPr>
            <a:spLocks noGrp="1"/>
          </p:cNvSpPr>
          <p:nvPr>
            <p:ph type="body" sz="quarter" idx="13"/>
          </p:nvPr>
        </p:nvSpPr>
        <p:spPr>
          <a:xfrm>
            <a:off x="443922" y="1733108"/>
            <a:ext cx="5744228" cy="4348715"/>
          </a:xfrm>
        </p:spPr>
        <p:txBody>
          <a:bodyPr/>
          <a:lstStyle/>
          <a:p>
            <a:pPr marL="285750" indent="-285750">
              <a:buFont typeface="Arial" panose="020B0604020202020204" pitchFamily="34" charset="0"/>
              <a:buChar char="•"/>
            </a:pPr>
            <a:r>
              <a:rPr lang="en-GB" noProof="0" dirty="0"/>
              <a:t>Represents a self-contained composition on the page.</a:t>
            </a:r>
          </a:p>
          <a:p>
            <a:pPr marL="285750" indent="-285750">
              <a:buFont typeface="Arial" panose="020B0604020202020204" pitchFamily="34" charset="0"/>
              <a:buChar char="•"/>
            </a:pPr>
            <a:r>
              <a:rPr lang="en-GB" noProof="0" dirty="0"/>
              <a:t>A blog entry.</a:t>
            </a:r>
          </a:p>
          <a:p>
            <a:pPr marL="285750" indent="-285750">
              <a:buFont typeface="Arial" panose="020B0604020202020204" pitchFamily="34" charset="0"/>
              <a:buChar char="•"/>
            </a:pPr>
            <a:r>
              <a:rPr lang="en-GB" noProof="0" dirty="0"/>
              <a:t>Comic strip.</a:t>
            </a:r>
          </a:p>
          <a:p>
            <a:pPr marL="285750" indent="-285750">
              <a:buFont typeface="Arial" panose="020B0604020202020204" pitchFamily="34" charset="0"/>
              <a:buChar char="•"/>
            </a:pPr>
            <a:r>
              <a:rPr lang="en-GB" noProof="0" dirty="0"/>
              <a:t>Video.</a:t>
            </a:r>
          </a:p>
          <a:p>
            <a:pPr marL="285750" indent="-285750">
              <a:buFont typeface="Arial" panose="020B0604020202020204" pitchFamily="34" charset="0"/>
              <a:buChar char="•"/>
            </a:pPr>
            <a:r>
              <a:rPr lang="en-GB" noProof="0" dirty="0"/>
              <a:t>Articles represent indivisible units of work.</a:t>
            </a:r>
          </a:p>
          <a:p>
            <a:pPr marL="285750" indent="-285750">
              <a:buFont typeface="Arial" panose="020B0604020202020204" pitchFamily="34" charset="0"/>
              <a:buChar char="•"/>
            </a:pPr>
            <a:endParaRPr lang="en-GB" noProof="0" dirty="0"/>
          </a:p>
          <a:p>
            <a:pPr marL="285750" indent="-285750">
              <a:buFont typeface="Arial" panose="020B0604020202020204" pitchFamily="34" charset="0"/>
              <a:buChar char="•"/>
            </a:pPr>
            <a:endParaRPr lang="en-GB" noProof="0" dirty="0"/>
          </a:p>
        </p:txBody>
      </p:sp>
      <p:sp>
        <p:nvSpPr>
          <p:cNvPr id="4" name="Text Box 2"/>
          <p:cNvSpPr txBox="1">
            <a:spLocks noChangeArrowheads="1"/>
          </p:cNvSpPr>
          <p:nvPr/>
        </p:nvSpPr>
        <p:spPr bwMode="auto">
          <a:xfrm>
            <a:off x="6612000" y="1733108"/>
            <a:ext cx="5418076" cy="2738315"/>
          </a:xfrm>
          <a:prstGeom prst="rect">
            <a:avLst/>
          </a:prstGeom>
          <a:solidFill>
            <a:schemeClr val="accent6">
              <a:lumMod val="20000"/>
              <a:lumOff val="80000"/>
            </a:schemeClr>
          </a:solidFill>
          <a:ln w="12700">
            <a:noFill/>
            <a:miter lim="800000"/>
            <a:headEnd/>
            <a:tailEnd/>
          </a:ln>
          <a:effectLst>
            <a:softEdge rad="31750"/>
          </a:effectLst>
        </p:spPr>
        <p:txBody>
          <a:bodyPr vert="horz" wrap="square" lIns="92075" tIns="46038" rIns="92075" bIns="46038" numCol="1" anchor="t" anchorCtr="0" compatLnSpc="1">
            <a:prstTxWarp prst="textNoShape">
              <a:avLst/>
            </a:prstTxWarp>
            <a:spAutoFit/>
          </a:bodyPr>
          <a:lstStyle>
            <a:lvl1pPr marL="288925" indent="-288925" algn="l" defTabSz="739775" rtl="0" eaLnBrk="0" fontAlgn="base" hangingPunct="0">
              <a:lnSpc>
                <a:spcPct val="120000"/>
              </a:lnSpc>
              <a:spcBef>
                <a:spcPct val="0"/>
              </a:spcBef>
              <a:spcAft>
                <a:spcPct val="0"/>
              </a:spcAft>
              <a:buClr>
                <a:schemeClr val="bg2"/>
              </a:buClr>
              <a:buChar char="•"/>
              <a:defRPr sz="2400" b="1">
                <a:solidFill>
                  <a:schemeClr val="tx1"/>
                </a:solidFill>
                <a:latin typeface="Times New Roman" pitchFamily="18" charset="0"/>
                <a:ea typeface="+mn-ea"/>
                <a:cs typeface="+mn-cs"/>
              </a:defRPr>
            </a:lvl1pPr>
            <a:lvl2pPr marL="554038" indent="-225425" algn="l" defTabSz="739775" rtl="0" eaLnBrk="0" fontAlgn="base" hangingPunct="0">
              <a:lnSpc>
                <a:spcPct val="110000"/>
              </a:lnSpc>
              <a:spcBef>
                <a:spcPct val="0"/>
              </a:spcBef>
              <a:spcAft>
                <a:spcPct val="10000"/>
              </a:spcAft>
              <a:buClr>
                <a:schemeClr val="bg2"/>
              </a:buClr>
              <a:buChar char="•"/>
              <a:defRPr sz="2400" b="1">
                <a:solidFill>
                  <a:schemeClr val="tx1"/>
                </a:solidFill>
                <a:latin typeface="Times New Roman" pitchFamily="18" charset="0"/>
              </a:defRPr>
            </a:lvl2pPr>
            <a:lvl3pPr marL="1108075" indent="-200025" algn="l" defTabSz="739775" rtl="0" eaLnBrk="0" fontAlgn="base" hangingPunct="0">
              <a:lnSpc>
                <a:spcPct val="110000"/>
              </a:lnSpc>
              <a:spcBef>
                <a:spcPct val="0"/>
              </a:spcBef>
              <a:spcAft>
                <a:spcPct val="15000"/>
              </a:spcAft>
              <a:buClr>
                <a:schemeClr val="bg2"/>
              </a:buClr>
              <a:buChar char="•"/>
              <a:defRPr sz="2400">
                <a:solidFill>
                  <a:schemeClr val="tx1"/>
                </a:solidFill>
                <a:latin typeface="Times New Roman" pitchFamily="18" charset="0"/>
              </a:defRPr>
            </a:lvl3pPr>
            <a:lvl4pPr marL="1663700" indent="-228600" algn="l" defTabSz="739775" rtl="0" eaLnBrk="0" fontAlgn="base" hangingPunct="0">
              <a:spcBef>
                <a:spcPct val="0"/>
              </a:spcBef>
              <a:spcAft>
                <a:spcPct val="0"/>
              </a:spcAft>
              <a:buChar char=" "/>
              <a:defRPr sz="2400">
                <a:solidFill>
                  <a:schemeClr val="tx1"/>
                </a:solidFill>
                <a:latin typeface="Times New Roman" pitchFamily="18" charset="0"/>
              </a:defRPr>
            </a:lvl4pPr>
            <a:lvl5pPr marL="2217738" indent="-228600" algn="l" defTabSz="739775" rtl="0" eaLnBrk="0" fontAlgn="base" hangingPunct="0">
              <a:spcBef>
                <a:spcPct val="0"/>
              </a:spcBef>
              <a:spcAft>
                <a:spcPct val="0"/>
              </a:spcAft>
              <a:buChar char=" "/>
              <a:defRPr sz="2400">
                <a:solidFill>
                  <a:schemeClr val="tx1"/>
                </a:solidFill>
                <a:latin typeface="Times New Roman" pitchFamily="18" charset="0"/>
              </a:defRPr>
            </a:lvl5pPr>
            <a:lvl6pPr marL="2674938" indent="-228600" algn="l" defTabSz="739775" rtl="0" eaLnBrk="0" fontAlgn="base" hangingPunct="0">
              <a:spcBef>
                <a:spcPct val="0"/>
              </a:spcBef>
              <a:spcAft>
                <a:spcPct val="0"/>
              </a:spcAft>
              <a:buChar char=" "/>
              <a:defRPr sz="2400">
                <a:solidFill>
                  <a:schemeClr val="tx1"/>
                </a:solidFill>
                <a:latin typeface="Times New Roman" pitchFamily="18" charset="0"/>
              </a:defRPr>
            </a:lvl6pPr>
            <a:lvl7pPr marL="3132138" indent="-228600" algn="l" defTabSz="739775" rtl="0" eaLnBrk="0" fontAlgn="base" hangingPunct="0">
              <a:spcBef>
                <a:spcPct val="0"/>
              </a:spcBef>
              <a:spcAft>
                <a:spcPct val="0"/>
              </a:spcAft>
              <a:buChar char=" "/>
              <a:defRPr sz="2400">
                <a:solidFill>
                  <a:schemeClr val="tx1"/>
                </a:solidFill>
                <a:latin typeface="Times New Roman" pitchFamily="18" charset="0"/>
              </a:defRPr>
            </a:lvl7pPr>
            <a:lvl8pPr marL="3589338" indent="-228600" algn="l" defTabSz="739775" rtl="0" eaLnBrk="0" fontAlgn="base" hangingPunct="0">
              <a:spcBef>
                <a:spcPct val="0"/>
              </a:spcBef>
              <a:spcAft>
                <a:spcPct val="0"/>
              </a:spcAft>
              <a:buChar char=" "/>
              <a:defRPr sz="2400">
                <a:solidFill>
                  <a:schemeClr val="tx1"/>
                </a:solidFill>
                <a:latin typeface="Times New Roman" pitchFamily="18" charset="0"/>
              </a:defRPr>
            </a:lvl8pPr>
            <a:lvl9pPr marL="4046538" indent="-228600" algn="l" defTabSz="739775" rtl="0" eaLnBrk="0" fontAlgn="base" hangingPunct="0">
              <a:spcBef>
                <a:spcPct val="0"/>
              </a:spcBef>
              <a:spcAft>
                <a:spcPct val="0"/>
              </a:spcAft>
              <a:buChar char=" "/>
              <a:defRPr sz="2400">
                <a:solidFill>
                  <a:schemeClr val="tx1"/>
                </a:solidFill>
                <a:latin typeface="Times New Roman" pitchFamily="18" charset="0"/>
              </a:defRPr>
            </a:lvl9pPr>
          </a:lstStyle>
          <a:p>
            <a:pPr marL="0" marR="0" lvl="0" indent="0" algn="l" defTabSz="739775" rtl="0" eaLnBrk="0" fontAlgn="base" latinLnBrk="0" hangingPunct="0">
              <a:lnSpc>
                <a:spcPct val="120000"/>
              </a:lnSpc>
              <a:spcBef>
                <a:spcPct val="0"/>
              </a:spcBef>
              <a:spcAft>
                <a:spcPct val="0"/>
              </a:spcAft>
              <a:buClr>
                <a:srgbClr val="F2F2F2"/>
              </a:buClr>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&lt;article&gt;</a:t>
            </a:r>
          </a:p>
          <a:p>
            <a:pPr marL="0" marR="0" lvl="0" indent="0" algn="l" defTabSz="739775" rtl="0" eaLnBrk="0" fontAlgn="base" latinLnBrk="0" hangingPunct="0">
              <a:lnSpc>
                <a:spcPct val="120000"/>
              </a:lnSpc>
              <a:spcBef>
                <a:spcPct val="0"/>
              </a:spcBef>
              <a:spcAft>
                <a:spcPct val="0"/>
              </a:spcAft>
              <a:buClr>
                <a:srgbClr val="F2F2F2"/>
              </a:buClr>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&lt;h2&gt;Yesterday&lt;/h2&gt;</a:t>
            </a:r>
          </a:p>
          <a:p>
            <a:pPr marL="0" marR="0" lvl="0" indent="0" algn="l" defTabSz="739775" rtl="0" eaLnBrk="0" fontAlgn="base" latinLnBrk="0" hangingPunct="0">
              <a:lnSpc>
                <a:spcPct val="120000"/>
              </a:lnSpc>
              <a:spcBef>
                <a:spcPct val="0"/>
              </a:spcBef>
              <a:spcAft>
                <a:spcPct val="0"/>
              </a:spcAft>
              <a:buClr>
                <a:srgbClr val="F2F2F2"/>
              </a:buClr>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&lt;p&gt;Some stuff goes here&lt;/p&gt;</a:t>
            </a:r>
          </a:p>
          <a:p>
            <a:pPr marL="0" marR="0" lvl="0" indent="0" algn="l" defTabSz="739775" rtl="0" eaLnBrk="0" fontAlgn="base" latinLnBrk="0" hangingPunct="0">
              <a:lnSpc>
                <a:spcPct val="120000"/>
              </a:lnSpc>
              <a:spcBef>
                <a:spcPct val="0"/>
              </a:spcBef>
              <a:spcAft>
                <a:spcPct val="0"/>
              </a:spcAft>
              <a:buClr>
                <a:srgbClr val="F2F2F2"/>
              </a:buClr>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&lt;/article&gt;</a:t>
            </a:r>
          </a:p>
          <a:p>
            <a:pPr marL="0" marR="0" lvl="0" indent="0" algn="l" defTabSz="739775" rtl="0" eaLnBrk="0" fontAlgn="base" latinLnBrk="0" hangingPunct="0">
              <a:lnSpc>
                <a:spcPct val="120000"/>
              </a:lnSpc>
              <a:spcBef>
                <a:spcPct val="0"/>
              </a:spcBef>
              <a:spcAft>
                <a:spcPct val="0"/>
              </a:spcAft>
              <a:buClr>
                <a:srgbClr val="F2F2F2"/>
              </a:buClr>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&lt;article&gt;</a:t>
            </a:r>
          </a:p>
          <a:p>
            <a:pPr marL="0" marR="0" lvl="0" indent="0" algn="l" defTabSz="739775" rtl="0" eaLnBrk="0" fontAlgn="base" latinLnBrk="0" hangingPunct="0">
              <a:lnSpc>
                <a:spcPct val="120000"/>
              </a:lnSpc>
              <a:spcBef>
                <a:spcPct val="0"/>
              </a:spcBef>
              <a:spcAft>
                <a:spcPct val="0"/>
              </a:spcAft>
              <a:buClr>
                <a:srgbClr val="F2F2F2"/>
              </a:buClr>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&lt;h2&gt;Today&lt;/h2&gt;</a:t>
            </a:r>
          </a:p>
          <a:p>
            <a:pPr marL="0" marR="0" lvl="0" indent="0" algn="l" defTabSz="739775" rtl="0" eaLnBrk="0" fontAlgn="base" latinLnBrk="0" hangingPunct="0">
              <a:lnSpc>
                <a:spcPct val="120000"/>
              </a:lnSpc>
              <a:spcBef>
                <a:spcPct val="0"/>
              </a:spcBef>
              <a:spcAft>
                <a:spcPct val="0"/>
              </a:spcAft>
              <a:buClr>
                <a:srgbClr val="F2F2F2"/>
              </a:buClr>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&lt;p&gt;Some more stuff goes here&lt;/p&gt;</a:t>
            </a:r>
          </a:p>
          <a:p>
            <a:pPr marL="0" marR="0" lvl="0" indent="0" algn="l" defTabSz="739775" rtl="0" eaLnBrk="0" fontAlgn="base" latinLnBrk="0" hangingPunct="0">
              <a:lnSpc>
                <a:spcPct val="120000"/>
              </a:lnSpc>
              <a:spcBef>
                <a:spcPct val="0"/>
              </a:spcBef>
              <a:spcAft>
                <a:spcPct val="0"/>
              </a:spcAft>
              <a:buClr>
                <a:srgbClr val="F2F2F2"/>
              </a:buClr>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&lt;/article&gt;</a:t>
            </a:r>
          </a:p>
        </p:txBody>
      </p:sp>
      <p:sp>
        <p:nvSpPr>
          <p:cNvPr id="14" name="Slide Number Placeholder 5">
            <a:extLst>
              <a:ext uri="{FF2B5EF4-FFF2-40B4-BE49-F238E27FC236}">
                <a16:creationId xmlns:a16="http://schemas.microsoft.com/office/drawing/2014/main" id="{9986297D-BC6D-C125-256E-7AA88306F50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34</a:t>
            </a:fld>
            <a:endParaRPr lang="en-GB" noProof="0" dirty="0"/>
          </a:p>
        </p:txBody>
      </p:sp>
    </p:spTree>
    <p:extLst>
      <p:ext uri="{BB962C8B-B14F-4D97-AF65-F5344CB8AC3E}">
        <p14:creationId xmlns:p14="http://schemas.microsoft.com/office/powerpoint/2010/main" val="42234821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06E95-0031-6F1F-5E27-12219D1C0554}"/>
              </a:ext>
            </a:extLst>
          </p:cNvPr>
          <p:cNvSpPr>
            <a:spLocks noGrp="1"/>
          </p:cNvSpPr>
          <p:nvPr>
            <p:ph type="ctrTitle"/>
          </p:nvPr>
        </p:nvSpPr>
        <p:spPr>
          <a:xfrm>
            <a:off x="443921" y="500194"/>
            <a:ext cx="10800000" cy="858985"/>
          </a:xfrm>
        </p:spPr>
        <p:txBody>
          <a:bodyPr/>
          <a:lstStyle/>
          <a:p>
            <a:pPr lvl="1"/>
            <a:r>
              <a:rPr lang="en-GB" sz="3000" b="1" kern="1200" noProof="0" dirty="0">
                <a:solidFill>
                  <a:schemeClr val="tx1"/>
                </a:solidFill>
                <a:latin typeface="+mn-lt"/>
                <a:ea typeface="+mj-ea"/>
                <a:cs typeface="+mj-cs"/>
              </a:rPr>
              <a:t>The &lt;aside&gt; element</a:t>
            </a:r>
            <a:endParaRPr lang="en-GB" noProof="0" dirty="0"/>
          </a:p>
        </p:txBody>
      </p:sp>
      <p:sp>
        <p:nvSpPr>
          <p:cNvPr id="4" name="Text Box 2"/>
          <p:cNvSpPr txBox="1">
            <a:spLocks noChangeArrowheads="1"/>
          </p:cNvSpPr>
          <p:nvPr/>
        </p:nvSpPr>
        <p:spPr bwMode="auto">
          <a:xfrm>
            <a:off x="6385522" y="1733108"/>
            <a:ext cx="5580000" cy="2062745"/>
          </a:xfrm>
          <a:prstGeom prst="rect">
            <a:avLst/>
          </a:prstGeom>
          <a:solidFill>
            <a:schemeClr val="accent6">
              <a:lumMod val="20000"/>
              <a:lumOff val="80000"/>
            </a:schemeClr>
          </a:solidFill>
          <a:ln w="12700">
            <a:noFill/>
            <a:miter lim="800000"/>
            <a:headEnd/>
            <a:tailEnd/>
          </a:ln>
          <a:effectLst>
            <a:softEdge rad="12700"/>
          </a:effectLst>
        </p:spPr>
        <p:txBody>
          <a:bodyPr wrap="square" lIns="92075" tIns="46038" rIns="92075" bIns="46038">
            <a:spAutoFit/>
          </a:bodyPr>
          <a:lstStyle>
            <a:lvl1pPr defTabSz="739775">
              <a:spcBef>
                <a:spcPct val="0"/>
              </a:spcBef>
              <a:defRPr sz="2400">
                <a:solidFill>
                  <a:schemeClr val="tx1"/>
                </a:solidFill>
                <a:latin typeface="Times New Roman" pitchFamily="18" charset="0"/>
              </a:defRPr>
            </a:lvl1pPr>
            <a:lvl2pPr marL="554038" defTabSz="739775">
              <a:spcBef>
                <a:spcPct val="0"/>
              </a:spcBef>
              <a:defRPr sz="2400">
                <a:solidFill>
                  <a:schemeClr val="tx1"/>
                </a:solidFill>
                <a:latin typeface="Times New Roman" pitchFamily="18" charset="0"/>
              </a:defRPr>
            </a:lvl2pPr>
            <a:lvl3pPr marL="1108075" defTabSz="739775">
              <a:spcBef>
                <a:spcPct val="0"/>
              </a:spcBef>
              <a:defRPr sz="2400">
                <a:solidFill>
                  <a:schemeClr val="tx1"/>
                </a:solidFill>
                <a:latin typeface="Times New Roman" pitchFamily="18" charset="0"/>
              </a:defRPr>
            </a:lvl3pPr>
            <a:lvl4pPr marL="1663700" defTabSz="739775">
              <a:spcBef>
                <a:spcPct val="0"/>
              </a:spcBef>
              <a:defRPr sz="2400">
                <a:solidFill>
                  <a:schemeClr val="tx1"/>
                </a:solidFill>
                <a:latin typeface="Times New Roman" pitchFamily="18" charset="0"/>
              </a:defRPr>
            </a:lvl4pPr>
            <a:lvl5pPr marL="2217738" defTabSz="739775">
              <a:spcBef>
                <a:spcPct val="0"/>
              </a:spcBef>
              <a:defRPr sz="2400">
                <a:solidFill>
                  <a:schemeClr val="tx1"/>
                </a:solidFill>
                <a:latin typeface="Times New Roman" pitchFamily="18" charset="0"/>
              </a:defRPr>
            </a:lvl5pPr>
            <a:lvl6pPr marL="2674938" defTabSz="739775" eaLnBrk="0" fontAlgn="base" hangingPunct="0">
              <a:spcBef>
                <a:spcPct val="0"/>
              </a:spcBef>
              <a:spcAft>
                <a:spcPct val="0"/>
              </a:spcAft>
              <a:defRPr sz="2400">
                <a:solidFill>
                  <a:schemeClr val="tx1"/>
                </a:solidFill>
                <a:latin typeface="Times New Roman" pitchFamily="18" charset="0"/>
              </a:defRPr>
            </a:lvl6pPr>
            <a:lvl7pPr marL="3132138" defTabSz="739775" eaLnBrk="0" fontAlgn="base" hangingPunct="0">
              <a:spcBef>
                <a:spcPct val="0"/>
              </a:spcBef>
              <a:spcAft>
                <a:spcPct val="0"/>
              </a:spcAft>
              <a:defRPr sz="2400">
                <a:solidFill>
                  <a:schemeClr val="tx1"/>
                </a:solidFill>
                <a:latin typeface="Times New Roman" pitchFamily="18" charset="0"/>
              </a:defRPr>
            </a:lvl7pPr>
            <a:lvl8pPr marL="3589338" defTabSz="739775" eaLnBrk="0" fontAlgn="base" hangingPunct="0">
              <a:spcBef>
                <a:spcPct val="0"/>
              </a:spcBef>
              <a:spcAft>
                <a:spcPct val="0"/>
              </a:spcAft>
              <a:defRPr sz="2400">
                <a:solidFill>
                  <a:schemeClr val="tx1"/>
                </a:solidFill>
                <a:latin typeface="Times New Roman" pitchFamily="18" charset="0"/>
              </a:defRPr>
            </a:lvl8pPr>
            <a:lvl9pPr marL="4046538" defTabSz="739775" eaLnBrk="0" fontAlgn="base" hangingPunct="0">
              <a:spcBef>
                <a:spcPct val="0"/>
              </a:spcBef>
              <a:spcAft>
                <a:spcPct val="0"/>
              </a:spcAft>
              <a:defRPr sz="2400">
                <a:solidFill>
                  <a:schemeClr val="tx1"/>
                </a:solidFill>
                <a:latin typeface="Times New Roman" pitchFamily="18" charset="0"/>
              </a:defRPr>
            </a:lvl9pPr>
          </a:lstStyle>
          <a:p>
            <a:pPr marL="0" marR="0" lvl="0" indent="0" algn="l" defTabSz="739775" rtl="0" eaLnBrk="1" fontAlgn="auto" latinLnBrk="0" hangingPunct="1">
              <a:lnSpc>
                <a:spcPct val="100000"/>
              </a:lnSpc>
              <a:spcBef>
                <a:spcPct val="0"/>
              </a:spcBef>
              <a:spcAft>
                <a:spcPts val="0"/>
              </a:spcAft>
              <a:buClrTx/>
              <a:buSzTx/>
              <a:buFontTx/>
              <a:buNone/>
              <a:tabLst/>
              <a:defRPr/>
            </a:pPr>
            <a: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&lt;article&gt;</a:t>
            </a:r>
          </a:p>
          <a:p>
            <a:pPr marL="0" marR="0" lvl="0" indent="0" algn="l" defTabSz="739775" rtl="0" eaLnBrk="1" fontAlgn="auto" latinLnBrk="0" hangingPunct="1">
              <a:lnSpc>
                <a:spcPct val="100000"/>
              </a:lnSpc>
              <a:spcBef>
                <a:spcPct val="0"/>
              </a:spcBef>
              <a:spcAft>
                <a:spcPts val="0"/>
              </a:spcAft>
              <a:buClrTx/>
              <a:buSzTx/>
              <a:buFontTx/>
              <a:buNone/>
              <a:tabLst/>
              <a:defRPr/>
            </a:pPr>
            <a: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&lt;h1&gt;My Blog Post&lt;/h1&gt;</a:t>
            </a:r>
          </a:p>
          <a:p>
            <a:pPr marL="0" marR="0" lvl="0" indent="0" algn="l" defTabSz="739775" rtl="0" eaLnBrk="1" fontAlgn="auto" latinLnBrk="0" hangingPunct="1">
              <a:lnSpc>
                <a:spcPct val="100000"/>
              </a:lnSpc>
              <a:spcBef>
                <a:spcPct val="0"/>
              </a:spcBef>
              <a:spcAft>
                <a:spcPts val="0"/>
              </a:spcAft>
              <a:buClrTx/>
              <a:buSzTx/>
              <a:buFontTx/>
              <a:buNone/>
              <a:tabLst/>
              <a:defRPr/>
            </a:pPr>
            <a: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&lt;p&gt;...&lt;/p&gt;</a:t>
            </a:r>
          </a:p>
          <a:p>
            <a:pPr marL="0" marR="0" lvl="0" indent="0" algn="l" defTabSz="739775" rtl="0" eaLnBrk="1" fontAlgn="auto" latinLnBrk="0" hangingPunct="1">
              <a:lnSpc>
                <a:spcPct val="100000"/>
              </a:lnSpc>
              <a:spcBef>
                <a:spcPct val="0"/>
              </a:spcBef>
              <a:spcAft>
                <a:spcPts val="0"/>
              </a:spcAft>
              <a:buClrTx/>
              <a:buSzTx/>
              <a:buFontTx/>
              <a:buNone/>
              <a:tabLst/>
              <a:defRPr/>
            </a:pPr>
            <a: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&lt;aside&gt;</a:t>
            </a:r>
          </a:p>
          <a:p>
            <a:pPr marL="0" marR="0" lvl="0" indent="0" algn="l" defTabSz="739775" rtl="0" eaLnBrk="1" fontAlgn="auto" latinLnBrk="0" hangingPunct="1">
              <a:lnSpc>
                <a:spcPct val="100000"/>
              </a:lnSpc>
              <a:spcBef>
                <a:spcPct val="0"/>
              </a:spcBef>
              <a:spcAft>
                <a:spcPts val="0"/>
              </a:spcAft>
              <a:buClrTx/>
              <a:buSzTx/>
              <a:buFontTx/>
              <a:buNone/>
              <a:tabLst/>
              <a:defRPr/>
            </a:pPr>
            <a: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&lt;h1&gt;Glossary&lt;/h1&gt;</a:t>
            </a:r>
          </a:p>
          <a:p>
            <a:pPr marL="0" marR="0" lvl="0" indent="0" algn="l" defTabSz="739775" rtl="0" eaLnBrk="1" fontAlgn="auto" latinLnBrk="0" hangingPunct="1">
              <a:lnSpc>
                <a:spcPct val="100000"/>
              </a:lnSpc>
              <a:spcBef>
                <a:spcPct val="0"/>
              </a:spcBef>
              <a:spcAft>
                <a:spcPts val="0"/>
              </a:spcAft>
              <a:buClrTx/>
              <a:buSzTx/>
              <a:buFontTx/>
              <a:buNone/>
              <a:tabLst/>
              <a:defRPr/>
            </a:pPr>
            <a: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&lt;dl&gt;... &lt;/dl&gt;</a:t>
            </a:r>
          </a:p>
          <a:p>
            <a:pPr marL="0" marR="0" lvl="0" indent="0" algn="l" defTabSz="739775" rtl="0" eaLnBrk="1" fontAlgn="auto" latinLnBrk="0" hangingPunct="1">
              <a:lnSpc>
                <a:spcPct val="100000"/>
              </a:lnSpc>
              <a:spcBef>
                <a:spcPct val="0"/>
              </a:spcBef>
              <a:spcAft>
                <a:spcPts val="0"/>
              </a:spcAft>
              <a:buClrTx/>
              <a:buSzTx/>
              <a:buFontTx/>
              <a:buNone/>
              <a:tabLst/>
              <a:defRPr/>
            </a:pPr>
            <a: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&lt;/aside&gt;</a:t>
            </a:r>
          </a:p>
          <a:p>
            <a:pPr marL="0" marR="0" lvl="0" indent="0" algn="l" defTabSz="739775" rtl="0" eaLnBrk="1" fontAlgn="auto" latinLnBrk="0" hangingPunct="1">
              <a:lnSpc>
                <a:spcPct val="100000"/>
              </a:lnSpc>
              <a:spcBef>
                <a:spcPct val="0"/>
              </a:spcBef>
              <a:spcAft>
                <a:spcPts val="0"/>
              </a:spcAft>
              <a:buClrTx/>
              <a:buSzTx/>
              <a:buFontTx/>
              <a:buNone/>
              <a:tabLst/>
              <a:defRPr/>
            </a:pPr>
            <a: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&lt;/article&gt;</a:t>
            </a:r>
          </a:p>
        </p:txBody>
      </p:sp>
      <p:sp>
        <p:nvSpPr>
          <p:cNvPr id="5" name="Text Box 2"/>
          <p:cNvSpPr txBox="1">
            <a:spLocks noChangeArrowheads="1"/>
          </p:cNvSpPr>
          <p:nvPr/>
        </p:nvSpPr>
        <p:spPr bwMode="auto">
          <a:xfrm>
            <a:off x="6385522" y="3979627"/>
            <a:ext cx="5580000" cy="1816524"/>
          </a:xfrm>
          <a:prstGeom prst="rect">
            <a:avLst/>
          </a:prstGeom>
          <a:solidFill>
            <a:schemeClr val="accent6">
              <a:lumMod val="20000"/>
              <a:lumOff val="80000"/>
            </a:schemeClr>
          </a:solidFill>
          <a:ln w="12700">
            <a:noFill/>
            <a:miter lim="800000"/>
            <a:headEnd/>
            <a:tailEnd/>
          </a:ln>
          <a:effectLst>
            <a:softEdge rad="12700"/>
          </a:effectLst>
        </p:spPr>
        <p:txBody>
          <a:bodyPr wrap="square" lIns="92075" tIns="46038" rIns="92075" bIns="46038">
            <a:spAutoFit/>
          </a:bodyPr>
          <a:lstStyle>
            <a:lvl1pPr defTabSz="739775">
              <a:spcBef>
                <a:spcPct val="0"/>
              </a:spcBef>
              <a:defRPr sz="2400">
                <a:solidFill>
                  <a:schemeClr val="tx1"/>
                </a:solidFill>
                <a:latin typeface="Times New Roman" pitchFamily="18" charset="0"/>
              </a:defRPr>
            </a:lvl1pPr>
            <a:lvl2pPr marL="554038" defTabSz="739775">
              <a:spcBef>
                <a:spcPct val="0"/>
              </a:spcBef>
              <a:defRPr sz="2400">
                <a:solidFill>
                  <a:schemeClr val="tx1"/>
                </a:solidFill>
                <a:latin typeface="Times New Roman" pitchFamily="18" charset="0"/>
              </a:defRPr>
            </a:lvl2pPr>
            <a:lvl3pPr marL="1108075" defTabSz="739775">
              <a:spcBef>
                <a:spcPct val="0"/>
              </a:spcBef>
              <a:defRPr sz="2400">
                <a:solidFill>
                  <a:schemeClr val="tx1"/>
                </a:solidFill>
                <a:latin typeface="Times New Roman" pitchFamily="18" charset="0"/>
              </a:defRPr>
            </a:lvl3pPr>
            <a:lvl4pPr marL="1663700" defTabSz="739775">
              <a:spcBef>
                <a:spcPct val="0"/>
              </a:spcBef>
              <a:defRPr sz="2400">
                <a:solidFill>
                  <a:schemeClr val="tx1"/>
                </a:solidFill>
                <a:latin typeface="Times New Roman" pitchFamily="18" charset="0"/>
              </a:defRPr>
            </a:lvl4pPr>
            <a:lvl5pPr marL="2217738" defTabSz="739775">
              <a:spcBef>
                <a:spcPct val="0"/>
              </a:spcBef>
              <a:defRPr sz="2400">
                <a:solidFill>
                  <a:schemeClr val="tx1"/>
                </a:solidFill>
                <a:latin typeface="Times New Roman" pitchFamily="18" charset="0"/>
              </a:defRPr>
            </a:lvl5pPr>
            <a:lvl6pPr marL="2674938" defTabSz="739775" eaLnBrk="0" fontAlgn="base" hangingPunct="0">
              <a:spcBef>
                <a:spcPct val="0"/>
              </a:spcBef>
              <a:spcAft>
                <a:spcPct val="0"/>
              </a:spcAft>
              <a:defRPr sz="2400">
                <a:solidFill>
                  <a:schemeClr val="tx1"/>
                </a:solidFill>
                <a:latin typeface="Times New Roman" pitchFamily="18" charset="0"/>
              </a:defRPr>
            </a:lvl6pPr>
            <a:lvl7pPr marL="3132138" defTabSz="739775" eaLnBrk="0" fontAlgn="base" hangingPunct="0">
              <a:spcBef>
                <a:spcPct val="0"/>
              </a:spcBef>
              <a:spcAft>
                <a:spcPct val="0"/>
              </a:spcAft>
              <a:defRPr sz="2400">
                <a:solidFill>
                  <a:schemeClr val="tx1"/>
                </a:solidFill>
                <a:latin typeface="Times New Roman" pitchFamily="18" charset="0"/>
              </a:defRPr>
            </a:lvl7pPr>
            <a:lvl8pPr marL="3589338" defTabSz="739775" eaLnBrk="0" fontAlgn="base" hangingPunct="0">
              <a:spcBef>
                <a:spcPct val="0"/>
              </a:spcBef>
              <a:spcAft>
                <a:spcPct val="0"/>
              </a:spcAft>
              <a:defRPr sz="2400">
                <a:solidFill>
                  <a:schemeClr val="tx1"/>
                </a:solidFill>
                <a:latin typeface="Times New Roman" pitchFamily="18" charset="0"/>
              </a:defRPr>
            </a:lvl8pPr>
            <a:lvl9pPr marL="4046538" defTabSz="739775" eaLnBrk="0" fontAlgn="base" hangingPunct="0">
              <a:spcBef>
                <a:spcPct val="0"/>
              </a:spcBef>
              <a:spcAft>
                <a:spcPct val="0"/>
              </a:spcAft>
              <a:defRPr sz="2400">
                <a:solidFill>
                  <a:schemeClr val="tx1"/>
                </a:solidFill>
                <a:latin typeface="Times New Roman" pitchFamily="18" charset="0"/>
              </a:defRPr>
            </a:lvl9pPr>
          </a:lstStyle>
          <a:p>
            <a:pPr marL="0" marR="0" lvl="0" indent="0" algn="l" defTabSz="739775" rtl="0" eaLnBrk="1" fontAlgn="auto" latinLnBrk="0" hangingPunct="1">
              <a:lnSpc>
                <a:spcPct val="100000"/>
              </a:lnSpc>
              <a:spcBef>
                <a:spcPct val="0"/>
              </a:spcBef>
              <a:spcAft>
                <a:spcPts val="0"/>
              </a:spcAft>
              <a:buClrTx/>
              <a:buSzTx/>
              <a:buFontTx/>
              <a:buNone/>
              <a:tabLst/>
              <a:defRPr/>
            </a:pPr>
            <a: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&lt;aside&gt;</a:t>
            </a:r>
          </a:p>
          <a:p>
            <a:pPr marL="0" marR="0" lvl="0" indent="0" algn="l" defTabSz="739775" rtl="0" eaLnBrk="1" fontAlgn="auto" latinLnBrk="0" hangingPunct="1">
              <a:lnSpc>
                <a:spcPct val="100000"/>
              </a:lnSpc>
              <a:spcBef>
                <a:spcPct val="0"/>
              </a:spcBef>
              <a:spcAft>
                <a:spcPts val="0"/>
              </a:spcAft>
              <a:buClrTx/>
              <a:buSzTx/>
              <a:buFontTx/>
              <a:buNone/>
              <a:tabLst/>
              <a:defRPr/>
            </a:pPr>
            <a: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&lt;h2&gt;Blog roll&lt;/h2&gt;</a:t>
            </a:r>
          </a:p>
          <a:p>
            <a:pPr marL="0" marR="0" lvl="0" indent="0" algn="l" defTabSz="739775" rtl="0" eaLnBrk="1" fontAlgn="auto" latinLnBrk="0" hangingPunct="1">
              <a:lnSpc>
                <a:spcPct val="100000"/>
              </a:lnSpc>
              <a:spcBef>
                <a:spcPct val="0"/>
              </a:spcBef>
              <a:spcAft>
                <a:spcPts val="0"/>
              </a:spcAft>
              <a:buClrTx/>
              <a:buSzTx/>
              <a:buFontTx/>
              <a:buNone/>
              <a:tabLst/>
              <a:defRPr/>
            </a:pPr>
            <a: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&lt;ul&gt;</a:t>
            </a:r>
          </a:p>
          <a:p>
            <a:pPr marL="0" marR="0" lvl="0" indent="0" algn="l" defTabSz="739775" rtl="0" eaLnBrk="1" fontAlgn="auto" latinLnBrk="0" hangingPunct="1">
              <a:lnSpc>
                <a:spcPct val="100000"/>
              </a:lnSpc>
              <a:spcBef>
                <a:spcPct val="0"/>
              </a:spcBef>
              <a:spcAft>
                <a:spcPts val="0"/>
              </a:spcAft>
              <a:buClrTx/>
              <a:buSzTx/>
              <a:buFontTx/>
              <a:buNone/>
              <a:tabLst/>
              <a:defRPr/>
            </a:pPr>
            <a: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&lt;li&gt;&lt;a </a:t>
            </a:r>
            <a:r>
              <a:rPr kumimoji="0" lang="en-GB" sz="16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href</a:t>
            </a:r>
            <a: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="#"&gt;Link 1&lt;/a&gt;&lt;/li&gt;</a:t>
            </a:r>
          </a:p>
          <a:p>
            <a:pPr marL="0" marR="0" lvl="0" indent="0" algn="l" defTabSz="739775" rtl="0" eaLnBrk="1" fontAlgn="auto" latinLnBrk="0" hangingPunct="1">
              <a:lnSpc>
                <a:spcPct val="100000"/>
              </a:lnSpc>
              <a:spcBef>
                <a:spcPct val="0"/>
              </a:spcBef>
              <a:spcAft>
                <a:spcPts val="0"/>
              </a:spcAft>
              <a:buClrTx/>
              <a:buSzTx/>
              <a:buFontTx/>
              <a:buNone/>
              <a:tabLst/>
              <a:defRPr/>
            </a:pPr>
            <a: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&lt;li&gt;&lt;a </a:t>
            </a:r>
            <a:r>
              <a:rPr kumimoji="0" lang="en-GB" sz="16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href</a:t>
            </a:r>
            <a: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="#"&gt;Link 2 Friend&lt;/a&gt;&lt;/li&gt;</a:t>
            </a:r>
          </a:p>
          <a:p>
            <a:pPr marL="0" marR="0" lvl="0" indent="0" algn="l" defTabSz="739775" rtl="0" eaLnBrk="1" fontAlgn="auto" latinLnBrk="0" hangingPunct="1">
              <a:lnSpc>
                <a:spcPct val="100000"/>
              </a:lnSpc>
              <a:spcBef>
                <a:spcPct val="0"/>
              </a:spcBef>
              <a:spcAft>
                <a:spcPts val="0"/>
              </a:spcAft>
              <a:buClrTx/>
              <a:buSzTx/>
              <a:buFontTx/>
              <a:buNone/>
              <a:tabLst/>
              <a:defRPr/>
            </a:pPr>
            <a: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&lt;/ul&gt;</a:t>
            </a:r>
          </a:p>
          <a:p>
            <a:pPr marL="0" marR="0" lvl="0" indent="0" algn="l" defTabSz="739775" rtl="0" eaLnBrk="1" fontAlgn="auto" latinLnBrk="0" hangingPunct="1">
              <a:lnSpc>
                <a:spcPct val="100000"/>
              </a:lnSpc>
              <a:spcBef>
                <a:spcPct val="0"/>
              </a:spcBef>
              <a:spcAft>
                <a:spcPts val="0"/>
              </a:spcAft>
              <a:buClrTx/>
              <a:buSzTx/>
              <a:buFontTx/>
              <a:buNone/>
              <a:tabLst/>
              <a:defRPr/>
            </a:pPr>
            <a: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&lt;/aside&gt;</a:t>
            </a:r>
          </a:p>
        </p:txBody>
      </p:sp>
      <p:sp>
        <p:nvSpPr>
          <p:cNvPr id="11" name="Text Placeholder 10">
            <a:extLst>
              <a:ext uri="{FF2B5EF4-FFF2-40B4-BE49-F238E27FC236}">
                <a16:creationId xmlns:a16="http://schemas.microsoft.com/office/drawing/2014/main" id="{2B6753E4-040E-B5BA-BE28-C6890AF1388C}"/>
              </a:ext>
            </a:extLst>
          </p:cNvPr>
          <p:cNvSpPr>
            <a:spLocks noGrp="1"/>
          </p:cNvSpPr>
          <p:nvPr>
            <p:ph type="body" sz="quarter" idx="13"/>
          </p:nvPr>
        </p:nvSpPr>
        <p:spPr/>
        <p:txBody>
          <a:bodyPr/>
          <a:lstStyle/>
          <a:p>
            <a:pPr marL="285750" indent="-285750">
              <a:buFont typeface="Arial" panose="020B0604020202020204" pitchFamily="34" charset="0"/>
              <a:buChar char="•"/>
            </a:pPr>
            <a:r>
              <a:rPr lang="en-GB" noProof="0" dirty="0"/>
              <a:t>&lt;aside&gt; provides tangential information to a block. </a:t>
            </a:r>
          </a:p>
          <a:p>
            <a:pPr marL="285750" indent="-285750">
              <a:buFont typeface="Arial" panose="020B0604020202020204" pitchFamily="34" charset="0"/>
              <a:buChar char="•"/>
            </a:pPr>
            <a:r>
              <a:rPr lang="en-GB" noProof="0" dirty="0"/>
              <a:t>It should assist but not be essential to the main document.</a:t>
            </a:r>
          </a:p>
          <a:p>
            <a:pPr marL="285750" indent="-285750">
              <a:buFont typeface="Arial" panose="020B0604020202020204" pitchFamily="34" charset="0"/>
              <a:buChar char="•"/>
            </a:pPr>
            <a:r>
              <a:rPr lang="en-GB" noProof="0" dirty="0"/>
              <a:t>For example, nested within an &lt;article&gt;.</a:t>
            </a:r>
          </a:p>
          <a:p>
            <a:pPr marL="285750" indent="-285750">
              <a:buFont typeface="Arial" panose="020B0604020202020204" pitchFamily="34" charset="0"/>
              <a:buChar char="•"/>
            </a:pPr>
            <a:r>
              <a:rPr lang="en-GB" noProof="0" dirty="0"/>
              <a:t>Or used at a page level to denote ‘sidebar’ content.</a:t>
            </a:r>
          </a:p>
          <a:p>
            <a:pPr marL="285750" indent="-285750">
              <a:buFont typeface="Arial" panose="020B0604020202020204" pitchFamily="34" charset="0"/>
              <a:buChar char="•"/>
            </a:pPr>
            <a:endParaRPr lang="en-GB" noProof="0" dirty="0"/>
          </a:p>
        </p:txBody>
      </p:sp>
      <p:sp>
        <p:nvSpPr>
          <p:cNvPr id="12" name="Slide Number Placeholder 5">
            <a:extLst>
              <a:ext uri="{FF2B5EF4-FFF2-40B4-BE49-F238E27FC236}">
                <a16:creationId xmlns:a16="http://schemas.microsoft.com/office/drawing/2014/main" id="{5F5DD733-DD0A-76FF-3195-016F534CD537}"/>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35</a:t>
            </a:fld>
            <a:endParaRPr lang="en-GB" noProof="0" dirty="0"/>
          </a:p>
        </p:txBody>
      </p:sp>
    </p:spTree>
    <p:extLst>
      <p:ext uri="{BB962C8B-B14F-4D97-AF65-F5344CB8AC3E}">
        <p14:creationId xmlns:p14="http://schemas.microsoft.com/office/powerpoint/2010/main" val="17484087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BF7987-1593-531A-44A3-632E684C246D}"/>
              </a:ext>
            </a:extLst>
          </p:cNvPr>
          <p:cNvSpPr>
            <a:spLocks noGrp="1"/>
          </p:cNvSpPr>
          <p:nvPr>
            <p:ph type="ctrTitle"/>
          </p:nvPr>
        </p:nvSpPr>
        <p:spPr>
          <a:xfrm>
            <a:off x="443921" y="500194"/>
            <a:ext cx="10800000" cy="858985"/>
          </a:xfrm>
        </p:spPr>
        <p:txBody>
          <a:bodyPr/>
          <a:lstStyle/>
          <a:p>
            <a:pPr lvl="1"/>
            <a:r>
              <a:rPr lang="en-GB" sz="3000" b="1" kern="1200" noProof="0" dirty="0">
                <a:solidFill>
                  <a:schemeClr val="tx1"/>
                </a:solidFill>
                <a:latin typeface="+mn-lt"/>
                <a:ea typeface="+mj-ea"/>
                <a:cs typeface="+mj-cs"/>
              </a:rPr>
              <a:t>The &lt;section&gt; element</a:t>
            </a:r>
          </a:p>
        </p:txBody>
      </p:sp>
      <p:sp>
        <p:nvSpPr>
          <p:cNvPr id="6" name="TextBox 5"/>
          <p:cNvSpPr txBox="1"/>
          <p:nvPr/>
        </p:nvSpPr>
        <p:spPr>
          <a:xfrm>
            <a:off x="6526076" y="1733108"/>
            <a:ext cx="5446849" cy="2555188"/>
          </a:xfrm>
          <a:prstGeom prst="rect">
            <a:avLst/>
          </a:prstGeom>
          <a:solidFill>
            <a:schemeClr val="accent6">
              <a:lumMod val="20000"/>
              <a:lumOff val="80000"/>
            </a:schemeClr>
          </a:solidFill>
          <a:ln w="12700">
            <a:noFill/>
            <a:miter lim="800000"/>
            <a:headEnd/>
            <a:tailEnd/>
          </a:ln>
          <a:effectLst>
            <a:softEdge rad="12700"/>
          </a:effectLst>
        </p:spPr>
        <p:txBody>
          <a:bodyPr wrap="square" lIns="92075" tIns="46038" rIns="92075" bIns="46038">
            <a:spAutoFit/>
          </a:bodyPr>
          <a:lstStyle>
            <a:defPPr>
              <a:defRPr lang="en-GB"/>
            </a:defPPr>
            <a:lvl1pPr defTabSz="739775">
              <a:defRPr sz="1600">
                <a:latin typeface="Consolas"/>
              </a:defRPr>
            </a:lvl1pPr>
            <a:lvl2pPr marL="554038" defTabSz="739775">
              <a:defRPr sz="2400">
                <a:latin typeface="Times New Roman" pitchFamily="18" charset="0"/>
              </a:defRPr>
            </a:lvl2pPr>
            <a:lvl3pPr marL="1108075" defTabSz="739775">
              <a:defRPr sz="2400">
                <a:latin typeface="Times New Roman" pitchFamily="18" charset="0"/>
              </a:defRPr>
            </a:lvl3pPr>
            <a:lvl4pPr marL="1663700" defTabSz="739775">
              <a:defRPr sz="2400">
                <a:latin typeface="Times New Roman" pitchFamily="18" charset="0"/>
              </a:defRPr>
            </a:lvl4pPr>
            <a:lvl5pPr marL="2217738" defTabSz="739775">
              <a:defRPr sz="2400">
                <a:latin typeface="Times New Roman" pitchFamily="18" charset="0"/>
              </a:defRPr>
            </a:lvl5pPr>
            <a:lvl6pPr marL="2674938" defTabSz="739775" eaLnBrk="0" fontAlgn="base" hangingPunct="0">
              <a:spcBef>
                <a:spcPct val="0"/>
              </a:spcBef>
              <a:spcAft>
                <a:spcPct val="0"/>
              </a:spcAft>
              <a:defRPr sz="2400">
                <a:latin typeface="Times New Roman" pitchFamily="18" charset="0"/>
              </a:defRPr>
            </a:lvl6pPr>
            <a:lvl7pPr marL="3132138" defTabSz="739775" eaLnBrk="0" fontAlgn="base" hangingPunct="0">
              <a:spcBef>
                <a:spcPct val="0"/>
              </a:spcBef>
              <a:spcAft>
                <a:spcPct val="0"/>
              </a:spcAft>
              <a:defRPr sz="2400">
                <a:latin typeface="Times New Roman" pitchFamily="18" charset="0"/>
              </a:defRPr>
            </a:lvl7pPr>
            <a:lvl8pPr marL="3589338" defTabSz="739775" eaLnBrk="0" fontAlgn="base" hangingPunct="0">
              <a:spcBef>
                <a:spcPct val="0"/>
              </a:spcBef>
              <a:spcAft>
                <a:spcPct val="0"/>
              </a:spcAft>
              <a:defRPr sz="2400">
                <a:latin typeface="Times New Roman" pitchFamily="18" charset="0"/>
              </a:defRPr>
            </a:lvl8pPr>
            <a:lvl9pPr marL="4046538" defTabSz="739775" eaLnBrk="0" fontAlgn="base" hangingPunct="0">
              <a:spcBef>
                <a:spcPct val="0"/>
              </a:spcBef>
              <a:spcAft>
                <a:spcPct val="0"/>
              </a:spcAft>
              <a:defRPr sz="2400">
                <a:latin typeface="Times New Roman" pitchFamily="18" charset="0"/>
              </a:defRPr>
            </a:lvl9pPr>
          </a:lstStyle>
          <a:p>
            <a:pPr marL="0" marR="0" lvl="0" indent="0" algn="l" defTabSz="739775"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&lt;body&gt;</a:t>
            </a:r>
          </a:p>
          <a:p>
            <a:pPr marL="0" marR="0" lvl="0" indent="0" algn="l" defTabSz="739775"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a:t>
            </a:r>
          </a:p>
          <a:p>
            <a:pPr marL="0" marR="0" lvl="0" indent="0" algn="l" defTabSz="739775"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&lt;section&gt;</a:t>
            </a:r>
          </a:p>
          <a:p>
            <a:pPr marL="0" marR="0" lvl="0" indent="0" algn="l" defTabSz="739775"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&lt;h2&gt;</a:t>
            </a:r>
          </a:p>
          <a:p>
            <a:pPr marL="0" marR="0" lvl="0" indent="0" algn="l" defTabSz="739775"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heading level = section nesting level</a:t>
            </a:r>
          </a:p>
          <a:p>
            <a:pPr marL="0" marR="0" lvl="0" indent="0" algn="l" defTabSz="739775"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&lt;/h2&gt;</a:t>
            </a:r>
          </a:p>
          <a:p>
            <a:pPr marL="0" marR="0" lvl="0" indent="0" algn="l" defTabSz="739775"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rest of the content</a:t>
            </a:r>
          </a:p>
          <a:p>
            <a:pPr marL="0" marR="0" lvl="0" indent="0" algn="l" defTabSz="739775"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&lt;/section&gt;</a:t>
            </a:r>
          </a:p>
          <a:p>
            <a:pPr marL="0" marR="0" lvl="0" indent="0" algn="l" defTabSz="739775"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a:t>
            </a:r>
          </a:p>
          <a:p>
            <a:pPr marL="0" marR="0" lvl="0" indent="0" algn="l" defTabSz="739775"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&lt;/body&gt;</a:t>
            </a:r>
          </a:p>
        </p:txBody>
      </p:sp>
      <p:sp>
        <p:nvSpPr>
          <p:cNvPr id="10" name="Text Placeholder 9">
            <a:extLst>
              <a:ext uri="{FF2B5EF4-FFF2-40B4-BE49-F238E27FC236}">
                <a16:creationId xmlns:a16="http://schemas.microsoft.com/office/drawing/2014/main" id="{41EF9F07-3837-F955-C87A-623B7653CDE9}"/>
              </a:ext>
            </a:extLst>
          </p:cNvPr>
          <p:cNvSpPr>
            <a:spLocks noGrp="1"/>
          </p:cNvSpPr>
          <p:nvPr>
            <p:ph type="body" sz="quarter" idx="13"/>
          </p:nvPr>
        </p:nvSpPr>
        <p:spPr/>
        <p:txBody>
          <a:bodyPr/>
          <a:lstStyle/>
          <a:p>
            <a:pPr marL="285750" indent="-285750">
              <a:buFont typeface="Arial" panose="020B0604020202020204" pitchFamily="34" charset="0"/>
              <a:buChar char="•"/>
            </a:pPr>
            <a:r>
              <a:rPr lang="en-GB" noProof="0" dirty="0"/>
              <a:t>&lt;section&gt; is used to break up semantic elements.</a:t>
            </a:r>
          </a:p>
          <a:p>
            <a:pPr marL="285750" indent="-285750">
              <a:buFont typeface="Arial" panose="020B0604020202020204" pitchFamily="34" charset="0"/>
              <a:buChar char="•"/>
            </a:pPr>
            <a:r>
              <a:rPr lang="en-GB" noProof="0" dirty="0"/>
              <a:t>Different parts to a news story or a group of links.</a:t>
            </a:r>
          </a:p>
          <a:p>
            <a:pPr marL="285750" indent="-285750">
              <a:buFont typeface="Arial" panose="020B0604020202020204" pitchFamily="34" charset="0"/>
              <a:buChar char="•"/>
            </a:pPr>
            <a:r>
              <a:rPr lang="en-GB" noProof="0" dirty="0"/>
              <a:t>Should be used in conjunction with a heading.</a:t>
            </a:r>
          </a:p>
          <a:p>
            <a:pPr marL="285750" indent="-285750">
              <a:buFont typeface="Arial" panose="020B0604020202020204" pitchFamily="34" charset="0"/>
              <a:buChar char="•"/>
            </a:pPr>
            <a:r>
              <a:rPr lang="en-GB" noProof="0" dirty="0"/>
              <a:t>Otherwise, the &lt;section&gt; is untitled in the HTML outline.</a:t>
            </a:r>
          </a:p>
          <a:p>
            <a:pPr marL="285750" indent="-285750">
              <a:buFont typeface="Arial" panose="020B0604020202020204" pitchFamily="34" charset="0"/>
              <a:buChar char="•"/>
            </a:pPr>
            <a:r>
              <a:rPr lang="en-GB" noProof="0" dirty="0"/>
              <a:t>Most generic and easiest to abuse semantic element.</a:t>
            </a:r>
          </a:p>
          <a:p>
            <a:pPr marL="285750" indent="-285750">
              <a:buFont typeface="Arial" panose="020B0604020202020204" pitchFamily="34" charset="0"/>
              <a:buChar char="•"/>
            </a:pPr>
            <a:r>
              <a:rPr lang="en-GB" noProof="0" dirty="0"/>
              <a:t>Do not use as a pure stylistic container.</a:t>
            </a:r>
          </a:p>
          <a:p>
            <a:pPr marL="285750" indent="-285750">
              <a:buFont typeface="Arial" panose="020B0604020202020204" pitchFamily="34" charset="0"/>
              <a:buChar char="•"/>
            </a:pPr>
            <a:endParaRPr lang="en-GB" noProof="0" dirty="0"/>
          </a:p>
        </p:txBody>
      </p:sp>
      <p:sp>
        <p:nvSpPr>
          <p:cNvPr id="11" name="Slide Number Placeholder 5">
            <a:extLst>
              <a:ext uri="{FF2B5EF4-FFF2-40B4-BE49-F238E27FC236}">
                <a16:creationId xmlns:a16="http://schemas.microsoft.com/office/drawing/2014/main" id="{081F3634-CCDC-10A8-C6AD-2C8670B788CE}"/>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36</a:t>
            </a:fld>
            <a:endParaRPr lang="en-GB" noProof="0" dirty="0"/>
          </a:p>
        </p:txBody>
      </p:sp>
    </p:spTree>
    <p:extLst>
      <p:ext uri="{BB962C8B-B14F-4D97-AF65-F5344CB8AC3E}">
        <p14:creationId xmlns:p14="http://schemas.microsoft.com/office/powerpoint/2010/main" val="279330366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F0E67-E730-D469-64EF-D90CB96DF457}"/>
              </a:ext>
            </a:extLst>
          </p:cNvPr>
          <p:cNvSpPr>
            <a:spLocks noGrp="1"/>
          </p:cNvSpPr>
          <p:nvPr>
            <p:ph type="ctrTitle"/>
          </p:nvPr>
        </p:nvSpPr>
        <p:spPr/>
        <p:txBody>
          <a:bodyPr/>
          <a:lstStyle/>
          <a:p>
            <a:r>
              <a:rPr lang="en-GB" cap="none" noProof="0" dirty="0"/>
              <a:t>&lt;Div&gt; is still valid: HTML5</a:t>
            </a:r>
            <a:endParaRPr lang="en-GB" noProof="0" dirty="0"/>
          </a:p>
        </p:txBody>
      </p:sp>
      <p:sp>
        <p:nvSpPr>
          <p:cNvPr id="4" name="Text Placeholder 3">
            <a:extLst>
              <a:ext uri="{FF2B5EF4-FFF2-40B4-BE49-F238E27FC236}">
                <a16:creationId xmlns:a16="http://schemas.microsoft.com/office/drawing/2014/main" id="{C18C70FA-755A-8B27-E7FA-C728A59AAB7B}"/>
              </a:ext>
            </a:extLst>
          </p:cNvPr>
          <p:cNvSpPr>
            <a:spLocks noGrp="1"/>
          </p:cNvSpPr>
          <p:nvPr>
            <p:ph type="body" sz="quarter" idx="13"/>
          </p:nvPr>
        </p:nvSpPr>
        <p:spPr/>
        <p:txBody>
          <a:bodyPr/>
          <a:lstStyle/>
          <a:p>
            <a:pPr marL="285750" indent="-285750">
              <a:buFont typeface="Arial" panose="020B0604020202020204" pitchFamily="34" charset="0"/>
              <a:buChar char="•"/>
            </a:pPr>
            <a:r>
              <a:rPr lang="en-GB" noProof="0" dirty="0"/>
              <a:t>You can still use the &lt;div&gt; tag no change to it in HTML5.</a:t>
            </a:r>
          </a:p>
          <a:p>
            <a:pPr marL="285750" indent="-285750">
              <a:buFont typeface="Arial" panose="020B0604020202020204" pitchFamily="34" charset="0"/>
              <a:buChar char="•"/>
            </a:pPr>
            <a:r>
              <a:rPr lang="en-GB" noProof="0" dirty="0"/>
              <a:t>In other words, a generic element for structuring a page.</a:t>
            </a:r>
          </a:p>
          <a:p>
            <a:pPr marL="285750" indent="-285750">
              <a:buFont typeface="Arial" panose="020B0604020202020204" pitchFamily="34" charset="0"/>
              <a:buChar char="•"/>
            </a:pPr>
            <a:r>
              <a:rPr lang="en-GB" noProof="0" dirty="0"/>
              <a:t>Has no semantic meaning, except via attributes.</a:t>
            </a:r>
          </a:p>
          <a:p>
            <a:pPr marL="285750" indent="-285750">
              <a:buFont typeface="Arial" panose="020B0604020202020204" pitchFamily="34" charset="0"/>
              <a:buChar char="•"/>
            </a:pPr>
            <a:r>
              <a:rPr lang="en-GB" noProof="0" dirty="0"/>
              <a:t>Used if no semantic alternative or as a CSS wrapper.</a:t>
            </a:r>
          </a:p>
          <a:p>
            <a:pPr marL="285750" indent="-285750">
              <a:buFont typeface="Arial" panose="020B0604020202020204" pitchFamily="34" charset="0"/>
              <a:buChar char="•"/>
            </a:pPr>
            <a:endParaRPr lang="en-GB" noProof="0" dirty="0"/>
          </a:p>
        </p:txBody>
      </p:sp>
      <p:sp>
        <p:nvSpPr>
          <p:cNvPr id="5" name="Text Box 2"/>
          <p:cNvSpPr txBox="1">
            <a:spLocks noChangeArrowheads="1"/>
          </p:cNvSpPr>
          <p:nvPr/>
        </p:nvSpPr>
        <p:spPr bwMode="auto">
          <a:xfrm>
            <a:off x="6635713" y="1676324"/>
            <a:ext cx="5112365" cy="2231141"/>
          </a:xfrm>
          <a:prstGeom prst="rect">
            <a:avLst/>
          </a:prstGeom>
          <a:solidFill>
            <a:schemeClr val="accent6">
              <a:lumMod val="20000"/>
              <a:lumOff val="80000"/>
            </a:schemeClr>
          </a:solidFill>
          <a:ln w="12700">
            <a:solidFill>
              <a:schemeClr val="tx1"/>
            </a:solidFill>
            <a:miter lim="800000"/>
            <a:headEnd/>
            <a:tailEnd/>
          </a:ln>
          <a:effectLst>
            <a:softEdge rad="31750"/>
          </a:effectLst>
        </p:spPr>
        <p:txBody>
          <a:bodyPr wrap="square" lIns="92075" tIns="46038" rIns="92075" bIns="46038">
            <a:spAutoFit/>
          </a:bodyPr>
          <a:lstStyle>
            <a:lvl1pPr defTabSz="739775">
              <a:spcBef>
                <a:spcPct val="0"/>
              </a:spcBef>
              <a:defRPr sz="2400">
                <a:solidFill>
                  <a:schemeClr val="tx1"/>
                </a:solidFill>
                <a:latin typeface="Times New Roman" pitchFamily="18" charset="0"/>
              </a:defRPr>
            </a:lvl1pPr>
            <a:lvl2pPr marL="554038" defTabSz="739775">
              <a:spcBef>
                <a:spcPct val="0"/>
              </a:spcBef>
              <a:defRPr sz="2400">
                <a:solidFill>
                  <a:schemeClr val="tx1"/>
                </a:solidFill>
                <a:latin typeface="Times New Roman" pitchFamily="18" charset="0"/>
              </a:defRPr>
            </a:lvl2pPr>
            <a:lvl3pPr marL="1108075" defTabSz="739775">
              <a:spcBef>
                <a:spcPct val="0"/>
              </a:spcBef>
              <a:defRPr sz="2400">
                <a:solidFill>
                  <a:schemeClr val="tx1"/>
                </a:solidFill>
                <a:latin typeface="Times New Roman" pitchFamily="18" charset="0"/>
              </a:defRPr>
            </a:lvl3pPr>
            <a:lvl4pPr marL="1663700" defTabSz="739775">
              <a:spcBef>
                <a:spcPct val="0"/>
              </a:spcBef>
              <a:defRPr sz="2400">
                <a:solidFill>
                  <a:schemeClr val="tx1"/>
                </a:solidFill>
                <a:latin typeface="Times New Roman" pitchFamily="18" charset="0"/>
              </a:defRPr>
            </a:lvl4pPr>
            <a:lvl5pPr marL="2217738" defTabSz="739775">
              <a:spcBef>
                <a:spcPct val="0"/>
              </a:spcBef>
              <a:defRPr sz="2400">
                <a:solidFill>
                  <a:schemeClr val="tx1"/>
                </a:solidFill>
                <a:latin typeface="Times New Roman" pitchFamily="18" charset="0"/>
              </a:defRPr>
            </a:lvl5pPr>
            <a:lvl6pPr marL="2674938" defTabSz="739775" eaLnBrk="0" fontAlgn="base" hangingPunct="0">
              <a:spcBef>
                <a:spcPct val="0"/>
              </a:spcBef>
              <a:spcAft>
                <a:spcPct val="0"/>
              </a:spcAft>
              <a:defRPr sz="2400">
                <a:solidFill>
                  <a:schemeClr val="tx1"/>
                </a:solidFill>
                <a:latin typeface="Times New Roman" pitchFamily="18" charset="0"/>
              </a:defRPr>
            </a:lvl6pPr>
            <a:lvl7pPr marL="3132138" defTabSz="739775" eaLnBrk="0" fontAlgn="base" hangingPunct="0">
              <a:spcBef>
                <a:spcPct val="0"/>
              </a:spcBef>
              <a:spcAft>
                <a:spcPct val="0"/>
              </a:spcAft>
              <a:defRPr sz="2400">
                <a:solidFill>
                  <a:schemeClr val="tx1"/>
                </a:solidFill>
                <a:latin typeface="Times New Roman" pitchFamily="18" charset="0"/>
              </a:defRPr>
            </a:lvl7pPr>
            <a:lvl8pPr marL="3589338" defTabSz="739775" eaLnBrk="0" fontAlgn="base" hangingPunct="0">
              <a:spcBef>
                <a:spcPct val="0"/>
              </a:spcBef>
              <a:spcAft>
                <a:spcPct val="0"/>
              </a:spcAft>
              <a:defRPr sz="2400">
                <a:solidFill>
                  <a:schemeClr val="tx1"/>
                </a:solidFill>
                <a:latin typeface="Times New Roman" pitchFamily="18" charset="0"/>
              </a:defRPr>
            </a:lvl8pPr>
            <a:lvl9pPr marL="4046538" defTabSz="739775" eaLnBrk="0" fontAlgn="base" hangingPunct="0">
              <a:spcBef>
                <a:spcPct val="0"/>
              </a:spcBef>
              <a:spcAft>
                <a:spcPct val="0"/>
              </a:spcAft>
              <a:defRPr sz="2400">
                <a:solidFill>
                  <a:schemeClr val="tx1"/>
                </a:solidFill>
                <a:latin typeface="Times New Roman" pitchFamily="18" charset="0"/>
              </a:defRPr>
            </a:lvl9pPr>
          </a:lstStyle>
          <a:p>
            <a:pPr marL="0" marR="0" lvl="0" indent="0" algn="l" defTabSz="739775" rtl="0" eaLnBrk="1" fontAlgn="auto" latinLnBrk="0" hangingPunct="1">
              <a:lnSpc>
                <a:spcPct val="100000"/>
              </a:lnSpc>
              <a:spcBef>
                <a:spcPct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&lt;body&gt;</a:t>
            </a:r>
          </a:p>
          <a:p>
            <a:pPr marL="0" marR="0" lvl="0" indent="0" algn="l" defTabSz="739775" rtl="0" eaLnBrk="1" fontAlgn="auto" latinLnBrk="0" hangingPunct="1">
              <a:lnSpc>
                <a:spcPct val="100000"/>
              </a:lnSpc>
              <a:spcBef>
                <a:spcPct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&lt;div id="wrapper"&gt;</a:t>
            </a:r>
          </a:p>
          <a:p>
            <a:pPr marL="0" marR="0" lvl="0" indent="0" algn="l" defTabSz="739775" rtl="0" eaLnBrk="1" fontAlgn="auto" latinLnBrk="0" hangingPunct="1">
              <a:lnSpc>
                <a:spcPct val="100000"/>
              </a:lnSpc>
              <a:spcBef>
                <a:spcPct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&lt;header&gt;…&lt;/header&gt;</a:t>
            </a:r>
          </a:p>
          <a:p>
            <a:pPr marL="0" marR="0" lvl="0" indent="0" algn="l" defTabSz="739775" rtl="0" eaLnBrk="1" fontAlgn="auto" latinLnBrk="0" hangingPunct="1">
              <a:lnSpc>
                <a:spcPct val="100000"/>
              </a:lnSpc>
              <a:spcBef>
                <a:spcPct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&lt;nav&gt;…&lt;/nav&gt;</a:t>
            </a:r>
          </a:p>
          <a:p>
            <a:pPr marL="0" marR="0" lvl="0" indent="0" algn="l" defTabSz="739775" rtl="0" eaLnBrk="1" fontAlgn="auto" latinLnBrk="0" hangingPunct="1">
              <a:lnSpc>
                <a:spcPct val="100000"/>
              </a:lnSpc>
              <a:spcBef>
                <a:spcPct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a:t>
            </a:r>
          </a:p>
          <a:p>
            <a:pPr marL="0" marR="0" lvl="0" indent="0" algn="l" defTabSz="739775" rtl="0" eaLnBrk="1" fontAlgn="auto" latinLnBrk="0" hangingPunct="1">
              <a:lnSpc>
                <a:spcPct val="100000"/>
              </a:lnSpc>
              <a:spcBef>
                <a:spcPct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&lt;/div&gt;</a:t>
            </a:r>
          </a:p>
          <a:p>
            <a:pPr marL="0" marR="0" lvl="0" indent="0" algn="l" defTabSz="739775" rtl="0" eaLnBrk="1" fontAlgn="auto" latinLnBrk="0" hangingPunct="1">
              <a:lnSpc>
                <a:spcPct val="100000"/>
              </a:lnSpc>
              <a:spcBef>
                <a:spcPct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&lt;/body&gt;</a:t>
            </a:r>
          </a:p>
        </p:txBody>
      </p:sp>
      <p:sp>
        <p:nvSpPr>
          <p:cNvPr id="6" name="Slide Number Placeholder 5">
            <a:extLst>
              <a:ext uri="{FF2B5EF4-FFF2-40B4-BE49-F238E27FC236}">
                <a16:creationId xmlns:a16="http://schemas.microsoft.com/office/drawing/2014/main" id="{E4ADC0CB-D20A-5A07-2C01-F768077E820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37</a:t>
            </a:fld>
            <a:endParaRPr lang="en-GB" noProof="0" dirty="0"/>
          </a:p>
        </p:txBody>
      </p:sp>
    </p:spTree>
    <p:extLst>
      <p:ext uri="{BB962C8B-B14F-4D97-AF65-F5344CB8AC3E}">
        <p14:creationId xmlns:p14="http://schemas.microsoft.com/office/powerpoint/2010/main" val="36469274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43922" y="500194"/>
            <a:ext cx="11303577" cy="858985"/>
          </a:xfrm>
        </p:spPr>
        <p:txBody>
          <a:bodyPr>
            <a:normAutofit/>
          </a:bodyPr>
          <a:lstStyle/>
          <a:p>
            <a:r>
              <a:rPr lang="en-GB" noProof="0" dirty="0"/>
              <a:t>When to use what</a:t>
            </a:r>
          </a:p>
        </p:txBody>
      </p:sp>
      <p:graphicFrame>
        <p:nvGraphicFramePr>
          <p:cNvPr id="7" name="Content Placeholder 6"/>
          <p:cNvGraphicFramePr>
            <a:graphicFrameLocks noGrp="1"/>
          </p:cNvGraphicFramePr>
          <p:nvPr>
            <p:ph sz="quarter" idx="4"/>
            <p:extLst>
              <p:ext uri="{D42A27DB-BD31-4B8C-83A1-F6EECF244321}">
                <p14:modId xmlns:p14="http://schemas.microsoft.com/office/powerpoint/2010/main" val="2563694105"/>
              </p:ext>
            </p:extLst>
          </p:nvPr>
        </p:nvGraphicFramePr>
        <p:xfrm>
          <a:off x="444500" y="1425575"/>
          <a:ext cx="11302998" cy="4679948"/>
        </p:xfrm>
        <a:graphic>
          <a:graphicData uri="http://schemas.openxmlformats.org/drawingml/2006/table">
            <a:tbl>
              <a:tblPr firstRow="1" bandRow="1">
                <a:tableStyleId>{93296810-A885-4BE3-A3E7-6D5BEEA58F35}</a:tableStyleId>
              </a:tblPr>
              <a:tblGrid>
                <a:gridCol w="1289050">
                  <a:extLst>
                    <a:ext uri="{9D8B030D-6E8A-4147-A177-3AD203B41FA5}">
                      <a16:colId xmlns:a16="http://schemas.microsoft.com/office/drawing/2014/main" val="3462870127"/>
                    </a:ext>
                  </a:extLst>
                </a:gridCol>
                <a:gridCol w="3705225">
                  <a:extLst>
                    <a:ext uri="{9D8B030D-6E8A-4147-A177-3AD203B41FA5}">
                      <a16:colId xmlns:a16="http://schemas.microsoft.com/office/drawing/2014/main" val="1396399582"/>
                    </a:ext>
                  </a:extLst>
                </a:gridCol>
                <a:gridCol w="2152650">
                  <a:extLst>
                    <a:ext uri="{9D8B030D-6E8A-4147-A177-3AD203B41FA5}">
                      <a16:colId xmlns:a16="http://schemas.microsoft.com/office/drawing/2014/main" val="849191430"/>
                    </a:ext>
                  </a:extLst>
                </a:gridCol>
                <a:gridCol w="4156073">
                  <a:extLst>
                    <a:ext uri="{9D8B030D-6E8A-4147-A177-3AD203B41FA5}">
                      <a16:colId xmlns:a16="http://schemas.microsoft.com/office/drawing/2014/main" val="2073241066"/>
                    </a:ext>
                  </a:extLst>
                </a:gridCol>
              </a:tblGrid>
              <a:tr h="678193">
                <a:tc>
                  <a:txBody>
                    <a:bodyPr/>
                    <a:lstStyle/>
                    <a:p>
                      <a:pPr algn="l"/>
                      <a:r>
                        <a:rPr lang="en-GB" sz="1800" noProof="0" dirty="0">
                          <a:solidFill>
                            <a:schemeClr val="tx1"/>
                          </a:solidFill>
                        </a:rPr>
                        <a:t>Element</a:t>
                      </a:r>
                    </a:p>
                  </a:txBody>
                  <a:tcPr anchor="ctr"/>
                </a:tc>
                <a:tc>
                  <a:txBody>
                    <a:bodyPr/>
                    <a:lstStyle/>
                    <a:p>
                      <a:pPr algn="l"/>
                      <a:r>
                        <a:rPr lang="en-GB" sz="1800" noProof="0" dirty="0">
                          <a:solidFill>
                            <a:schemeClr val="tx1"/>
                          </a:solidFill>
                        </a:rPr>
                        <a:t>Typical content</a:t>
                      </a:r>
                    </a:p>
                  </a:txBody>
                  <a:tcPr anchor="ctr"/>
                </a:tc>
                <a:tc>
                  <a:txBody>
                    <a:bodyPr/>
                    <a:lstStyle/>
                    <a:p>
                      <a:pPr algn="l"/>
                      <a:r>
                        <a:rPr lang="en-GB" sz="1800" noProof="0" dirty="0">
                          <a:solidFill>
                            <a:schemeClr val="tx1"/>
                          </a:solidFill>
                        </a:rPr>
                        <a:t>Typical</a:t>
                      </a:r>
                      <a:r>
                        <a:rPr lang="en-GB" sz="1800" baseline="0" noProof="0" dirty="0">
                          <a:solidFill>
                            <a:schemeClr val="tx1"/>
                          </a:solidFill>
                        </a:rPr>
                        <a:t> parent element</a:t>
                      </a:r>
                      <a:endParaRPr lang="en-GB" sz="1800" noProof="0" dirty="0">
                        <a:solidFill>
                          <a:schemeClr val="tx1"/>
                        </a:solidFill>
                      </a:endParaRPr>
                    </a:p>
                  </a:txBody>
                  <a:tcPr anchor="ctr"/>
                </a:tc>
                <a:tc>
                  <a:txBody>
                    <a:bodyPr/>
                    <a:lstStyle/>
                    <a:p>
                      <a:pPr algn="l"/>
                      <a:r>
                        <a:rPr lang="en-GB" sz="1800" noProof="0" dirty="0">
                          <a:solidFill>
                            <a:schemeClr val="tx1"/>
                          </a:solidFill>
                        </a:rPr>
                        <a:t>Typical child element</a:t>
                      </a:r>
                    </a:p>
                  </a:txBody>
                  <a:tcPr anchor="ctr"/>
                </a:tc>
                <a:extLst>
                  <a:ext uri="{0D108BD9-81ED-4DB2-BD59-A6C34878D82A}">
                    <a16:rowId xmlns:a16="http://schemas.microsoft.com/office/drawing/2014/main" val="1119726270"/>
                  </a:ext>
                </a:extLst>
              </a:tr>
              <a:tr h="678193">
                <a:tc>
                  <a:txBody>
                    <a:bodyPr/>
                    <a:lstStyle/>
                    <a:p>
                      <a:pPr algn="l"/>
                      <a:r>
                        <a:rPr lang="en-GB" sz="1800" b="1" kern="1200" baseline="0" noProof="0" dirty="0">
                          <a:solidFill>
                            <a:srgbClr val="2E2D2C"/>
                          </a:solidFill>
                        </a:rPr>
                        <a:t>&lt;header&gt;</a:t>
                      </a:r>
                      <a:endParaRPr lang="en-GB" sz="1800" b="1" kern="1200" baseline="0" noProof="0" dirty="0">
                        <a:solidFill>
                          <a:srgbClr val="2E2D2C"/>
                        </a:solidFill>
                        <a:latin typeface="Courier New" panose="02070309020205020404" pitchFamily="49" charset="0"/>
                        <a:ea typeface="+mn-ea"/>
                        <a:cs typeface="Courier New" panose="02070309020205020404" pitchFamily="49" charset="0"/>
                      </a:endParaRPr>
                    </a:p>
                  </a:txBody>
                  <a:tcPr anchor="ctr"/>
                </a:tc>
                <a:tc>
                  <a:txBody>
                    <a:bodyPr/>
                    <a:lstStyle/>
                    <a:p>
                      <a:pPr algn="l"/>
                      <a:r>
                        <a:rPr lang="en-GB" sz="1800" noProof="0" dirty="0"/>
                        <a:t>Title</a:t>
                      </a:r>
                      <a:r>
                        <a:rPr lang="en-GB" sz="1800" baseline="0" noProof="0" dirty="0"/>
                        <a:t>, logo, banner, introductory information</a:t>
                      </a:r>
                      <a:endParaRPr lang="en-GB" sz="1800" noProof="0" dirty="0"/>
                    </a:p>
                  </a:txBody>
                  <a:tcPr anchor="ctr"/>
                </a:tc>
                <a:tc>
                  <a:txBody>
                    <a:bodyPr/>
                    <a:lstStyle/>
                    <a:p>
                      <a:pPr algn="l"/>
                      <a:r>
                        <a:rPr lang="en-GB" sz="1800" noProof="0" dirty="0"/>
                        <a:t>Body,</a:t>
                      </a:r>
                      <a:r>
                        <a:rPr lang="en-GB" sz="1800" baseline="0" noProof="0" dirty="0"/>
                        <a:t> section, article</a:t>
                      </a:r>
                      <a:endParaRPr lang="en-GB" sz="1800" noProof="0" dirty="0"/>
                    </a:p>
                  </a:txBody>
                  <a:tcPr anchor="ctr"/>
                </a:tc>
                <a:tc>
                  <a:txBody>
                    <a:bodyPr/>
                    <a:lstStyle/>
                    <a:p>
                      <a:pPr algn="l"/>
                      <a:r>
                        <a:rPr lang="en-GB" sz="1800" noProof="0" dirty="0"/>
                        <a:t>Nav,</a:t>
                      </a:r>
                      <a:r>
                        <a:rPr lang="en-GB" sz="1800" baseline="0" noProof="0" dirty="0"/>
                        <a:t> section</a:t>
                      </a:r>
                      <a:endParaRPr lang="en-GB" sz="1800" noProof="0" dirty="0"/>
                    </a:p>
                  </a:txBody>
                  <a:tcPr anchor="ctr"/>
                </a:tc>
                <a:extLst>
                  <a:ext uri="{0D108BD9-81ED-4DB2-BD59-A6C34878D82A}">
                    <a16:rowId xmlns:a16="http://schemas.microsoft.com/office/drawing/2014/main" val="2185209617"/>
                  </a:ext>
                </a:extLst>
              </a:tr>
              <a:tr h="491794">
                <a:tc>
                  <a:txBody>
                    <a:bodyPr/>
                    <a:lstStyle/>
                    <a:p>
                      <a:pPr algn="l"/>
                      <a:r>
                        <a:rPr lang="en-GB" sz="1800" b="1" kern="1200" baseline="0" noProof="0" dirty="0">
                          <a:solidFill>
                            <a:srgbClr val="2E2D2C"/>
                          </a:solidFill>
                        </a:rPr>
                        <a:t>&lt;nav&gt;</a:t>
                      </a:r>
                      <a:endParaRPr lang="en-GB" sz="1800" b="1" kern="1200" baseline="0" noProof="0" dirty="0">
                        <a:solidFill>
                          <a:srgbClr val="2E2D2C"/>
                        </a:solidFill>
                        <a:latin typeface="Courier New" panose="02070309020205020404" pitchFamily="49" charset="0"/>
                        <a:ea typeface="+mn-ea"/>
                        <a:cs typeface="Courier New" panose="02070309020205020404" pitchFamily="49" charset="0"/>
                      </a:endParaRPr>
                    </a:p>
                  </a:txBody>
                  <a:tcPr anchor="ctr"/>
                </a:tc>
                <a:tc>
                  <a:txBody>
                    <a:bodyPr/>
                    <a:lstStyle/>
                    <a:p>
                      <a:pPr algn="l"/>
                      <a:r>
                        <a:rPr lang="en-GB" sz="1800" noProof="0" dirty="0"/>
                        <a:t>Primary</a:t>
                      </a:r>
                      <a:r>
                        <a:rPr lang="en-GB" sz="1800" baseline="0" noProof="0" dirty="0"/>
                        <a:t> navigation content</a:t>
                      </a:r>
                      <a:endParaRPr lang="en-GB" sz="1800" noProof="0" dirty="0"/>
                    </a:p>
                  </a:txBody>
                  <a:tcPr anchor="ctr"/>
                </a:tc>
                <a:tc>
                  <a:txBody>
                    <a:bodyPr/>
                    <a:lstStyle/>
                    <a:p>
                      <a:pPr algn="l"/>
                      <a:r>
                        <a:rPr lang="en-GB" sz="1800" noProof="0" dirty="0"/>
                        <a:t>Body</a:t>
                      </a:r>
                    </a:p>
                  </a:txBody>
                  <a:tcPr anchor="ctr"/>
                </a:tc>
                <a:tc>
                  <a:txBody>
                    <a:bodyPr/>
                    <a:lstStyle/>
                    <a:p>
                      <a:pPr algn="l"/>
                      <a:r>
                        <a:rPr lang="en-GB" sz="1800" noProof="0" dirty="0"/>
                        <a:t>Section, nav</a:t>
                      </a:r>
                    </a:p>
                  </a:txBody>
                  <a:tcPr anchor="ctr"/>
                </a:tc>
                <a:extLst>
                  <a:ext uri="{0D108BD9-81ED-4DB2-BD59-A6C34878D82A}">
                    <a16:rowId xmlns:a16="http://schemas.microsoft.com/office/drawing/2014/main" val="3733087511"/>
                  </a:ext>
                </a:extLst>
              </a:tr>
              <a:tr h="491794">
                <a:tc>
                  <a:txBody>
                    <a:bodyPr/>
                    <a:lstStyle/>
                    <a:p>
                      <a:pPr algn="l"/>
                      <a:r>
                        <a:rPr lang="en-GB" sz="1800" b="1" kern="1200" baseline="0" noProof="0" dirty="0">
                          <a:solidFill>
                            <a:srgbClr val="2E2D2C"/>
                          </a:solidFill>
                        </a:rPr>
                        <a:t>&lt;section&gt;</a:t>
                      </a:r>
                      <a:endParaRPr lang="en-GB" sz="1800" b="1" kern="1200" baseline="0" noProof="0" dirty="0">
                        <a:solidFill>
                          <a:srgbClr val="2E2D2C"/>
                        </a:solidFill>
                        <a:latin typeface="Courier New" panose="02070309020205020404" pitchFamily="49" charset="0"/>
                        <a:ea typeface="+mn-ea"/>
                        <a:cs typeface="Courier New" panose="02070309020205020404" pitchFamily="49" charset="0"/>
                      </a:endParaRPr>
                    </a:p>
                  </a:txBody>
                  <a:tcPr anchor="ctr"/>
                </a:tc>
                <a:tc>
                  <a:txBody>
                    <a:bodyPr/>
                    <a:lstStyle/>
                    <a:p>
                      <a:pPr algn="l"/>
                      <a:r>
                        <a:rPr lang="en-GB" sz="1800" noProof="0" dirty="0"/>
                        <a:t>Generic page section</a:t>
                      </a:r>
                    </a:p>
                  </a:txBody>
                  <a:tcPr anchor="ctr"/>
                </a:tc>
                <a:tc>
                  <a:txBody>
                    <a:bodyPr/>
                    <a:lstStyle/>
                    <a:p>
                      <a:pPr algn="l"/>
                      <a:r>
                        <a:rPr lang="en-GB" sz="1800" noProof="0" dirty="0"/>
                        <a:t>Body</a:t>
                      </a:r>
                    </a:p>
                  </a:txBody>
                  <a:tcPr anchor="ctr"/>
                </a:tc>
                <a:tc>
                  <a:txBody>
                    <a:bodyPr/>
                    <a:lstStyle/>
                    <a:p>
                      <a:pPr algn="l"/>
                      <a:r>
                        <a:rPr lang="en-GB" sz="1800" noProof="0" dirty="0"/>
                        <a:t>Article, header, footer, aside, nav</a:t>
                      </a:r>
                    </a:p>
                  </a:txBody>
                  <a:tcPr anchor="ctr"/>
                </a:tc>
                <a:extLst>
                  <a:ext uri="{0D108BD9-81ED-4DB2-BD59-A6C34878D82A}">
                    <a16:rowId xmlns:a16="http://schemas.microsoft.com/office/drawing/2014/main" val="2936101805"/>
                  </a:ext>
                </a:extLst>
              </a:tr>
              <a:tr h="491794">
                <a:tc>
                  <a:txBody>
                    <a:bodyPr/>
                    <a:lstStyle/>
                    <a:p>
                      <a:pPr algn="l"/>
                      <a:r>
                        <a:rPr lang="en-GB" sz="1800" b="1" kern="1200" baseline="0" noProof="0" dirty="0">
                          <a:solidFill>
                            <a:srgbClr val="2E2D2C"/>
                          </a:solidFill>
                        </a:rPr>
                        <a:t>&lt;article&gt;</a:t>
                      </a:r>
                      <a:endParaRPr lang="en-GB" sz="1800" b="1" kern="1200" baseline="0" noProof="0" dirty="0">
                        <a:solidFill>
                          <a:srgbClr val="2E2D2C"/>
                        </a:solidFill>
                        <a:latin typeface="Courier New" panose="02070309020205020404" pitchFamily="49" charset="0"/>
                        <a:ea typeface="+mn-ea"/>
                        <a:cs typeface="Courier New" panose="02070309020205020404" pitchFamily="49" charset="0"/>
                      </a:endParaRPr>
                    </a:p>
                  </a:txBody>
                  <a:tcPr anchor="ctr"/>
                </a:tc>
                <a:tc>
                  <a:txBody>
                    <a:bodyPr/>
                    <a:lstStyle/>
                    <a:p>
                      <a:pPr algn="l"/>
                      <a:r>
                        <a:rPr lang="en-GB" sz="1800" noProof="0" dirty="0"/>
                        <a:t>Story, subsection,</a:t>
                      </a:r>
                      <a:r>
                        <a:rPr lang="en-GB" sz="1800" baseline="0" noProof="0" dirty="0"/>
                        <a:t> blog post</a:t>
                      </a:r>
                      <a:endParaRPr lang="en-GB" sz="1800" noProof="0" dirty="0"/>
                    </a:p>
                  </a:txBody>
                  <a:tcPr anchor="ctr"/>
                </a:tc>
                <a:tc>
                  <a:txBody>
                    <a:bodyPr/>
                    <a:lstStyle/>
                    <a:p>
                      <a:pPr algn="l"/>
                      <a:r>
                        <a:rPr lang="en-GB" sz="1800" noProof="0" dirty="0"/>
                        <a:t>Body,</a:t>
                      </a:r>
                      <a:r>
                        <a:rPr lang="en-GB" sz="1800" baseline="0" noProof="0" dirty="0"/>
                        <a:t> section</a:t>
                      </a:r>
                      <a:endParaRPr lang="en-GB" sz="1800" noProof="0" dirty="0"/>
                    </a:p>
                  </a:txBody>
                  <a:tcPr anchor="ctr"/>
                </a:tc>
                <a:tc>
                  <a:txBody>
                    <a:bodyPr/>
                    <a:lstStyle/>
                    <a:p>
                      <a:pPr algn="l"/>
                      <a:r>
                        <a:rPr lang="en-GB" sz="1800" noProof="0" dirty="0"/>
                        <a:t>Section,</a:t>
                      </a:r>
                      <a:r>
                        <a:rPr lang="en-GB" sz="1800" baseline="0" noProof="0" dirty="0"/>
                        <a:t> header, footer</a:t>
                      </a:r>
                      <a:endParaRPr lang="en-GB" sz="1800" noProof="0" dirty="0"/>
                    </a:p>
                  </a:txBody>
                  <a:tcPr anchor="ctr"/>
                </a:tc>
                <a:extLst>
                  <a:ext uri="{0D108BD9-81ED-4DB2-BD59-A6C34878D82A}">
                    <a16:rowId xmlns:a16="http://schemas.microsoft.com/office/drawing/2014/main" val="3227205887"/>
                  </a:ext>
                </a:extLst>
              </a:tr>
              <a:tr h="491794">
                <a:tc>
                  <a:txBody>
                    <a:bodyPr/>
                    <a:lstStyle/>
                    <a:p>
                      <a:pPr algn="l"/>
                      <a:r>
                        <a:rPr lang="en-GB" sz="1800" b="1" kern="1200" baseline="0" noProof="0" dirty="0">
                          <a:solidFill>
                            <a:srgbClr val="2E2D2C"/>
                          </a:solidFill>
                        </a:rPr>
                        <a:t>&lt;aside&gt;</a:t>
                      </a:r>
                      <a:endParaRPr lang="en-GB" sz="1800" b="1" kern="1200" baseline="0" noProof="0" dirty="0">
                        <a:solidFill>
                          <a:srgbClr val="2E2D2C"/>
                        </a:solidFill>
                        <a:latin typeface="Courier New" panose="02070309020205020404" pitchFamily="49" charset="0"/>
                        <a:ea typeface="+mn-ea"/>
                        <a:cs typeface="Courier New" panose="02070309020205020404" pitchFamily="49" charset="0"/>
                      </a:endParaRPr>
                    </a:p>
                  </a:txBody>
                  <a:tcPr anchor="ctr"/>
                </a:tc>
                <a:tc>
                  <a:txBody>
                    <a:bodyPr/>
                    <a:lstStyle/>
                    <a:p>
                      <a:pPr algn="l"/>
                      <a:r>
                        <a:rPr lang="en-GB" sz="1800" noProof="0" dirty="0"/>
                        <a:t>Sidebar content,</a:t>
                      </a:r>
                      <a:r>
                        <a:rPr lang="en-GB" sz="1800" baseline="0" noProof="0" dirty="0"/>
                        <a:t> tip, quotation</a:t>
                      </a:r>
                      <a:endParaRPr lang="en-GB" sz="1800" noProof="0" dirty="0"/>
                    </a:p>
                  </a:txBody>
                  <a:tcPr anchor="ctr"/>
                </a:tc>
                <a:tc>
                  <a:txBody>
                    <a:bodyPr/>
                    <a:lstStyle/>
                    <a:p>
                      <a:pPr algn="l"/>
                      <a:r>
                        <a:rPr lang="en-GB" sz="1800" noProof="0" dirty="0"/>
                        <a:t>Body</a:t>
                      </a:r>
                    </a:p>
                  </a:txBody>
                  <a:tcPr anchor="ctr"/>
                </a:tc>
                <a:tc>
                  <a:txBody>
                    <a:bodyPr/>
                    <a:lstStyle/>
                    <a:p>
                      <a:pPr algn="l"/>
                      <a:r>
                        <a:rPr lang="en-GB" sz="1800" noProof="0" dirty="0"/>
                        <a:t>Section, article</a:t>
                      </a:r>
                    </a:p>
                  </a:txBody>
                  <a:tcPr anchor="ctr"/>
                </a:tc>
                <a:extLst>
                  <a:ext uri="{0D108BD9-81ED-4DB2-BD59-A6C34878D82A}">
                    <a16:rowId xmlns:a16="http://schemas.microsoft.com/office/drawing/2014/main" val="4130261452"/>
                  </a:ext>
                </a:extLst>
              </a:tr>
              <a:tr h="678193">
                <a:tc>
                  <a:txBody>
                    <a:bodyPr/>
                    <a:lstStyle/>
                    <a:p>
                      <a:pPr algn="l"/>
                      <a:r>
                        <a:rPr lang="en-GB" sz="1800" b="1" kern="1200" baseline="0" noProof="0" dirty="0">
                          <a:solidFill>
                            <a:srgbClr val="2E2D2C"/>
                          </a:solidFill>
                        </a:rPr>
                        <a:t>&lt;footer&gt;</a:t>
                      </a:r>
                      <a:endParaRPr lang="en-GB" sz="1800" b="1" kern="1200" baseline="0" noProof="0" dirty="0">
                        <a:solidFill>
                          <a:srgbClr val="2E2D2C"/>
                        </a:solidFill>
                        <a:latin typeface="Courier New" panose="02070309020205020404" pitchFamily="49" charset="0"/>
                        <a:ea typeface="+mn-ea"/>
                        <a:cs typeface="Courier New" panose="02070309020205020404" pitchFamily="49" charset="0"/>
                      </a:endParaRPr>
                    </a:p>
                  </a:txBody>
                  <a:tcPr anchor="ctr"/>
                </a:tc>
                <a:tc>
                  <a:txBody>
                    <a:bodyPr/>
                    <a:lstStyle/>
                    <a:p>
                      <a:pPr algn="l"/>
                      <a:r>
                        <a:rPr lang="en-GB" sz="1800" noProof="0" dirty="0"/>
                        <a:t>Footer, summary, copyright, info, secondary navigation</a:t>
                      </a:r>
                    </a:p>
                  </a:txBody>
                  <a:tcPr anchor="ctr"/>
                </a:tc>
                <a:tc>
                  <a:txBody>
                    <a:bodyPr/>
                    <a:lstStyle/>
                    <a:p>
                      <a:pPr algn="l"/>
                      <a:r>
                        <a:rPr lang="en-GB" sz="1800" noProof="0" dirty="0"/>
                        <a:t>Body,</a:t>
                      </a:r>
                      <a:r>
                        <a:rPr lang="en-GB" sz="1800" baseline="0" noProof="0" dirty="0"/>
                        <a:t> section, article</a:t>
                      </a:r>
                      <a:endParaRPr lang="en-GB" sz="1800" noProof="0" dirty="0"/>
                    </a:p>
                  </a:txBody>
                  <a:tcPr anchor="ctr"/>
                </a:tc>
                <a:tc>
                  <a:txBody>
                    <a:bodyPr/>
                    <a:lstStyle/>
                    <a:p>
                      <a:pPr algn="l"/>
                      <a:r>
                        <a:rPr lang="en-GB" sz="1800" noProof="0" dirty="0"/>
                        <a:t>Nav, section</a:t>
                      </a:r>
                    </a:p>
                  </a:txBody>
                  <a:tcPr anchor="ctr"/>
                </a:tc>
                <a:extLst>
                  <a:ext uri="{0D108BD9-81ED-4DB2-BD59-A6C34878D82A}">
                    <a16:rowId xmlns:a16="http://schemas.microsoft.com/office/drawing/2014/main" val="917258406"/>
                  </a:ext>
                </a:extLst>
              </a:tr>
              <a:tr h="678193">
                <a:tc>
                  <a:txBody>
                    <a:bodyPr/>
                    <a:lstStyle/>
                    <a:p>
                      <a:pPr algn="l"/>
                      <a:r>
                        <a:rPr lang="en-GB" sz="1800" b="1" kern="1200" baseline="0" noProof="0" dirty="0">
                          <a:solidFill>
                            <a:srgbClr val="2E2D2C"/>
                          </a:solidFill>
                        </a:rPr>
                        <a:t>&lt;main&gt;</a:t>
                      </a:r>
                      <a:endParaRPr lang="en-GB" sz="1800" b="1" kern="1200" baseline="0" noProof="0" dirty="0">
                        <a:solidFill>
                          <a:srgbClr val="2E2D2C"/>
                        </a:solidFill>
                        <a:latin typeface="Courier New" panose="02070309020205020404" pitchFamily="49" charset="0"/>
                        <a:ea typeface="+mn-ea"/>
                        <a:cs typeface="Courier New" panose="02070309020205020404" pitchFamily="49" charset="0"/>
                      </a:endParaRPr>
                    </a:p>
                  </a:txBody>
                  <a:tcPr anchor="ctr"/>
                </a:tc>
                <a:tc>
                  <a:txBody>
                    <a:bodyPr/>
                    <a:lstStyle/>
                    <a:p>
                      <a:pPr algn="l"/>
                      <a:r>
                        <a:rPr lang="en-GB" sz="1800" noProof="0" dirty="0"/>
                        <a:t>Unique content, central to the topic of the document</a:t>
                      </a:r>
                    </a:p>
                  </a:txBody>
                  <a:tcPr anchor="ctr"/>
                </a:tc>
                <a:tc>
                  <a:txBody>
                    <a:bodyPr/>
                    <a:lstStyle/>
                    <a:p>
                      <a:pPr algn="l"/>
                      <a:r>
                        <a:rPr lang="en-GB" sz="1800" noProof="0" dirty="0"/>
                        <a:t>Body</a:t>
                      </a:r>
                    </a:p>
                  </a:txBody>
                  <a:tcPr anchor="ctr"/>
                </a:tc>
                <a:tc>
                  <a:txBody>
                    <a:bodyPr/>
                    <a:lstStyle/>
                    <a:p>
                      <a:pPr algn="l"/>
                      <a:r>
                        <a:rPr lang="en-GB" sz="1800" noProof="0" dirty="0"/>
                        <a:t>Section, article, aside (not repetitive content like nav, header or footer)</a:t>
                      </a:r>
                    </a:p>
                  </a:txBody>
                  <a:tcPr anchor="ctr"/>
                </a:tc>
                <a:extLst>
                  <a:ext uri="{0D108BD9-81ED-4DB2-BD59-A6C34878D82A}">
                    <a16:rowId xmlns:a16="http://schemas.microsoft.com/office/drawing/2014/main" val="2159714381"/>
                  </a:ext>
                </a:extLst>
              </a:tr>
            </a:tbl>
          </a:graphicData>
        </a:graphic>
      </p:graphicFrame>
      <p:sp>
        <p:nvSpPr>
          <p:cNvPr id="5" name="Slide Number Placeholder 5">
            <a:extLst>
              <a:ext uri="{FF2B5EF4-FFF2-40B4-BE49-F238E27FC236}">
                <a16:creationId xmlns:a16="http://schemas.microsoft.com/office/drawing/2014/main" id="{DF03B6F0-A61F-461A-F082-684B11D83CC9}"/>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38</a:t>
            </a:fld>
            <a:endParaRPr lang="en-GB" noProof="0" dirty="0"/>
          </a:p>
        </p:txBody>
      </p:sp>
    </p:spTree>
    <p:extLst>
      <p:ext uri="{BB962C8B-B14F-4D97-AF65-F5344CB8AC3E}">
        <p14:creationId xmlns:p14="http://schemas.microsoft.com/office/powerpoint/2010/main" val="56957576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5C432-A9C3-21F6-B4E2-8ACFD93E030B}"/>
              </a:ext>
            </a:extLst>
          </p:cNvPr>
          <p:cNvSpPr>
            <a:spLocks noGrp="1"/>
          </p:cNvSpPr>
          <p:nvPr>
            <p:ph type="ctrTitle"/>
          </p:nvPr>
        </p:nvSpPr>
        <p:spPr>
          <a:xfrm>
            <a:off x="443921" y="500194"/>
            <a:ext cx="10800000" cy="858985"/>
          </a:xfrm>
        </p:spPr>
        <p:txBody>
          <a:bodyPr/>
          <a:lstStyle/>
          <a:p>
            <a:r>
              <a:rPr lang="en-GB" noProof="0" dirty="0"/>
              <a:t>Restructuring a blog with HTML5</a:t>
            </a:r>
          </a:p>
        </p:txBody>
      </p:sp>
      <p:sp>
        <p:nvSpPr>
          <p:cNvPr id="4" name="Text Box 2"/>
          <p:cNvSpPr txBox="1">
            <a:spLocks noChangeArrowheads="1"/>
          </p:cNvSpPr>
          <p:nvPr/>
        </p:nvSpPr>
        <p:spPr bwMode="auto">
          <a:xfrm>
            <a:off x="6408137" y="1733108"/>
            <a:ext cx="5580000" cy="3526820"/>
          </a:xfrm>
          <a:prstGeom prst="rect">
            <a:avLst/>
          </a:prstGeom>
          <a:solidFill>
            <a:schemeClr val="accent6">
              <a:lumMod val="20000"/>
              <a:lumOff val="80000"/>
            </a:schemeClr>
          </a:solidFill>
          <a:ln w="12700">
            <a:noFill/>
            <a:miter lim="800000"/>
            <a:headEnd/>
            <a:tailEnd/>
          </a:ln>
          <a:effectLst>
            <a:softEdge rad="12700"/>
          </a:effectLst>
        </p:spPr>
        <p:txBody>
          <a:bodyPr wrap="square" lIns="92075" tIns="46038" rIns="92075" bIns="46038">
            <a:spAutoFit/>
          </a:bodyPr>
          <a:lstStyle>
            <a:lvl1pPr defTabSz="739775">
              <a:spcBef>
                <a:spcPct val="0"/>
              </a:spcBef>
              <a:defRPr sz="2400">
                <a:solidFill>
                  <a:schemeClr val="tx1"/>
                </a:solidFill>
                <a:latin typeface="Times New Roman" pitchFamily="18" charset="0"/>
              </a:defRPr>
            </a:lvl1pPr>
            <a:lvl2pPr marL="554038" defTabSz="739775">
              <a:spcBef>
                <a:spcPct val="0"/>
              </a:spcBef>
              <a:defRPr sz="2400">
                <a:solidFill>
                  <a:schemeClr val="tx1"/>
                </a:solidFill>
                <a:latin typeface="Times New Roman" pitchFamily="18" charset="0"/>
              </a:defRPr>
            </a:lvl2pPr>
            <a:lvl3pPr marL="1108075" defTabSz="739775">
              <a:spcBef>
                <a:spcPct val="0"/>
              </a:spcBef>
              <a:defRPr sz="2400">
                <a:solidFill>
                  <a:schemeClr val="tx1"/>
                </a:solidFill>
                <a:latin typeface="Times New Roman" pitchFamily="18" charset="0"/>
              </a:defRPr>
            </a:lvl3pPr>
            <a:lvl4pPr marL="1663700" defTabSz="739775">
              <a:spcBef>
                <a:spcPct val="0"/>
              </a:spcBef>
              <a:defRPr sz="2400">
                <a:solidFill>
                  <a:schemeClr val="tx1"/>
                </a:solidFill>
                <a:latin typeface="Times New Roman" pitchFamily="18" charset="0"/>
              </a:defRPr>
            </a:lvl4pPr>
            <a:lvl5pPr marL="2217738" defTabSz="739775">
              <a:spcBef>
                <a:spcPct val="0"/>
              </a:spcBef>
              <a:defRPr sz="2400">
                <a:solidFill>
                  <a:schemeClr val="tx1"/>
                </a:solidFill>
                <a:latin typeface="Times New Roman" pitchFamily="18" charset="0"/>
              </a:defRPr>
            </a:lvl5pPr>
            <a:lvl6pPr marL="2674938" defTabSz="739775" eaLnBrk="0" fontAlgn="base" hangingPunct="0">
              <a:spcBef>
                <a:spcPct val="0"/>
              </a:spcBef>
              <a:spcAft>
                <a:spcPct val="0"/>
              </a:spcAft>
              <a:defRPr sz="2400">
                <a:solidFill>
                  <a:schemeClr val="tx1"/>
                </a:solidFill>
                <a:latin typeface="Times New Roman" pitchFamily="18" charset="0"/>
              </a:defRPr>
            </a:lvl6pPr>
            <a:lvl7pPr marL="3132138" defTabSz="739775" eaLnBrk="0" fontAlgn="base" hangingPunct="0">
              <a:spcBef>
                <a:spcPct val="0"/>
              </a:spcBef>
              <a:spcAft>
                <a:spcPct val="0"/>
              </a:spcAft>
              <a:defRPr sz="2400">
                <a:solidFill>
                  <a:schemeClr val="tx1"/>
                </a:solidFill>
                <a:latin typeface="Times New Roman" pitchFamily="18" charset="0"/>
              </a:defRPr>
            </a:lvl7pPr>
            <a:lvl8pPr marL="3589338" defTabSz="739775" eaLnBrk="0" fontAlgn="base" hangingPunct="0">
              <a:spcBef>
                <a:spcPct val="0"/>
              </a:spcBef>
              <a:spcAft>
                <a:spcPct val="0"/>
              </a:spcAft>
              <a:defRPr sz="2400">
                <a:solidFill>
                  <a:schemeClr val="tx1"/>
                </a:solidFill>
                <a:latin typeface="Times New Roman" pitchFamily="18" charset="0"/>
              </a:defRPr>
            </a:lvl8pPr>
            <a:lvl9pPr marL="4046538" defTabSz="739775" eaLnBrk="0" fontAlgn="base" hangingPunct="0">
              <a:spcBef>
                <a:spcPct val="0"/>
              </a:spcBef>
              <a:spcAft>
                <a:spcPct val="0"/>
              </a:spcAft>
              <a:defRPr sz="2400">
                <a:solidFill>
                  <a:schemeClr val="tx1"/>
                </a:solidFill>
                <a:latin typeface="Times New Roman" pitchFamily="18" charset="0"/>
              </a:defRPr>
            </a:lvl9pPr>
          </a:lstStyle>
          <a:p>
            <a:pPr marL="0" marR="0" lvl="0" indent="0" algn="l" defTabSz="739775" rtl="0" eaLnBrk="1" fontAlgn="auto" latinLnBrk="0" hangingPunct="1">
              <a:lnSpc>
                <a:spcPct val="100000"/>
              </a:lnSpc>
              <a:spcBef>
                <a:spcPct val="0"/>
              </a:spcBef>
              <a:spcAft>
                <a:spcPts val="0"/>
              </a:spcAft>
              <a:buClrTx/>
              <a:buSzTx/>
              <a:buFontTx/>
              <a:buNone/>
              <a:tabLst/>
              <a:defRPr/>
            </a:pPr>
            <a: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&lt;article&gt;</a:t>
            </a:r>
          </a:p>
          <a:p>
            <a:pPr marL="0" marR="0" lvl="0" indent="0" algn="l" defTabSz="739775" rtl="0" eaLnBrk="1" fontAlgn="auto" latinLnBrk="0" hangingPunct="1">
              <a:lnSpc>
                <a:spcPct val="100000"/>
              </a:lnSpc>
              <a:spcBef>
                <a:spcPct val="0"/>
              </a:spcBef>
              <a:spcAft>
                <a:spcPts val="0"/>
              </a:spcAft>
              <a:buClrTx/>
              <a:buSzTx/>
              <a:buFontTx/>
              <a:buNone/>
              <a:tabLst/>
              <a:defRPr/>
            </a:pPr>
            <a: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&lt;header&gt;</a:t>
            </a:r>
          </a:p>
          <a:p>
            <a:pPr marL="0" marR="0" lvl="0" indent="0" algn="l" defTabSz="739775" rtl="0" eaLnBrk="1" fontAlgn="auto" latinLnBrk="0" hangingPunct="1">
              <a:lnSpc>
                <a:spcPct val="100000"/>
              </a:lnSpc>
              <a:spcBef>
                <a:spcPct val="0"/>
              </a:spcBef>
              <a:spcAft>
                <a:spcPts val="0"/>
              </a:spcAft>
              <a:buClrTx/>
              <a:buSzTx/>
              <a:buFontTx/>
              <a:buNone/>
              <a:tabLst/>
              <a:defRPr/>
            </a:pPr>
            <a: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&lt;h2&gt;My HTML5 Blog&lt;/h2&gt;</a:t>
            </a:r>
          </a:p>
          <a:p>
            <a:pPr marL="0" marR="0" lvl="0" indent="0" algn="l" defTabSz="739775" rtl="0" eaLnBrk="1" fontAlgn="auto" latinLnBrk="0" hangingPunct="1">
              <a:lnSpc>
                <a:spcPct val="100000"/>
              </a:lnSpc>
              <a:spcBef>
                <a:spcPct val="0"/>
              </a:spcBef>
              <a:spcAft>
                <a:spcPts val="0"/>
              </a:spcAft>
              <a:buClrTx/>
              <a:buSzTx/>
              <a:buFontTx/>
              <a:buNone/>
              <a:tabLst/>
              <a:defRPr/>
            </a:pPr>
            <a: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&lt;p&gt;March 15th 2010&lt;/p&gt;</a:t>
            </a:r>
          </a:p>
          <a:p>
            <a:pPr marL="0" marR="0" lvl="0" indent="0" algn="l" defTabSz="739775" rtl="0" eaLnBrk="1" fontAlgn="auto" latinLnBrk="0" hangingPunct="1">
              <a:lnSpc>
                <a:spcPct val="100000"/>
              </a:lnSpc>
              <a:spcBef>
                <a:spcPct val="0"/>
              </a:spcBef>
              <a:spcAft>
                <a:spcPts val="0"/>
              </a:spcAft>
              <a:buClrTx/>
              <a:buSzTx/>
              <a:buFontTx/>
              <a:buNone/>
              <a:tabLst/>
              <a:defRPr/>
            </a:pPr>
            <a: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&lt;/header&gt;</a:t>
            </a:r>
            <a:b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br>
            <a:endPar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endParaRPr>
          </a:p>
          <a:p>
            <a:pPr marL="0" marR="0" lvl="0" indent="0" algn="l" defTabSz="739775" rtl="0" eaLnBrk="1" fontAlgn="auto" latinLnBrk="0" hangingPunct="1">
              <a:lnSpc>
                <a:spcPct val="100000"/>
              </a:lnSpc>
              <a:spcBef>
                <a:spcPct val="0"/>
              </a:spcBef>
              <a:spcAft>
                <a:spcPts val="0"/>
              </a:spcAft>
              <a:buClrTx/>
              <a:buSzTx/>
              <a:buFontTx/>
              <a:buNone/>
              <a:tabLst/>
              <a:defRPr/>
            </a:pPr>
            <a: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&lt;p&gt;Much less </a:t>
            </a:r>
            <a:r>
              <a:rPr kumimoji="0" lang="en-GB" sz="16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divitius</a:t>
            </a:r>
            <a: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occurs!&lt;/p&gt;</a:t>
            </a:r>
            <a:b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br>
            <a:endPar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endParaRPr>
          </a:p>
          <a:p>
            <a:pPr marL="0" marR="0" lvl="0" indent="0" algn="l" defTabSz="739775" rtl="0" eaLnBrk="1" fontAlgn="auto" latinLnBrk="0" hangingPunct="1">
              <a:lnSpc>
                <a:spcPct val="100000"/>
              </a:lnSpc>
              <a:spcBef>
                <a:spcPct val="0"/>
              </a:spcBef>
              <a:spcAft>
                <a:spcPts val="0"/>
              </a:spcAft>
              <a:buClrTx/>
              <a:buSzTx/>
              <a:buFontTx/>
              <a:buNone/>
              <a:tabLst/>
              <a:defRPr/>
            </a:pPr>
            <a: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&lt;footer&gt;</a:t>
            </a:r>
          </a:p>
          <a:p>
            <a:pPr marL="0" marR="0" lvl="0" indent="0" algn="l" defTabSz="739775" rtl="0" eaLnBrk="1" fontAlgn="auto" latinLnBrk="0" hangingPunct="1">
              <a:lnSpc>
                <a:spcPct val="100000"/>
              </a:lnSpc>
              <a:spcBef>
                <a:spcPct val="0"/>
              </a:spcBef>
              <a:spcAft>
                <a:spcPts val="0"/>
              </a:spcAft>
              <a:buClrTx/>
              <a:buSzTx/>
              <a:buFontTx/>
              <a:buNone/>
              <a:tabLst/>
              <a:defRPr/>
            </a:pPr>
            <a: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&lt;address&gt;</a:t>
            </a:r>
          </a:p>
          <a:p>
            <a:pPr marL="0" marR="0" lvl="0" indent="0" algn="l" defTabSz="739775" rtl="0" eaLnBrk="1" fontAlgn="auto" latinLnBrk="0" hangingPunct="1">
              <a:lnSpc>
                <a:spcPct val="100000"/>
              </a:lnSpc>
              <a:spcBef>
                <a:spcPct val="0"/>
              </a:spcBef>
              <a:spcAft>
                <a:spcPts val="0"/>
              </a:spcAft>
              <a:buClrTx/>
              <a:buSzTx/>
              <a:buFontTx/>
              <a:buNone/>
              <a:tabLst/>
              <a:defRPr/>
            </a:pPr>
            <a: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&lt;a </a:t>
            </a:r>
            <a:r>
              <a:rPr kumimoji="0" lang="en-GB" sz="16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href</a:t>
            </a:r>
            <a: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=".."&gt;Posted in&lt;/a&gt;</a:t>
            </a:r>
          </a:p>
          <a:p>
            <a:pPr marL="0" marR="0" lvl="0" indent="0" algn="l" defTabSz="739775" rtl="0" eaLnBrk="1" fontAlgn="auto" latinLnBrk="0" hangingPunct="1">
              <a:lnSpc>
                <a:spcPct val="100000"/>
              </a:lnSpc>
              <a:spcBef>
                <a:spcPct val="0"/>
              </a:spcBef>
              <a:spcAft>
                <a:spcPts val="0"/>
              </a:spcAft>
              <a:buClrTx/>
              <a:buSzTx/>
              <a:buFontTx/>
              <a:buNone/>
              <a:tabLst/>
              <a:defRPr/>
            </a:pPr>
            <a: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&lt;/address&gt;</a:t>
            </a:r>
          </a:p>
          <a:p>
            <a:pPr marL="0" marR="0" lvl="0" indent="0" algn="l" defTabSz="739775" rtl="0" eaLnBrk="1" fontAlgn="auto" latinLnBrk="0" hangingPunct="1">
              <a:lnSpc>
                <a:spcPct val="100000"/>
              </a:lnSpc>
              <a:spcBef>
                <a:spcPct val="0"/>
              </a:spcBef>
              <a:spcAft>
                <a:spcPts val="0"/>
              </a:spcAft>
              <a:buClrTx/>
              <a:buSzTx/>
              <a:buFontTx/>
              <a:buNone/>
              <a:tabLst/>
              <a:defRPr/>
            </a:pPr>
            <a: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&lt;/footer&gt;</a:t>
            </a:r>
          </a:p>
          <a:p>
            <a:pPr marL="0" marR="0" lvl="0" indent="0" algn="l" defTabSz="739775" rtl="0" eaLnBrk="1" fontAlgn="auto" latinLnBrk="0" hangingPunct="1">
              <a:lnSpc>
                <a:spcPct val="100000"/>
              </a:lnSpc>
              <a:spcBef>
                <a:spcPct val="0"/>
              </a:spcBef>
              <a:spcAft>
                <a:spcPts val="0"/>
              </a:spcAft>
              <a:buClrTx/>
              <a:buSzTx/>
              <a:buFontTx/>
              <a:buNone/>
              <a:tabLst/>
              <a:defRPr/>
            </a:pPr>
            <a: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&lt;/article&gt;</a:t>
            </a:r>
          </a:p>
        </p:txBody>
      </p:sp>
      <p:sp>
        <p:nvSpPr>
          <p:cNvPr id="10" name="Text Placeholder 9">
            <a:extLst>
              <a:ext uri="{FF2B5EF4-FFF2-40B4-BE49-F238E27FC236}">
                <a16:creationId xmlns:a16="http://schemas.microsoft.com/office/drawing/2014/main" id="{7F76E984-F775-D872-1DAD-F6666B2F0712}"/>
              </a:ext>
            </a:extLst>
          </p:cNvPr>
          <p:cNvSpPr>
            <a:spLocks noGrp="1"/>
          </p:cNvSpPr>
          <p:nvPr>
            <p:ph type="body" sz="quarter" idx="13"/>
          </p:nvPr>
        </p:nvSpPr>
        <p:spPr/>
        <p:txBody>
          <a:bodyPr/>
          <a:lstStyle/>
          <a:p>
            <a:pPr marL="285750" indent="-285750">
              <a:buFont typeface="Arial" panose="020B0604020202020204" pitchFamily="34" charset="0"/>
              <a:buChar char="•"/>
            </a:pPr>
            <a:r>
              <a:rPr lang="en-GB" noProof="0" dirty="0"/>
              <a:t>Each blog entry would be an article. </a:t>
            </a:r>
          </a:p>
          <a:p>
            <a:pPr marL="285750" indent="-285750">
              <a:buFont typeface="Arial" panose="020B0604020202020204" pitchFamily="34" charset="0"/>
              <a:buChar char="•"/>
            </a:pPr>
            <a:r>
              <a:rPr lang="en-GB" noProof="0" dirty="0"/>
              <a:t>Providing clear semantic intent for the page.</a:t>
            </a:r>
          </a:p>
          <a:p>
            <a:pPr marL="285750" indent="-285750">
              <a:buFont typeface="Arial" panose="020B0604020202020204" pitchFamily="34" charset="0"/>
              <a:buChar char="•"/>
            </a:pPr>
            <a:endParaRPr lang="en-GB" noProof="0" dirty="0"/>
          </a:p>
        </p:txBody>
      </p:sp>
      <p:sp>
        <p:nvSpPr>
          <p:cNvPr id="11" name="Slide Number Placeholder 5">
            <a:extLst>
              <a:ext uri="{FF2B5EF4-FFF2-40B4-BE49-F238E27FC236}">
                <a16:creationId xmlns:a16="http://schemas.microsoft.com/office/drawing/2014/main" id="{7AC07D85-FDB4-398E-A4A5-D2065CCD591E}"/>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39</a:t>
            </a:fld>
            <a:endParaRPr lang="en-GB" noProof="0" dirty="0"/>
          </a:p>
        </p:txBody>
      </p:sp>
    </p:spTree>
    <p:extLst>
      <p:ext uri="{BB962C8B-B14F-4D97-AF65-F5344CB8AC3E}">
        <p14:creationId xmlns:p14="http://schemas.microsoft.com/office/powerpoint/2010/main" val="26185606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3EB6C-8E2B-4C45-AD79-B7AD4A04B02C}"/>
              </a:ext>
            </a:extLst>
          </p:cNvPr>
          <p:cNvSpPr>
            <a:spLocks noGrp="1"/>
          </p:cNvSpPr>
          <p:nvPr>
            <p:ph type="ctrTitle"/>
          </p:nvPr>
        </p:nvSpPr>
        <p:spPr>
          <a:xfrm>
            <a:off x="443921" y="500194"/>
            <a:ext cx="6679721" cy="858985"/>
          </a:xfrm>
        </p:spPr>
        <p:txBody>
          <a:bodyPr>
            <a:normAutofit/>
          </a:bodyPr>
          <a:lstStyle/>
          <a:p>
            <a:r>
              <a:rPr lang="en-GB" noProof="0" dirty="0"/>
              <a:t>Quick lab 1: Structural HTML</a:t>
            </a:r>
          </a:p>
        </p:txBody>
      </p:sp>
      <p:sp>
        <p:nvSpPr>
          <p:cNvPr id="3" name="Content Placeholder 2">
            <a:extLst>
              <a:ext uri="{FF2B5EF4-FFF2-40B4-BE49-F238E27FC236}">
                <a16:creationId xmlns:a16="http://schemas.microsoft.com/office/drawing/2014/main" id="{89563ABB-F1A8-0C4D-A107-EE47BABCCE6C}"/>
              </a:ext>
            </a:extLst>
          </p:cNvPr>
          <p:cNvSpPr>
            <a:spLocks noGrp="1"/>
          </p:cNvSpPr>
          <p:nvPr>
            <p:ph type="body" sz="quarter" idx="13"/>
          </p:nvPr>
        </p:nvSpPr>
        <p:spPr>
          <a:xfrm>
            <a:off x="443921" y="1733108"/>
            <a:ext cx="6679721" cy="4061405"/>
          </a:xfrm>
        </p:spPr>
        <p:txBody>
          <a:bodyPr lIns="91440" tIns="45720" rIns="91440" bIns="45720" anchor="t"/>
          <a:lstStyle/>
          <a:p>
            <a:r>
              <a:rPr lang="en-GB" noProof="0" dirty="0"/>
              <a:t>Begin creating a profile website by using structural elements</a:t>
            </a:r>
          </a:p>
        </p:txBody>
      </p:sp>
    </p:spTree>
    <p:extLst>
      <p:ext uri="{BB962C8B-B14F-4D97-AF65-F5344CB8AC3E}">
        <p14:creationId xmlns:p14="http://schemas.microsoft.com/office/powerpoint/2010/main" val="32668108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4495C22-C8DE-CD49-B456-6D592869F4F6}"/>
              </a:ext>
            </a:extLst>
          </p:cNvPr>
          <p:cNvSpPr>
            <a:spLocks noGrp="1"/>
          </p:cNvSpPr>
          <p:nvPr>
            <p:ph type="ctrTitle"/>
          </p:nvPr>
        </p:nvSpPr>
        <p:spPr>
          <a:xfrm>
            <a:off x="473406" y="1118152"/>
            <a:ext cx="6777996" cy="1247916"/>
          </a:xfrm>
        </p:spPr>
        <p:txBody>
          <a:bodyPr/>
          <a:lstStyle/>
          <a:p>
            <a:r>
              <a:rPr lang="en-GB" noProof="0" dirty="0"/>
              <a:t>Hyperlinking</a:t>
            </a:r>
          </a:p>
        </p:txBody>
      </p:sp>
      <p:sp>
        <p:nvSpPr>
          <p:cNvPr id="5" name="Subtitle 4">
            <a:extLst>
              <a:ext uri="{FF2B5EF4-FFF2-40B4-BE49-F238E27FC236}">
                <a16:creationId xmlns:a16="http://schemas.microsoft.com/office/drawing/2014/main" id="{A2989DD9-D8C8-E546-A37F-497B90753EC6}"/>
              </a:ext>
            </a:extLst>
          </p:cNvPr>
          <p:cNvSpPr>
            <a:spLocks noGrp="1"/>
          </p:cNvSpPr>
          <p:nvPr>
            <p:ph type="subTitle" idx="1"/>
          </p:nvPr>
        </p:nvSpPr>
        <p:spPr>
          <a:xfrm>
            <a:off x="473406" y="2902689"/>
            <a:ext cx="6150678" cy="863600"/>
          </a:xfrm>
        </p:spPr>
        <p:txBody>
          <a:bodyPr/>
          <a:lstStyle/>
          <a:p>
            <a:r>
              <a:rPr lang="en-GB" noProof="0" dirty="0"/>
              <a:t>Basic HTML</a:t>
            </a:r>
          </a:p>
        </p:txBody>
      </p:sp>
    </p:spTree>
    <p:extLst>
      <p:ext uri="{BB962C8B-B14F-4D97-AF65-F5344CB8AC3E}">
        <p14:creationId xmlns:p14="http://schemas.microsoft.com/office/powerpoint/2010/main" val="33081196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8E244-BC76-57A6-3199-9395906011C6}"/>
              </a:ext>
            </a:extLst>
          </p:cNvPr>
          <p:cNvSpPr>
            <a:spLocks noGrp="1"/>
          </p:cNvSpPr>
          <p:nvPr>
            <p:ph type="ctrTitle"/>
          </p:nvPr>
        </p:nvSpPr>
        <p:spPr>
          <a:xfrm>
            <a:off x="443921" y="500194"/>
            <a:ext cx="10800000" cy="858985"/>
          </a:xfrm>
        </p:spPr>
        <p:txBody>
          <a:bodyPr/>
          <a:lstStyle/>
          <a:p>
            <a:r>
              <a:rPr lang="en-GB" noProof="0" dirty="0"/>
              <a:t>Hyperlinks</a:t>
            </a:r>
          </a:p>
        </p:txBody>
      </p:sp>
      <p:sp>
        <p:nvSpPr>
          <p:cNvPr id="36868" name="Rectangle 4"/>
          <p:cNvSpPr>
            <a:spLocks noChangeArrowheads="1"/>
          </p:cNvSpPr>
          <p:nvPr/>
        </p:nvSpPr>
        <p:spPr bwMode="auto">
          <a:xfrm>
            <a:off x="6659426" y="1733108"/>
            <a:ext cx="5180012" cy="2004268"/>
          </a:xfrm>
          <a:prstGeom prst="rect">
            <a:avLst/>
          </a:prstGeom>
          <a:solidFill>
            <a:srgbClr val="FFD9FE"/>
          </a:solidFill>
          <a:ln w="12700" algn="ctr">
            <a:noFill/>
            <a:miter lim="800000"/>
            <a:headEnd/>
            <a:tailEnd/>
          </a:ln>
        </p:spPr>
        <p:txBody>
          <a:bodyPr wrap="square">
            <a:spAutoFit/>
          </a:bodyPr>
          <a:lstStyle/>
          <a:p>
            <a:pPr marL="0" marR="0" lvl="0" indent="0" algn="l" defTabSz="739775" rtl="0" eaLnBrk="1" fontAlgn="auto" latinLnBrk="0" hangingPunct="1">
              <a:lnSpc>
                <a:spcPct val="100000"/>
              </a:lnSpc>
              <a:spcBef>
                <a:spcPct val="30000"/>
              </a:spcBef>
              <a:spcAft>
                <a:spcPts val="0"/>
              </a:spcAft>
              <a:buClrTx/>
              <a:buSzTx/>
              <a:buFontTx/>
              <a:buNone/>
              <a:tabLst/>
              <a:defRPr/>
            </a:pPr>
            <a: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If you want to find out about</a:t>
            </a:r>
          </a:p>
          <a:p>
            <a:pPr marL="0" marR="0" lvl="0" indent="0" algn="l" defTabSz="739775" rtl="0" eaLnBrk="1" fontAlgn="auto" latinLnBrk="0" hangingPunct="1">
              <a:lnSpc>
                <a:spcPct val="100000"/>
              </a:lnSpc>
              <a:spcBef>
                <a:spcPct val="30000"/>
              </a:spcBef>
              <a:spcAft>
                <a:spcPts val="0"/>
              </a:spcAft>
              <a:buClrTx/>
              <a:buSzTx/>
              <a:buFontTx/>
              <a:buNone/>
              <a:tabLst/>
              <a:defRPr/>
            </a:pPr>
            <a: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our courses, you could try</a:t>
            </a:r>
          </a:p>
          <a:p>
            <a:pPr marL="0" marR="0" lvl="0" indent="0" algn="l" defTabSz="739775" rtl="0" eaLnBrk="1" fontAlgn="auto" latinLnBrk="0" hangingPunct="1">
              <a:lnSpc>
                <a:spcPct val="100000"/>
              </a:lnSpc>
              <a:spcBef>
                <a:spcPct val="30000"/>
              </a:spcBef>
              <a:spcAft>
                <a:spcPts val="0"/>
              </a:spcAft>
              <a:buClrTx/>
              <a:buSzTx/>
              <a:buFontTx/>
              <a:buNone/>
              <a:tabLst/>
              <a:defRPr/>
            </a:pPr>
            <a: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&lt;a </a:t>
            </a:r>
            <a:r>
              <a:rPr kumimoji="0" lang="en-GB" sz="16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href</a:t>
            </a:r>
            <a: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="http://www.qa.com/index.html"&gt;</a:t>
            </a:r>
          </a:p>
          <a:p>
            <a:pPr marL="0" marR="0" lvl="0" indent="0" algn="l" defTabSz="739775" rtl="0" eaLnBrk="1" fontAlgn="auto" latinLnBrk="0" hangingPunct="1">
              <a:lnSpc>
                <a:spcPct val="100000"/>
              </a:lnSpc>
              <a:spcBef>
                <a:spcPct val="30000"/>
              </a:spcBef>
              <a:spcAft>
                <a:spcPts val="0"/>
              </a:spcAft>
              <a:buClrTx/>
              <a:buSzTx/>
              <a:buFontTx/>
              <a:buNone/>
              <a:tabLst/>
              <a:defRPr/>
            </a:pPr>
            <a: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QA Training’s home page&lt;/a&gt;</a:t>
            </a:r>
          </a:p>
          <a:p>
            <a:pPr marL="0" marR="0" lvl="0" indent="0" algn="l" defTabSz="739775" rtl="0" eaLnBrk="1" fontAlgn="auto" latinLnBrk="0" hangingPunct="1">
              <a:lnSpc>
                <a:spcPct val="100000"/>
              </a:lnSpc>
              <a:spcBef>
                <a:spcPct val="30000"/>
              </a:spcBef>
              <a:spcAft>
                <a:spcPts val="0"/>
              </a:spcAft>
              <a:buClrTx/>
              <a:buSzTx/>
              <a:buFontTx/>
              <a:buNone/>
              <a:tabLst/>
              <a:defRPr/>
            </a:pPr>
            <a: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or telephone us on</a:t>
            </a:r>
          </a:p>
          <a:p>
            <a:pPr marL="0" marR="0" lvl="0" indent="0" algn="l" defTabSz="739775" rtl="0" eaLnBrk="1" fontAlgn="auto" latinLnBrk="0" hangingPunct="1">
              <a:lnSpc>
                <a:spcPct val="100000"/>
              </a:lnSpc>
              <a:spcBef>
                <a:spcPct val="30000"/>
              </a:spcBef>
              <a:spcAft>
                <a:spcPts val="0"/>
              </a:spcAft>
              <a:buClrTx/>
              <a:buSzTx/>
              <a:buFontTx/>
              <a:buNone/>
              <a:tabLst/>
              <a:defRPr/>
            </a:pPr>
            <a: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+44 (0) 1793 696000.</a:t>
            </a:r>
          </a:p>
        </p:txBody>
      </p:sp>
      <p:sp>
        <p:nvSpPr>
          <p:cNvPr id="36869" name="Rectangle 5"/>
          <p:cNvSpPr>
            <a:spLocks noChangeArrowheads="1"/>
          </p:cNvSpPr>
          <p:nvPr/>
        </p:nvSpPr>
        <p:spPr bwMode="auto">
          <a:xfrm>
            <a:off x="6659426" y="4018899"/>
            <a:ext cx="5180012" cy="923972"/>
          </a:xfrm>
          <a:prstGeom prst="rect">
            <a:avLst/>
          </a:prstGeom>
          <a:solidFill>
            <a:schemeClr val="bg1"/>
          </a:solidFill>
          <a:ln w="12700">
            <a:solidFill>
              <a:schemeClr val="tx1"/>
            </a:solidFill>
            <a:miter lim="800000"/>
            <a:headEnd/>
            <a:tailEnd/>
          </a:ln>
          <a:effectLst>
            <a:outerShdw dist="107763" dir="2700000" algn="ctr" rotWithShape="0">
              <a:schemeClr val="bg2"/>
            </a:outerShdw>
          </a:effectLst>
        </p:spPr>
        <p:txBody>
          <a:bodyPr wrap="square" lIns="92075" tIns="46038" rIns="92075" bIns="46038">
            <a:spAutoFit/>
          </a:bodyPr>
          <a:lstStyle>
            <a:lvl1pPr defTabSz="709613">
              <a:spcBef>
                <a:spcPct val="20000"/>
              </a:spcBef>
              <a:buClr>
                <a:srgbClr val="B8CCE4"/>
              </a:buClr>
              <a:buFont typeface="Wingdings" panose="05000000000000000000" pitchFamily="2" charset="2"/>
              <a:buChar char="§"/>
              <a:defRPr sz="2000" b="1">
                <a:solidFill>
                  <a:schemeClr val="tx1"/>
                </a:solidFill>
                <a:latin typeface="Arial" panose="020B0604020202020204" pitchFamily="34" charset="0"/>
                <a:cs typeface="Arial" panose="020B0604020202020204" pitchFamily="34" charset="0"/>
              </a:defRPr>
            </a:lvl1pPr>
            <a:lvl2pPr marL="742950" indent="-285750" defTabSz="709613">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2pPr>
            <a:lvl3pPr marL="1143000" indent="-228600" defTabSz="709613">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3pPr>
            <a:lvl4pPr marL="1600200" indent="-228600" defTabSz="709613">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defTabSz="709613">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defTabSz="709613"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defTabSz="709613"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defTabSz="709613"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defTabSz="709613"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709613" rtl="0" eaLnBrk="1" fontAlgn="auto" latinLnBrk="0" hangingPunct="1">
              <a:spcBef>
                <a:spcPct val="30000"/>
              </a:spcBef>
              <a:spcAft>
                <a:spcPts val="0"/>
              </a:spcAft>
              <a:buClrTx/>
              <a:buSzTx/>
              <a:buFontTx/>
              <a:buNone/>
              <a:tabLst/>
              <a:defRPr/>
            </a:pPr>
            <a:r>
              <a:rPr kumimoji="0" lang="en-GB" sz="1800" b="0" i="0" u="none" strike="noStrike" kern="1200" cap="none" spc="0" normalizeH="0" baseline="0" noProof="0" dirty="0">
                <a:ln>
                  <a:noFill/>
                </a:ln>
                <a:solidFill>
                  <a:srgbClr val="0D0D0D"/>
                </a:solidFill>
                <a:effectLst/>
                <a:uLnTx/>
                <a:uFillTx/>
                <a:latin typeface="+mn-lt"/>
                <a:ea typeface="+mn-ea"/>
                <a:cs typeface="Arial" panose="020B0604020202020204" pitchFamily="34" charset="0"/>
              </a:rPr>
              <a:t>If you want to find out about our courses, you could try </a:t>
            </a:r>
            <a:r>
              <a:rPr kumimoji="0" lang="en-GB" sz="1800" b="0" i="0" u="sng" strike="noStrike" kern="1200" cap="none" spc="0" normalizeH="0" baseline="0" noProof="0" dirty="0">
                <a:ln>
                  <a:noFill/>
                </a:ln>
                <a:solidFill>
                  <a:srgbClr val="0000FF"/>
                </a:solidFill>
                <a:effectLst/>
                <a:uLnTx/>
                <a:uFillTx/>
                <a:latin typeface="+mn-lt"/>
                <a:ea typeface="+mn-ea"/>
                <a:cs typeface="Arial" panose="020B0604020202020204" pitchFamily="34" charset="0"/>
              </a:rPr>
              <a:t>QA Training’s home page </a:t>
            </a:r>
            <a:r>
              <a:rPr kumimoji="0" lang="en-GB" sz="1800" b="0" i="0" u="none" strike="noStrike" kern="1200" cap="none" spc="0" normalizeH="0" baseline="0" noProof="0" dirty="0">
                <a:ln>
                  <a:noFill/>
                </a:ln>
                <a:solidFill>
                  <a:srgbClr val="0D0D0D"/>
                </a:solidFill>
                <a:effectLst/>
                <a:uLnTx/>
                <a:uFillTx/>
                <a:latin typeface="+mn-lt"/>
                <a:ea typeface="+mn-ea"/>
                <a:cs typeface="Arial" panose="020B0604020202020204" pitchFamily="34" charset="0"/>
              </a:rPr>
              <a:t>or telephone us on +44 (0) 1793 696000.</a:t>
            </a:r>
          </a:p>
        </p:txBody>
      </p:sp>
      <p:sp>
        <p:nvSpPr>
          <p:cNvPr id="9" name="Text Placeholder 8">
            <a:extLst>
              <a:ext uri="{FF2B5EF4-FFF2-40B4-BE49-F238E27FC236}">
                <a16:creationId xmlns:a16="http://schemas.microsoft.com/office/drawing/2014/main" id="{D22E02A8-D185-DB97-F25F-3805850B2CF7}"/>
              </a:ext>
            </a:extLst>
          </p:cNvPr>
          <p:cNvSpPr>
            <a:spLocks noGrp="1"/>
          </p:cNvSpPr>
          <p:nvPr>
            <p:ph type="body" sz="quarter" idx="13"/>
          </p:nvPr>
        </p:nvSpPr>
        <p:spPr/>
        <p:txBody>
          <a:bodyPr/>
          <a:lstStyle/>
          <a:p>
            <a:pPr marL="285750" indent="-285750">
              <a:buFont typeface="Arial" panose="020B0604020202020204" pitchFamily="34" charset="0"/>
              <a:buChar char="•"/>
            </a:pPr>
            <a:r>
              <a:rPr lang="en-GB" noProof="0" dirty="0"/>
              <a:t>Hyperlinks connect related pieces of information.</a:t>
            </a:r>
          </a:p>
          <a:p>
            <a:pPr marL="285750" indent="-285750">
              <a:buFont typeface="Arial" panose="020B0604020202020204" pitchFamily="34" charset="0"/>
              <a:buChar char="•"/>
            </a:pPr>
            <a:r>
              <a:rPr lang="en-GB" noProof="0" dirty="0"/>
              <a:t>Can point to separate documents located on different web servers.</a:t>
            </a:r>
          </a:p>
          <a:p>
            <a:pPr marL="285750" indent="-285750">
              <a:buFont typeface="Arial" panose="020B0604020202020204" pitchFamily="34" charset="0"/>
              <a:buChar char="•"/>
            </a:pPr>
            <a:r>
              <a:rPr lang="en-GB" noProof="0" dirty="0"/>
              <a:t>Hyperlink text is shown by colour change and/or underlining.</a:t>
            </a:r>
          </a:p>
          <a:p>
            <a:pPr marL="285750" indent="-285750">
              <a:buFont typeface="Arial" panose="020B0604020202020204" pitchFamily="34" charset="0"/>
              <a:buChar char="•"/>
            </a:pPr>
            <a:r>
              <a:rPr lang="en-GB" noProof="0" dirty="0"/>
              <a:t>Linked document is loaded by clicking text/object with mouse.</a:t>
            </a:r>
          </a:p>
          <a:p>
            <a:pPr marL="285750" indent="-285750">
              <a:buFont typeface="Arial" panose="020B0604020202020204" pitchFamily="34" charset="0"/>
              <a:buChar char="•"/>
            </a:pPr>
            <a:r>
              <a:rPr lang="en-GB" noProof="0" dirty="0"/>
              <a:t>&lt;a&gt; … &lt;/a&gt; tags define the hyperlink.</a:t>
            </a:r>
          </a:p>
          <a:p>
            <a:pPr marL="285750" indent="-285750">
              <a:buFont typeface="Arial" panose="020B0604020202020204" pitchFamily="34" charset="0"/>
              <a:buChar char="•"/>
            </a:pPr>
            <a:r>
              <a:rPr lang="en-GB" noProof="0" dirty="0"/>
              <a:t>The HREF attribute takes a URL as a value.</a:t>
            </a:r>
          </a:p>
          <a:p>
            <a:pPr marL="285750" indent="-285750">
              <a:buFont typeface="Arial" panose="020B0604020202020204" pitchFamily="34" charset="0"/>
              <a:buChar char="•"/>
            </a:pPr>
            <a:endParaRPr lang="en-GB" noProof="0" dirty="0"/>
          </a:p>
        </p:txBody>
      </p:sp>
      <p:sp>
        <p:nvSpPr>
          <p:cNvPr id="10" name="Slide Number Placeholder 5">
            <a:extLst>
              <a:ext uri="{FF2B5EF4-FFF2-40B4-BE49-F238E27FC236}">
                <a16:creationId xmlns:a16="http://schemas.microsoft.com/office/drawing/2014/main" id="{5D65C173-76AE-44D0-2B3E-17F74E235E61}"/>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42</a:t>
            </a:fld>
            <a:endParaRPr lang="en-GB" noProof="0" dirty="0"/>
          </a:p>
        </p:txBody>
      </p:sp>
    </p:spTree>
    <p:extLst>
      <p:ext uri="{BB962C8B-B14F-4D97-AF65-F5344CB8AC3E}">
        <p14:creationId xmlns:p14="http://schemas.microsoft.com/office/powerpoint/2010/main" val="609059757"/>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DF155-6B1F-FBDF-B690-4D209165A30B}"/>
              </a:ext>
            </a:extLst>
          </p:cNvPr>
          <p:cNvSpPr>
            <a:spLocks noGrp="1"/>
          </p:cNvSpPr>
          <p:nvPr>
            <p:ph type="ctrTitle"/>
          </p:nvPr>
        </p:nvSpPr>
        <p:spPr>
          <a:xfrm>
            <a:off x="443921" y="500194"/>
            <a:ext cx="10800000" cy="858985"/>
          </a:xfrm>
        </p:spPr>
        <p:txBody>
          <a:bodyPr/>
          <a:lstStyle/>
          <a:p>
            <a:r>
              <a:rPr lang="en-GB" noProof="0" dirty="0"/>
              <a:t>Named anchors</a:t>
            </a:r>
          </a:p>
        </p:txBody>
      </p:sp>
      <p:sp>
        <p:nvSpPr>
          <p:cNvPr id="5" name="Text Placeholder 4">
            <a:extLst>
              <a:ext uri="{FF2B5EF4-FFF2-40B4-BE49-F238E27FC236}">
                <a16:creationId xmlns:a16="http://schemas.microsoft.com/office/drawing/2014/main" id="{EDA28C05-A724-4D09-52AC-281B603CB12C}"/>
              </a:ext>
            </a:extLst>
          </p:cNvPr>
          <p:cNvSpPr>
            <a:spLocks noGrp="1"/>
          </p:cNvSpPr>
          <p:nvPr>
            <p:ph type="body" sz="quarter" idx="13"/>
          </p:nvPr>
        </p:nvSpPr>
        <p:spPr>
          <a:xfrm>
            <a:off x="443922" y="1733108"/>
            <a:ext cx="5744228" cy="4348715"/>
          </a:xfrm>
        </p:spPr>
        <p:txBody>
          <a:bodyPr/>
          <a:lstStyle/>
          <a:p>
            <a:pPr marL="285750" indent="-285750">
              <a:buFont typeface="Arial" panose="020B0604020202020204" pitchFamily="34" charset="0"/>
              <a:buChar char="•"/>
            </a:pPr>
            <a:r>
              <a:rPr lang="en-GB" noProof="0" dirty="0"/>
              <a:t>Named anchors permit.</a:t>
            </a:r>
          </a:p>
          <a:p>
            <a:pPr marL="285750" indent="-285750">
              <a:buFont typeface="Arial" panose="020B0604020202020204" pitchFamily="34" charset="0"/>
              <a:buChar char="•"/>
            </a:pPr>
            <a:r>
              <a:rPr lang="en-GB" noProof="0" dirty="0"/>
              <a:t>Hyperlinks within a document.</a:t>
            </a:r>
          </a:p>
          <a:p>
            <a:pPr marL="285750" indent="-285750">
              <a:buFont typeface="Arial" panose="020B0604020202020204" pitchFamily="34" charset="0"/>
              <a:buChar char="•"/>
            </a:pPr>
            <a:r>
              <a:rPr lang="en-GB" noProof="0" dirty="0"/>
              <a:t>Hyperlinks from one document into any part of another.</a:t>
            </a:r>
          </a:p>
          <a:p>
            <a:pPr marL="285750" indent="-285750">
              <a:buFont typeface="Arial" panose="020B0604020202020204" pitchFamily="34" charset="0"/>
              <a:buChar char="•"/>
            </a:pPr>
            <a:r>
              <a:rPr lang="en-GB" noProof="0" dirty="0"/>
              <a:t>Use &lt;a id="</a:t>
            </a:r>
            <a:r>
              <a:rPr lang="en-GB" noProof="0" dirty="0" err="1"/>
              <a:t>AnchorName</a:t>
            </a:r>
            <a:r>
              <a:rPr lang="en-GB" noProof="0" dirty="0"/>
              <a:t>"&gt; to define.</a:t>
            </a:r>
          </a:p>
          <a:p>
            <a:pPr marL="285750" indent="-285750">
              <a:buFont typeface="Arial" panose="020B0604020202020204" pitchFamily="34" charset="0"/>
              <a:buChar char="•"/>
            </a:pPr>
            <a:r>
              <a:rPr lang="en-GB" noProof="0" dirty="0"/>
              <a:t>Name attribute is used as well as ID: &lt;a name="</a:t>
            </a:r>
            <a:r>
              <a:rPr lang="en-GB" noProof="0" dirty="0" err="1"/>
              <a:t>AnchorName</a:t>
            </a:r>
            <a:r>
              <a:rPr lang="en-GB" noProof="0" dirty="0"/>
              <a:t>"&gt; </a:t>
            </a:r>
          </a:p>
          <a:p>
            <a:pPr marL="285750" indent="-285750">
              <a:buFont typeface="Arial" panose="020B0604020202020204" pitchFamily="34" charset="0"/>
              <a:buChar char="•"/>
            </a:pPr>
            <a:r>
              <a:rPr lang="en-GB" noProof="0" dirty="0"/>
              <a:t>Use &lt;a </a:t>
            </a:r>
            <a:r>
              <a:rPr lang="en-GB" noProof="0" dirty="0" err="1"/>
              <a:t>href</a:t>
            </a:r>
            <a:r>
              <a:rPr lang="en-GB" noProof="0" dirty="0"/>
              <a:t>="</a:t>
            </a:r>
            <a:r>
              <a:rPr lang="en-GB" noProof="0" dirty="0" err="1"/>
              <a:t>TargetURL#AnchorName</a:t>
            </a:r>
            <a:r>
              <a:rPr lang="en-GB" noProof="0" dirty="0"/>
              <a:t>"&gt; to jump.</a:t>
            </a:r>
          </a:p>
          <a:p>
            <a:pPr marL="285750" indent="-285750">
              <a:buFont typeface="Arial" panose="020B0604020202020204" pitchFamily="34" charset="0"/>
              <a:buChar char="•"/>
            </a:pPr>
            <a:endParaRPr lang="en-GB" noProof="0" dirty="0"/>
          </a:p>
        </p:txBody>
      </p:sp>
      <p:sp>
        <p:nvSpPr>
          <p:cNvPr id="38916" name="Rectangle 4"/>
          <p:cNvSpPr>
            <a:spLocks noChangeArrowheads="1"/>
          </p:cNvSpPr>
          <p:nvPr/>
        </p:nvSpPr>
        <p:spPr bwMode="auto">
          <a:xfrm>
            <a:off x="6871165" y="1895178"/>
            <a:ext cx="4876335" cy="1619547"/>
          </a:xfrm>
          <a:prstGeom prst="rect">
            <a:avLst/>
          </a:prstGeom>
          <a:solidFill>
            <a:srgbClr val="FFD9FE"/>
          </a:solidFill>
          <a:ln w="12700" algn="ctr">
            <a:noFill/>
            <a:miter lim="800000"/>
            <a:headEnd/>
            <a:tailEnd/>
          </a:ln>
        </p:spPr>
        <p:txBody>
          <a:bodyPr>
            <a:spAutoFit/>
          </a:bodyPr>
          <a:lstStyle/>
          <a:p>
            <a:pPr marL="0" marR="0" lvl="0" indent="0" algn="l" defTabSz="739775" rtl="0" eaLnBrk="1" fontAlgn="auto" latinLnBrk="0" hangingPunct="1">
              <a:lnSpc>
                <a:spcPct val="100000"/>
              </a:lnSpc>
              <a:spcBef>
                <a:spcPct val="30000"/>
              </a:spcBef>
              <a:spcAft>
                <a:spcPts val="0"/>
              </a:spcAft>
              <a:buClrTx/>
              <a:buSzTx/>
              <a:buFontTx/>
              <a:buNone/>
              <a:tabLst/>
              <a:defRPr/>
            </a:pPr>
            <a: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&lt;a name="Start"&gt; … &lt;/a&gt;</a:t>
            </a:r>
          </a:p>
          <a:p>
            <a:pPr marL="0" marR="0" lvl="0" indent="0" algn="l" defTabSz="739775" rtl="0" eaLnBrk="1" fontAlgn="auto" latinLnBrk="0" hangingPunct="1">
              <a:lnSpc>
                <a:spcPct val="100000"/>
              </a:lnSpc>
              <a:spcBef>
                <a:spcPct val="30000"/>
              </a:spcBef>
              <a:spcAft>
                <a:spcPts val="0"/>
              </a:spcAft>
              <a:buClrTx/>
              <a:buSzTx/>
              <a:buFontTx/>
              <a:buNone/>
              <a:tabLst/>
              <a:defRPr/>
            </a:pPr>
            <a: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&lt;a </a:t>
            </a:r>
            <a:r>
              <a:rPr kumimoji="0" lang="en-GB" sz="16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href</a:t>
            </a:r>
            <a: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="http://www.qa.com#QAHTMLDEV"&gt;</a:t>
            </a:r>
          </a:p>
          <a:p>
            <a:pPr marL="0" marR="0" lvl="0" indent="0" algn="l" defTabSz="739775" rtl="0" eaLnBrk="1" fontAlgn="auto" latinLnBrk="0" hangingPunct="1">
              <a:lnSpc>
                <a:spcPct val="100000"/>
              </a:lnSpc>
              <a:spcBef>
                <a:spcPct val="30000"/>
              </a:spcBef>
              <a:spcAft>
                <a:spcPts val="0"/>
              </a:spcAft>
              <a:buClrTx/>
              <a:buSzTx/>
              <a:buFontTx/>
              <a:buNone/>
              <a:tabLst/>
              <a:defRPr/>
            </a:pPr>
            <a: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HTML for Programmers&lt;/a&gt;</a:t>
            </a:r>
          </a:p>
          <a:p>
            <a:pPr marL="0" marR="0" lvl="0" indent="0" algn="l" defTabSz="739775" rtl="0" eaLnBrk="1" fontAlgn="auto" latinLnBrk="0" hangingPunct="1">
              <a:lnSpc>
                <a:spcPct val="100000"/>
              </a:lnSpc>
              <a:spcBef>
                <a:spcPct val="30000"/>
              </a:spcBef>
              <a:spcAft>
                <a:spcPts val="0"/>
              </a:spcAft>
              <a:buClrTx/>
              <a:buSzTx/>
              <a:buFontTx/>
              <a:buNone/>
              <a:tabLst/>
              <a:defRPr/>
            </a:pPr>
            <a: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&lt;a </a:t>
            </a:r>
            <a:r>
              <a:rPr kumimoji="0" lang="en-GB" sz="16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href</a:t>
            </a:r>
            <a: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="#Start"&gt;</a:t>
            </a:r>
          </a:p>
          <a:p>
            <a:pPr marL="0" marR="0" lvl="0" indent="0" algn="l" defTabSz="739775" rtl="0" eaLnBrk="1" fontAlgn="auto" latinLnBrk="0" hangingPunct="1">
              <a:lnSpc>
                <a:spcPct val="100000"/>
              </a:lnSpc>
              <a:spcBef>
                <a:spcPct val="30000"/>
              </a:spcBef>
              <a:spcAft>
                <a:spcPts val="0"/>
              </a:spcAft>
              <a:buClrTx/>
              <a:buSzTx/>
              <a:buFontTx/>
              <a:buNone/>
              <a:tabLst/>
              <a:defRPr/>
            </a:pPr>
            <a: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Top of page&lt;/a&gt;</a:t>
            </a:r>
          </a:p>
        </p:txBody>
      </p:sp>
      <p:sp>
        <p:nvSpPr>
          <p:cNvPr id="38917" name="Rectangle 5"/>
          <p:cNvSpPr>
            <a:spLocks noChangeArrowheads="1"/>
          </p:cNvSpPr>
          <p:nvPr/>
        </p:nvSpPr>
        <p:spPr bwMode="auto">
          <a:xfrm>
            <a:off x="6924670" y="3736393"/>
            <a:ext cx="4822830" cy="979372"/>
          </a:xfrm>
          <a:prstGeom prst="rect">
            <a:avLst/>
          </a:prstGeom>
          <a:solidFill>
            <a:srgbClr val="FFD9FE"/>
          </a:solidFill>
          <a:ln w="12700" algn="ctr">
            <a:noFill/>
            <a:miter lim="800000"/>
            <a:headEnd/>
            <a:tailEnd/>
          </a:ln>
        </p:spPr>
        <p:txBody>
          <a:bodyPr wrap="square">
            <a:spAutoFit/>
          </a:bodyPr>
          <a:lstStyle/>
          <a:p>
            <a:pPr marL="0" marR="0" lvl="0" indent="0" algn="l" defTabSz="739775" rtl="0" eaLnBrk="1" fontAlgn="auto" latinLnBrk="0" hangingPunct="1">
              <a:lnSpc>
                <a:spcPct val="100000"/>
              </a:lnSpc>
              <a:spcBef>
                <a:spcPct val="30000"/>
              </a:spcBef>
              <a:spcAft>
                <a:spcPts val="0"/>
              </a:spcAft>
              <a:buClrTx/>
              <a:buSzTx/>
              <a:buFontTx/>
              <a:buNone/>
              <a:tabLst/>
              <a:defRPr/>
            </a:pPr>
            <a: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 ..</a:t>
            </a:r>
          </a:p>
          <a:p>
            <a:pPr marL="0" marR="0" lvl="0" indent="0" algn="l" defTabSz="739775" rtl="0" eaLnBrk="1" fontAlgn="auto" latinLnBrk="0" hangingPunct="1">
              <a:lnSpc>
                <a:spcPct val="100000"/>
              </a:lnSpc>
              <a:spcBef>
                <a:spcPct val="30000"/>
              </a:spcBef>
              <a:spcAft>
                <a:spcPts val="0"/>
              </a:spcAft>
              <a:buClrTx/>
              <a:buSzTx/>
              <a:buFontTx/>
              <a:buNone/>
              <a:tabLst/>
              <a:defRPr/>
            </a:pPr>
            <a: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&lt;a name="QAHTMLDEV"&gt;</a:t>
            </a:r>
          </a:p>
          <a:p>
            <a:pPr marL="0" marR="0" lvl="0" indent="0" algn="l" defTabSz="739775" rtl="0" eaLnBrk="1" fontAlgn="auto" latinLnBrk="0" hangingPunct="1">
              <a:lnSpc>
                <a:spcPct val="100000"/>
              </a:lnSpc>
              <a:spcBef>
                <a:spcPct val="30000"/>
              </a:spcBef>
              <a:spcAft>
                <a:spcPts val="0"/>
              </a:spcAft>
              <a:buClrTx/>
              <a:buSzTx/>
              <a:buFontTx/>
              <a:buNone/>
              <a:tabLst/>
              <a:defRPr/>
            </a:pPr>
            <a: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HTML for Programmers&lt;/a&gt;</a:t>
            </a:r>
          </a:p>
        </p:txBody>
      </p:sp>
      <p:sp>
        <p:nvSpPr>
          <p:cNvPr id="38918" name="Arc 6"/>
          <p:cNvSpPr>
            <a:spLocks/>
          </p:cNvSpPr>
          <p:nvPr/>
        </p:nvSpPr>
        <p:spPr bwMode="auto">
          <a:xfrm rot="10800000">
            <a:off x="6395311" y="2064818"/>
            <a:ext cx="385763" cy="990600"/>
          </a:xfrm>
          <a:custGeom>
            <a:avLst/>
            <a:gdLst>
              <a:gd name="T0" fmla="*/ 2147483646 w 21766"/>
              <a:gd name="T1" fmla="*/ 0 h 43200"/>
              <a:gd name="T2" fmla="*/ 0 w 21766"/>
              <a:gd name="T3" fmla="*/ 2147483646 h 43200"/>
              <a:gd name="T4" fmla="*/ 2147483646 w 21766"/>
              <a:gd name="T5" fmla="*/ 2147483646 h 43200"/>
              <a:gd name="T6" fmla="*/ 0 60000 65536"/>
              <a:gd name="T7" fmla="*/ 0 60000 65536"/>
              <a:gd name="T8" fmla="*/ 0 60000 65536"/>
              <a:gd name="T9" fmla="*/ 0 w 21766"/>
              <a:gd name="T10" fmla="*/ 0 h 43200"/>
              <a:gd name="T11" fmla="*/ 21766 w 21766"/>
              <a:gd name="T12" fmla="*/ 43200 h 43200"/>
            </a:gdLst>
            <a:ahLst/>
            <a:cxnLst>
              <a:cxn ang="T6">
                <a:pos x="T0" y="T1"/>
              </a:cxn>
              <a:cxn ang="T7">
                <a:pos x="T2" y="T3"/>
              </a:cxn>
              <a:cxn ang="T8">
                <a:pos x="T4" y="T5"/>
              </a:cxn>
            </a:cxnLst>
            <a:rect l="T9" t="T10" r="T11" b="T12"/>
            <a:pathLst>
              <a:path w="21766" h="43200" fill="none" extrusionOk="0">
                <a:moveTo>
                  <a:pt x="83" y="0"/>
                </a:moveTo>
                <a:cubicBezTo>
                  <a:pt x="110" y="0"/>
                  <a:pt x="138" y="0"/>
                  <a:pt x="166" y="0"/>
                </a:cubicBezTo>
                <a:cubicBezTo>
                  <a:pt x="12095" y="0"/>
                  <a:pt x="21766" y="9670"/>
                  <a:pt x="21766" y="21600"/>
                </a:cubicBezTo>
                <a:cubicBezTo>
                  <a:pt x="21766" y="33529"/>
                  <a:pt x="12095" y="43200"/>
                  <a:pt x="166" y="43200"/>
                </a:cubicBezTo>
                <a:cubicBezTo>
                  <a:pt x="110" y="43199"/>
                  <a:pt x="55" y="43199"/>
                  <a:pt x="-1" y="43199"/>
                </a:cubicBezTo>
              </a:path>
              <a:path w="21766" h="43200" stroke="0" extrusionOk="0">
                <a:moveTo>
                  <a:pt x="83" y="0"/>
                </a:moveTo>
                <a:cubicBezTo>
                  <a:pt x="110" y="0"/>
                  <a:pt x="138" y="0"/>
                  <a:pt x="166" y="0"/>
                </a:cubicBezTo>
                <a:cubicBezTo>
                  <a:pt x="12095" y="0"/>
                  <a:pt x="21766" y="9670"/>
                  <a:pt x="21766" y="21600"/>
                </a:cubicBezTo>
                <a:cubicBezTo>
                  <a:pt x="21766" y="33529"/>
                  <a:pt x="12095" y="43200"/>
                  <a:pt x="166" y="43200"/>
                </a:cubicBezTo>
                <a:cubicBezTo>
                  <a:pt x="110" y="43199"/>
                  <a:pt x="55" y="43199"/>
                  <a:pt x="-1" y="43199"/>
                </a:cubicBezTo>
                <a:lnTo>
                  <a:pt x="166" y="21600"/>
                </a:lnTo>
                <a:lnTo>
                  <a:pt x="83" y="0"/>
                </a:lnTo>
                <a:close/>
              </a:path>
            </a:pathLst>
          </a:custGeom>
          <a:noFill/>
          <a:ln w="12700" cap="rnd">
            <a:solidFill>
              <a:srgbClr val="FA3200"/>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rot="10800000"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38919" name="Arc 7"/>
          <p:cNvSpPr>
            <a:spLocks/>
          </p:cNvSpPr>
          <p:nvPr/>
        </p:nvSpPr>
        <p:spPr bwMode="auto">
          <a:xfrm rot="10800000" flipH="1">
            <a:off x="9309332" y="2494389"/>
            <a:ext cx="1960321" cy="1619546"/>
          </a:xfrm>
          <a:custGeom>
            <a:avLst/>
            <a:gdLst>
              <a:gd name="T0" fmla="*/ 2147483646 w 21600"/>
              <a:gd name="T1" fmla="*/ 2147483646 h 21517"/>
              <a:gd name="T2" fmla="*/ 0 w 21600"/>
              <a:gd name="T3" fmla="*/ 0 h 21517"/>
              <a:gd name="T4" fmla="*/ 2147483646 w 21600"/>
              <a:gd name="T5" fmla="*/ 2147483646 h 21517"/>
              <a:gd name="T6" fmla="*/ 0 60000 65536"/>
              <a:gd name="T7" fmla="*/ 0 60000 65536"/>
              <a:gd name="T8" fmla="*/ 0 60000 65536"/>
              <a:gd name="T9" fmla="*/ 0 w 21600"/>
              <a:gd name="T10" fmla="*/ 0 h 21517"/>
              <a:gd name="T11" fmla="*/ 21600 w 21600"/>
              <a:gd name="T12" fmla="*/ 21517 h 21517"/>
            </a:gdLst>
            <a:ahLst/>
            <a:cxnLst>
              <a:cxn ang="T6">
                <a:pos x="T0" y="T1"/>
              </a:cxn>
              <a:cxn ang="T7">
                <a:pos x="T2" y="T3"/>
              </a:cxn>
              <a:cxn ang="T8">
                <a:pos x="T4" y="T5"/>
              </a:cxn>
            </a:cxnLst>
            <a:rect l="T9" t="T10" r="T11" b="T12"/>
            <a:pathLst>
              <a:path w="21600" h="21517" fill="none" extrusionOk="0">
                <a:moveTo>
                  <a:pt x="18704" y="21517"/>
                </a:moveTo>
                <a:cubicBezTo>
                  <a:pt x="7992" y="20068"/>
                  <a:pt x="0" y="10922"/>
                  <a:pt x="0" y="112"/>
                </a:cubicBezTo>
                <a:cubicBezTo>
                  <a:pt x="0" y="74"/>
                  <a:pt x="0" y="37"/>
                  <a:pt x="0" y="0"/>
                </a:cubicBezTo>
              </a:path>
              <a:path w="21600" h="21517" stroke="0" extrusionOk="0">
                <a:moveTo>
                  <a:pt x="18704" y="21517"/>
                </a:moveTo>
                <a:cubicBezTo>
                  <a:pt x="7992" y="20068"/>
                  <a:pt x="0" y="10922"/>
                  <a:pt x="0" y="112"/>
                </a:cubicBezTo>
                <a:cubicBezTo>
                  <a:pt x="0" y="74"/>
                  <a:pt x="0" y="37"/>
                  <a:pt x="0" y="0"/>
                </a:cubicBezTo>
                <a:lnTo>
                  <a:pt x="21600" y="112"/>
                </a:lnTo>
                <a:lnTo>
                  <a:pt x="18704" y="21517"/>
                </a:lnTo>
                <a:close/>
              </a:path>
            </a:pathLst>
          </a:custGeom>
          <a:noFill/>
          <a:ln w="12700" cap="rnd">
            <a:solidFill>
              <a:srgbClr val="FA3200"/>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9" name="Slide Number Placeholder 5">
            <a:extLst>
              <a:ext uri="{FF2B5EF4-FFF2-40B4-BE49-F238E27FC236}">
                <a16:creationId xmlns:a16="http://schemas.microsoft.com/office/drawing/2014/main" id="{129E557E-20E6-E479-DE67-2C1DBB9AC36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43</a:t>
            </a:fld>
            <a:endParaRPr lang="en-GB" noProof="0" dirty="0"/>
          </a:p>
        </p:txBody>
      </p:sp>
    </p:spTree>
    <p:extLst>
      <p:ext uri="{BB962C8B-B14F-4D97-AF65-F5344CB8AC3E}">
        <p14:creationId xmlns:p14="http://schemas.microsoft.com/office/powerpoint/2010/main" val="13482047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ctrTitle"/>
          </p:nvPr>
        </p:nvSpPr>
        <p:spPr>
          <a:xfrm>
            <a:off x="443922" y="500194"/>
            <a:ext cx="11303577" cy="858985"/>
          </a:xfrm>
        </p:spPr>
        <p:txBody>
          <a:bodyPr>
            <a:normAutofit/>
          </a:bodyPr>
          <a:lstStyle/>
          <a:p>
            <a:r>
              <a:rPr lang="en-GB" noProof="0" dirty="0"/>
              <a:t>Relative and absolute URLs</a:t>
            </a:r>
          </a:p>
        </p:txBody>
      </p:sp>
      <p:sp>
        <p:nvSpPr>
          <p:cNvPr id="40963" name="Rectangle 4"/>
          <p:cNvSpPr>
            <a:spLocks noChangeArrowheads="1"/>
          </p:cNvSpPr>
          <p:nvPr/>
        </p:nvSpPr>
        <p:spPr bwMode="auto">
          <a:xfrm>
            <a:off x="2416175" y="2752966"/>
            <a:ext cx="7575550" cy="1089529"/>
          </a:xfrm>
          <a:prstGeom prst="rect">
            <a:avLst/>
          </a:prstGeom>
          <a:solidFill>
            <a:srgbClr val="FFD9FE"/>
          </a:solidFill>
          <a:ln w="12700" algn="ctr">
            <a:noFill/>
            <a:miter lim="800000"/>
            <a:headEnd/>
            <a:tailEnd/>
          </a:ln>
        </p:spPr>
        <p:txBody>
          <a:bodyPr wrap="square">
            <a:spAutoFit/>
          </a:bodyPr>
          <a:lstStyle/>
          <a:p>
            <a:pPr marL="0" marR="0" lvl="0" indent="0" algn="l" defTabSz="739775" rtl="0" eaLnBrk="1" fontAlgn="auto" latinLnBrk="0" hangingPunct="1">
              <a:lnSpc>
                <a:spcPct val="100000"/>
              </a:lnSpc>
              <a:spcBef>
                <a:spcPct val="30000"/>
              </a:spcBef>
              <a:spcAft>
                <a:spcPts val="0"/>
              </a:spcAft>
              <a:buClrTx/>
              <a:buSzTx/>
              <a:buFontTx/>
              <a:buNone/>
              <a:tabLst/>
              <a:defRPr/>
            </a:pPr>
            <a:r>
              <a:rPr kumimoji="0" lang="en-GB" sz="1800" b="1" i="0" u="none" strike="noStrike" kern="1200" cap="none" spc="0" normalizeH="0" baseline="0" noProof="0" dirty="0">
                <a:ln>
                  <a:noFill/>
                </a:ln>
                <a:solidFill>
                  <a:srgbClr val="FFDC57">
                    <a:lumMod val="50000"/>
                  </a:srgbClr>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 Relative pathname: find 'index.html' </a:t>
            </a:r>
          </a:p>
          <a:p>
            <a:pPr marL="0" marR="0" lvl="0" indent="0" algn="l" defTabSz="739775" rtl="0" eaLnBrk="1" fontAlgn="auto" latinLnBrk="0" hangingPunct="1">
              <a:lnSpc>
                <a:spcPct val="100000"/>
              </a:lnSpc>
              <a:spcBef>
                <a:spcPct val="30000"/>
              </a:spcBef>
              <a:spcAft>
                <a:spcPts val="0"/>
              </a:spcAft>
              <a:buClrTx/>
              <a:buSzTx/>
              <a:buFontTx/>
              <a:buNone/>
              <a:tabLst/>
              <a:defRPr/>
            </a:pPr>
            <a:r>
              <a:rPr kumimoji="0" lang="en-GB" sz="1800" b="1" i="0" u="none" strike="noStrike" kern="1200" cap="none" spc="0" normalizeH="0" baseline="0" noProof="0" dirty="0">
                <a:ln>
                  <a:noFill/>
                </a:ln>
                <a:solidFill>
                  <a:srgbClr val="FFDC57">
                    <a:lumMod val="50000"/>
                  </a:srgbClr>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relative to current page on this server --&gt;</a:t>
            </a:r>
          </a:p>
          <a:p>
            <a:pPr marL="0" marR="0" lvl="0" indent="0" algn="l" defTabSz="739775" rtl="0" eaLnBrk="1" fontAlgn="auto" latinLnBrk="0" hangingPunct="1">
              <a:lnSpc>
                <a:spcPct val="100000"/>
              </a:lnSpc>
              <a:spcBef>
                <a:spcPct val="3000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&lt;a </a:t>
            </a:r>
            <a:r>
              <a:rPr kumimoji="0" lang="en-GB" sz="18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href</a:t>
            </a: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="index.html"&gt;... &lt;/a&gt;</a:t>
            </a:r>
          </a:p>
        </p:txBody>
      </p:sp>
      <p:sp>
        <p:nvSpPr>
          <p:cNvPr id="40964" name="Rectangle 5"/>
          <p:cNvSpPr>
            <a:spLocks noChangeArrowheads="1"/>
          </p:cNvSpPr>
          <p:nvPr/>
        </p:nvSpPr>
        <p:spPr bwMode="auto">
          <a:xfrm>
            <a:off x="2416175" y="4188112"/>
            <a:ext cx="7575550" cy="2169825"/>
          </a:xfrm>
          <a:prstGeom prst="rect">
            <a:avLst/>
          </a:prstGeom>
          <a:solidFill>
            <a:srgbClr val="FFD9FE"/>
          </a:solidFill>
          <a:ln w="12700" algn="ctr">
            <a:noFill/>
            <a:miter lim="800000"/>
            <a:headEnd/>
            <a:tailEnd/>
          </a:ln>
        </p:spPr>
        <p:txBody>
          <a:bodyPr wrap="square">
            <a:spAutoFit/>
          </a:bodyPr>
          <a:lstStyle/>
          <a:p>
            <a:pPr marL="0" marR="0" lvl="0" indent="0" algn="l" defTabSz="739775" rtl="0" eaLnBrk="1" fontAlgn="auto" latinLnBrk="0" hangingPunct="1">
              <a:lnSpc>
                <a:spcPct val="100000"/>
              </a:lnSpc>
              <a:spcBef>
                <a:spcPct val="3000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&lt;base </a:t>
            </a:r>
            <a:r>
              <a:rPr kumimoji="0" lang="en-GB" sz="18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href</a:t>
            </a: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="http://www.myserver.com/backissues"&gt;</a:t>
            </a:r>
          </a:p>
          <a:p>
            <a:pPr marL="0" marR="0" lvl="0" indent="0" algn="l" defTabSz="739775" rtl="0" eaLnBrk="1" fontAlgn="auto" latinLnBrk="0" hangingPunct="1">
              <a:lnSpc>
                <a:spcPct val="100000"/>
              </a:lnSpc>
              <a:spcBef>
                <a:spcPct val="30000"/>
              </a:spcBef>
              <a:spcAft>
                <a:spcPts val="0"/>
              </a:spcAft>
              <a:buClrTx/>
              <a:buSzTx/>
              <a:buFontTx/>
              <a:buNone/>
              <a:tabLst/>
              <a:defRPr/>
            </a:pPr>
            <a:r>
              <a:rPr kumimoji="0" lang="en-GB" sz="1800" b="1" i="0" u="none" strike="noStrike" kern="1200" cap="none" spc="0" normalizeH="0" baseline="0" noProof="0" dirty="0">
                <a:ln>
                  <a:noFill/>
                </a:ln>
                <a:solidFill>
                  <a:srgbClr val="FFDC57">
                    <a:lumMod val="50000"/>
                  </a:srgbClr>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 This is a relative pathname, but is interpreted </a:t>
            </a:r>
          </a:p>
          <a:p>
            <a:pPr marL="0" marR="0" lvl="0" indent="0" algn="l" defTabSz="739775" rtl="0" eaLnBrk="1" fontAlgn="auto" latinLnBrk="0" hangingPunct="1">
              <a:lnSpc>
                <a:spcPct val="100000"/>
              </a:lnSpc>
              <a:spcBef>
                <a:spcPct val="30000"/>
              </a:spcBef>
              <a:spcAft>
                <a:spcPts val="0"/>
              </a:spcAft>
              <a:buClrTx/>
              <a:buSzTx/>
              <a:buFontTx/>
              <a:buNone/>
              <a:tabLst/>
              <a:defRPr/>
            </a:pPr>
            <a:r>
              <a:rPr kumimoji="0" lang="en-GB" sz="1800" b="1" i="0" u="none" strike="noStrike" kern="1200" cap="none" spc="0" normalizeH="0" baseline="0" noProof="0" dirty="0">
                <a:ln>
                  <a:noFill/>
                </a:ln>
                <a:solidFill>
                  <a:srgbClr val="FFDC57">
                    <a:lumMod val="50000"/>
                  </a:srgbClr>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relative to the setting in &lt;base&gt; above.</a:t>
            </a:r>
          </a:p>
          <a:p>
            <a:pPr marL="0" marR="0" lvl="0" indent="0" algn="l" defTabSz="739775" rtl="0" eaLnBrk="1" fontAlgn="auto" latinLnBrk="0" hangingPunct="1">
              <a:lnSpc>
                <a:spcPct val="100000"/>
              </a:lnSpc>
              <a:spcBef>
                <a:spcPct val="30000"/>
              </a:spcBef>
              <a:spcAft>
                <a:spcPts val="0"/>
              </a:spcAft>
              <a:buClrTx/>
              <a:buSzTx/>
              <a:buFontTx/>
              <a:buNone/>
              <a:tabLst/>
              <a:defRPr/>
            </a:pPr>
            <a:r>
              <a:rPr kumimoji="0" lang="en-GB" sz="1800" b="1" i="0" u="none" strike="noStrike" kern="1200" cap="none" spc="0" normalizeH="0" baseline="0" noProof="0" dirty="0">
                <a:ln>
                  <a:noFill/>
                </a:ln>
                <a:solidFill>
                  <a:srgbClr val="FFDC57">
                    <a:lumMod val="50000"/>
                  </a:srgbClr>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Therefore this relative URL always points to the</a:t>
            </a:r>
          </a:p>
          <a:p>
            <a:pPr marL="0" marR="0" lvl="0" indent="0" algn="l" defTabSz="739775" rtl="0" eaLnBrk="1" fontAlgn="auto" latinLnBrk="0" hangingPunct="1">
              <a:lnSpc>
                <a:spcPct val="100000"/>
              </a:lnSpc>
              <a:spcBef>
                <a:spcPct val="30000"/>
              </a:spcBef>
              <a:spcAft>
                <a:spcPts val="0"/>
              </a:spcAft>
              <a:buClrTx/>
              <a:buSzTx/>
              <a:buFontTx/>
              <a:buNone/>
              <a:tabLst/>
              <a:defRPr/>
            </a:pPr>
            <a:r>
              <a:rPr kumimoji="0" lang="en-GB" sz="1800" b="1" i="0" u="none" strike="noStrike" kern="1200" cap="none" spc="0" normalizeH="0" baseline="0" noProof="0" dirty="0">
                <a:ln>
                  <a:noFill/>
                </a:ln>
                <a:solidFill>
                  <a:srgbClr val="FFDC57">
                    <a:lumMod val="50000"/>
                  </a:srgbClr>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page on the server. --&gt;</a:t>
            </a:r>
            <a:endPar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endParaRPr>
          </a:p>
          <a:p>
            <a:pPr marL="0" marR="0" lvl="0" indent="0" algn="l" defTabSz="739775" rtl="0" eaLnBrk="1" fontAlgn="auto" latinLnBrk="0" hangingPunct="1">
              <a:lnSpc>
                <a:spcPct val="100000"/>
              </a:lnSpc>
              <a:spcBef>
                <a:spcPct val="3000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&lt;a </a:t>
            </a:r>
            <a:r>
              <a:rPr kumimoji="0" lang="en-GB" sz="18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href</a:t>
            </a: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="jan13.html"&gt;... &lt;/a&gt;</a:t>
            </a:r>
          </a:p>
        </p:txBody>
      </p:sp>
      <p:sp>
        <p:nvSpPr>
          <p:cNvPr id="40965" name="Rectangle 6"/>
          <p:cNvSpPr>
            <a:spLocks noChangeArrowheads="1"/>
          </p:cNvSpPr>
          <p:nvPr/>
        </p:nvSpPr>
        <p:spPr bwMode="auto">
          <a:xfrm>
            <a:off x="2416175" y="1677416"/>
            <a:ext cx="7575550" cy="729430"/>
          </a:xfrm>
          <a:prstGeom prst="rect">
            <a:avLst/>
          </a:prstGeom>
          <a:solidFill>
            <a:srgbClr val="FFD9FE"/>
          </a:solidFill>
          <a:ln w="12700" algn="ctr">
            <a:noFill/>
            <a:miter lim="800000"/>
            <a:headEnd/>
            <a:tailEnd/>
          </a:ln>
        </p:spPr>
        <p:txBody>
          <a:bodyPr wrap="square">
            <a:spAutoFit/>
          </a:bodyPr>
          <a:lstStyle/>
          <a:p>
            <a:pPr marL="0" marR="0" lvl="0" indent="0" algn="l" defTabSz="739775" rtl="0" eaLnBrk="1" fontAlgn="auto" latinLnBrk="0" hangingPunct="1">
              <a:lnSpc>
                <a:spcPct val="100000"/>
              </a:lnSpc>
              <a:spcBef>
                <a:spcPct val="30000"/>
              </a:spcBef>
              <a:spcAft>
                <a:spcPts val="0"/>
              </a:spcAft>
              <a:buClrTx/>
              <a:buSzTx/>
              <a:buFontTx/>
              <a:buNone/>
              <a:tabLst/>
              <a:defRPr/>
            </a:pPr>
            <a:r>
              <a:rPr kumimoji="0" lang="en-GB" sz="1800" b="1" i="0" u="none" strike="noStrike" kern="1200" cap="none" spc="0" normalizeH="0" baseline="0" noProof="0" dirty="0">
                <a:ln>
                  <a:noFill/>
                </a:ln>
                <a:solidFill>
                  <a:srgbClr val="FFDC57">
                    <a:lumMod val="50000"/>
                  </a:srgbClr>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 Absolute pathname --&gt;</a:t>
            </a:r>
          </a:p>
          <a:p>
            <a:pPr marL="0" marR="0" lvl="0" indent="0" algn="l" defTabSz="739775" rtl="0" eaLnBrk="1" fontAlgn="auto" latinLnBrk="0" hangingPunct="1">
              <a:lnSpc>
                <a:spcPct val="100000"/>
              </a:lnSpc>
              <a:spcBef>
                <a:spcPct val="3000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&lt;a </a:t>
            </a:r>
            <a:r>
              <a:rPr kumimoji="0" lang="en-GB" sz="18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href</a:t>
            </a: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="http://www.qa.com/index.html"&gt;... &lt;/a&gt;</a:t>
            </a:r>
          </a:p>
        </p:txBody>
      </p:sp>
      <p:sp>
        <p:nvSpPr>
          <p:cNvPr id="5" name="Slide Number Placeholder 5">
            <a:extLst>
              <a:ext uri="{FF2B5EF4-FFF2-40B4-BE49-F238E27FC236}">
                <a16:creationId xmlns:a16="http://schemas.microsoft.com/office/drawing/2014/main" id="{A0D0B361-7B8A-A297-4DD5-79FBCED7E168}"/>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44</a:t>
            </a:fld>
            <a:endParaRPr lang="en-GB" noProof="0" dirty="0"/>
          </a:p>
        </p:txBody>
      </p:sp>
    </p:spTree>
    <p:extLst>
      <p:ext uri="{BB962C8B-B14F-4D97-AF65-F5344CB8AC3E}">
        <p14:creationId xmlns:p14="http://schemas.microsoft.com/office/powerpoint/2010/main" val="39660380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ctrTitle"/>
          </p:nvPr>
        </p:nvSpPr>
        <p:spPr>
          <a:xfrm>
            <a:off x="443921" y="500194"/>
            <a:ext cx="10800000" cy="858985"/>
          </a:xfrm>
        </p:spPr>
        <p:txBody>
          <a:bodyPr>
            <a:normAutofit/>
          </a:bodyPr>
          <a:lstStyle/>
          <a:p>
            <a:r>
              <a:rPr lang="en-GB" noProof="0" dirty="0"/>
              <a:t>Hyperlink targeting</a:t>
            </a:r>
          </a:p>
        </p:txBody>
      </p:sp>
      <p:sp>
        <p:nvSpPr>
          <p:cNvPr id="7" name="Text Placeholder 6">
            <a:extLst>
              <a:ext uri="{FF2B5EF4-FFF2-40B4-BE49-F238E27FC236}">
                <a16:creationId xmlns:a16="http://schemas.microsoft.com/office/drawing/2014/main" id="{65841B5A-4166-B4E4-4A8B-A7286C528A5E}"/>
              </a:ext>
            </a:extLst>
          </p:cNvPr>
          <p:cNvSpPr>
            <a:spLocks noGrp="1"/>
          </p:cNvSpPr>
          <p:nvPr>
            <p:ph type="body" sz="quarter" idx="13"/>
          </p:nvPr>
        </p:nvSpPr>
        <p:spPr>
          <a:xfrm>
            <a:off x="443922" y="1733108"/>
            <a:ext cx="11404800" cy="4348715"/>
          </a:xfrm>
        </p:spPr>
        <p:txBody>
          <a:bodyPr/>
          <a:lstStyle/>
          <a:p>
            <a:pPr marL="0" marR="0" lvl="0" indent="0" algn="l" defTabSz="914400" rtl="0" eaLnBrk="1" fontAlgn="auto" latinLnBrk="0" hangingPunct="1">
              <a:spcAft>
                <a:spcPts val="0"/>
              </a:spcAft>
              <a:buClrTx/>
              <a:buSzTx/>
              <a:buFont typeface="Arial" panose="020B0604020202020204" pitchFamily="34" charset="0"/>
              <a:buNone/>
              <a:tabLst/>
              <a:defRPr/>
            </a:pPr>
            <a:r>
              <a:rPr kumimoji="0" lang="en-GB" b="0" i="0" u="none" strike="noStrike" kern="1200" cap="none" spc="0" normalizeH="0" baseline="0" noProof="0" dirty="0">
                <a:ln>
                  <a:noFill/>
                </a:ln>
                <a:solidFill>
                  <a:srgbClr val="0D0D0D"/>
                </a:solidFill>
                <a:effectLst/>
                <a:uLnTx/>
                <a:uFillTx/>
                <a:latin typeface="Figtree"/>
                <a:ea typeface="+mn-ea"/>
                <a:cs typeface="+mn-cs"/>
              </a:rPr>
              <a:t>The </a:t>
            </a:r>
            <a:r>
              <a:rPr kumimoji="0" lang="en-GB" b="1" i="0" u="none" strike="noStrike" kern="1200" cap="none" spc="0" normalizeH="0" baseline="0" noProof="0" dirty="0">
                <a:ln>
                  <a:noFill/>
                </a:ln>
                <a:solidFill>
                  <a:srgbClr val="0D0D0D"/>
                </a:solidFill>
                <a:effectLst/>
                <a:uLnTx/>
                <a:uFillTx/>
                <a:latin typeface="Courier New" panose="02070309020205020404" pitchFamily="49" charset="0"/>
                <a:ea typeface="+mn-ea"/>
                <a:cs typeface="Courier New" panose="02070309020205020404" pitchFamily="49" charset="0"/>
              </a:rPr>
              <a:t>target</a:t>
            </a:r>
            <a:r>
              <a:rPr kumimoji="0" lang="en-GB" b="0" i="0" u="none" strike="noStrike" kern="1200" cap="none" spc="0" normalizeH="0" baseline="0" noProof="0" dirty="0">
                <a:ln>
                  <a:noFill/>
                </a:ln>
                <a:solidFill>
                  <a:srgbClr val="0D0D0D"/>
                </a:solidFill>
                <a:effectLst/>
                <a:uLnTx/>
                <a:uFillTx/>
                <a:latin typeface="Figtree"/>
                <a:ea typeface="+mn-ea"/>
                <a:cs typeface="+mn-cs"/>
              </a:rPr>
              <a:t> attribute of a hyperlink tag can have one of these predefined values:</a:t>
            </a:r>
          </a:p>
          <a:p>
            <a:pPr marL="285750" marR="0" lvl="0" indent="-285750" algn="l" defTabSz="914400" rtl="0" eaLnBrk="1" fontAlgn="auto" latinLnBrk="0" hangingPunct="1">
              <a:spcAft>
                <a:spcPts val="0"/>
              </a:spcAft>
              <a:buClrTx/>
              <a:buSzTx/>
              <a:buFont typeface="Arial" panose="020B0604020202020204" pitchFamily="34" charset="0"/>
              <a:buChar char="•"/>
              <a:tabLst/>
              <a:defRPr/>
            </a:pPr>
            <a:r>
              <a:rPr kumimoji="0" lang="en-GB" b="1" i="0" u="none" strike="noStrike" kern="1200" cap="none" spc="0" normalizeH="0" baseline="0" noProof="0" dirty="0">
                <a:ln>
                  <a:noFill/>
                </a:ln>
                <a:solidFill>
                  <a:srgbClr val="0D0D0D"/>
                </a:solidFill>
                <a:effectLst/>
                <a:uLnTx/>
                <a:uFillTx/>
                <a:latin typeface="Courier New" panose="02070309020205020404" pitchFamily="49" charset="0"/>
                <a:ea typeface="+mn-ea"/>
                <a:cs typeface="Courier New" panose="02070309020205020404" pitchFamily="49" charset="0"/>
              </a:rPr>
              <a:t>_blank</a:t>
            </a:r>
            <a:r>
              <a:rPr lang="en-GB" noProof="0" dirty="0">
                <a:solidFill>
                  <a:srgbClr val="0D0D0D"/>
                </a:solidFill>
                <a:latin typeface="Figtree"/>
              </a:rPr>
              <a:t>: A </a:t>
            </a:r>
            <a:r>
              <a:rPr kumimoji="0" lang="en-GB" b="0" i="0" u="none" strike="noStrike" kern="1200" cap="none" spc="0" normalizeH="0" baseline="0" noProof="0" dirty="0">
                <a:ln>
                  <a:noFill/>
                </a:ln>
                <a:solidFill>
                  <a:srgbClr val="0D0D0D"/>
                </a:solidFill>
                <a:effectLst/>
                <a:uLnTx/>
                <a:uFillTx/>
                <a:latin typeface="Figtree"/>
                <a:ea typeface="+mn-ea"/>
                <a:cs typeface="+mn-cs"/>
              </a:rPr>
              <a:t>new blank window or new tab in a tabbed browser. </a:t>
            </a:r>
          </a:p>
          <a:p>
            <a:pPr marL="285750" lvl="0" indent="-285750">
              <a:buFont typeface="Arial" panose="020B0604020202020204" pitchFamily="34" charset="0"/>
              <a:buChar char="•"/>
              <a:defRPr/>
            </a:pPr>
            <a:r>
              <a:rPr kumimoji="0" lang="en-GB" b="1" i="0" u="none" strike="noStrike" kern="1200" cap="none" spc="0" normalizeH="0" baseline="0" noProof="0" dirty="0">
                <a:ln>
                  <a:noFill/>
                </a:ln>
                <a:solidFill>
                  <a:srgbClr val="0D0D0D"/>
                </a:solidFill>
                <a:effectLst/>
                <a:uLnTx/>
                <a:uFillTx/>
                <a:latin typeface="Courier New" panose="02070309020205020404" pitchFamily="49" charset="0"/>
                <a:ea typeface="+mn-ea"/>
                <a:cs typeface="Courier New" panose="02070309020205020404" pitchFamily="49" charset="0"/>
              </a:rPr>
              <a:t>_parent</a:t>
            </a:r>
            <a:r>
              <a:rPr lang="en-GB" noProof="0" dirty="0">
                <a:solidFill>
                  <a:srgbClr val="0D0D0D"/>
                </a:solidFill>
              </a:rPr>
              <a:t>: </a:t>
            </a:r>
            <a:r>
              <a:rPr kumimoji="0" lang="en-GB" b="0" i="0" u="none" strike="noStrike" kern="1200" cap="none" spc="0" normalizeH="0" baseline="0" noProof="0" dirty="0">
                <a:ln>
                  <a:noFill/>
                </a:ln>
                <a:solidFill>
                  <a:srgbClr val="0D0D0D"/>
                </a:solidFill>
                <a:effectLst/>
                <a:uLnTx/>
                <a:uFillTx/>
                <a:latin typeface="Figtree"/>
                <a:ea typeface="+mn-ea"/>
                <a:cs typeface="+mn-cs"/>
              </a:rPr>
              <a:t>Immediate parent of the document the link is in. </a:t>
            </a:r>
          </a:p>
          <a:p>
            <a:pPr marL="285750" lvl="0" indent="-285750">
              <a:buFont typeface="Arial" panose="020B0604020202020204" pitchFamily="34" charset="0"/>
              <a:buChar char="•"/>
              <a:defRPr/>
            </a:pPr>
            <a:r>
              <a:rPr kumimoji="0" lang="en-GB" b="1" i="0" u="none" strike="noStrike" kern="1200" cap="none" spc="0" normalizeH="0" baseline="0" noProof="0" dirty="0">
                <a:ln>
                  <a:noFill/>
                </a:ln>
                <a:solidFill>
                  <a:srgbClr val="0D0D0D"/>
                </a:solidFill>
                <a:effectLst/>
                <a:uLnTx/>
                <a:uFillTx/>
                <a:latin typeface="Courier New" panose="02070309020205020404" pitchFamily="49" charset="0"/>
                <a:ea typeface="+mn-ea"/>
                <a:cs typeface="Courier New" panose="02070309020205020404" pitchFamily="49" charset="0"/>
              </a:rPr>
              <a:t>_self</a:t>
            </a:r>
            <a:r>
              <a:rPr lang="en-GB" noProof="0" dirty="0">
                <a:solidFill>
                  <a:srgbClr val="0D0D0D"/>
                </a:solidFill>
              </a:rPr>
              <a:t>: </a:t>
            </a:r>
            <a:r>
              <a:rPr kumimoji="0" lang="en-GB" b="0" i="0" u="none" strike="noStrike" kern="1200" cap="none" spc="0" normalizeH="0" baseline="0" noProof="0" dirty="0">
                <a:ln>
                  <a:noFill/>
                </a:ln>
                <a:solidFill>
                  <a:srgbClr val="0D0D0D"/>
                </a:solidFill>
                <a:effectLst/>
                <a:uLnTx/>
                <a:uFillTx/>
                <a:latin typeface="Figtree"/>
                <a:ea typeface="+mn-ea"/>
                <a:cs typeface="+mn-cs"/>
              </a:rPr>
              <a:t>The same window the link was clicked in. </a:t>
            </a:r>
          </a:p>
          <a:p>
            <a:pPr marL="285750" lvl="0" indent="-285750">
              <a:buFont typeface="Arial" panose="020B0604020202020204" pitchFamily="34" charset="0"/>
              <a:buChar char="•"/>
              <a:defRPr/>
            </a:pPr>
            <a:r>
              <a:rPr kumimoji="0" lang="en-GB" b="1" i="0" u="none" strike="noStrike" kern="1200" cap="none" spc="0" normalizeH="0" baseline="0" noProof="0" dirty="0">
                <a:ln>
                  <a:noFill/>
                </a:ln>
                <a:solidFill>
                  <a:srgbClr val="0D0D0D"/>
                </a:solidFill>
                <a:effectLst/>
                <a:uLnTx/>
                <a:uFillTx/>
                <a:latin typeface="Courier New" panose="02070309020205020404" pitchFamily="49" charset="0"/>
                <a:ea typeface="+mn-ea"/>
                <a:cs typeface="Courier New" panose="02070309020205020404" pitchFamily="49" charset="0"/>
              </a:rPr>
              <a:t>_top</a:t>
            </a:r>
            <a:r>
              <a:rPr lang="en-GB" noProof="0" dirty="0">
                <a:solidFill>
                  <a:srgbClr val="0D0D0D"/>
                </a:solidFill>
              </a:rPr>
              <a:t>: </a:t>
            </a:r>
            <a:r>
              <a:rPr kumimoji="0" lang="en-GB" b="0" i="0" u="none" strike="noStrike" kern="1200" cap="none" spc="0" normalizeH="0" baseline="0" noProof="0" dirty="0">
                <a:ln>
                  <a:noFill/>
                </a:ln>
                <a:solidFill>
                  <a:srgbClr val="0D0D0D"/>
                </a:solidFill>
                <a:effectLst/>
                <a:uLnTx/>
                <a:uFillTx/>
                <a:latin typeface="Figtree"/>
                <a:ea typeface="+mn-ea"/>
                <a:cs typeface="+mn-cs"/>
              </a:rPr>
              <a:t>The full body of the window.</a:t>
            </a:r>
          </a:p>
          <a:p>
            <a:pPr marL="228600" marR="0" lvl="0" indent="-228600" algn="l" defTabSz="914400" rtl="0" eaLnBrk="1" fontAlgn="auto" latinLnBrk="0" hangingPunct="1">
              <a:spcAft>
                <a:spcPts val="0"/>
              </a:spcAft>
              <a:buClrTx/>
              <a:buSzTx/>
              <a:buFont typeface="Arial" panose="020B0604020202020204" pitchFamily="34" charset="0"/>
              <a:buChar char="•"/>
              <a:tabLst/>
              <a:defRPr/>
            </a:pPr>
            <a:endParaRPr kumimoji="0" lang="en-GB" b="0" i="0" u="none" strike="noStrike" kern="1200" cap="none" spc="0" normalizeH="0" baseline="0" noProof="0" dirty="0">
              <a:ln>
                <a:noFill/>
              </a:ln>
              <a:solidFill>
                <a:srgbClr val="0D0D0D"/>
              </a:solidFill>
              <a:effectLst/>
              <a:uLnTx/>
              <a:uFillTx/>
              <a:latin typeface="Figtree"/>
              <a:ea typeface="+mn-ea"/>
              <a:cs typeface="+mn-cs"/>
            </a:endParaRPr>
          </a:p>
          <a:p>
            <a:endParaRPr lang="en-GB" noProof="0" dirty="0"/>
          </a:p>
        </p:txBody>
      </p:sp>
      <p:sp>
        <p:nvSpPr>
          <p:cNvPr id="43012" name="Rectangle 4"/>
          <p:cNvSpPr>
            <a:spLocks noChangeArrowheads="1"/>
          </p:cNvSpPr>
          <p:nvPr/>
        </p:nvSpPr>
        <p:spPr bwMode="auto">
          <a:xfrm>
            <a:off x="2183556" y="4170289"/>
            <a:ext cx="7321650" cy="1600438"/>
          </a:xfrm>
          <a:prstGeom prst="rect">
            <a:avLst/>
          </a:prstGeom>
          <a:solidFill>
            <a:srgbClr val="FFD9FE"/>
          </a:solidFill>
          <a:ln w="12700" algn="ctr">
            <a:noFill/>
            <a:miter lim="800000"/>
            <a:headEnd/>
            <a:tailEnd/>
          </a:ln>
        </p:spPr>
        <p:txBody>
          <a:bodyPr wrap="square">
            <a:spAutoFit/>
          </a:bodyPr>
          <a:lstStyle/>
          <a:p>
            <a:pPr marL="0" marR="0" lvl="0" indent="0" algn="l" defTabSz="739775" rtl="0" eaLnBrk="1" fontAlgn="auto" latinLnBrk="0" hangingPunct="1">
              <a:lnSpc>
                <a:spcPct val="100000"/>
              </a:lnSpc>
              <a:spcBef>
                <a:spcPct val="3000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&lt;a </a:t>
            </a: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href</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="circont.htm" target="_parent"&gt;...&lt;/a&gt;</a:t>
            </a:r>
          </a:p>
          <a:p>
            <a:pPr marL="0" marR="0" lvl="0" indent="0" algn="l" defTabSz="739775" rtl="0" eaLnBrk="1" fontAlgn="auto" latinLnBrk="0" hangingPunct="1">
              <a:lnSpc>
                <a:spcPct val="100000"/>
              </a:lnSpc>
              <a:spcBef>
                <a:spcPct val="3000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&lt;a </a:t>
            </a: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href</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="circont.htm" target="_top"  &gt;...&lt;/a&gt;</a:t>
            </a:r>
          </a:p>
          <a:p>
            <a:pPr marL="0" marR="0" lvl="0" indent="0" algn="l" defTabSz="739775" rtl="0" eaLnBrk="1" fontAlgn="auto" latinLnBrk="0" hangingPunct="1">
              <a:lnSpc>
                <a:spcPct val="100000"/>
              </a:lnSpc>
              <a:spcBef>
                <a:spcPct val="3000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&lt;a </a:t>
            </a: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href</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="circont.htm" target="_blank" &gt;...&lt;/a&gt;</a:t>
            </a:r>
          </a:p>
          <a:p>
            <a:pPr marL="0" marR="0" lvl="0" indent="0" algn="l" defTabSz="739775" rtl="0" eaLnBrk="1" fontAlgn="auto" latinLnBrk="0" hangingPunct="1">
              <a:lnSpc>
                <a:spcPct val="100000"/>
              </a:lnSpc>
              <a:spcBef>
                <a:spcPct val="3000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&lt;a </a:t>
            </a: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href</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="circont.htm" target="_self" &gt;...&lt;/a&gt;</a:t>
            </a:r>
          </a:p>
        </p:txBody>
      </p:sp>
      <p:sp>
        <p:nvSpPr>
          <p:cNvPr id="8" name="Slide Number Placeholder 5">
            <a:extLst>
              <a:ext uri="{FF2B5EF4-FFF2-40B4-BE49-F238E27FC236}">
                <a16:creationId xmlns:a16="http://schemas.microsoft.com/office/drawing/2014/main" id="{621181D7-9B13-6C96-BD99-5552D331D067}"/>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45</a:t>
            </a:fld>
            <a:endParaRPr lang="en-GB" noProof="0" dirty="0"/>
          </a:p>
        </p:txBody>
      </p:sp>
    </p:spTree>
    <p:extLst>
      <p:ext uri="{BB962C8B-B14F-4D97-AF65-F5344CB8AC3E}">
        <p14:creationId xmlns:p14="http://schemas.microsoft.com/office/powerpoint/2010/main" val="17079847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0E952FEB-D69D-9541-9D47-0BE7ADE06ED0}"/>
              </a:ext>
            </a:extLst>
          </p:cNvPr>
          <p:cNvSpPr>
            <a:spLocks noGrp="1"/>
          </p:cNvSpPr>
          <p:nvPr>
            <p:ph type="body" sz="quarter" idx="13"/>
          </p:nvPr>
        </p:nvSpPr>
        <p:spPr>
          <a:xfrm>
            <a:off x="443921" y="1733108"/>
            <a:ext cx="11353683" cy="4348715"/>
          </a:xfrm>
        </p:spPr>
        <p:txBody>
          <a:bodyPr/>
          <a:lstStyle/>
          <a:p>
            <a:r>
              <a:rPr lang="en-GB" noProof="0" dirty="0"/>
              <a:t>Changing the scheme from </a:t>
            </a:r>
            <a:r>
              <a:rPr lang="en-GB" b="1" noProof="0" dirty="0">
                <a:latin typeface="Courier New" panose="02070309020205020404" pitchFamily="49" charset="0"/>
                <a:cs typeface="Courier New" panose="02070309020205020404" pitchFamily="49" charset="0"/>
              </a:rPr>
              <a:t>http://</a:t>
            </a:r>
            <a:r>
              <a:rPr lang="en-GB" noProof="0" dirty="0"/>
              <a:t> to </a:t>
            </a:r>
            <a:r>
              <a:rPr lang="en-GB" b="1" noProof="0" dirty="0">
                <a:latin typeface="Courier New" panose="02070309020205020404" pitchFamily="49" charset="0"/>
                <a:cs typeface="Courier New" panose="02070309020205020404" pitchFamily="49" charset="0"/>
              </a:rPr>
              <a:t>mailto:</a:t>
            </a:r>
            <a:r>
              <a:rPr lang="en-GB" noProof="0" dirty="0"/>
              <a:t> tells the browser to execute its default e-mail behaviour.</a:t>
            </a:r>
          </a:p>
          <a:p>
            <a:r>
              <a:rPr lang="en-GB" noProof="0" dirty="0"/>
              <a:t>This usually opens a new e-mail for composing.</a:t>
            </a:r>
          </a:p>
          <a:p>
            <a:endParaRPr lang="en-GB" noProof="0" dirty="0"/>
          </a:p>
          <a:p>
            <a:endParaRPr lang="en-GB" noProof="0" dirty="0"/>
          </a:p>
          <a:p>
            <a:r>
              <a:rPr lang="en-GB" noProof="0" dirty="0"/>
              <a:t>Can also append a subject:</a:t>
            </a:r>
          </a:p>
          <a:p>
            <a:endParaRPr lang="en-GB" noProof="0" dirty="0"/>
          </a:p>
          <a:p>
            <a:endParaRPr lang="en-GB" noProof="0" dirty="0"/>
          </a:p>
          <a:p>
            <a:r>
              <a:rPr lang="en-GB" noProof="0" dirty="0"/>
              <a:t>And even some content for the body of the e-mail:</a:t>
            </a:r>
          </a:p>
          <a:p>
            <a:endParaRPr lang="en-GB" noProof="0" dirty="0"/>
          </a:p>
          <a:p>
            <a:endParaRPr lang="en-GB" noProof="0" dirty="0"/>
          </a:p>
        </p:txBody>
      </p:sp>
      <p:sp>
        <p:nvSpPr>
          <p:cNvPr id="38914" name="Rectangle 2"/>
          <p:cNvSpPr>
            <a:spLocks noGrp="1" noChangeArrowheads="1"/>
          </p:cNvSpPr>
          <p:nvPr>
            <p:ph type="ctrTitle"/>
          </p:nvPr>
        </p:nvSpPr>
        <p:spPr>
          <a:xfrm>
            <a:off x="443921" y="500194"/>
            <a:ext cx="10800000" cy="858985"/>
          </a:xfrm>
        </p:spPr>
        <p:txBody>
          <a:bodyPr>
            <a:normAutofit/>
          </a:bodyPr>
          <a:lstStyle/>
          <a:p>
            <a:r>
              <a:rPr lang="en-GB" noProof="0" dirty="0"/>
              <a:t>Mailto: Links</a:t>
            </a:r>
          </a:p>
        </p:txBody>
      </p:sp>
      <p:sp>
        <p:nvSpPr>
          <p:cNvPr id="5" name="Rectangle 4"/>
          <p:cNvSpPr>
            <a:spLocks noChangeArrowheads="1"/>
          </p:cNvSpPr>
          <p:nvPr/>
        </p:nvSpPr>
        <p:spPr bwMode="auto">
          <a:xfrm>
            <a:off x="443921" y="2612149"/>
            <a:ext cx="11404799" cy="369332"/>
          </a:xfrm>
          <a:prstGeom prst="rect">
            <a:avLst/>
          </a:prstGeom>
          <a:solidFill>
            <a:srgbClr val="FFD9FE"/>
          </a:solidFill>
          <a:ln w="12700" algn="ctr">
            <a:noFill/>
            <a:miter lim="800000"/>
            <a:headEnd/>
            <a:tailEnd/>
          </a:ln>
        </p:spPr>
        <p:txBody>
          <a:bodyPr wrap="square">
            <a:spAutoFit/>
          </a:bodyPr>
          <a:lstStyle/>
          <a:p>
            <a:pPr marL="0" marR="0" lvl="0" indent="0" algn="l" defTabSz="739775" rtl="0" eaLnBrk="1" fontAlgn="auto" latinLnBrk="0" hangingPunct="1">
              <a:lnSpc>
                <a:spcPct val="100000"/>
              </a:lnSpc>
              <a:spcBef>
                <a:spcPct val="3000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&lt;a </a:t>
            </a:r>
            <a:r>
              <a:rPr kumimoji="0" lang="en-GB" sz="18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href</a:t>
            </a: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="mailto:instructor@qa.com"&gt;Contact Instructor&lt;/a&gt;</a:t>
            </a:r>
          </a:p>
        </p:txBody>
      </p:sp>
      <p:sp>
        <p:nvSpPr>
          <p:cNvPr id="6" name="Rectangle 5"/>
          <p:cNvSpPr>
            <a:spLocks noChangeArrowheads="1"/>
          </p:cNvSpPr>
          <p:nvPr/>
        </p:nvSpPr>
        <p:spPr bwMode="auto">
          <a:xfrm>
            <a:off x="443920" y="3769601"/>
            <a:ext cx="11404799" cy="646331"/>
          </a:xfrm>
          <a:prstGeom prst="rect">
            <a:avLst/>
          </a:prstGeom>
          <a:solidFill>
            <a:srgbClr val="FFD9FE"/>
          </a:solidFill>
          <a:ln w="12700" algn="ctr">
            <a:noFill/>
            <a:miter lim="800000"/>
            <a:headEnd/>
            <a:tailEnd/>
          </a:ln>
        </p:spPr>
        <p:txBody>
          <a:bodyPr wrap="square">
            <a:spAutoFit/>
          </a:bodyPr>
          <a:lstStyle/>
          <a:p>
            <a:pPr marL="0" marR="0" lvl="0" indent="0" algn="l" defTabSz="739775" rtl="0" eaLnBrk="1" fontAlgn="auto" latinLnBrk="0" hangingPunct="1">
              <a:lnSpc>
                <a:spcPct val="100000"/>
              </a:lnSpc>
              <a:spcBef>
                <a:spcPct val="3000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&lt;a </a:t>
            </a:r>
            <a:r>
              <a:rPr kumimoji="0" lang="en-GB" sz="18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href</a:t>
            </a: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="mailto:instructor@qa.com?subject=Hello Instructor"&gt;Contact Instructor&lt;/a&gt;</a:t>
            </a:r>
          </a:p>
        </p:txBody>
      </p:sp>
      <p:sp>
        <p:nvSpPr>
          <p:cNvPr id="7" name="Rectangle 6"/>
          <p:cNvSpPr>
            <a:spLocks noChangeArrowheads="1"/>
          </p:cNvSpPr>
          <p:nvPr/>
        </p:nvSpPr>
        <p:spPr bwMode="auto">
          <a:xfrm>
            <a:off x="443920" y="4979874"/>
            <a:ext cx="11404799" cy="646331"/>
          </a:xfrm>
          <a:prstGeom prst="rect">
            <a:avLst/>
          </a:prstGeom>
          <a:solidFill>
            <a:srgbClr val="FFD9FE"/>
          </a:solidFill>
          <a:ln w="12700" algn="ctr">
            <a:noFill/>
            <a:miter lim="800000"/>
            <a:headEnd/>
            <a:tailEnd/>
          </a:ln>
        </p:spPr>
        <p:txBody>
          <a:bodyPr wrap="square">
            <a:spAutoFit/>
          </a:bodyPr>
          <a:lstStyle/>
          <a:p>
            <a:pPr marL="0" marR="0" lvl="0" indent="0" algn="l" defTabSz="739775" rtl="0" eaLnBrk="1" fontAlgn="auto" latinLnBrk="0" hangingPunct="1">
              <a:lnSpc>
                <a:spcPct val="100000"/>
              </a:lnSpc>
              <a:spcBef>
                <a:spcPct val="3000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&lt;a </a:t>
            </a:r>
            <a:r>
              <a:rPr kumimoji="0" lang="en-GB" sz="18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href</a:t>
            </a: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="mailto:chris.bruford@qa.com?subject=Hello </a:t>
            </a:r>
            <a:r>
              <a:rPr kumimoji="0" lang="en-GB" sz="18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Instructor&amp;body</a:t>
            </a: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=Just dropping a line to say hello"&gt;Contact Instructor&lt;/a&gt;</a:t>
            </a:r>
          </a:p>
        </p:txBody>
      </p:sp>
      <p:sp>
        <p:nvSpPr>
          <p:cNvPr id="12" name="Slide Number Placeholder 5">
            <a:extLst>
              <a:ext uri="{FF2B5EF4-FFF2-40B4-BE49-F238E27FC236}">
                <a16:creationId xmlns:a16="http://schemas.microsoft.com/office/drawing/2014/main" id="{30548AA0-623F-21AF-895F-C153CDA2C7F3}"/>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46</a:t>
            </a:fld>
            <a:endParaRPr lang="en-GB" noProof="0" dirty="0"/>
          </a:p>
        </p:txBody>
      </p:sp>
    </p:spTree>
    <p:extLst>
      <p:ext uri="{BB962C8B-B14F-4D97-AF65-F5344CB8AC3E}">
        <p14:creationId xmlns:p14="http://schemas.microsoft.com/office/powerpoint/2010/main" val="203960403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3EB6C-8E2B-4C45-AD79-B7AD4A04B02C}"/>
              </a:ext>
            </a:extLst>
          </p:cNvPr>
          <p:cNvSpPr>
            <a:spLocks noGrp="1"/>
          </p:cNvSpPr>
          <p:nvPr>
            <p:ph type="ctrTitle"/>
          </p:nvPr>
        </p:nvSpPr>
        <p:spPr>
          <a:xfrm>
            <a:off x="443921" y="500194"/>
            <a:ext cx="6679721" cy="858985"/>
          </a:xfrm>
        </p:spPr>
        <p:txBody>
          <a:bodyPr>
            <a:normAutofit/>
          </a:bodyPr>
          <a:lstStyle/>
          <a:p>
            <a:r>
              <a:rPr lang="en-GB" noProof="0" dirty="0"/>
              <a:t>Quick lab 2: Hyperlinks</a:t>
            </a:r>
          </a:p>
        </p:txBody>
      </p:sp>
      <p:sp>
        <p:nvSpPr>
          <p:cNvPr id="3" name="Content Placeholder 2">
            <a:extLst>
              <a:ext uri="{FF2B5EF4-FFF2-40B4-BE49-F238E27FC236}">
                <a16:creationId xmlns:a16="http://schemas.microsoft.com/office/drawing/2014/main" id="{89563ABB-F1A8-0C4D-A107-EE47BABCCE6C}"/>
              </a:ext>
            </a:extLst>
          </p:cNvPr>
          <p:cNvSpPr>
            <a:spLocks noGrp="1"/>
          </p:cNvSpPr>
          <p:nvPr>
            <p:ph type="body" sz="quarter" idx="13"/>
          </p:nvPr>
        </p:nvSpPr>
        <p:spPr>
          <a:xfrm>
            <a:off x="443921" y="1733108"/>
            <a:ext cx="6679721" cy="4061405"/>
          </a:xfrm>
        </p:spPr>
        <p:txBody>
          <a:bodyPr lIns="91440" tIns="45720" rIns="91440" bIns="45720" anchor="t"/>
          <a:lstStyle/>
          <a:p>
            <a:r>
              <a:rPr lang="en-GB" noProof="0" dirty="0"/>
              <a:t>Use links to enable navigation between the pages of your profile website.</a:t>
            </a:r>
          </a:p>
        </p:txBody>
      </p:sp>
    </p:spTree>
    <p:extLst>
      <p:ext uri="{BB962C8B-B14F-4D97-AF65-F5344CB8AC3E}">
        <p14:creationId xmlns:p14="http://schemas.microsoft.com/office/powerpoint/2010/main" val="21920414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C0B6CDC-7F62-F64C-B0C6-88FF5B7B6FF7}"/>
              </a:ext>
            </a:extLst>
          </p:cNvPr>
          <p:cNvSpPr>
            <a:spLocks noGrp="1"/>
          </p:cNvSpPr>
          <p:nvPr>
            <p:ph type="ctrTitle"/>
          </p:nvPr>
        </p:nvSpPr>
        <p:spPr>
          <a:xfrm>
            <a:off x="473406" y="1118152"/>
            <a:ext cx="6777996" cy="1247916"/>
          </a:xfrm>
        </p:spPr>
        <p:txBody>
          <a:bodyPr/>
          <a:lstStyle/>
          <a:p>
            <a:r>
              <a:rPr lang="en-GB" noProof="0" dirty="0"/>
              <a:t>Images</a:t>
            </a:r>
          </a:p>
        </p:txBody>
      </p:sp>
      <p:sp>
        <p:nvSpPr>
          <p:cNvPr id="7" name="Subtitle 6">
            <a:extLst>
              <a:ext uri="{FF2B5EF4-FFF2-40B4-BE49-F238E27FC236}">
                <a16:creationId xmlns:a16="http://schemas.microsoft.com/office/drawing/2014/main" id="{70AA24CD-02B6-8D48-8CF1-7E92B707A7BB}"/>
              </a:ext>
            </a:extLst>
          </p:cNvPr>
          <p:cNvSpPr>
            <a:spLocks noGrp="1"/>
          </p:cNvSpPr>
          <p:nvPr>
            <p:ph type="subTitle" idx="1"/>
          </p:nvPr>
        </p:nvSpPr>
        <p:spPr>
          <a:xfrm>
            <a:off x="473406" y="2902689"/>
            <a:ext cx="6150678" cy="863600"/>
          </a:xfrm>
        </p:spPr>
        <p:txBody>
          <a:bodyPr/>
          <a:lstStyle/>
          <a:p>
            <a:r>
              <a:rPr lang="en-GB" noProof="0" dirty="0"/>
              <a:t>Basic HTML</a:t>
            </a:r>
          </a:p>
        </p:txBody>
      </p:sp>
    </p:spTree>
    <p:extLst>
      <p:ext uri="{BB962C8B-B14F-4D97-AF65-F5344CB8AC3E}">
        <p14:creationId xmlns:p14="http://schemas.microsoft.com/office/powerpoint/2010/main" val="119029047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8630C8-CDD7-C6C0-1CDE-96586F7DAA20}"/>
              </a:ext>
            </a:extLst>
          </p:cNvPr>
          <p:cNvSpPr>
            <a:spLocks noGrp="1"/>
          </p:cNvSpPr>
          <p:nvPr>
            <p:ph type="ctrTitle"/>
          </p:nvPr>
        </p:nvSpPr>
        <p:spPr/>
        <p:txBody>
          <a:bodyPr/>
          <a:lstStyle/>
          <a:p>
            <a:r>
              <a:rPr lang="en-GB" noProof="0" dirty="0"/>
              <a:t>Image file formats</a:t>
            </a:r>
          </a:p>
        </p:txBody>
      </p:sp>
      <p:sp>
        <p:nvSpPr>
          <p:cNvPr id="7" name="Text Placeholder 6">
            <a:extLst>
              <a:ext uri="{FF2B5EF4-FFF2-40B4-BE49-F238E27FC236}">
                <a16:creationId xmlns:a16="http://schemas.microsoft.com/office/drawing/2014/main" id="{F6CCE482-A941-8029-46BF-04D7B6CC9D45}"/>
              </a:ext>
            </a:extLst>
          </p:cNvPr>
          <p:cNvSpPr>
            <a:spLocks noGrp="1"/>
          </p:cNvSpPr>
          <p:nvPr>
            <p:ph type="body" sz="quarter" idx="13"/>
          </p:nvPr>
        </p:nvSpPr>
        <p:spPr>
          <a:xfrm>
            <a:off x="443922" y="1733108"/>
            <a:ext cx="6318828" cy="4348715"/>
          </a:xfrm>
        </p:spPr>
        <p:txBody>
          <a:bodyPr/>
          <a:lstStyle/>
          <a:p>
            <a:pPr marL="285750" indent="-285750">
              <a:buFont typeface="Arial" panose="020B0604020202020204" pitchFamily="34" charset="0"/>
              <a:buChar char="•"/>
            </a:pPr>
            <a:r>
              <a:rPr lang="en-GB" noProof="0" dirty="0"/>
              <a:t>A very large number of graphics file formats. </a:t>
            </a:r>
          </a:p>
          <a:p>
            <a:pPr marL="285750" indent="-285750">
              <a:buFont typeface="Arial" panose="020B0604020202020204" pitchFamily="34" charset="0"/>
              <a:buChar char="•"/>
            </a:pPr>
            <a:r>
              <a:rPr lang="en-GB" noProof="0" dirty="0"/>
              <a:t>BMP, GIF, PCX, JPEG, TIFF, CGM.</a:t>
            </a:r>
          </a:p>
          <a:p>
            <a:pPr marL="285750" indent="-285750">
              <a:buFont typeface="Arial" panose="020B0604020202020204" pitchFamily="34" charset="0"/>
              <a:buChar char="•"/>
            </a:pPr>
            <a:r>
              <a:rPr lang="en-GB" noProof="0" dirty="0"/>
              <a:t>Most browsers support a few well-known formats.</a:t>
            </a:r>
          </a:p>
          <a:p>
            <a:pPr marL="285750" indent="-285750">
              <a:buFont typeface="Arial" panose="020B0604020202020204" pitchFamily="34" charset="0"/>
              <a:buChar char="•"/>
            </a:pPr>
            <a:r>
              <a:rPr lang="en-GB" noProof="0" dirty="0"/>
              <a:t>GIF (graphics interchange format).</a:t>
            </a:r>
          </a:p>
          <a:p>
            <a:pPr marL="285750" indent="-285750">
              <a:buFont typeface="Arial" panose="020B0604020202020204" pitchFamily="34" charset="0"/>
              <a:buChar char="•"/>
            </a:pPr>
            <a:r>
              <a:rPr lang="en-GB" noProof="0" dirty="0"/>
              <a:t>JPEG (joint photographic experts group).</a:t>
            </a:r>
          </a:p>
          <a:p>
            <a:pPr marL="285750" indent="-285750">
              <a:buFont typeface="Arial" panose="020B0604020202020204" pitchFamily="34" charset="0"/>
              <a:buChar char="•"/>
            </a:pPr>
            <a:r>
              <a:rPr lang="en-GB" noProof="0" dirty="0"/>
              <a:t>Text-only browsers (for example, Lynx) ignore all images.</a:t>
            </a:r>
          </a:p>
          <a:p>
            <a:pPr marL="285750" indent="-285750">
              <a:buFont typeface="Arial" panose="020B0604020202020204" pitchFamily="34" charset="0"/>
              <a:buChar char="•"/>
            </a:pPr>
            <a:r>
              <a:rPr lang="en-GB" noProof="0" dirty="0"/>
              <a:t>Usually possible to disable images to reduce bandwidth.</a:t>
            </a:r>
          </a:p>
          <a:p>
            <a:pPr marL="285750" indent="-285750">
              <a:buFont typeface="Arial" panose="020B0604020202020204" pitchFamily="34" charset="0"/>
              <a:buChar char="•"/>
            </a:pPr>
            <a:r>
              <a:rPr lang="en-GB" noProof="0" dirty="0"/>
              <a:t>Some browsers support other image file formats.</a:t>
            </a:r>
          </a:p>
          <a:p>
            <a:pPr marL="285750" indent="-285750">
              <a:buFont typeface="Arial" panose="020B0604020202020204" pitchFamily="34" charset="0"/>
              <a:buChar char="•"/>
            </a:pPr>
            <a:r>
              <a:rPr lang="en-GB" noProof="0" dirty="0"/>
              <a:t>PNG (portable network graphics) format.</a:t>
            </a:r>
          </a:p>
          <a:p>
            <a:pPr marL="285750" indent="-285750">
              <a:buFont typeface="Arial" panose="020B0604020202020204" pitchFamily="34" charset="0"/>
              <a:buChar char="•"/>
            </a:pPr>
            <a:r>
              <a:rPr lang="en-GB" noProof="0" dirty="0" err="1"/>
              <a:t>WebP</a:t>
            </a:r>
            <a:r>
              <a:rPr lang="en-GB" noProof="0" dirty="0"/>
              <a:t> — modern image format that provides superior lossless and lossy compression.</a:t>
            </a:r>
          </a:p>
          <a:p>
            <a:pPr marL="285750" indent="-285750">
              <a:buFont typeface="Arial" panose="020B0604020202020204" pitchFamily="34" charset="0"/>
              <a:buChar char="•"/>
            </a:pPr>
            <a:endParaRPr lang="en-GB" noProof="0" dirty="0"/>
          </a:p>
        </p:txBody>
      </p:sp>
      <p:graphicFrame>
        <p:nvGraphicFramePr>
          <p:cNvPr id="10" name="Object 4">
            <a:extLst>
              <a:ext uri="{FF2B5EF4-FFF2-40B4-BE49-F238E27FC236}">
                <a16:creationId xmlns:a16="http://schemas.microsoft.com/office/drawing/2014/main" id="{89E8070B-598B-BC37-F36A-D87CEFA1341B}"/>
              </a:ext>
            </a:extLst>
          </p:cNvPr>
          <p:cNvGraphicFramePr>
            <a:graphicFrameLocks noGrp="1"/>
          </p:cNvGraphicFramePr>
          <p:nvPr>
            <p:ph sz="quarter" idx="4"/>
            <p:extLst>
              <p:ext uri="{D42A27DB-BD31-4B8C-83A1-F6EECF244321}">
                <p14:modId xmlns:p14="http://schemas.microsoft.com/office/powerpoint/2010/main" val="2167924435"/>
              </p:ext>
            </p:extLst>
          </p:nvPr>
        </p:nvGraphicFramePr>
        <p:xfrm>
          <a:off x="7596188" y="2300288"/>
          <a:ext cx="3659187" cy="3216275"/>
        </p:xfrm>
        <a:graphic>
          <a:graphicData uri="http://schemas.openxmlformats.org/presentationml/2006/ole">
            <mc:AlternateContent xmlns:mc="http://schemas.openxmlformats.org/markup-compatibility/2006">
              <mc:Choice xmlns:v="urn:schemas-microsoft-com:vml" Requires="v">
                <p:oleObj name="Clip" r:id="rId3" imgW="3658672" imgH="3215944" progId="MS_ClipArt_Gallery.2">
                  <p:embed/>
                </p:oleObj>
              </mc:Choice>
              <mc:Fallback>
                <p:oleObj name="Clip" r:id="rId3" imgW="3658672" imgH="3215944" progId="MS_ClipArt_Gallery.2">
                  <p:embed/>
                  <p:pic>
                    <p:nvPicPr>
                      <p:cNvPr id="10" name="Object 4">
                        <a:extLst>
                          <a:ext uri="{FF2B5EF4-FFF2-40B4-BE49-F238E27FC236}">
                            <a16:creationId xmlns:a16="http://schemas.microsoft.com/office/drawing/2014/main" id="{89E8070B-598B-BC37-F36A-D87CEFA1341B}"/>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96188" y="2300288"/>
                        <a:ext cx="3659187" cy="3216275"/>
                      </a:xfrm>
                      <a:prstGeom prst="rect">
                        <a:avLst/>
                      </a:prstGeom>
                      <a:noFill/>
                      <a:ln>
                        <a:noFill/>
                      </a:ln>
                      <a:effectLst>
                        <a:outerShdw dist="107763" dir="2700000" algn="ctr" rotWithShape="0">
                          <a:schemeClr val="bg2"/>
                        </a:outerShdw>
                      </a:effectLst>
                    </p:spPr>
                  </p:pic>
                </p:oleObj>
              </mc:Fallback>
            </mc:AlternateContent>
          </a:graphicData>
        </a:graphic>
      </p:graphicFrame>
      <p:sp>
        <p:nvSpPr>
          <p:cNvPr id="11" name="Slide Number Placeholder 5">
            <a:extLst>
              <a:ext uri="{FF2B5EF4-FFF2-40B4-BE49-F238E27FC236}">
                <a16:creationId xmlns:a16="http://schemas.microsoft.com/office/drawing/2014/main" id="{BFAF4685-B65A-347A-6FBF-0B59598E14B4}"/>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49</a:t>
            </a:fld>
            <a:endParaRPr lang="en-GB" noProof="0" dirty="0"/>
          </a:p>
        </p:txBody>
      </p:sp>
    </p:spTree>
    <p:extLst>
      <p:ext uri="{BB962C8B-B14F-4D97-AF65-F5344CB8AC3E}">
        <p14:creationId xmlns:p14="http://schemas.microsoft.com/office/powerpoint/2010/main" val="364527007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ctrTitle"/>
          </p:nvPr>
        </p:nvSpPr>
        <p:spPr>
          <a:xfrm>
            <a:off x="443922" y="500194"/>
            <a:ext cx="11303577" cy="858985"/>
          </a:xfrm>
        </p:spPr>
        <p:txBody>
          <a:bodyPr>
            <a:normAutofit/>
          </a:bodyPr>
          <a:lstStyle/>
          <a:p>
            <a:r>
              <a:rPr lang="en-GB" noProof="0" dirty="0"/>
              <a:t>Inline images: The &lt;</a:t>
            </a:r>
            <a:r>
              <a:rPr lang="en-GB" noProof="0" dirty="0" err="1"/>
              <a:t>img</a:t>
            </a:r>
            <a:r>
              <a:rPr lang="en-GB" noProof="0" dirty="0"/>
              <a:t>&gt; tag</a:t>
            </a:r>
          </a:p>
        </p:txBody>
      </p:sp>
      <p:sp>
        <p:nvSpPr>
          <p:cNvPr id="22531" name="Rectangle 4"/>
          <p:cNvSpPr>
            <a:spLocks noChangeArrowheads="1"/>
          </p:cNvSpPr>
          <p:nvPr/>
        </p:nvSpPr>
        <p:spPr bwMode="auto">
          <a:xfrm>
            <a:off x="487108" y="1897654"/>
            <a:ext cx="7795674" cy="4070987"/>
          </a:xfrm>
          <a:prstGeom prst="rect">
            <a:avLst/>
          </a:prstGeom>
          <a:solidFill>
            <a:schemeClr val="accent4">
              <a:lumMod val="20000"/>
              <a:lumOff val="80000"/>
            </a:schemeClr>
          </a:solidFill>
          <a:ln w="12700">
            <a:noFill/>
            <a:miter lim="800000"/>
            <a:headEnd/>
            <a:tailEnd/>
          </a:ln>
          <a:effectLst>
            <a:outerShdw dist="107763" dir="2700000" algn="ctr" rotWithShape="0">
              <a:schemeClr val="bg2"/>
            </a:outerShdw>
          </a:effectLst>
        </p:spPr>
        <p:txBody>
          <a:bodyPr wrap="square" lIns="92075" tIns="46038" rIns="92075" bIns="46038">
            <a:spAutoFit/>
          </a:bodyPr>
          <a:lstStyle>
            <a:lvl1pPr defTabSz="709613">
              <a:spcBef>
                <a:spcPct val="20000"/>
              </a:spcBef>
              <a:buClr>
                <a:srgbClr val="B8CCE4"/>
              </a:buClr>
              <a:buFont typeface="Wingdings" panose="05000000000000000000" pitchFamily="2" charset="2"/>
              <a:buChar char="§"/>
              <a:defRPr sz="2000" b="1">
                <a:solidFill>
                  <a:schemeClr val="tx1"/>
                </a:solidFill>
                <a:latin typeface="Arial" panose="020B0604020202020204" pitchFamily="34" charset="0"/>
                <a:cs typeface="Arial" panose="020B0604020202020204" pitchFamily="34" charset="0"/>
              </a:defRPr>
            </a:lvl1pPr>
            <a:lvl2pPr marL="742950" indent="-285750" defTabSz="709613">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2pPr>
            <a:lvl3pPr marL="1143000" indent="-228600" defTabSz="709613">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3pPr>
            <a:lvl4pPr marL="1600200" indent="-228600" defTabSz="709613">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defTabSz="709613">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defTabSz="709613"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defTabSz="709613"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defTabSz="709613"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defTabSz="709613"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709613" rtl="0" eaLnBrk="1" fontAlgn="auto" latinLnBrk="0" hangingPunct="1">
              <a:lnSpc>
                <a:spcPct val="90000"/>
              </a:lnSpc>
              <a:spcBef>
                <a:spcPct val="3000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&lt;html&gt;&lt;head&gt;&lt;title&gt;Success!&lt;/title&gt;&lt;/head&gt;</a:t>
            </a:r>
          </a:p>
          <a:p>
            <a:pPr marL="0" marR="0" lvl="0" indent="0" algn="l" defTabSz="709613" rtl="0" eaLnBrk="1" fontAlgn="auto" latinLnBrk="0" hangingPunct="1">
              <a:lnSpc>
                <a:spcPct val="90000"/>
              </a:lnSpc>
              <a:spcBef>
                <a:spcPct val="3000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&lt;body&gt;</a:t>
            </a:r>
          </a:p>
          <a:p>
            <a:pPr marL="0" marR="0" lvl="0" indent="0" algn="l" defTabSz="709613" rtl="0" eaLnBrk="1" fontAlgn="auto" latinLnBrk="0" hangingPunct="1">
              <a:lnSpc>
                <a:spcPct val="90000"/>
              </a:lnSpc>
              <a:spcBef>
                <a:spcPct val="3000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&lt;h1&gt;Well done!&lt;/h1&gt;</a:t>
            </a:r>
          </a:p>
          <a:p>
            <a:pPr marL="0" marR="0" lvl="0" indent="0" algn="l" defTabSz="709613" rtl="0" eaLnBrk="1" fontAlgn="auto" latinLnBrk="0" hangingPunct="1">
              <a:lnSpc>
                <a:spcPct val="90000"/>
              </a:lnSpc>
              <a:spcBef>
                <a:spcPct val="3000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Congratulations on completing your</a:t>
            </a:r>
          </a:p>
          <a:p>
            <a:pPr marL="0" marR="0" lvl="0" indent="0" algn="l" defTabSz="709613" rtl="0" eaLnBrk="1" fontAlgn="auto" latinLnBrk="0" hangingPunct="1">
              <a:lnSpc>
                <a:spcPct val="90000"/>
              </a:lnSpc>
              <a:spcBef>
                <a:spcPct val="3000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course with flying colours!&lt;</a:t>
            </a: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br</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/&gt;</a:t>
            </a:r>
          </a:p>
          <a:p>
            <a:pPr marL="0" marR="0" lvl="0" indent="0" algn="l" defTabSz="709613" rtl="0" eaLnBrk="1" fontAlgn="auto" latinLnBrk="0" hangingPunct="1">
              <a:lnSpc>
                <a:spcPct val="90000"/>
              </a:lnSpc>
              <a:spcBef>
                <a:spcPct val="30000"/>
              </a:spcBef>
              <a:spcAft>
                <a:spcPts val="0"/>
              </a:spcAft>
              <a:buClrTx/>
              <a:buSzTx/>
              <a:buFontTx/>
              <a:buNone/>
              <a:tabLst/>
              <a:defRPr/>
            </a:pPr>
            <a:r>
              <a:rPr kumimoji="0" lang="en-GB" sz="2000" b="1" i="0" u="none" strike="noStrike" kern="1200" cap="none" spc="0" normalizeH="0" baseline="0" noProof="0" dirty="0">
                <a:ln>
                  <a:noFill/>
                </a:ln>
                <a:solidFill>
                  <a:srgbClr val="6464C8"/>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a:t>
            </a:r>
            <a:r>
              <a:rPr kumimoji="0" lang="en-GB" sz="2000" b="1" i="0" u="none" strike="noStrike" kern="1200" cap="none" spc="0" normalizeH="0" baseline="0" noProof="0" dirty="0" err="1">
                <a:ln>
                  <a:noFill/>
                </a:ln>
                <a:solidFill>
                  <a:srgbClr val="6464C8"/>
                </a:solidFill>
                <a:effectLst/>
                <a:uLnTx/>
                <a:uFillTx/>
                <a:latin typeface="Source Code Pro" panose="020B0309030403020204" pitchFamily="49" charset="0"/>
                <a:ea typeface="Source Code Pro" panose="020B0309030403020204" pitchFamily="49" charset="0"/>
                <a:cs typeface="Courier New" panose="02070309020205020404" pitchFamily="49" charset="0"/>
              </a:rPr>
              <a:t>img</a:t>
            </a:r>
            <a:r>
              <a:rPr kumimoji="0" lang="en-GB" sz="2000" b="1" i="0" u="none" strike="noStrike" kern="1200" cap="none" spc="0" normalizeH="0" baseline="0" noProof="0" dirty="0">
                <a:ln>
                  <a:noFill/>
                </a:ln>
                <a:solidFill>
                  <a:srgbClr val="6464C8"/>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a:t>
            </a:r>
            <a:r>
              <a:rPr kumimoji="0" lang="en-GB" sz="2000" b="1" i="0" u="none" strike="noStrike" kern="1200" cap="none" spc="0" normalizeH="0" baseline="0" noProof="0" dirty="0" err="1">
                <a:ln>
                  <a:noFill/>
                </a:ln>
                <a:solidFill>
                  <a:srgbClr val="6464C8"/>
                </a:solidFill>
                <a:effectLst/>
                <a:uLnTx/>
                <a:uFillTx/>
                <a:latin typeface="Source Code Pro" panose="020B0309030403020204" pitchFamily="49" charset="0"/>
                <a:ea typeface="Source Code Pro" panose="020B0309030403020204" pitchFamily="49" charset="0"/>
                <a:cs typeface="Courier New" panose="02070309020205020404" pitchFamily="49" charset="0"/>
              </a:rPr>
              <a:t>src</a:t>
            </a:r>
            <a:r>
              <a:rPr kumimoji="0" lang="en-GB" sz="2000" b="1" i="0" u="none" strike="noStrike" kern="1200" cap="none" spc="0" normalizeH="0" baseline="0" noProof="0" dirty="0">
                <a:ln>
                  <a:noFill/>
                </a:ln>
                <a:solidFill>
                  <a:srgbClr val="6464C8"/>
                </a:solidFill>
                <a:effectLst/>
                <a:uLnTx/>
                <a:uFillTx/>
                <a:latin typeface="Source Code Pro" panose="020B0309030403020204" pitchFamily="49" charset="0"/>
                <a:ea typeface="Source Code Pro" panose="020B0309030403020204" pitchFamily="49" charset="0"/>
                <a:cs typeface="Courier New" panose="02070309020205020404" pitchFamily="49" charset="0"/>
              </a:rPr>
              <a:t>="scroll.gif" alt="Scroll" /&gt;</a:t>
            </a:r>
          </a:p>
          <a:p>
            <a:pPr marL="0" marR="0" lvl="0" indent="0" algn="l" defTabSz="709613" rtl="0" eaLnBrk="1" fontAlgn="auto" latinLnBrk="0" hangingPunct="1">
              <a:lnSpc>
                <a:spcPct val="90000"/>
              </a:lnSpc>
              <a:spcBef>
                <a:spcPct val="3000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a:t>
            </a: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br</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/&gt;</a:t>
            </a:r>
          </a:p>
          <a:p>
            <a:pPr marL="0" marR="0" lvl="0" indent="0" algn="l" defTabSz="709613" rtl="0" eaLnBrk="1" fontAlgn="auto" latinLnBrk="0" hangingPunct="1">
              <a:lnSpc>
                <a:spcPct val="90000"/>
              </a:lnSpc>
              <a:spcBef>
                <a:spcPct val="3000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We are confident that you won't find a </a:t>
            </a:r>
          </a:p>
          <a:p>
            <a:pPr marL="0" marR="0" lvl="0" indent="0" algn="l" defTabSz="709613" rtl="0" eaLnBrk="1" fontAlgn="auto" latinLnBrk="0" hangingPunct="1">
              <a:lnSpc>
                <a:spcPct val="90000"/>
              </a:lnSpc>
              <a:spcBef>
                <a:spcPct val="3000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better training agency anywhere.&lt;</a:t>
            </a: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br</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/&gt;</a:t>
            </a:r>
          </a:p>
          <a:p>
            <a:pPr marL="0" marR="0" lvl="0" indent="0" algn="l" defTabSz="709613" rtl="0" eaLnBrk="1" fontAlgn="auto" latinLnBrk="0" hangingPunct="1">
              <a:lnSpc>
                <a:spcPct val="90000"/>
              </a:lnSpc>
              <a:spcBef>
                <a:spcPct val="3000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&lt;/body&gt;</a:t>
            </a:r>
          </a:p>
          <a:p>
            <a:pPr marL="0" marR="0" lvl="0" indent="0" algn="l" defTabSz="709613" rtl="0" eaLnBrk="1" fontAlgn="auto" latinLnBrk="0" hangingPunct="1">
              <a:lnSpc>
                <a:spcPct val="90000"/>
              </a:lnSpc>
              <a:spcBef>
                <a:spcPct val="3000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&lt;/html&gt;</a:t>
            </a:r>
          </a:p>
        </p:txBody>
      </p:sp>
      <p:pic>
        <p:nvPicPr>
          <p:cNvPr id="22532" name="Picture 5"/>
          <p:cNvPicPr>
            <a:picLocks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7568479" y="3732120"/>
            <a:ext cx="3970998" cy="2451926"/>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22533" name="Rectangle 6"/>
          <p:cNvSpPr>
            <a:spLocks noChangeArrowheads="1"/>
          </p:cNvSpPr>
          <p:nvPr/>
        </p:nvSpPr>
        <p:spPr bwMode="auto">
          <a:xfrm>
            <a:off x="8431895" y="2440133"/>
            <a:ext cx="3482155" cy="646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defTabSz="762000">
              <a:spcBef>
                <a:spcPct val="20000"/>
              </a:spcBef>
              <a:buClr>
                <a:srgbClr val="B8CCE4"/>
              </a:buClr>
              <a:buFont typeface="Wingdings" panose="05000000000000000000" pitchFamily="2" charset="2"/>
              <a:buChar char="§"/>
              <a:defRPr sz="2000" b="1">
                <a:solidFill>
                  <a:schemeClr val="tx1"/>
                </a:solidFill>
                <a:latin typeface="Arial" panose="020B0604020202020204" pitchFamily="34" charset="0"/>
                <a:cs typeface="Arial" panose="020B0604020202020204" pitchFamily="34" charset="0"/>
              </a:defRPr>
            </a:lvl1pPr>
            <a:lvl2pPr marL="742950" indent="-285750" defTabSz="762000">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2pPr>
            <a:lvl3pPr marL="1143000" indent="-228600" defTabSz="762000">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3pPr>
            <a:lvl4pPr marL="1600200" indent="-228600" defTabSz="762000">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defTabSz="762000">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defTabSz="762000"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defTabSz="762000"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defTabSz="762000"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defTabSz="762000"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762000" rtl="0" eaLnBrk="1" fontAlgn="auto" latinLnBrk="0" hangingPunct="1">
              <a:lnSpc>
                <a:spcPct val="100000"/>
              </a:lnSpc>
              <a:spcBef>
                <a:spcPct val="0"/>
              </a:spcBef>
              <a:spcAft>
                <a:spcPts val="0"/>
              </a:spcAft>
              <a:buClrTx/>
              <a:buSzTx/>
              <a:buFontTx/>
              <a:buNone/>
              <a:tabLst/>
              <a:defRPr/>
            </a:pPr>
            <a:r>
              <a:rPr lang="en-GB" sz="1800" b="0" noProof="0" dirty="0">
                <a:latin typeface="+mn-lt"/>
                <a:cs typeface="+mn-cs"/>
              </a:rPr>
              <a:t>This text is shown when images are unavailable or disabled.</a:t>
            </a:r>
          </a:p>
        </p:txBody>
      </p:sp>
      <p:sp>
        <p:nvSpPr>
          <p:cNvPr id="22534" name="Line 7"/>
          <p:cNvSpPr>
            <a:spLocks noChangeShapeType="1"/>
          </p:cNvSpPr>
          <p:nvPr/>
        </p:nvSpPr>
        <p:spPr bwMode="auto">
          <a:xfrm flipH="1">
            <a:off x="6166265" y="2773178"/>
            <a:ext cx="2265628" cy="1004342"/>
          </a:xfrm>
          <a:prstGeom prst="line">
            <a:avLst/>
          </a:prstGeom>
          <a:noFill/>
          <a:ln w="12700">
            <a:solidFill>
              <a:srgbClr val="C80000"/>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6" name="Slide Number Placeholder 5">
            <a:extLst>
              <a:ext uri="{FF2B5EF4-FFF2-40B4-BE49-F238E27FC236}">
                <a16:creationId xmlns:a16="http://schemas.microsoft.com/office/drawing/2014/main" id="{8F2A6B4F-DEBE-D031-D9D9-7AF4AD4D418D}"/>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50</a:t>
            </a:fld>
            <a:endParaRPr lang="en-GB" noProof="0" dirty="0"/>
          </a:p>
        </p:txBody>
      </p:sp>
    </p:spTree>
    <p:extLst>
      <p:ext uri="{BB962C8B-B14F-4D97-AF65-F5344CB8AC3E}">
        <p14:creationId xmlns:p14="http://schemas.microsoft.com/office/powerpoint/2010/main" val="278758836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9D3212-F5DC-E657-0C4A-45BE053EFFE0}"/>
              </a:ext>
            </a:extLst>
          </p:cNvPr>
          <p:cNvSpPr>
            <a:spLocks noGrp="1"/>
          </p:cNvSpPr>
          <p:nvPr>
            <p:ph type="ctrTitle"/>
          </p:nvPr>
        </p:nvSpPr>
        <p:spPr>
          <a:xfrm>
            <a:off x="443921" y="500194"/>
            <a:ext cx="10800000" cy="858985"/>
          </a:xfrm>
        </p:spPr>
        <p:txBody>
          <a:bodyPr/>
          <a:lstStyle/>
          <a:p>
            <a:r>
              <a:rPr lang="en-GB" noProof="0" dirty="0"/>
              <a:t>Image height and width</a:t>
            </a:r>
          </a:p>
        </p:txBody>
      </p:sp>
      <p:sp>
        <p:nvSpPr>
          <p:cNvPr id="24580" name="Rectangle 4"/>
          <p:cNvSpPr>
            <a:spLocks noChangeArrowheads="1"/>
          </p:cNvSpPr>
          <p:nvPr/>
        </p:nvSpPr>
        <p:spPr bwMode="auto">
          <a:xfrm>
            <a:off x="6521326" y="2527105"/>
            <a:ext cx="5580000" cy="2003425"/>
          </a:xfrm>
          <a:prstGeom prst="rect">
            <a:avLst/>
          </a:prstGeom>
          <a:solidFill>
            <a:schemeClr val="accent4">
              <a:lumMod val="20000"/>
              <a:lumOff val="80000"/>
            </a:schemeClr>
          </a:solidFill>
          <a:ln w="12700">
            <a:noFill/>
            <a:miter lim="800000"/>
            <a:headEnd/>
            <a:tailEnd/>
          </a:ln>
          <a:effectLst>
            <a:outerShdw dist="107763" dir="2700000" algn="ctr" rotWithShape="0">
              <a:schemeClr val="bg2"/>
            </a:outerShdw>
          </a:effectLst>
        </p:spPr>
        <p:txBody>
          <a:bodyPr wrap="square" lIns="92075" tIns="46038" rIns="92075" bIns="46038">
            <a:spAutoFit/>
          </a:bodyPr>
          <a:lstStyle>
            <a:lvl1pPr defTabSz="709613">
              <a:spcBef>
                <a:spcPct val="20000"/>
              </a:spcBef>
              <a:buClr>
                <a:srgbClr val="B8CCE4"/>
              </a:buClr>
              <a:buFont typeface="Wingdings" panose="05000000000000000000" pitchFamily="2" charset="2"/>
              <a:buChar char="§"/>
              <a:defRPr sz="2000" b="1">
                <a:solidFill>
                  <a:schemeClr val="tx1"/>
                </a:solidFill>
                <a:latin typeface="Arial" panose="020B0604020202020204" pitchFamily="34" charset="0"/>
                <a:cs typeface="Arial" panose="020B0604020202020204" pitchFamily="34" charset="0"/>
              </a:defRPr>
            </a:lvl1pPr>
            <a:lvl2pPr marL="742950" indent="-285750" defTabSz="709613">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2pPr>
            <a:lvl3pPr marL="1143000" indent="-228600" defTabSz="709613">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3pPr>
            <a:lvl4pPr marL="1600200" indent="-228600" defTabSz="709613">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defTabSz="709613">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defTabSz="709613"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defTabSz="709613"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defTabSz="709613"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defTabSz="709613"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709613" rtl="0" eaLnBrk="1" fontAlgn="auto" latinLnBrk="0" hangingPunct="1">
              <a:lnSpc>
                <a:spcPct val="90000"/>
              </a:lnSpc>
              <a:spcBef>
                <a:spcPct val="30000"/>
              </a:spcBef>
              <a:spcAft>
                <a:spcPts val="0"/>
              </a:spcAft>
              <a:buClrTx/>
              <a:buSzTx/>
              <a:buFontTx/>
              <a:buNone/>
              <a:tabLst/>
              <a:defRPr/>
            </a:pPr>
            <a:r>
              <a:rPr kumimoji="0" lang="en-GB" sz="1800" b="1" i="0" u="none" strike="noStrike" kern="1200" cap="none" spc="0" normalizeH="0" baseline="0" noProof="0" dirty="0">
                <a:ln>
                  <a:noFill/>
                </a:ln>
                <a:solidFill>
                  <a:srgbClr val="FFDC57">
                    <a:lumMod val="50000"/>
                  </a:srgbClr>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 Force the image to be 100x100 --&gt;</a:t>
            </a:r>
          </a:p>
          <a:p>
            <a:pPr marL="0" marR="0" lvl="0" indent="0" algn="l" defTabSz="709613" rtl="0" eaLnBrk="1" fontAlgn="auto" latinLnBrk="0" hangingPunct="1">
              <a:lnSpc>
                <a:spcPct val="90000"/>
              </a:lnSpc>
              <a:spcBef>
                <a:spcPct val="3000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a:t>
            </a:r>
            <a:r>
              <a:rPr kumimoji="0" lang="en-GB" sz="18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img</a:t>
            </a: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a:t>
            </a:r>
          </a:p>
          <a:p>
            <a:pPr marL="0" marR="0" lvl="0" indent="0" algn="l" defTabSz="709613" rtl="0" eaLnBrk="1" fontAlgn="auto" latinLnBrk="0" hangingPunct="1">
              <a:lnSpc>
                <a:spcPct val="90000"/>
              </a:lnSpc>
              <a:spcBef>
                <a:spcPct val="3000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a:t>
            </a:r>
            <a:r>
              <a:rPr kumimoji="0" lang="en-GB" sz="18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src</a:t>
            </a: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="scroll.gif" </a:t>
            </a:r>
          </a:p>
          <a:p>
            <a:pPr marL="0" marR="0" lvl="0" indent="0" algn="l" defTabSz="709613" rtl="0" eaLnBrk="1" fontAlgn="auto" latinLnBrk="0" hangingPunct="1">
              <a:lnSpc>
                <a:spcPct val="90000"/>
              </a:lnSpc>
              <a:spcBef>
                <a:spcPct val="3000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alt="Scroll"</a:t>
            </a:r>
          </a:p>
          <a:p>
            <a:pPr marL="0" marR="0" lvl="0" indent="0" algn="l" defTabSz="709613" rtl="0" eaLnBrk="1" fontAlgn="auto" latinLnBrk="0" hangingPunct="1">
              <a:lnSpc>
                <a:spcPct val="90000"/>
              </a:lnSpc>
              <a:spcBef>
                <a:spcPct val="3000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a:t>
            </a:r>
            <a:r>
              <a:rPr kumimoji="0" lang="en-GB" sz="1800" b="1" i="0" u="none" strike="noStrike" kern="1200" cap="none" spc="0" normalizeH="0" baseline="0" noProof="0" dirty="0">
                <a:ln>
                  <a:noFill/>
                </a:ln>
                <a:solidFill>
                  <a:srgbClr val="6464C8"/>
                </a:solidFill>
                <a:effectLst/>
                <a:uLnTx/>
                <a:uFillTx/>
                <a:latin typeface="Source Code Pro" panose="020B0309030403020204" pitchFamily="49" charset="0"/>
                <a:ea typeface="Source Code Pro" panose="020B0309030403020204" pitchFamily="49" charset="0"/>
                <a:cs typeface="Courier New" panose="02070309020205020404" pitchFamily="49" charset="0"/>
              </a:rPr>
              <a:t>width="100"</a:t>
            </a:r>
          </a:p>
          <a:p>
            <a:pPr marL="0" marR="0" lvl="0" indent="0" algn="l" defTabSz="709613" rtl="0" eaLnBrk="1" fontAlgn="auto" latinLnBrk="0" hangingPunct="1">
              <a:lnSpc>
                <a:spcPct val="90000"/>
              </a:lnSpc>
              <a:spcBef>
                <a:spcPct val="30000"/>
              </a:spcBef>
              <a:spcAft>
                <a:spcPts val="0"/>
              </a:spcAft>
              <a:buClrTx/>
              <a:buSzTx/>
              <a:buFontTx/>
              <a:buNone/>
              <a:tabLst/>
              <a:defRPr/>
            </a:pPr>
            <a:r>
              <a:rPr kumimoji="0" lang="en-GB" sz="1800" b="1" i="0" u="none" strike="noStrike" kern="1200" cap="none" spc="0" normalizeH="0" baseline="0" noProof="0" dirty="0">
                <a:ln>
                  <a:noFill/>
                </a:ln>
                <a:solidFill>
                  <a:srgbClr val="6464C8"/>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height="100" </a:t>
            </a: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/&gt;</a:t>
            </a:r>
          </a:p>
        </p:txBody>
      </p:sp>
      <p:sp>
        <p:nvSpPr>
          <p:cNvPr id="9" name="Text Placeholder 8">
            <a:extLst>
              <a:ext uri="{FF2B5EF4-FFF2-40B4-BE49-F238E27FC236}">
                <a16:creationId xmlns:a16="http://schemas.microsoft.com/office/drawing/2014/main" id="{A1A3F398-A912-B7D8-FB5E-DE0C2DE8ECB1}"/>
              </a:ext>
            </a:extLst>
          </p:cNvPr>
          <p:cNvSpPr>
            <a:spLocks noGrp="1"/>
          </p:cNvSpPr>
          <p:nvPr>
            <p:ph type="body" sz="quarter" idx="13"/>
          </p:nvPr>
        </p:nvSpPr>
        <p:spPr/>
        <p:txBody>
          <a:bodyPr/>
          <a:lstStyle/>
          <a:p>
            <a:pPr marL="285750" indent="-285750">
              <a:buFont typeface="Arial" panose="020B0604020202020204" pitchFamily="34" charset="0"/>
              <a:buChar char="•"/>
            </a:pPr>
            <a:r>
              <a:rPr lang="en-GB" noProof="0" dirty="0"/>
              <a:t>A picture’s size is usually found from data in the file.</a:t>
            </a:r>
          </a:p>
          <a:p>
            <a:pPr marL="285750" indent="-285750">
              <a:buFont typeface="Arial" panose="020B0604020202020204" pitchFamily="34" charset="0"/>
              <a:buChar char="•"/>
            </a:pPr>
            <a:r>
              <a:rPr lang="en-GB" noProof="0" dirty="0"/>
              <a:t>Can change this with WIDTH and HEIGHT attributes.</a:t>
            </a:r>
          </a:p>
          <a:p>
            <a:pPr marL="285750" indent="-285750">
              <a:buFont typeface="Arial" panose="020B0604020202020204" pitchFamily="34" charset="0"/>
              <a:buChar char="•"/>
            </a:pPr>
            <a:r>
              <a:rPr lang="en-GB" noProof="0" dirty="0"/>
              <a:t>Do not use WIDTH and HEIGHT attributes to reduce the display size of an image.</a:t>
            </a:r>
          </a:p>
          <a:p>
            <a:pPr marL="285750" indent="-285750">
              <a:buFont typeface="Arial" panose="020B0604020202020204" pitchFamily="34" charset="0"/>
              <a:buChar char="•"/>
            </a:pPr>
            <a:r>
              <a:rPr lang="en-GB" noProof="0" dirty="0"/>
              <a:t>The browser will need to download the entire image.</a:t>
            </a:r>
          </a:p>
          <a:p>
            <a:pPr marL="285750" indent="-285750">
              <a:buFont typeface="Arial" panose="020B0604020202020204" pitchFamily="34" charset="0"/>
              <a:buChar char="•"/>
            </a:pPr>
            <a:endParaRPr lang="en-GB" noProof="0" dirty="0"/>
          </a:p>
        </p:txBody>
      </p:sp>
      <p:sp>
        <p:nvSpPr>
          <p:cNvPr id="10" name="Slide Number Placeholder 5">
            <a:extLst>
              <a:ext uri="{FF2B5EF4-FFF2-40B4-BE49-F238E27FC236}">
                <a16:creationId xmlns:a16="http://schemas.microsoft.com/office/drawing/2014/main" id="{9B759AA2-3787-10E3-E19B-9925DC21BEE7}"/>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51</a:t>
            </a:fld>
            <a:endParaRPr lang="en-GB" noProof="0" dirty="0"/>
          </a:p>
        </p:txBody>
      </p:sp>
    </p:spTree>
    <p:extLst>
      <p:ext uri="{BB962C8B-B14F-4D97-AF65-F5344CB8AC3E}">
        <p14:creationId xmlns:p14="http://schemas.microsoft.com/office/powerpoint/2010/main" val="252265286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ctrTitle"/>
          </p:nvPr>
        </p:nvSpPr>
        <p:spPr>
          <a:xfrm>
            <a:off x="443921" y="500194"/>
            <a:ext cx="10800000" cy="858985"/>
          </a:xfrm>
        </p:spPr>
        <p:txBody>
          <a:bodyPr>
            <a:normAutofit/>
          </a:bodyPr>
          <a:lstStyle/>
          <a:p>
            <a:r>
              <a:rPr lang="en-GB" noProof="0" dirty="0"/>
              <a:t>Graphical hyperlinks</a:t>
            </a:r>
          </a:p>
        </p:txBody>
      </p:sp>
      <p:sp>
        <p:nvSpPr>
          <p:cNvPr id="9" name="Text Placeholder 8">
            <a:extLst>
              <a:ext uri="{FF2B5EF4-FFF2-40B4-BE49-F238E27FC236}">
                <a16:creationId xmlns:a16="http://schemas.microsoft.com/office/drawing/2014/main" id="{AA797758-344B-7CD6-5D42-7BF8A7BFCBF0}"/>
              </a:ext>
            </a:extLst>
          </p:cNvPr>
          <p:cNvSpPr>
            <a:spLocks noGrp="1"/>
          </p:cNvSpPr>
          <p:nvPr>
            <p:ph type="body" sz="quarter" idx="13"/>
          </p:nvPr>
        </p:nvSpPr>
        <p:spPr>
          <a:xfrm>
            <a:off x="443922" y="1733108"/>
            <a:ext cx="8700078" cy="4348715"/>
          </a:xfrm>
        </p:spPr>
        <p:txBody>
          <a:bodyPr/>
          <a:lstStyle/>
          <a:p>
            <a:pPr lvl="0">
              <a:lnSpc>
                <a:spcPct val="90000"/>
              </a:lnSpc>
              <a:spcBef>
                <a:spcPct val="30000"/>
              </a:spcBef>
              <a:defRPr/>
            </a:pPr>
            <a:r>
              <a:rPr lang="en-GB" sz="1600" b="1" noProof="0" dirty="0">
                <a:solidFill>
                  <a:srgbClr val="0D0D0D"/>
                </a:solidFill>
                <a:latin typeface="Source Code Pro" panose="020B0309030403020204" pitchFamily="49" charset="0"/>
                <a:ea typeface="Source Code Pro" panose="020B0309030403020204" pitchFamily="49" charset="0"/>
                <a:cs typeface="Courier New" panose="02070309020205020404" pitchFamily="49" charset="0"/>
              </a:rPr>
              <a:t>&lt;html&gt;</a:t>
            </a:r>
          </a:p>
          <a:p>
            <a:pPr lvl="0">
              <a:lnSpc>
                <a:spcPct val="90000"/>
              </a:lnSpc>
              <a:spcBef>
                <a:spcPct val="30000"/>
              </a:spcBef>
              <a:defRPr/>
            </a:pPr>
            <a:r>
              <a:rPr lang="en-GB" sz="1600" b="1" noProof="0" dirty="0">
                <a:solidFill>
                  <a:srgbClr val="0D0D0D"/>
                </a:solidFill>
                <a:latin typeface="Source Code Pro" panose="020B0309030403020204" pitchFamily="49" charset="0"/>
                <a:ea typeface="Source Code Pro" panose="020B0309030403020204" pitchFamily="49" charset="0"/>
                <a:cs typeface="Courier New" panose="02070309020205020404" pitchFamily="49" charset="0"/>
              </a:rPr>
              <a:t>	&lt;head&gt;&lt;title&gt;Graphical links&lt;/title&gt;</a:t>
            </a:r>
          </a:p>
          <a:p>
            <a:pPr lvl="0">
              <a:lnSpc>
                <a:spcPct val="90000"/>
              </a:lnSpc>
              <a:spcBef>
                <a:spcPct val="30000"/>
              </a:spcBef>
              <a:defRPr/>
            </a:pPr>
            <a:r>
              <a:rPr lang="en-GB" sz="1600" b="1" noProof="0" dirty="0">
                <a:solidFill>
                  <a:srgbClr val="0D0D0D"/>
                </a:solidFill>
                <a:latin typeface="Source Code Pro" panose="020B0309030403020204" pitchFamily="49" charset="0"/>
                <a:ea typeface="Source Code Pro" panose="020B0309030403020204" pitchFamily="49" charset="0"/>
                <a:cs typeface="Courier New" panose="02070309020205020404" pitchFamily="49" charset="0"/>
              </a:rPr>
              <a:t>&lt;/head&gt;</a:t>
            </a:r>
          </a:p>
          <a:p>
            <a:pPr lvl="0">
              <a:lnSpc>
                <a:spcPct val="90000"/>
              </a:lnSpc>
              <a:spcBef>
                <a:spcPct val="30000"/>
              </a:spcBef>
              <a:defRPr/>
            </a:pPr>
            <a:r>
              <a:rPr lang="en-GB" sz="1600" b="1" noProof="0" dirty="0">
                <a:solidFill>
                  <a:srgbClr val="0D0D0D"/>
                </a:solidFill>
                <a:latin typeface="Source Code Pro" panose="020B0309030403020204" pitchFamily="49" charset="0"/>
                <a:ea typeface="Source Code Pro" panose="020B0309030403020204" pitchFamily="49" charset="0"/>
                <a:cs typeface="Courier New" panose="02070309020205020404" pitchFamily="49" charset="0"/>
              </a:rPr>
              <a:t>&lt;body&gt;</a:t>
            </a:r>
          </a:p>
          <a:p>
            <a:pPr lvl="0">
              <a:lnSpc>
                <a:spcPct val="90000"/>
              </a:lnSpc>
              <a:spcBef>
                <a:spcPct val="30000"/>
              </a:spcBef>
              <a:defRPr/>
            </a:pPr>
            <a:r>
              <a:rPr lang="en-GB" sz="1600" b="1" noProof="0" dirty="0">
                <a:solidFill>
                  <a:srgbClr val="0D0D0D"/>
                </a:solidFill>
                <a:latin typeface="Source Code Pro" panose="020B0309030403020204" pitchFamily="49" charset="0"/>
                <a:ea typeface="Source Code Pro" panose="020B0309030403020204" pitchFamily="49" charset="0"/>
                <a:cs typeface="Courier New" panose="02070309020205020404" pitchFamily="49" charset="0"/>
              </a:rPr>
              <a:t>	&lt;p&gt;</a:t>
            </a:r>
          </a:p>
          <a:p>
            <a:pPr marL="457200" lvl="1" indent="0">
              <a:spcBef>
                <a:spcPct val="30000"/>
              </a:spcBef>
              <a:buNone/>
              <a:defRPr/>
            </a:pPr>
            <a:r>
              <a:rPr lang="en-GB" sz="1600" b="1" noProof="0" dirty="0">
                <a:solidFill>
                  <a:srgbClr val="0D0D0D"/>
                </a:solidFill>
                <a:latin typeface="Source Code Pro" panose="020B0309030403020204" pitchFamily="49" charset="0"/>
                <a:ea typeface="Source Code Pro" panose="020B0309030403020204" pitchFamily="49" charset="0"/>
                <a:cs typeface="Courier New" panose="02070309020205020404" pitchFamily="49" charset="0"/>
              </a:rPr>
              <a:t>&lt;a </a:t>
            </a:r>
            <a:r>
              <a:rPr lang="en-GB" sz="1600" b="1" noProof="0" dirty="0" err="1">
                <a:solidFill>
                  <a:srgbClr val="0D0D0D"/>
                </a:solidFill>
                <a:latin typeface="Source Code Pro" panose="020B0309030403020204" pitchFamily="49" charset="0"/>
                <a:ea typeface="Source Code Pro" panose="020B0309030403020204" pitchFamily="49" charset="0"/>
                <a:cs typeface="Courier New" panose="02070309020205020404" pitchFamily="49" charset="0"/>
              </a:rPr>
              <a:t>href</a:t>
            </a:r>
            <a:r>
              <a:rPr lang="en-GB" sz="1600" b="1" noProof="0" dirty="0">
                <a:solidFill>
                  <a:srgbClr val="0D0D0D"/>
                </a:solidFill>
                <a:latin typeface="Source Code Pro" panose="020B0309030403020204" pitchFamily="49" charset="0"/>
                <a:ea typeface="Source Code Pro" panose="020B0309030403020204" pitchFamily="49" charset="0"/>
                <a:cs typeface="Courier New" panose="02070309020205020404" pitchFamily="49" charset="0"/>
              </a:rPr>
              <a:t>="http://www.microsoft.com"&gt;Microsoft home page&lt;/a&gt;</a:t>
            </a:r>
          </a:p>
          <a:p>
            <a:pPr marL="457200" lvl="1" indent="0">
              <a:spcBef>
                <a:spcPct val="30000"/>
              </a:spcBef>
              <a:buNone/>
              <a:defRPr/>
            </a:pPr>
            <a:r>
              <a:rPr lang="en-GB" sz="1600" b="1" noProof="0" dirty="0">
                <a:solidFill>
                  <a:srgbClr val="0D0D0D"/>
                </a:solidFill>
                <a:latin typeface="Source Code Pro" panose="020B0309030403020204" pitchFamily="49" charset="0"/>
                <a:ea typeface="Source Code Pro" panose="020B0309030403020204" pitchFamily="49" charset="0"/>
                <a:cs typeface="Courier New" panose="02070309020205020404" pitchFamily="49" charset="0"/>
              </a:rPr>
              <a:t>&lt;</a:t>
            </a:r>
            <a:r>
              <a:rPr lang="en-GB" sz="1600" b="1" noProof="0" dirty="0" err="1">
                <a:solidFill>
                  <a:srgbClr val="0D0D0D"/>
                </a:solidFill>
                <a:latin typeface="Source Code Pro" panose="020B0309030403020204" pitchFamily="49" charset="0"/>
                <a:ea typeface="Source Code Pro" panose="020B0309030403020204" pitchFamily="49" charset="0"/>
                <a:cs typeface="Courier New" panose="02070309020205020404" pitchFamily="49" charset="0"/>
              </a:rPr>
              <a:t>br</a:t>
            </a:r>
            <a:r>
              <a:rPr lang="en-GB" sz="1600" b="1" noProof="0" dirty="0">
                <a:solidFill>
                  <a:srgbClr val="0D0D0D"/>
                </a:solidFill>
                <a:latin typeface="Source Code Pro" panose="020B0309030403020204" pitchFamily="49" charset="0"/>
                <a:ea typeface="Source Code Pro" panose="020B0309030403020204" pitchFamily="49" charset="0"/>
                <a:cs typeface="Courier New" panose="02070309020205020404" pitchFamily="49" charset="0"/>
              </a:rPr>
              <a:t>/&gt;</a:t>
            </a:r>
          </a:p>
          <a:p>
            <a:pPr marL="457200" lvl="1" indent="0">
              <a:spcBef>
                <a:spcPct val="30000"/>
              </a:spcBef>
              <a:buNone/>
              <a:defRPr/>
            </a:pPr>
            <a:r>
              <a:rPr lang="en-GB" sz="1600" b="1" noProof="0" dirty="0">
                <a:solidFill>
                  <a:srgbClr val="0D0D0D"/>
                </a:solidFill>
                <a:latin typeface="Source Code Pro" panose="020B0309030403020204" pitchFamily="49" charset="0"/>
                <a:ea typeface="Source Code Pro" panose="020B0309030403020204" pitchFamily="49" charset="0"/>
                <a:cs typeface="Courier New" panose="02070309020205020404" pitchFamily="49" charset="0"/>
              </a:rPr>
              <a:t>Alternatively, click on this star:</a:t>
            </a:r>
          </a:p>
          <a:p>
            <a:pPr marL="457200" lvl="1" indent="0">
              <a:spcBef>
                <a:spcPct val="30000"/>
              </a:spcBef>
              <a:buNone/>
              <a:defRPr/>
            </a:pPr>
            <a:r>
              <a:rPr lang="en-GB" sz="1600" b="1" noProof="0" dirty="0">
                <a:solidFill>
                  <a:srgbClr val="0D0D0D"/>
                </a:solidFill>
                <a:latin typeface="Source Code Pro" panose="020B0309030403020204" pitchFamily="49" charset="0"/>
                <a:ea typeface="Source Code Pro" panose="020B0309030403020204" pitchFamily="49" charset="0"/>
                <a:cs typeface="Courier New" panose="02070309020205020404" pitchFamily="49" charset="0"/>
              </a:rPr>
              <a:t>&lt;a </a:t>
            </a:r>
            <a:r>
              <a:rPr lang="en-GB" sz="1600" b="1" noProof="0" dirty="0" err="1">
                <a:solidFill>
                  <a:srgbClr val="0D0D0D"/>
                </a:solidFill>
                <a:latin typeface="Source Code Pro" panose="020B0309030403020204" pitchFamily="49" charset="0"/>
                <a:ea typeface="Source Code Pro" panose="020B0309030403020204" pitchFamily="49" charset="0"/>
                <a:cs typeface="Courier New" panose="02070309020205020404" pitchFamily="49" charset="0"/>
              </a:rPr>
              <a:t>href</a:t>
            </a:r>
            <a:r>
              <a:rPr lang="en-GB" sz="1600" b="1" noProof="0" dirty="0">
                <a:solidFill>
                  <a:srgbClr val="0D0D0D"/>
                </a:solidFill>
                <a:latin typeface="Source Code Pro" panose="020B0309030403020204" pitchFamily="49" charset="0"/>
                <a:ea typeface="Source Code Pro" panose="020B0309030403020204" pitchFamily="49" charset="0"/>
                <a:cs typeface="Courier New" panose="02070309020205020404" pitchFamily="49" charset="0"/>
              </a:rPr>
              <a:t>="http://www.microsoft.com"&gt;</a:t>
            </a:r>
          </a:p>
          <a:p>
            <a:pPr marL="457200" lvl="1" indent="0">
              <a:spcBef>
                <a:spcPct val="30000"/>
              </a:spcBef>
              <a:buNone/>
              <a:defRPr/>
            </a:pPr>
            <a:r>
              <a:rPr lang="en-GB" sz="1600" b="1" noProof="0" dirty="0">
                <a:solidFill>
                  <a:srgbClr val="0D0D0D"/>
                </a:solidFill>
                <a:latin typeface="Source Code Pro" panose="020B0309030403020204" pitchFamily="49" charset="0"/>
                <a:ea typeface="Source Code Pro" panose="020B0309030403020204" pitchFamily="49" charset="0"/>
                <a:cs typeface="Courier New" panose="02070309020205020404" pitchFamily="49" charset="0"/>
              </a:rPr>
              <a:t> &lt;</a:t>
            </a:r>
            <a:r>
              <a:rPr lang="en-GB" sz="1600" b="1" noProof="0" dirty="0" err="1">
                <a:solidFill>
                  <a:srgbClr val="0D0D0D"/>
                </a:solidFill>
                <a:latin typeface="Source Code Pro" panose="020B0309030403020204" pitchFamily="49" charset="0"/>
                <a:ea typeface="Source Code Pro" panose="020B0309030403020204" pitchFamily="49" charset="0"/>
                <a:cs typeface="Courier New" panose="02070309020205020404" pitchFamily="49" charset="0"/>
              </a:rPr>
              <a:t>img</a:t>
            </a:r>
            <a:r>
              <a:rPr lang="en-GB" sz="1600" b="1" noProof="0" dirty="0">
                <a:solidFill>
                  <a:srgbClr val="0D0D0D"/>
                </a:solidFill>
                <a:latin typeface="Source Code Pro" panose="020B0309030403020204" pitchFamily="49" charset="0"/>
                <a:ea typeface="Source Code Pro" panose="020B0309030403020204" pitchFamily="49" charset="0"/>
                <a:cs typeface="Courier New" panose="02070309020205020404" pitchFamily="49" charset="0"/>
              </a:rPr>
              <a:t> </a:t>
            </a:r>
            <a:r>
              <a:rPr lang="en-GB" sz="1600" b="1" noProof="0" dirty="0" err="1">
                <a:solidFill>
                  <a:srgbClr val="0D0D0D"/>
                </a:solidFill>
                <a:latin typeface="Source Code Pro" panose="020B0309030403020204" pitchFamily="49" charset="0"/>
                <a:ea typeface="Source Code Pro" panose="020B0309030403020204" pitchFamily="49" charset="0"/>
                <a:cs typeface="Courier New" panose="02070309020205020404" pitchFamily="49" charset="0"/>
              </a:rPr>
              <a:t>src</a:t>
            </a:r>
            <a:r>
              <a:rPr lang="en-GB" sz="1600" b="1" noProof="0" dirty="0">
                <a:solidFill>
                  <a:srgbClr val="0D0D0D"/>
                </a:solidFill>
                <a:latin typeface="Source Code Pro" panose="020B0309030403020204" pitchFamily="49" charset="0"/>
                <a:ea typeface="Source Code Pro" panose="020B0309030403020204" pitchFamily="49" charset="0"/>
                <a:cs typeface="Courier New" panose="02070309020205020404" pitchFamily="49" charset="0"/>
              </a:rPr>
              <a:t>="star.gif" alt="MS Home Page“/&gt;</a:t>
            </a:r>
          </a:p>
          <a:p>
            <a:pPr marL="457200" lvl="1" indent="0">
              <a:spcBef>
                <a:spcPct val="30000"/>
              </a:spcBef>
              <a:buNone/>
              <a:defRPr/>
            </a:pPr>
            <a:r>
              <a:rPr lang="en-GB" sz="1600" b="1" noProof="0" dirty="0">
                <a:solidFill>
                  <a:srgbClr val="0D0D0D"/>
                </a:solidFill>
                <a:latin typeface="Source Code Pro" panose="020B0309030403020204" pitchFamily="49" charset="0"/>
                <a:ea typeface="Source Code Pro" panose="020B0309030403020204" pitchFamily="49" charset="0"/>
                <a:cs typeface="Courier New" panose="02070309020205020404" pitchFamily="49" charset="0"/>
              </a:rPr>
              <a:t>&lt;/a&gt;</a:t>
            </a:r>
          </a:p>
          <a:p>
            <a:pPr marL="457200" lvl="1" indent="0">
              <a:spcBef>
                <a:spcPct val="30000"/>
              </a:spcBef>
              <a:buNone/>
              <a:defRPr/>
            </a:pPr>
            <a:r>
              <a:rPr lang="en-GB" sz="1600" b="1" noProof="0" dirty="0">
                <a:solidFill>
                  <a:srgbClr val="0D0D0D"/>
                </a:solidFill>
                <a:latin typeface="Source Code Pro" panose="020B0309030403020204" pitchFamily="49" charset="0"/>
                <a:ea typeface="Source Code Pro" panose="020B0309030403020204" pitchFamily="49" charset="0"/>
                <a:cs typeface="Courier New" panose="02070309020205020404" pitchFamily="49" charset="0"/>
              </a:rPr>
              <a:t>&lt;</a:t>
            </a:r>
            <a:r>
              <a:rPr lang="en-GB" sz="1600" b="1" noProof="0" dirty="0" err="1">
                <a:solidFill>
                  <a:srgbClr val="0D0D0D"/>
                </a:solidFill>
                <a:latin typeface="Source Code Pro" panose="020B0309030403020204" pitchFamily="49" charset="0"/>
                <a:ea typeface="Source Code Pro" panose="020B0309030403020204" pitchFamily="49" charset="0"/>
                <a:cs typeface="Courier New" panose="02070309020205020404" pitchFamily="49" charset="0"/>
              </a:rPr>
              <a:t>br</a:t>
            </a:r>
            <a:r>
              <a:rPr lang="en-GB" sz="1600" b="1" noProof="0" dirty="0">
                <a:solidFill>
                  <a:srgbClr val="0D0D0D"/>
                </a:solidFill>
                <a:latin typeface="Source Code Pro" panose="020B0309030403020204" pitchFamily="49" charset="0"/>
                <a:ea typeface="Source Code Pro" panose="020B0309030403020204" pitchFamily="49" charset="0"/>
                <a:cs typeface="Courier New" panose="02070309020205020404" pitchFamily="49" charset="0"/>
              </a:rPr>
              <a:t>/&gt;</a:t>
            </a:r>
          </a:p>
          <a:p>
            <a:pPr marL="457200" lvl="1" indent="0">
              <a:spcBef>
                <a:spcPct val="30000"/>
              </a:spcBef>
              <a:buNone/>
              <a:defRPr/>
            </a:pPr>
            <a:r>
              <a:rPr lang="en-GB" sz="1600" b="1" noProof="0" dirty="0">
                <a:solidFill>
                  <a:srgbClr val="0D0D0D"/>
                </a:solidFill>
                <a:latin typeface="Source Code Pro" panose="020B0309030403020204" pitchFamily="49" charset="0"/>
                <a:ea typeface="Source Code Pro" panose="020B0309030403020204" pitchFamily="49" charset="0"/>
                <a:cs typeface="Courier New" panose="02070309020205020404" pitchFamily="49" charset="0"/>
              </a:rPr>
              <a:t>&lt;/p&gt;</a:t>
            </a:r>
          </a:p>
          <a:p>
            <a:pPr lvl="0">
              <a:lnSpc>
                <a:spcPct val="90000"/>
              </a:lnSpc>
              <a:spcBef>
                <a:spcPct val="30000"/>
              </a:spcBef>
              <a:defRPr/>
            </a:pPr>
            <a:r>
              <a:rPr lang="en-GB" sz="1600" b="1" noProof="0" dirty="0">
                <a:solidFill>
                  <a:srgbClr val="0D0D0D"/>
                </a:solidFill>
                <a:latin typeface="Source Code Pro" panose="020B0309030403020204" pitchFamily="49" charset="0"/>
                <a:ea typeface="Source Code Pro" panose="020B0309030403020204" pitchFamily="49" charset="0"/>
                <a:cs typeface="Courier New" panose="02070309020205020404" pitchFamily="49" charset="0"/>
              </a:rPr>
              <a:t>&lt;/body&gt;</a:t>
            </a:r>
          </a:p>
          <a:p>
            <a:pPr lvl="0">
              <a:lnSpc>
                <a:spcPct val="90000"/>
              </a:lnSpc>
              <a:spcBef>
                <a:spcPct val="30000"/>
              </a:spcBef>
              <a:defRPr/>
            </a:pPr>
            <a:r>
              <a:rPr lang="en-GB" sz="1600" b="1" noProof="0" dirty="0">
                <a:solidFill>
                  <a:srgbClr val="0D0D0D"/>
                </a:solidFill>
                <a:latin typeface="Source Code Pro" panose="020B0309030403020204" pitchFamily="49" charset="0"/>
                <a:ea typeface="Source Code Pro" panose="020B0309030403020204" pitchFamily="49" charset="0"/>
                <a:cs typeface="Courier New" panose="02070309020205020404" pitchFamily="49" charset="0"/>
              </a:rPr>
              <a:t>&lt;/html&gt;</a:t>
            </a:r>
          </a:p>
          <a:p>
            <a:endParaRPr lang="en-GB" noProof="0" dirty="0"/>
          </a:p>
        </p:txBody>
      </p:sp>
      <p:pic>
        <p:nvPicPr>
          <p:cNvPr id="5" name="Picture 5">
            <a:extLst>
              <a:ext uri="{FF2B5EF4-FFF2-40B4-BE49-F238E27FC236}">
                <a16:creationId xmlns:a16="http://schemas.microsoft.com/office/drawing/2014/main" id="{2B2A4ECE-5D1D-A708-0F36-20E170A26383}"/>
              </a:ext>
            </a:extLst>
          </p:cNvPr>
          <p:cNvPicPr>
            <a:picLocks noGrp="1" noChangeArrowheads="1"/>
          </p:cNvPicPr>
          <p:nvPr>
            <p:ph sz="quarter" idx="4"/>
          </p:nvPr>
        </p:nvPicPr>
        <p:blipFill>
          <a:blip r:embed="rId3">
            <a:extLst>
              <a:ext uri="{28A0092B-C50C-407E-A947-70E740481C1C}">
                <a14:useLocalDpi xmlns:a14="http://schemas.microsoft.com/office/drawing/2010/main"/>
              </a:ext>
            </a:extLst>
          </a:blip>
          <a:srcRect/>
          <a:stretch>
            <a:fillRect/>
          </a:stretch>
        </p:blipFill>
        <p:spPr bwMode="auto">
          <a:xfrm>
            <a:off x="6981825" y="4343400"/>
            <a:ext cx="4661478" cy="1343024"/>
          </a:xfrm>
          <a:solidFill>
            <a:schemeClr val="accent4">
              <a:lumMod val="20000"/>
              <a:lumOff val="80000"/>
            </a:schemeClr>
          </a:solidFill>
          <a:ln w="12700">
            <a:solidFill>
              <a:schemeClr val="tx1"/>
            </a:solidFill>
            <a:miter lim="800000"/>
            <a:headEnd/>
            <a:tailEnd/>
          </a:ln>
        </p:spPr>
      </p:pic>
      <p:sp>
        <p:nvSpPr>
          <p:cNvPr id="10" name="Slide Number Placeholder 5">
            <a:extLst>
              <a:ext uri="{FF2B5EF4-FFF2-40B4-BE49-F238E27FC236}">
                <a16:creationId xmlns:a16="http://schemas.microsoft.com/office/drawing/2014/main" id="{D88003F6-DA16-A588-A413-F43D290AB049}"/>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52</a:t>
            </a:fld>
            <a:endParaRPr lang="en-GB" noProof="0" dirty="0"/>
          </a:p>
        </p:txBody>
      </p:sp>
    </p:spTree>
    <p:extLst>
      <p:ext uri="{BB962C8B-B14F-4D97-AF65-F5344CB8AC3E}">
        <p14:creationId xmlns:p14="http://schemas.microsoft.com/office/powerpoint/2010/main" val="125822287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ctrTitle"/>
          </p:nvPr>
        </p:nvSpPr>
        <p:spPr/>
        <p:txBody>
          <a:bodyPr>
            <a:normAutofit/>
          </a:bodyPr>
          <a:lstStyle/>
          <a:p>
            <a:r>
              <a:rPr lang="en-GB" noProof="0" dirty="0"/>
              <a:t>Thumbnail images</a:t>
            </a:r>
          </a:p>
        </p:txBody>
      </p:sp>
      <p:sp>
        <p:nvSpPr>
          <p:cNvPr id="4" name="Text Placeholder 3">
            <a:extLst>
              <a:ext uri="{FF2B5EF4-FFF2-40B4-BE49-F238E27FC236}">
                <a16:creationId xmlns:a16="http://schemas.microsoft.com/office/drawing/2014/main" id="{74097460-CCE7-C092-EB34-8D2D6E3294A2}"/>
              </a:ext>
            </a:extLst>
          </p:cNvPr>
          <p:cNvSpPr>
            <a:spLocks noGrp="1"/>
          </p:cNvSpPr>
          <p:nvPr>
            <p:ph type="body" sz="quarter" idx="14"/>
          </p:nvPr>
        </p:nvSpPr>
        <p:spPr/>
        <p:txBody>
          <a:bodyPr/>
          <a:lstStyle/>
          <a:p>
            <a:r>
              <a:rPr lang="en-GB" noProof="0" dirty="0"/>
              <a:t>Images can be large.</a:t>
            </a:r>
          </a:p>
          <a:p>
            <a:pPr marL="285750" indent="-285750">
              <a:buFont typeface="Arial" panose="020B0604020202020204" pitchFamily="34" charset="0"/>
              <a:buChar char="•"/>
            </a:pPr>
            <a:r>
              <a:rPr lang="en-GB" noProof="0" dirty="0"/>
              <a:t>An issue if the users’ connection is slow</a:t>
            </a:r>
          </a:p>
          <a:p>
            <a:r>
              <a:rPr lang="en-GB" noProof="0" dirty="0"/>
              <a:t>For larger images, provide a thumbnail image.</a:t>
            </a:r>
          </a:p>
          <a:p>
            <a:pPr marL="285750" indent="-285750">
              <a:buFont typeface="Arial" panose="020B0604020202020204" pitchFamily="34" charset="0"/>
              <a:buChar char="•"/>
            </a:pPr>
            <a:r>
              <a:rPr lang="en-GB" noProof="0" dirty="0"/>
              <a:t>Acts as a preview.</a:t>
            </a:r>
          </a:p>
          <a:p>
            <a:pPr marL="285750" indent="-285750">
              <a:buFont typeface="Arial" panose="020B0604020202020204" pitchFamily="34" charset="0"/>
              <a:buChar char="•"/>
            </a:pPr>
            <a:r>
              <a:rPr lang="en-GB" noProof="0" dirty="0"/>
              <a:t>Leads on via a hyperlink to the full image.</a:t>
            </a:r>
          </a:p>
          <a:p>
            <a:r>
              <a:rPr lang="en-GB" noProof="0" dirty="0"/>
              <a:t>Create thumbnail as separate image.</a:t>
            </a:r>
          </a:p>
          <a:p>
            <a:r>
              <a:rPr lang="en-GB" noProof="0" dirty="0"/>
              <a:t>Don’t use WIDTH and HEIGHT attributes to shrink.</a:t>
            </a:r>
          </a:p>
          <a:p>
            <a:endParaRPr lang="en-GB" noProof="0" dirty="0"/>
          </a:p>
        </p:txBody>
      </p:sp>
      <p:sp>
        <p:nvSpPr>
          <p:cNvPr id="6" name="Rectangle 4"/>
          <p:cNvSpPr>
            <a:spLocks noChangeArrowheads="1"/>
          </p:cNvSpPr>
          <p:nvPr/>
        </p:nvSpPr>
        <p:spPr bwMode="auto">
          <a:xfrm>
            <a:off x="443921" y="5155088"/>
            <a:ext cx="9023349" cy="1013354"/>
          </a:xfrm>
          <a:prstGeom prst="rect">
            <a:avLst/>
          </a:prstGeom>
          <a:solidFill>
            <a:schemeClr val="bg1"/>
          </a:solidFill>
          <a:ln w="12700" algn="ctr">
            <a:noFill/>
            <a:miter lim="800000"/>
            <a:headEnd/>
            <a:tailEnd/>
          </a:ln>
        </p:spPr>
        <p:txBody>
          <a:bodyPr wrap="square">
            <a:spAutoFit/>
          </a:bodyPr>
          <a:lstStyle/>
          <a:p>
            <a:pPr marL="0" marR="0" lvl="0" indent="0" algn="l" defTabSz="914400" rtl="0" eaLnBrk="1" fontAlgn="auto" latinLnBrk="0" hangingPunct="1">
              <a:lnSpc>
                <a:spcPct val="90000"/>
              </a:lnSpc>
              <a:spcBef>
                <a:spcPct val="3000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&lt;a </a:t>
            </a:r>
            <a:r>
              <a:rPr kumimoji="0" lang="en-GB" sz="18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href</a:t>
            </a: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="pictures/monalisa.gif"&gt;</a:t>
            </a:r>
          </a:p>
          <a:p>
            <a:pPr marL="0" marR="0" lvl="0" indent="0" algn="l" defTabSz="914400" rtl="0" eaLnBrk="1" fontAlgn="auto" latinLnBrk="0" hangingPunct="1">
              <a:lnSpc>
                <a:spcPct val="90000"/>
              </a:lnSpc>
              <a:spcBef>
                <a:spcPct val="3000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&lt;</a:t>
            </a:r>
            <a:r>
              <a:rPr kumimoji="0" lang="en-GB" sz="18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img</a:t>
            </a: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a:t>
            </a:r>
            <a:r>
              <a:rPr kumimoji="0" lang="en-GB" sz="18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src</a:t>
            </a: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="thumbnails/monalisaSmall.gif“ alt="Mona Lisa“/&gt;</a:t>
            </a:r>
          </a:p>
          <a:p>
            <a:pPr marL="0" marR="0" lvl="0" indent="0" algn="l" defTabSz="914400" rtl="0" eaLnBrk="1" fontAlgn="auto" latinLnBrk="0" hangingPunct="1">
              <a:lnSpc>
                <a:spcPct val="90000"/>
              </a:lnSpc>
              <a:spcBef>
                <a:spcPct val="3000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&lt;/a&gt;</a:t>
            </a:r>
          </a:p>
        </p:txBody>
      </p:sp>
      <p:sp>
        <p:nvSpPr>
          <p:cNvPr id="9" name="Slide Number Placeholder 5">
            <a:extLst>
              <a:ext uri="{FF2B5EF4-FFF2-40B4-BE49-F238E27FC236}">
                <a16:creationId xmlns:a16="http://schemas.microsoft.com/office/drawing/2014/main" id="{76884327-02CE-28FA-E032-0FAA45FD238D}"/>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53</a:t>
            </a:fld>
            <a:endParaRPr lang="en-GB" noProof="0" dirty="0"/>
          </a:p>
        </p:txBody>
      </p:sp>
    </p:spTree>
    <p:extLst>
      <p:ext uri="{BB962C8B-B14F-4D97-AF65-F5344CB8AC3E}">
        <p14:creationId xmlns:p14="http://schemas.microsoft.com/office/powerpoint/2010/main" val="273871057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3EB6C-8E2B-4C45-AD79-B7AD4A04B02C}"/>
              </a:ext>
            </a:extLst>
          </p:cNvPr>
          <p:cNvSpPr>
            <a:spLocks noGrp="1"/>
          </p:cNvSpPr>
          <p:nvPr>
            <p:ph type="ctrTitle"/>
          </p:nvPr>
        </p:nvSpPr>
        <p:spPr>
          <a:xfrm>
            <a:off x="443921" y="500194"/>
            <a:ext cx="6679721" cy="858985"/>
          </a:xfrm>
        </p:spPr>
        <p:txBody>
          <a:bodyPr>
            <a:normAutofit/>
          </a:bodyPr>
          <a:lstStyle/>
          <a:p>
            <a:r>
              <a:rPr lang="en-GB" noProof="0" dirty="0"/>
              <a:t>Quick lab 3: Images</a:t>
            </a:r>
          </a:p>
        </p:txBody>
      </p:sp>
      <p:sp>
        <p:nvSpPr>
          <p:cNvPr id="3" name="Content Placeholder 2">
            <a:extLst>
              <a:ext uri="{FF2B5EF4-FFF2-40B4-BE49-F238E27FC236}">
                <a16:creationId xmlns:a16="http://schemas.microsoft.com/office/drawing/2014/main" id="{89563ABB-F1A8-0C4D-A107-EE47BABCCE6C}"/>
              </a:ext>
            </a:extLst>
          </p:cNvPr>
          <p:cNvSpPr>
            <a:spLocks noGrp="1"/>
          </p:cNvSpPr>
          <p:nvPr>
            <p:ph type="body" sz="quarter" idx="13"/>
          </p:nvPr>
        </p:nvSpPr>
        <p:spPr>
          <a:xfrm>
            <a:off x="443921" y="1733108"/>
            <a:ext cx="6679721" cy="4061405"/>
          </a:xfrm>
        </p:spPr>
        <p:txBody>
          <a:bodyPr lIns="91440" tIns="45720" rIns="91440" bIns="45720" anchor="t"/>
          <a:lstStyle/>
          <a:p>
            <a:r>
              <a:rPr lang="en-GB" noProof="0" dirty="0"/>
              <a:t>Add images to your profile site.</a:t>
            </a:r>
          </a:p>
        </p:txBody>
      </p:sp>
    </p:spTree>
    <p:extLst>
      <p:ext uri="{BB962C8B-B14F-4D97-AF65-F5344CB8AC3E}">
        <p14:creationId xmlns:p14="http://schemas.microsoft.com/office/powerpoint/2010/main" val="425264982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A0F8E-AB66-4B47-8529-32065C470782}"/>
              </a:ext>
            </a:extLst>
          </p:cNvPr>
          <p:cNvSpPr>
            <a:spLocks noGrp="1"/>
          </p:cNvSpPr>
          <p:nvPr>
            <p:ph type="ctrTitle"/>
          </p:nvPr>
        </p:nvSpPr>
        <p:spPr>
          <a:xfrm>
            <a:off x="473406" y="1118152"/>
            <a:ext cx="6777996" cy="1247916"/>
          </a:xfrm>
        </p:spPr>
        <p:txBody>
          <a:bodyPr/>
          <a:lstStyle/>
          <a:p>
            <a:r>
              <a:rPr lang="en-GB" noProof="0" dirty="0"/>
              <a:t>Lists</a:t>
            </a:r>
          </a:p>
        </p:txBody>
      </p:sp>
      <p:sp>
        <p:nvSpPr>
          <p:cNvPr id="3" name="Subtitle 2">
            <a:extLst>
              <a:ext uri="{FF2B5EF4-FFF2-40B4-BE49-F238E27FC236}">
                <a16:creationId xmlns:a16="http://schemas.microsoft.com/office/drawing/2014/main" id="{B2123F26-3738-CE41-ADD7-7EB68076F4D3}"/>
              </a:ext>
            </a:extLst>
          </p:cNvPr>
          <p:cNvSpPr>
            <a:spLocks noGrp="1"/>
          </p:cNvSpPr>
          <p:nvPr>
            <p:ph type="subTitle" idx="1"/>
          </p:nvPr>
        </p:nvSpPr>
        <p:spPr>
          <a:xfrm>
            <a:off x="473406" y="2902689"/>
            <a:ext cx="6150678" cy="863600"/>
          </a:xfrm>
        </p:spPr>
        <p:txBody>
          <a:bodyPr/>
          <a:lstStyle/>
          <a:p>
            <a:r>
              <a:rPr lang="en-GB" noProof="0" dirty="0"/>
              <a:t>Basic HTML</a:t>
            </a:r>
          </a:p>
        </p:txBody>
      </p:sp>
    </p:spTree>
    <p:extLst>
      <p:ext uri="{BB962C8B-B14F-4D97-AF65-F5344CB8AC3E}">
        <p14:creationId xmlns:p14="http://schemas.microsoft.com/office/powerpoint/2010/main" val="329910229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7CBEC-9858-6840-9D60-66B7CC1F5AE3}"/>
              </a:ext>
            </a:extLst>
          </p:cNvPr>
          <p:cNvSpPr>
            <a:spLocks noGrp="1"/>
          </p:cNvSpPr>
          <p:nvPr>
            <p:ph type="ctrTitle"/>
          </p:nvPr>
        </p:nvSpPr>
        <p:spPr>
          <a:xfrm>
            <a:off x="443921" y="500194"/>
            <a:ext cx="10800000" cy="858985"/>
          </a:xfrm>
        </p:spPr>
        <p:txBody>
          <a:bodyPr>
            <a:normAutofit/>
          </a:bodyPr>
          <a:lstStyle/>
          <a:p>
            <a:r>
              <a:rPr lang="en-GB" noProof="0" dirty="0"/>
              <a:t>Lists in HTML: Ordered and unordered</a:t>
            </a:r>
          </a:p>
        </p:txBody>
      </p:sp>
      <p:sp>
        <p:nvSpPr>
          <p:cNvPr id="3" name="Content Placeholder 2">
            <a:extLst>
              <a:ext uri="{FF2B5EF4-FFF2-40B4-BE49-F238E27FC236}">
                <a16:creationId xmlns:a16="http://schemas.microsoft.com/office/drawing/2014/main" id="{4E8B3078-D240-D14B-AF19-2F198D44E744}"/>
              </a:ext>
            </a:extLst>
          </p:cNvPr>
          <p:cNvSpPr>
            <a:spLocks noGrp="1"/>
          </p:cNvSpPr>
          <p:nvPr>
            <p:ph type="body" sz="quarter" idx="13"/>
          </p:nvPr>
        </p:nvSpPr>
        <p:spPr>
          <a:xfrm>
            <a:off x="444500" y="1733550"/>
            <a:ext cx="11333301" cy="4348163"/>
          </a:xfrm>
        </p:spPr>
        <p:txBody>
          <a:bodyPr/>
          <a:lstStyle/>
          <a:p>
            <a:r>
              <a:rPr lang="en-GB" noProof="0" dirty="0"/>
              <a:t>List items are inserted into lists using the &lt;li&gt; tag.</a:t>
            </a:r>
          </a:p>
          <a:p>
            <a:r>
              <a:rPr lang="en-GB" noProof="0" dirty="0"/>
              <a:t>Ordered lists (for example, numbered) are created by surrounding list items with &lt;</a:t>
            </a:r>
            <a:r>
              <a:rPr lang="en-GB" noProof="0" dirty="0" err="1"/>
              <a:t>ol</a:t>
            </a:r>
            <a:r>
              <a:rPr lang="en-GB" noProof="0" dirty="0"/>
              <a:t>&gt;&lt;/</a:t>
            </a:r>
            <a:r>
              <a:rPr lang="en-GB" noProof="0" dirty="0" err="1"/>
              <a:t>ol</a:t>
            </a:r>
            <a:r>
              <a:rPr lang="en-GB" noProof="0" dirty="0"/>
              <a:t>&gt;.</a:t>
            </a:r>
          </a:p>
          <a:p>
            <a:pPr marL="285750" indent="-285750">
              <a:buFont typeface="Arial" panose="020B0604020202020204" pitchFamily="34" charset="0"/>
              <a:buChar char="•"/>
            </a:pPr>
            <a:r>
              <a:rPr lang="en-GB" noProof="0" dirty="0"/>
              <a:t>Start point can be defined using the start attribute.</a:t>
            </a:r>
          </a:p>
          <a:p>
            <a:pPr marL="457200" lvl="1" indent="0">
              <a:buNone/>
            </a:pPr>
            <a:endParaRPr lang="en-GB" noProof="0" dirty="0"/>
          </a:p>
          <a:p>
            <a:endParaRPr lang="en-GB" noProof="0" dirty="0"/>
          </a:p>
          <a:p>
            <a:endParaRPr lang="en-GB" noProof="0" dirty="0"/>
          </a:p>
          <a:p>
            <a:endParaRPr lang="en-GB" noProof="0" dirty="0"/>
          </a:p>
          <a:p>
            <a:r>
              <a:rPr lang="en-GB" noProof="0" dirty="0"/>
              <a:t>Unordered lists (for example, bullet points) are created by surrounding list items with &lt;ul&gt;&lt;/ul&gt;.</a:t>
            </a:r>
          </a:p>
          <a:p>
            <a:pPr lvl="1"/>
            <a:endParaRPr lang="en-GB" noProof="0" dirty="0"/>
          </a:p>
        </p:txBody>
      </p:sp>
      <p:sp>
        <p:nvSpPr>
          <p:cNvPr id="4" name="Rectangle 4">
            <a:extLst>
              <a:ext uri="{FF2B5EF4-FFF2-40B4-BE49-F238E27FC236}">
                <a16:creationId xmlns:a16="http://schemas.microsoft.com/office/drawing/2014/main" id="{F560B8CE-9A2E-2C45-9BF6-3D32A20BE228}"/>
              </a:ext>
            </a:extLst>
          </p:cNvPr>
          <p:cNvSpPr>
            <a:spLocks noChangeArrowheads="1"/>
          </p:cNvSpPr>
          <p:nvPr/>
        </p:nvSpPr>
        <p:spPr bwMode="auto">
          <a:xfrm>
            <a:off x="447537" y="3007636"/>
            <a:ext cx="11299963" cy="1345753"/>
          </a:xfrm>
          <a:prstGeom prst="rect">
            <a:avLst/>
          </a:prstGeom>
          <a:solidFill>
            <a:schemeClr val="tx2">
              <a:lumMod val="20000"/>
              <a:lumOff val="80000"/>
            </a:schemeClr>
          </a:solidFill>
          <a:ln w="12700" algn="ctr">
            <a:noFill/>
            <a:miter lim="800000"/>
            <a:headEnd/>
            <a:tailEnd/>
          </a:ln>
        </p:spPr>
        <p:txBody>
          <a:bodyPr wrap="square">
            <a:spAutoFit/>
          </a:bodyPr>
          <a:lstStyle/>
          <a:p>
            <a:pPr marL="0" marR="0" lvl="0" indent="0" algn="l" defTabSz="914400" rtl="0" eaLnBrk="1" fontAlgn="auto" latinLnBrk="0" hangingPunct="1">
              <a:lnSpc>
                <a:spcPct val="90000"/>
              </a:lnSpc>
              <a:spcBef>
                <a:spcPct val="3000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a:t>
            </a:r>
            <a:r>
              <a:rPr kumimoji="0" lang="en-GB" sz="18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ol</a:t>
            </a: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start="5"&gt;</a:t>
            </a:r>
          </a:p>
          <a:p>
            <a:pPr marL="0" marR="0" lvl="0" indent="0" algn="l" defTabSz="914400" rtl="0" eaLnBrk="1" fontAlgn="auto" latinLnBrk="0" hangingPunct="1">
              <a:lnSpc>
                <a:spcPct val="90000"/>
              </a:lnSpc>
              <a:spcBef>
                <a:spcPct val="3000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&lt;li&gt;List item 1&lt;/li&gt;</a:t>
            </a:r>
          </a:p>
          <a:p>
            <a:pPr marL="0" marR="0" lvl="0" indent="0" algn="l" defTabSz="914400" rtl="0" eaLnBrk="1" fontAlgn="auto" latinLnBrk="0" hangingPunct="1">
              <a:lnSpc>
                <a:spcPct val="90000"/>
              </a:lnSpc>
              <a:spcBef>
                <a:spcPct val="3000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&lt;li&gt;List item 2&lt;/li&gt;</a:t>
            </a:r>
          </a:p>
          <a:p>
            <a:pPr marL="0" marR="0" lvl="0" indent="0" algn="l" defTabSz="914400" rtl="0" eaLnBrk="1" fontAlgn="auto" latinLnBrk="0" hangingPunct="1">
              <a:lnSpc>
                <a:spcPct val="90000"/>
              </a:lnSpc>
              <a:spcBef>
                <a:spcPct val="3000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a:t>
            </a:r>
            <a:r>
              <a:rPr kumimoji="0" lang="en-GB" sz="18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ol</a:t>
            </a: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&gt;</a:t>
            </a:r>
          </a:p>
        </p:txBody>
      </p:sp>
      <p:sp>
        <p:nvSpPr>
          <p:cNvPr id="5" name="Rectangle 4">
            <a:extLst>
              <a:ext uri="{FF2B5EF4-FFF2-40B4-BE49-F238E27FC236}">
                <a16:creationId xmlns:a16="http://schemas.microsoft.com/office/drawing/2014/main" id="{5B89494F-9AF5-454C-8F66-8D56B008D82A}"/>
              </a:ext>
            </a:extLst>
          </p:cNvPr>
          <p:cNvSpPr>
            <a:spLocks noChangeArrowheads="1"/>
          </p:cNvSpPr>
          <p:nvPr/>
        </p:nvSpPr>
        <p:spPr bwMode="auto">
          <a:xfrm>
            <a:off x="468931" y="4855886"/>
            <a:ext cx="11278570" cy="1013354"/>
          </a:xfrm>
          <a:prstGeom prst="rect">
            <a:avLst/>
          </a:prstGeom>
          <a:solidFill>
            <a:schemeClr val="tx2">
              <a:lumMod val="20000"/>
              <a:lumOff val="80000"/>
            </a:schemeClr>
          </a:solidFill>
          <a:ln w="12700" algn="ctr">
            <a:noFill/>
            <a:miter lim="800000"/>
            <a:headEnd/>
            <a:tailEnd/>
          </a:ln>
        </p:spPr>
        <p:txBody>
          <a:bodyPr wrap="square">
            <a:spAutoFit/>
          </a:bodyPr>
          <a:lstStyle/>
          <a:p>
            <a:pPr marL="0" marR="0" lvl="0" indent="0" algn="l" defTabSz="914400" rtl="0" eaLnBrk="1" fontAlgn="auto" latinLnBrk="0" hangingPunct="1">
              <a:lnSpc>
                <a:spcPct val="90000"/>
              </a:lnSpc>
              <a:spcBef>
                <a:spcPct val="3000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&lt;ul&gt;</a:t>
            </a:r>
          </a:p>
          <a:p>
            <a:pPr marL="0" marR="0" lvl="0" indent="0" algn="l" defTabSz="914400" rtl="0" eaLnBrk="1" fontAlgn="auto" latinLnBrk="0" hangingPunct="1">
              <a:lnSpc>
                <a:spcPct val="90000"/>
              </a:lnSpc>
              <a:spcBef>
                <a:spcPct val="3000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&lt;li&gt;List item 1&lt;/li&gt;</a:t>
            </a:r>
          </a:p>
          <a:p>
            <a:pPr marL="0" marR="0" lvl="0" indent="0" algn="l" defTabSz="914400" rtl="0" eaLnBrk="1" fontAlgn="auto" latinLnBrk="0" hangingPunct="1">
              <a:lnSpc>
                <a:spcPct val="90000"/>
              </a:lnSpc>
              <a:spcBef>
                <a:spcPct val="3000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&lt;/ul&gt;</a:t>
            </a:r>
          </a:p>
        </p:txBody>
      </p:sp>
      <p:pic>
        <p:nvPicPr>
          <p:cNvPr id="6" name="Picture 5">
            <a:extLst>
              <a:ext uri="{FF2B5EF4-FFF2-40B4-BE49-F238E27FC236}">
                <a16:creationId xmlns:a16="http://schemas.microsoft.com/office/drawing/2014/main" id="{EE478AF8-AFF5-2C45-AE5B-B1DC637D4CD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9593682" y="3198105"/>
            <a:ext cx="1663700" cy="774700"/>
          </a:xfrm>
          <a:prstGeom prst="rect">
            <a:avLst/>
          </a:prstGeom>
        </p:spPr>
      </p:pic>
      <p:pic>
        <p:nvPicPr>
          <p:cNvPr id="7" name="Picture 6">
            <a:extLst>
              <a:ext uri="{FF2B5EF4-FFF2-40B4-BE49-F238E27FC236}">
                <a16:creationId xmlns:a16="http://schemas.microsoft.com/office/drawing/2014/main" id="{99C45C46-D848-264F-AD1F-E6ADD599BC87}"/>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b="-2285"/>
          <a:stretch/>
        </p:blipFill>
        <p:spPr>
          <a:xfrm>
            <a:off x="9593682" y="5006156"/>
            <a:ext cx="1663700" cy="558578"/>
          </a:xfrm>
          <a:prstGeom prst="rect">
            <a:avLst/>
          </a:prstGeom>
        </p:spPr>
      </p:pic>
      <p:sp>
        <p:nvSpPr>
          <p:cNvPr id="12" name="Slide Number Placeholder 5">
            <a:extLst>
              <a:ext uri="{FF2B5EF4-FFF2-40B4-BE49-F238E27FC236}">
                <a16:creationId xmlns:a16="http://schemas.microsoft.com/office/drawing/2014/main" id="{167E24BB-F0A7-1C4D-4B52-FF2F464B537C}"/>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56</a:t>
            </a:fld>
            <a:endParaRPr lang="en-GB" noProof="0" dirty="0"/>
          </a:p>
        </p:txBody>
      </p:sp>
    </p:spTree>
    <p:extLst>
      <p:ext uri="{BB962C8B-B14F-4D97-AF65-F5344CB8AC3E}">
        <p14:creationId xmlns:p14="http://schemas.microsoft.com/office/powerpoint/2010/main" val="106885490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01838-28B2-734E-A7B0-C82CC4DFDB5D}"/>
              </a:ext>
            </a:extLst>
          </p:cNvPr>
          <p:cNvSpPr>
            <a:spLocks noGrp="1"/>
          </p:cNvSpPr>
          <p:nvPr>
            <p:ph type="ctrTitle"/>
          </p:nvPr>
        </p:nvSpPr>
        <p:spPr/>
        <p:txBody>
          <a:bodyPr>
            <a:normAutofit/>
          </a:bodyPr>
          <a:lstStyle/>
          <a:p>
            <a:r>
              <a:rPr lang="en-GB" noProof="0" dirty="0"/>
              <a:t>Lists in HTML: Description lists</a:t>
            </a:r>
          </a:p>
        </p:txBody>
      </p:sp>
      <p:sp>
        <p:nvSpPr>
          <p:cNvPr id="9" name="Text Placeholder 8">
            <a:extLst>
              <a:ext uri="{FF2B5EF4-FFF2-40B4-BE49-F238E27FC236}">
                <a16:creationId xmlns:a16="http://schemas.microsoft.com/office/drawing/2014/main" id="{6CE5573E-8919-A13A-908E-C361BD11FD96}"/>
              </a:ext>
            </a:extLst>
          </p:cNvPr>
          <p:cNvSpPr>
            <a:spLocks noGrp="1"/>
          </p:cNvSpPr>
          <p:nvPr>
            <p:ph type="body" sz="quarter" idx="14"/>
          </p:nvPr>
        </p:nvSpPr>
        <p:spPr/>
        <p:txBody>
          <a:bodyPr/>
          <a:lstStyle/>
          <a:p>
            <a:r>
              <a:rPr lang="en-GB" noProof="0" dirty="0"/>
              <a:t>Description lists are created by using the </a:t>
            </a:r>
            <a:r>
              <a:rPr lang="en-GB" b="1" noProof="0" dirty="0">
                <a:latin typeface="Courier New" panose="02070309020205020404" pitchFamily="49" charset="0"/>
                <a:cs typeface="Courier New" panose="02070309020205020404" pitchFamily="49" charset="0"/>
              </a:rPr>
              <a:t>&lt;dl&gt;</a:t>
            </a:r>
            <a:r>
              <a:rPr lang="en-GB" noProof="0" dirty="0"/>
              <a:t> tag.</a:t>
            </a:r>
          </a:p>
          <a:p>
            <a:r>
              <a:rPr lang="en-GB" b="1" noProof="0" dirty="0">
                <a:latin typeface="Courier New" panose="02070309020205020404" pitchFamily="49" charset="0"/>
                <a:cs typeface="Courier New" panose="02070309020205020404" pitchFamily="49" charset="0"/>
              </a:rPr>
              <a:t>&lt;dt&gt;</a:t>
            </a:r>
            <a:r>
              <a:rPr lang="en-GB" noProof="0" dirty="0"/>
              <a:t> tags are used to define a term or name in a description list.</a:t>
            </a:r>
          </a:p>
          <a:p>
            <a:r>
              <a:rPr lang="en-GB" b="1" noProof="0" dirty="0">
                <a:latin typeface="Courier New" panose="02070309020205020404" pitchFamily="49" charset="0"/>
                <a:cs typeface="Courier New" panose="02070309020205020404" pitchFamily="49" charset="0"/>
              </a:rPr>
              <a:t>&lt;dd&gt;</a:t>
            </a:r>
            <a:r>
              <a:rPr lang="en-GB" noProof="0" dirty="0"/>
              <a:t> tags are used to describe a term or name in a description list.</a:t>
            </a:r>
          </a:p>
          <a:p>
            <a:pPr marL="285750" indent="-285750">
              <a:buFont typeface="Arial" panose="020B0604020202020204" pitchFamily="34" charset="0"/>
              <a:buChar char="•"/>
            </a:pPr>
            <a:r>
              <a:rPr lang="en-GB" noProof="0" dirty="0"/>
              <a:t>Can contain paragraphs, line breaks, images, links, lists.</a:t>
            </a:r>
          </a:p>
          <a:p>
            <a:endParaRPr lang="en-GB" noProof="0" dirty="0"/>
          </a:p>
        </p:txBody>
      </p:sp>
      <p:sp>
        <p:nvSpPr>
          <p:cNvPr id="5" name="Rectangle 4">
            <a:extLst>
              <a:ext uri="{FF2B5EF4-FFF2-40B4-BE49-F238E27FC236}">
                <a16:creationId xmlns:a16="http://schemas.microsoft.com/office/drawing/2014/main" id="{75683DAF-4990-7C4B-8837-08775DE244D4}"/>
              </a:ext>
            </a:extLst>
          </p:cNvPr>
          <p:cNvSpPr>
            <a:spLocks noChangeArrowheads="1"/>
          </p:cNvSpPr>
          <p:nvPr/>
        </p:nvSpPr>
        <p:spPr bwMode="auto">
          <a:xfrm>
            <a:off x="443921" y="3815578"/>
            <a:ext cx="5580000" cy="2011193"/>
          </a:xfrm>
          <a:prstGeom prst="rect">
            <a:avLst/>
          </a:prstGeom>
          <a:solidFill>
            <a:schemeClr val="tx2">
              <a:lumMod val="20000"/>
              <a:lumOff val="80000"/>
            </a:schemeClr>
          </a:solidFill>
          <a:ln w="12700">
            <a:noFill/>
            <a:miter lim="800000"/>
            <a:headEnd/>
            <a:tailEnd/>
          </a:ln>
          <a:effectLst>
            <a:outerShdw dist="107763" dir="2700000" algn="ctr" rotWithShape="0">
              <a:schemeClr val="bg2"/>
            </a:outerShdw>
          </a:effectLst>
        </p:spPr>
        <p:txBody>
          <a:bodyPr wrap="square" lIns="92075" tIns="46038" rIns="92075" bIns="46038">
            <a:spAutoFit/>
          </a:bodyPr>
          <a:lstStyle>
            <a:lvl1pPr defTabSz="709613">
              <a:spcBef>
                <a:spcPct val="20000"/>
              </a:spcBef>
              <a:buClr>
                <a:srgbClr val="B8CCE4"/>
              </a:buClr>
              <a:buFont typeface="Wingdings" panose="05000000000000000000" pitchFamily="2" charset="2"/>
              <a:buChar char="§"/>
              <a:defRPr sz="2000" b="1">
                <a:solidFill>
                  <a:schemeClr val="tx1"/>
                </a:solidFill>
                <a:latin typeface="Arial" panose="020B0604020202020204" pitchFamily="34" charset="0"/>
                <a:cs typeface="Arial" panose="020B0604020202020204" pitchFamily="34" charset="0"/>
              </a:defRPr>
            </a:lvl1pPr>
            <a:lvl2pPr marL="742950" indent="-285750" defTabSz="709613">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2pPr>
            <a:lvl3pPr marL="1143000" indent="-228600" defTabSz="709613">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3pPr>
            <a:lvl4pPr marL="1600200" indent="-228600" defTabSz="709613">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defTabSz="709613">
              <a:spcBef>
                <a:spcPct val="20000"/>
              </a:spcBef>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defTabSz="709613"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defTabSz="709613"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defTabSz="709613"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defTabSz="709613" eaLnBrk="0" fontAlgn="base" hangingPunct="0">
              <a:spcBef>
                <a:spcPct val="20000"/>
              </a:spcBef>
              <a:spcAft>
                <a:spcPct val="0"/>
              </a:spcAft>
              <a:buClr>
                <a:srgbClr val="B8CCE4"/>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marL="0" marR="0" lvl="0" indent="0" algn="l" defTabSz="709613" rtl="0" eaLnBrk="1" fontAlgn="auto" latinLnBrk="0" hangingPunct="1">
              <a:lnSpc>
                <a:spcPct val="90000"/>
              </a:lnSpc>
              <a:spcBef>
                <a:spcPct val="3000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&lt;dl&gt;</a:t>
            </a:r>
          </a:p>
          <a:p>
            <a:pPr marL="0" marR="0" lvl="0" indent="0" algn="l" defTabSz="709613" rtl="0" eaLnBrk="1" fontAlgn="auto" latinLnBrk="0" hangingPunct="1">
              <a:lnSpc>
                <a:spcPct val="90000"/>
              </a:lnSpc>
              <a:spcBef>
                <a:spcPct val="3000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&lt;dt&gt;Summer&lt;/dt&gt;</a:t>
            </a:r>
          </a:p>
          <a:p>
            <a:pPr marL="0" marR="0" lvl="0" indent="0" algn="l" defTabSz="709613" rtl="0" eaLnBrk="1" fontAlgn="auto" latinLnBrk="0" hangingPunct="1">
              <a:lnSpc>
                <a:spcPct val="90000"/>
              </a:lnSpc>
              <a:spcBef>
                <a:spcPct val="3000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&lt;dd&gt;Season when it is warm&lt;/dd&gt;</a:t>
            </a:r>
          </a:p>
          <a:p>
            <a:pPr marL="0" marR="0" lvl="0" indent="0" algn="l" defTabSz="709613" rtl="0" eaLnBrk="1" fontAlgn="auto" latinLnBrk="0" hangingPunct="1">
              <a:lnSpc>
                <a:spcPct val="90000"/>
              </a:lnSpc>
              <a:spcBef>
                <a:spcPct val="3000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&lt;dt&gt;Winter&lt;/dt&gt;</a:t>
            </a:r>
          </a:p>
          <a:p>
            <a:pPr marL="0" marR="0" lvl="0" indent="0" algn="l" defTabSz="709613" rtl="0" eaLnBrk="1" fontAlgn="auto" latinLnBrk="0" hangingPunct="1">
              <a:lnSpc>
                <a:spcPct val="90000"/>
              </a:lnSpc>
              <a:spcBef>
                <a:spcPct val="3000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&lt;dd&gt;Season when it is cold&lt;/dd&gt;</a:t>
            </a:r>
          </a:p>
          <a:p>
            <a:pPr marL="0" marR="0" lvl="0" indent="0" algn="l" defTabSz="709613" rtl="0" eaLnBrk="1" fontAlgn="auto" latinLnBrk="0" hangingPunct="1">
              <a:lnSpc>
                <a:spcPct val="90000"/>
              </a:lnSpc>
              <a:spcBef>
                <a:spcPct val="30000"/>
              </a:spcBef>
              <a:spcAft>
                <a:spcPts val="0"/>
              </a:spcAft>
              <a:buClrTx/>
              <a:buSzTx/>
              <a:buFontTx/>
              <a:buNone/>
              <a:tabLst/>
              <a:defRPr/>
            </a:pPr>
            <a:r>
              <a:rPr kumimoji="0" lang="en-GB" sz="18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&lt;/dl&gt;</a:t>
            </a:r>
          </a:p>
        </p:txBody>
      </p:sp>
      <p:pic>
        <p:nvPicPr>
          <p:cNvPr id="6" name="Picture 5">
            <a:extLst>
              <a:ext uri="{FF2B5EF4-FFF2-40B4-BE49-F238E27FC236}">
                <a16:creationId xmlns:a16="http://schemas.microsoft.com/office/drawing/2014/main" id="{6AD2E085-B30A-7745-94E9-B6E95B6A866B}"/>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168081" y="4734571"/>
            <a:ext cx="2717800" cy="1092200"/>
          </a:xfrm>
          <a:prstGeom prst="rect">
            <a:avLst/>
          </a:prstGeom>
          <a:ln>
            <a:solidFill>
              <a:schemeClr val="tx1"/>
            </a:solidFill>
          </a:ln>
        </p:spPr>
      </p:pic>
      <p:sp>
        <p:nvSpPr>
          <p:cNvPr id="10" name="Slide Number Placeholder 5">
            <a:extLst>
              <a:ext uri="{FF2B5EF4-FFF2-40B4-BE49-F238E27FC236}">
                <a16:creationId xmlns:a16="http://schemas.microsoft.com/office/drawing/2014/main" id="{BA9836AC-FEC4-6EAD-BE63-E9064BF7A215}"/>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57</a:t>
            </a:fld>
            <a:endParaRPr lang="en-GB" noProof="0" dirty="0"/>
          </a:p>
        </p:txBody>
      </p:sp>
    </p:spTree>
    <p:extLst>
      <p:ext uri="{BB962C8B-B14F-4D97-AF65-F5344CB8AC3E}">
        <p14:creationId xmlns:p14="http://schemas.microsoft.com/office/powerpoint/2010/main" val="419096595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A94E4BD-2F75-484A-A012-1277011B7F9C}"/>
              </a:ext>
            </a:extLst>
          </p:cNvPr>
          <p:cNvSpPr>
            <a:spLocks noGrp="1"/>
          </p:cNvSpPr>
          <p:nvPr>
            <p:ph type="ctrTitle"/>
          </p:nvPr>
        </p:nvSpPr>
        <p:spPr>
          <a:xfrm>
            <a:off x="473406" y="1118152"/>
            <a:ext cx="6777996" cy="1247916"/>
          </a:xfrm>
        </p:spPr>
        <p:txBody>
          <a:bodyPr/>
          <a:lstStyle/>
          <a:p>
            <a:r>
              <a:rPr lang="en-GB" noProof="0" dirty="0"/>
              <a:t>Tables</a:t>
            </a:r>
          </a:p>
        </p:txBody>
      </p:sp>
      <p:sp>
        <p:nvSpPr>
          <p:cNvPr id="6" name="Subtitle 5">
            <a:extLst>
              <a:ext uri="{FF2B5EF4-FFF2-40B4-BE49-F238E27FC236}">
                <a16:creationId xmlns:a16="http://schemas.microsoft.com/office/drawing/2014/main" id="{07518BB7-A023-9E4B-A04C-6AFD08F6F293}"/>
              </a:ext>
            </a:extLst>
          </p:cNvPr>
          <p:cNvSpPr>
            <a:spLocks noGrp="1"/>
          </p:cNvSpPr>
          <p:nvPr>
            <p:ph type="subTitle" idx="1"/>
          </p:nvPr>
        </p:nvSpPr>
        <p:spPr>
          <a:xfrm>
            <a:off x="473406" y="2902689"/>
            <a:ext cx="6150678" cy="863600"/>
          </a:xfrm>
        </p:spPr>
        <p:txBody>
          <a:bodyPr/>
          <a:lstStyle/>
          <a:p>
            <a:r>
              <a:rPr lang="en-GB" noProof="0" dirty="0"/>
              <a:t>Basic HTML</a:t>
            </a:r>
          </a:p>
        </p:txBody>
      </p:sp>
    </p:spTree>
    <p:extLst>
      <p:ext uri="{BB962C8B-B14F-4D97-AF65-F5344CB8AC3E}">
        <p14:creationId xmlns:p14="http://schemas.microsoft.com/office/powerpoint/2010/main" val="44964499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1FD443D-EE8D-1B41-8297-375E7130B7CC}"/>
              </a:ext>
            </a:extLst>
          </p:cNvPr>
          <p:cNvSpPr>
            <a:spLocks noGrp="1"/>
          </p:cNvSpPr>
          <p:nvPr>
            <p:ph type="ctrTitle"/>
          </p:nvPr>
        </p:nvSpPr>
        <p:spPr>
          <a:xfrm>
            <a:off x="443922" y="500194"/>
            <a:ext cx="11303577" cy="858985"/>
          </a:xfrm>
        </p:spPr>
        <p:txBody>
          <a:bodyPr>
            <a:normAutofit/>
          </a:bodyPr>
          <a:lstStyle/>
          <a:p>
            <a:r>
              <a:rPr lang="en-GB" noProof="0" dirty="0"/>
              <a:t>Tables</a:t>
            </a:r>
          </a:p>
        </p:txBody>
      </p:sp>
      <p:graphicFrame>
        <p:nvGraphicFramePr>
          <p:cNvPr id="6" name="Table 5">
            <a:extLst>
              <a:ext uri="{FF2B5EF4-FFF2-40B4-BE49-F238E27FC236}">
                <a16:creationId xmlns:a16="http://schemas.microsoft.com/office/drawing/2014/main" id="{D21A532E-8FDE-C142-9901-5AFEB94D4821}"/>
              </a:ext>
            </a:extLst>
          </p:cNvPr>
          <p:cNvGraphicFramePr>
            <a:graphicFrameLocks noGrp="1"/>
          </p:cNvGraphicFramePr>
          <p:nvPr>
            <p:extLst>
              <p:ext uri="{D42A27DB-BD31-4B8C-83A1-F6EECF244321}">
                <p14:modId xmlns:p14="http://schemas.microsoft.com/office/powerpoint/2010/main" val="3787998882"/>
              </p:ext>
            </p:extLst>
          </p:nvPr>
        </p:nvGraphicFramePr>
        <p:xfrm>
          <a:off x="1808162" y="1640765"/>
          <a:ext cx="8575675" cy="4356790"/>
        </p:xfrm>
        <a:graphic>
          <a:graphicData uri="http://schemas.openxmlformats.org/drawingml/2006/table">
            <a:tbl>
              <a:tblPr firstRow="1" bandRow="1">
                <a:tableStyleId>{7DF18680-E054-41AD-8BC1-D1AEF772440D}</a:tableStyleId>
              </a:tblPr>
              <a:tblGrid>
                <a:gridCol w="1946276">
                  <a:extLst>
                    <a:ext uri="{9D8B030D-6E8A-4147-A177-3AD203B41FA5}">
                      <a16:colId xmlns:a16="http://schemas.microsoft.com/office/drawing/2014/main" val="816822570"/>
                    </a:ext>
                  </a:extLst>
                </a:gridCol>
                <a:gridCol w="6629399">
                  <a:extLst>
                    <a:ext uri="{9D8B030D-6E8A-4147-A177-3AD203B41FA5}">
                      <a16:colId xmlns:a16="http://schemas.microsoft.com/office/drawing/2014/main" val="370545346"/>
                    </a:ext>
                  </a:extLst>
                </a:gridCol>
              </a:tblGrid>
              <a:tr h="435679">
                <a:tc>
                  <a:txBody>
                    <a:bodyPr/>
                    <a:lstStyle/>
                    <a:p>
                      <a:r>
                        <a:rPr lang="en-GB" noProof="0" dirty="0">
                          <a:solidFill>
                            <a:schemeClr val="tx1"/>
                          </a:solidFill>
                        </a:rPr>
                        <a:t>Tag</a:t>
                      </a:r>
                    </a:p>
                  </a:txBody>
                  <a:tcPr/>
                </a:tc>
                <a:tc>
                  <a:txBody>
                    <a:bodyPr/>
                    <a:lstStyle/>
                    <a:p>
                      <a:r>
                        <a:rPr lang="en-GB" noProof="0" dirty="0">
                          <a:solidFill>
                            <a:schemeClr val="tx1"/>
                          </a:solidFill>
                        </a:rPr>
                        <a:t>Description</a:t>
                      </a:r>
                    </a:p>
                  </a:txBody>
                  <a:tcPr/>
                </a:tc>
                <a:extLst>
                  <a:ext uri="{0D108BD9-81ED-4DB2-BD59-A6C34878D82A}">
                    <a16:rowId xmlns:a16="http://schemas.microsoft.com/office/drawing/2014/main" val="3391896544"/>
                  </a:ext>
                </a:extLst>
              </a:tr>
              <a:tr h="435679">
                <a:tc>
                  <a:txBody>
                    <a:bodyPr/>
                    <a:lstStyle/>
                    <a:p>
                      <a:r>
                        <a:rPr lang="en-GB" b="1" noProof="0" dirty="0">
                          <a:solidFill>
                            <a:schemeClr val="tx1"/>
                          </a:solidFill>
                        </a:rPr>
                        <a:t>&lt;tr&gt;</a:t>
                      </a:r>
                      <a:endParaRPr lang="en-GB" b="1" i="0" noProof="0" dirty="0">
                        <a:solidFill>
                          <a:schemeClr val="tx1"/>
                        </a:solidFill>
                        <a:latin typeface="Courier New" panose="02070309020205020404" pitchFamily="49" charset="0"/>
                        <a:cs typeface="Courier New" panose="02070309020205020404" pitchFamily="49" charset="0"/>
                      </a:endParaRPr>
                    </a:p>
                  </a:txBody>
                  <a:tcPr/>
                </a:tc>
                <a:tc>
                  <a:txBody>
                    <a:bodyPr/>
                    <a:lstStyle/>
                    <a:p>
                      <a:r>
                        <a:rPr lang="en-GB" noProof="0" dirty="0">
                          <a:solidFill>
                            <a:schemeClr val="tx1"/>
                          </a:solidFill>
                        </a:rPr>
                        <a:t>Table row</a:t>
                      </a:r>
                    </a:p>
                  </a:txBody>
                  <a:tcPr/>
                </a:tc>
                <a:extLst>
                  <a:ext uri="{0D108BD9-81ED-4DB2-BD59-A6C34878D82A}">
                    <a16:rowId xmlns:a16="http://schemas.microsoft.com/office/drawing/2014/main" val="3874049078"/>
                  </a:ext>
                </a:extLst>
              </a:tr>
              <a:tr h="435679">
                <a:tc>
                  <a:txBody>
                    <a:bodyPr/>
                    <a:lstStyle/>
                    <a:p>
                      <a:r>
                        <a:rPr lang="en-GB" b="1" noProof="0" dirty="0">
                          <a:solidFill>
                            <a:schemeClr val="tx1"/>
                          </a:solidFill>
                        </a:rPr>
                        <a:t>&lt;td&gt;</a:t>
                      </a:r>
                      <a:endParaRPr lang="en-GB" b="1" i="0" noProof="0" dirty="0">
                        <a:solidFill>
                          <a:schemeClr val="tx1"/>
                        </a:solidFill>
                        <a:latin typeface="Courier New" panose="02070309020205020404" pitchFamily="49" charset="0"/>
                        <a:cs typeface="Courier New" panose="02070309020205020404" pitchFamily="49" charset="0"/>
                      </a:endParaRPr>
                    </a:p>
                  </a:txBody>
                  <a:tcPr/>
                </a:tc>
                <a:tc>
                  <a:txBody>
                    <a:bodyPr/>
                    <a:lstStyle/>
                    <a:p>
                      <a:r>
                        <a:rPr lang="en-GB" noProof="0" dirty="0">
                          <a:solidFill>
                            <a:schemeClr val="tx1"/>
                          </a:solidFill>
                        </a:rPr>
                        <a:t>Table data (a normal cell)</a:t>
                      </a:r>
                    </a:p>
                  </a:txBody>
                  <a:tcPr/>
                </a:tc>
                <a:extLst>
                  <a:ext uri="{0D108BD9-81ED-4DB2-BD59-A6C34878D82A}">
                    <a16:rowId xmlns:a16="http://schemas.microsoft.com/office/drawing/2014/main" val="2828652172"/>
                  </a:ext>
                </a:extLst>
              </a:tr>
              <a:tr h="435679">
                <a:tc>
                  <a:txBody>
                    <a:bodyPr/>
                    <a:lstStyle/>
                    <a:p>
                      <a:r>
                        <a:rPr lang="en-GB" b="1" noProof="0" dirty="0">
                          <a:solidFill>
                            <a:schemeClr val="tx1"/>
                          </a:solidFill>
                        </a:rPr>
                        <a:t>&lt;</a:t>
                      </a:r>
                      <a:r>
                        <a:rPr lang="en-GB" b="1" noProof="0" dirty="0" err="1">
                          <a:solidFill>
                            <a:schemeClr val="tx1"/>
                          </a:solidFill>
                        </a:rPr>
                        <a:t>th</a:t>
                      </a:r>
                      <a:r>
                        <a:rPr lang="en-GB" b="1" noProof="0" dirty="0">
                          <a:solidFill>
                            <a:schemeClr val="tx1"/>
                          </a:solidFill>
                        </a:rPr>
                        <a:t>&gt;</a:t>
                      </a:r>
                      <a:endParaRPr lang="en-GB" b="1" i="0" noProof="0" dirty="0">
                        <a:solidFill>
                          <a:schemeClr val="tx1"/>
                        </a:solidFill>
                        <a:latin typeface="Courier New" panose="02070309020205020404" pitchFamily="49" charset="0"/>
                        <a:cs typeface="Courier New" panose="02070309020205020404" pitchFamily="49" charset="0"/>
                      </a:endParaRPr>
                    </a:p>
                  </a:txBody>
                  <a:tcPr/>
                </a:tc>
                <a:tc>
                  <a:txBody>
                    <a:bodyPr/>
                    <a:lstStyle/>
                    <a:p>
                      <a:r>
                        <a:rPr lang="en-GB" noProof="0" dirty="0">
                          <a:solidFill>
                            <a:schemeClr val="tx1"/>
                          </a:solidFill>
                        </a:rPr>
                        <a:t>Table heading (a header cell)</a:t>
                      </a:r>
                    </a:p>
                  </a:txBody>
                  <a:tcPr/>
                </a:tc>
                <a:extLst>
                  <a:ext uri="{0D108BD9-81ED-4DB2-BD59-A6C34878D82A}">
                    <a16:rowId xmlns:a16="http://schemas.microsoft.com/office/drawing/2014/main" val="2955548397"/>
                  </a:ext>
                </a:extLst>
              </a:tr>
              <a:tr h="435679">
                <a:tc>
                  <a:txBody>
                    <a:bodyPr/>
                    <a:lstStyle/>
                    <a:p>
                      <a:r>
                        <a:rPr lang="en-GB" b="1" noProof="0" dirty="0">
                          <a:solidFill>
                            <a:schemeClr val="tx1"/>
                          </a:solidFill>
                        </a:rPr>
                        <a:t>&lt;caption&gt;</a:t>
                      </a:r>
                      <a:endParaRPr lang="en-GB" b="1" i="0" noProof="0" dirty="0">
                        <a:solidFill>
                          <a:schemeClr val="tx1"/>
                        </a:solidFill>
                        <a:latin typeface="Courier New" panose="02070309020205020404" pitchFamily="49" charset="0"/>
                        <a:cs typeface="Courier New" panose="02070309020205020404" pitchFamily="49" charset="0"/>
                      </a:endParaRPr>
                    </a:p>
                  </a:txBody>
                  <a:tcPr/>
                </a:tc>
                <a:tc>
                  <a:txBody>
                    <a:bodyPr/>
                    <a:lstStyle/>
                    <a:p>
                      <a:r>
                        <a:rPr lang="en-GB" noProof="0" dirty="0">
                          <a:solidFill>
                            <a:schemeClr val="tx1"/>
                          </a:solidFill>
                        </a:rPr>
                        <a:t>Table caption</a:t>
                      </a:r>
                    </a:p>
                  </a:txBody>
                  <a:tcPr/>
                </a:tc>
                <a:extLst>
                  <a:ext uri="{0D108BD9-81ED-4DB2-BD59-A6C34878D82A}">
                    <a16:rowId xmlns:a16="http://schemas.microsoft.com/office/drawing/2014/main" val="1853562305"/>
                  </a:ext>
                </a:extLst>
              </a:tr>
              <a:tr h="435679">
                <a:tc>
                  <a:txBody>
                    <a:bodyPr/>
                    <a:lstStyle/>
                    <a:p>
                      <a:r>
                        <a:rPr lang="en-GB" b="1" noProof="0" dirty="0">
                          <a:solidFill>
                            <a:schemeClr val="tx1"/>
                          </a:solidFill>
                        </a:rPr>
                        <a:t>&lt;</a:t>
                      </a:r>
                      <a:r>
                        <a:rPr lang="en-GB" b="1" noProof="0" dirty="0" err="1">
                          <a:solidFill>
                            <a:schemeClr val="tx1"/>
                          </a:solidFill>
                        </a:rPr>
                        <a:t>thead</a:t>
                      </a:r>
                      <a:r>
                        <a:rPr lang="en-GB" b="1" noProof="0" dirty="0">
                          <a:solidFill>
                            <a:schemeClr val="tx1"/>
                          </a:solidFill>
                        </a:rPr>
                        <a:t>&gt;</a:t>
                      </a:r>
                      <a:endParaRPr lang="en-GB" b="1" i="0" noProof="0" dirty="0">
                        <a:solidFill>
                          <a:schemeClr val="tx1"/>
                        </a:solidFill>
                        <a:latin typeface="Courier New" panose="02070309020205020404" pitchFamily="49" charset="0"/>
                        <a:cs typeface="Courier New" panose="02070309020205020404" pitchFamily="49" charset="0"/>
                      </a:endParaRPr>
                    </a:p>
                  </a:txBody>
                  <a:tcPr/>
                </a:tc>
                <a:tc>
                  <a:txBody>
                    <a:bodyPr/>
                    <a:lstStyle/>
                    <a:p>
                      <a:r>
                        <a:rPr lang="en-GB" noProof="0" dirty="0">
                          <a:solidFill>
                            <a:schemeClr val="tx1"/>
                          </a:solidFill>
                        </a:rPr>
                        <a:t>Groups header content in a table</a:t>
                      </a:r>
                    </a:p>
                  </a:txBody>
                  <a:tcPr/>
                </a:tc>
                <a:extLst>
                  <a:ext uri="{0D108BD9-81ED-4DB2-BD59-A6C34878D82A}">
                    <a16:rowId xmlns:a16="http://schemas.microsoft.com/office/drawing/2014/main" val="682704127"/>
                  </a:ext>
                </a:extLst>
              </a:tr>
              <a:tr h="435679">
                <a:tc>
                  <a:txBody>
                    <a:bodyPr/>
                    <a:lstStyle/>
                    <a:p>
                      <a:r>
                        <a:rPr lang="en-GB" b="1" noProof="0" dirty="0">
                          <a:solidFill>
                            <a:schemeClr val="tx1"/>
                          </a:solidFill>
                        </a:rPr>
                        <a:t>&lt;</a:t>
                      </a:r>
                      <a:r>
                        <a:rPr lang="en-GB" b="1" noProof="0" dirty="0" err="1">
                          <a:solidFill>
                            <a:schemeClr val="tx1"/>
                          </a:solidFill>
                        </a:rPr>
                        <a:t>tbody</a:t>
                      </a:r>
                      <a:r>
                        <a:rPr lang="en-GB" b="1" noProof="0" dirty="0">
                          <a:solidFill>
                            <a:schemeClr val="tx1"/>
                          </a:solidFill>
                        </a:rPr>
                        <a:t>&gt;</a:t>
                      </a:r>
                      <a:endParaRPr lang="en-GB" b="1" i="0" noProof="0" dirty="0">
                        <a:solidFill>
                          <a:schemeClr val="tx1"/>
                        </a:solidFill>
                        <a:latin typeface="Courier New" panose="02070309020205020404" pitchFamily="49" charset="0"/>
                        <a:cs typeface="Courier New" panose="02070309020205020404" pitchFamily="49" charset="0"/>
                      </a:endParaRPr>
                    </a:p>
                  </a:txBody>
                  <a:tcPr/>
                </a:tc>
                <a:tc>
                  <a:txBody>
                    <a:bodyPr/>
                    <a:lstStyle/>
                    <a:p>
                      <a:r>
                        <a:rPr lang="en-GB" noProof="0" dirty="0">
                          <a:solidFill>
                            <a:schemeClr val="tx1"/>
                          </a:solidFill>
                        </a:rPr>
                        <a:t>Groups body content in a table</a:t>
                      </a:r>
                    </a:p>
                  </a:txBody>
                  <a:tcPr/>
                </a:tc>
                <a:extLst>
                  <a:ext uri="{0D108BD9-81ED-4DB2-BD59-A6C34878D82A}">
                    <a16:rowId xmlns:a16="http://schemas.microsoft.com/office/drawing/2014/main" val="2318906158"/>
                  </a:ext>
                </a:extLst>
              </a:tr>
              <a:tr h="435679">
                <a:tc>
                  <a:txBody>
                    <a:bodyPr/>
                    <a:lstStyle/>
                    <a:p>
                      <a:r>
                        <a:rPr lang="en-GB" b="1" noProof="0" dirty="0">
                          <a:solidFill>
                            <a:schemeClr val="tx1"/>
                          </a:solidFill>
                        </a:rPr>
                        <a:t>&lt;</a:t>
                      </a:r>
                      <a:r>
                        <a:rPr lang="en-GB" b="1" noProof="0" dirty="0" err="1">
                          <a:solidFill>
                            <a:schemeClr val="tx1"/>
                          </a:solidFill>
                        </a:rPr>
                        <a:t>tfoot</a:t>
                      </a:r>
                      <a:r>
                        <a:rPr lang="en-GB" b="1" noProof="0" dirty="0">
                          <a:solidFill>
                            <a:schemeClr val="tx1"/>
                          </a:solidFill>
                        </a:rPr>
                        <a:t>&gt;</a:t>
                      </a:r>
                      <a:endParaRPr lang="en-GB" b="1" i="0" noProof="0" dirty="0">
                        <a:solidFill>
                          <a:schemeClr val="tx1"/>
                        </a:solidFill>
                        <a:latin typeface="Courier New" panose="02070309020205020404" pitchFamily="49" charset="0"/>
                        <a:cs typeface="Courier New" panose="02070309020205020404" pitchFamily="49" charset="0"/>
                      </a:endParaRPr>
                    </a:p>
                  </a:txBody>
                  <a:tcPr/>
                </a:tc>
                <a:tc>
                  <a:txBody>
                    <a:bodyPr/>
                    <a:lstStyle/>
                    <a:p>
                      <a:r>
                        <a:rPr lang="en-GB" noProof="0" dirty="0">
                          <a:solidFill>
                            <a:schemeClr val="tx1"/>
                          </a:solidFill>
                        </a:rPr>
                        <a:t>Groups footer content in a table</a:t>
                      </a:r>
                    </a:p>
                  </a:txBody>
                  <a:tcPr/>
                </a:tc>
                <a:extLst>
                  <a:ext uri="{0D108BD9-81ED-4DB2-BD59-A6C34878D82A}">
                    <a16:rowId xmlns:a16="http://schemas.microsoft.com/office/drawing/2014/main" val="624965430"/>
                  </a:ext>
                </a:extLst>
              </a:tr>
              <a:tr h="435679">
                <a:tc>
                  <a:txBody>
                    <a:bodyPr/>
                    <a:lstStyle/>
                    <a:p>
                      <a:r>
                        <a:rPr lang="en-GB" b="1" noProof="0" dirty="0">
                          <a:solidFill>
                            <a:schemeClr val="tx1"/>
                          </a:solidFill>
                        </a:rPr>
                        <a:t>&lt;</a:t>
                      </a:r>
                      <a:r>
                        <a:rPr lang="en-GB" b="1" noProof="0" dirty="0" err="1">
                          <a:solidFill>
                            <a:schemeClr val="tx1"/>
                          </a:solidFill>
                        </a:rPr>
                        <a:t>colgroup</a:t>
                      </a:r>
                      <a:r>
                        <a:rPr lang="en-GB" b="1" noProof="0" dirty="0">
                          <a:solidFill>
                            <a:schemeClr val="tx1"/>
                          </a:solidFill>
                        </a:rPr>
                        <a:t>&gt;</a:t>
                      </a:r>
                      <a:endParaRPr lang="en-GB" b="1" i="0" noProof="0" dirty="0">
                        <a:solidFill>
                          <a:schemeClr val="tx1"/>
                        </a:solidFill>
                        <a:latin typeface="Courier New" panose="02070309020205020404" pitchFamily="49" charset="0"/>
                        <a:cs typeface="Courier New" panose="02070309020205020404" pitchFamily="49" charset="0"/>
                      </a:endParaRPr>
                    </a:p>
                  </a:txBody>
                  <a:tcPr/>
                </a:tc>
                <a:tc>
                  <a:txBody>
                    <a:bodyPr/>
                    <a:lstStyle/>
                    <a:p>
                      <a:r>
                        <a:rPr lang="en-GB" noProof="0" dirty="0">
                          <a:solidFill>
                            <a:schemeClr val="tx1"/>
                          </a:solidFill>
                        </a:rPr>
                        <a:t>Specifies one or more columns for formatting</a:t>
                      </a:r>
                    </a:p>
                  </a:txBody>
                  <a:tcPr/>
                </a:tc>
                <a:extLst>
                  <a:ext uri="{0D108BD9-81ED-4DB2-BD59-A6C34878D82A}">
                    <a16:rowId xmlns:a16="http://schemas.microsoft.com/office/drawing/2014/main" val="776999704"/>
                  </a:ext>
                </a:extLst>
              </a:tr>
              <a:tr h="43567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1" noProof="0" dirty="0">
                          <a:solidFill>
                            <a:schemeClr val="tx1"/>
                          </a:solidFill>
                        </a:rPr>
                        <a:t>&lt;col&gt;</a:t>
                      </a:r>
                      <a:endParaRPr lang="en-GB" b="1" i="0" noProof="0" dirty="0">
                        <a:solidFill>
                          <a:schemeClr val="tx1"/>
                        </a:solidFill>
                        <a:latin typeface="Courier New" panose="02070309020205020404" pitchFamily="49" charset="0"/>
                        <a:cs typeface="Courier New" panose="02070309020205020404" pitchFamily="49" charset="0"/>
                      </a:endParaRPr>
                    </a:p>
                  </a:txBody>
                  <a:tcPr/>
                </a:tc>
                <a:tc>
                  <a:txBody>
                    <a:bodyPr/>
                    <a:lstStyle/>
                    <a:p>
                      <a:r>
                        <a:rPr lang="en-GB" noProof="0" dirty="0">
                          <a:solidFill>
                            <a:schemeClr val="tx1"/>
                          </a:solidFill>
                        </a:rPr>
                        <a:t>Specifies column properties for each column within </a:t>
                      </a:r>
                    </a:p>
                  </a:txBody>
                  <a:tcPr/>
                </a:tc>
                <a:extLst>
                  <a:ext uri="{0D108BD9-81ED-4DB2-BD59-A6C34878D82A}">
                    <a16:rowId xmlns:a16="http://schemas.microsoft.com/office/drawing/2014/main" val="2939348992"/>
                  </a:ext>
                </a:extLst>
              </a:tr>
            </a:tbl>
          </a:graphicData>
        </a:graphic>
      </p:graphicFrame>
      <p:sp>
        <p:nvSpPr>
          <p:cNvPr id="11" name="Slide Number Placeholder 5">
            <a:extLst>
              <a:ext uri="{FF2B5EF4-FFF2-40B4-BE49-F238E27FC236}">
                <a16:creationId xmlns:a16="http://schemas.microsoft.com/office/drawing/2014/main" id="{0516E450-AB41-35A7-508C-F74ED5777F7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59</a:t>
            </a:fld>
            <a:endParaRPr lang="en-GB" noProof="0" dirty="0"/>
          </a:p>
        </p:txBody>
      </p:sp>
    </p:spTree>
    <p:extLst>
      <p:ext uri="{BB962C8B-B14F-4D97-AF65-F5344CB8AC3E}">
        <p14:creationId xmlns:p14="http://schemas.microsoft.com/office/powerpoint/2010/main" val="346461665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3EB6C-8E2B-4C45-AD79-B7AD4A04B02C}"/>
              </a:ext>
            </a:extLst>
          </p:cNvPr>
          <p:cNvSpPr>
            <a:spLocks noGrp="1"/>
          </p:cNvSpPr>
          <p:nvPr>
            <p:ph type="ctrTitle"/>
          </p:nvPr>
        </p:nvSpPr>
        <p:spPr>
          <a:xfrm>
            <a:off x="443921" y="500194"/>
            <a:ext cx="6679721" cy="858985"/>
          </a:xfrm>
        </p:spPr>
        <p:txBody>
          <a:bodyPr>
            <a:normAutofit/>
          </a:bodyPr>
          <a:lstStyle/>
          <a:p>
            <a:r>
              <a:rPr lang="en-GB" noProof="0" dirty="0"/>
              <a:t>Quick lab 4: Tables</a:t>
            </a:r>
          </a:p>
        </p:txBody>
      </p:sp>
      <p:sp>
        <p:nvSpPr>
          <p:cNvPr id="3" name="Content Placeholder 2">
            <a:extLst>
              <a:ext uri="{FF2B5EF4-FFF2-40B4-BE49-F238E27FC236}">
                <a16:creationId xmlns:a16="http://schemas.microsoft.com/office/drawing/2014/main" id="{89563ABB-F1A8-0C4D-A107-EE47BABCCE6C}"/>
              </a:ext>
            </a:extLst>
          </p:cNvPr>
          <p:cNvSpPr>
            <a:spLocks noGrp="1"/>
          </p:cNvSpPr>
          <p:nvPr>
            <p:ph type="body" sz="quarter" idx="13"/>
          </p:nvPr>
        </p:nvSpPr>
        <p:spPr>
          <a:xfrm>
            <a:off x="443921" y="1733108"/>
            <a:ext cx="6679721" cy="4061405"/>
          </a:xfrm>
        </p:spPr>
        <p:txBody>
          <a:bodyPr lIns="91440" tIns="45720" rIns="91440" bIns="45720" anchor="t"/>
          <a:lstStyle/>
          <a:p>
            <a:r>
              <a:rPr lang="en-GB" noProof="0" dirty="0"/>
              <a:t>Use a table to display data on your profile page.</a:t>
            </a:r>
          </a:p>
        </p:txBody>
      </p:sp>
    </p:spTree>
    <p:extLst>
      <p:ext uri="{BB962C8B-B14F-4D97-AF65-F5344CB8AC3E}">
        <p14:creationId xmlns:p14="http://schemas.microsoft.com/office/powerpoint/2010/main" val="258321176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36470-9AB1-E74F-9606-6B1641D6A1CA}"/>
              </a:ext>
            </a:extLst>
          </p:cNvPr>
          <p:cNvSpPr>
            <a:spLocks noGrp="1"/>
          </p:cNvSpPr>
          <p:nvPr>
            <p:ph type="ctrTitle"/>
          </p:nvPr>
        </p:nvSpPr>
        <p:spPr>
          <a:xfrm>
            <a:off x="473406" y="1118152"/>
            <a:ext cx="6777996" cy="1247916"/>
          </a:xfrm>
        </p:spPr>
        <p:txBody>
          <a:bodyPr/>
          <a:lstStyle/>
          <a:p>
            <a:r>
              <a:rPr lang="en-GB" noProof="0" dirty="0"/>
              <a:t>Forms</a:t>
            </a:r>
          </a:p>
        </p:txBody>
      </p:sp>
      <p:sp>
        <p:nvSpPr>
          <p:cNvPr id="3" name="Subtitle 2">
            <a:extLst>
              <a:ext uri="{FF2B5EF4-FFF2-40B4-BE49-F238E27FC236}">
                <a16:creationId xmlns:a16="http://schemas.microsoft.com/office/drawing/2014/main" id="{114FE195-9393-3A48-8EDF-C09E24836FC7}"/>
              </a:ext>
            </a:extLst>
          </p:cNvPr>
          <p:cNvSpPr>
            <a:spLocks noGrp="1"/>
          </p:cNvSpPr>
          <p:nvPr>
            <p:ph type="subTitle" idx="1"/>
          </p:nvPr>
        </p:nvSpPr>
        <p:spPr>
          <a:xfrm>
            <a:off x="473406" y="2902689"/>
            <a:ext cx="6150678" cy="863600"/>
          </a:xfrm>
        </p:spPr>
        <p:txBody>
          <a:bodyPr/>
          <a:lstStyle/>
          <a:p>
            <a:r>
              <a:rPr lang="en-GB" noProof="0" dirty="0"/>
              <a:t>Basic HTML</a:t>
            </a:r>
          </a:p>
        </p:txBody>
      </p:sp>
    </p:spTree>
    <p:extLst>
      <p:ext uri="{BB962C8B-B14F-4D97-AF65-F5344CB8AC3E}">
        <p14:creationId xmlns:p14="http://schemas.microsoft.com/office/powerpoint/2010/main" val="229471678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ctrTitle"/>
          </p:nvPr>
        </p:nvSpPr>
        <p:spPr/>
        <p:txBody>
          <a:bodyPr>
            <a:normAutofit/>
          </a:bodyPr>
          <a:lstStyle/>
          <a:p>
            <a:r>
              <a:rPr lang="en-GB" noProof="0" dirty="0"/>
              <a:t>The &lt;form&gt; tag</a:t>
            </a:r>
          </a:p>
        </p:txBody>
      </p:sp>
      <p:sp>
        <p:nvSpPr>
          <p:cNvPr id="4" name="Text Placeholder 3">
            <a:extLst>
              <a:ext uri="{FF2B5EF4-FFF2-40B4-BE49-F238E27FC236}">
                <a16:creationId xmlns:a16="http://schemas.microsoft.com/office/drawing/2014/main" id="{37953CD4-8E35-8060-FEEA-E621E2815401}"/>
              </a:ext>
            </a:extLst>
          </p:cNvPr>
          <p:cNvSpPr>
            <a:spLocks noGrp="1"/>
          </p:cNvSpPr>
          <p:nvPr>
            <p:ph type="body" sz="quarter" idx="14"/>
          </p:nvPr>
        </p:nvSpPr>
        <p:spPr/>
        <p:txBody>
          <a:bodyPr/>
          <a:lstStyle/>
          <a:p>
            <a:r>
              <a:rPr lang="en-GB" noProof="0" dirty="0"/>
              <a:t>Defines a form in HTML.</a:t>
            </a:r>
          </a:p>
          <a:p>
            <a:endParaRPr lang="en-GB" noProof="0" dirty="0"/>
          </a:p>
          <a:p>
            <a:r>
              <a:rPr lang="en-GB" b="1" noProof="0" dirty="0"/>
              <a:t>Attributes:</a:t>
            </a:r>
          </a:p>
          <a:p>
            <a:pPr marL="285750" indent="-285750">
              <a:buFont typeface="Arial" panose="020B0604020202020204" pitchFamily="34" charset="0"/>
              <a:buChar char="•"/>
            </a:pPr>
            <a:r>
              <a:rPr lang="en-GB" b="1" noProof="0" dirty="0">
                <a:latin typeface="Courier New" panose="02070309020205020404" pitchFamily="49" charset="0"/>
                <a:cs typeface="Courier New" panose="02070309020205020404" pitchFamily="49" charset="0"/>
              </a:rPr>
              <a:t>action</a:t>
            </a:r>
            <a:r>
              <a:rPr lang="en-GB" noProof="0" dirty="0"/>
              <a:t>: URL to execute when form is submitted.</a:t>
            </a:r>
          </a:p>
          <a:p>
            <a:pPr marL="285750" indent="-285750">
              <a:buFont typeface="Arial" panose="020B0604020202020204" pitchFamily="34" charset="0"/>
              <a:buChar char="•"/>
            </a:pPr>
            <a:r>
              <a:rPr lang="en-GB" b="1" noProof="0" dirty="0">
                <a:latin typeface="Courier New" panose="02070309020205020404" pitchFamily="49" charset="0"/>
                <a:cs typeface="Courier New" panose="02070309020205020404" pitchFamily="49" charset="0"/>
              </a:rPr>
              <a:t>method</a:t>
            </a:r>
            <a:r>
              <a:rPr lang="en-GB" noProof="0" dirty="0"/>
              <a:t>: How the information is passed to server (GET or POST).</a:t>
            </a:r>
          </a:p>
          <a:p>
            <a:endParaRPr lang="en-GB" noProof="0" dirty="0"/>
          </a:p>
        </p:txBody>
      </p:sp>
      <p:sp>
        <p:nvSpPr>
          <p:cNvPr id="38916" name="Rectangle 4"/>
          <p:cNvSpPr>
            <a:spLocks noChangeArrowheads="1"/>
          </p:cNvSpPr>
          <p:nvPr/>
        </p:nvSpPr>
        <p:spPr bwMode="auto">
          <a:xfrm>
            <a:off x="443921" y="3916210"/>
            <a:ext cx="8090765" cy="1016305"/>
          </a:xfrm>
          <a:prstGeom prst="rect">
            <a:avLst/>
          </a:prstGeom>
          <a:solidFill>
            <a:schemeClr val="accent2">
              <a:lumMod val="20000"/>
              <a:lumOff val="80000"/>
            </a:schemeClr>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&lt;form method="post" action="</a:t>
            </a:r>
            <a:r>
              <a:rPr kumimoji="0" lang="en-GB" sz="20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cgi</a:t>
            </a: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-bin/subscribe.pl"&gt;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&lt;/form&gt;</a:t>
            </a:r>
          </a:p>
        </p:txBody>
      </p:sp>
      <p:sp>
        <p:nvSpPr>
          <p:cNvPr id="5" name="Slide Number Placeholder 5">
            <a:extLst>
              <a:ext uri="{FF2B5EF4-FFF2-40B4-BE49-F238E27FC236}">
                <a16:creationId xmlns:a16="http://schemas.microsoft.com/office/drawing/2014/main" id="{E8DA59EC-C1C8-6DDC-8F3F-0D57A02B27F2}"/>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62</a:t>
            </a:fld>
            <a:endParaRPr lang="en-GB" noProof="0" dirty="0"/>
          </a:p>
        </p:txBody>
      </p:sp>
    </p:spTree>
    <p:extLst>
      <p:ext uri="{BB962C8B-B14F-4D97-AF65-F5344CB8AC3E}">
        <p14:creationId xmlns:p14="http://schemas.microsoft.com/office/powerpoint/2010/main" val="91834720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ctrTitle"/>
          </p:nvPr>
        </p:nvSpPr>
        <p:spPr/>
        <p:txBody>
          <a:bodyPr>
            <a:normAutofit/>
          </a:bodyPr>
          <a:lstStyle/>
          <a:p>
            <a:r>
              <a:rPr lang="en-GB" noProof="0" dirty="0"/>
              <a:t>Text and push buttons</a:t>
            </a:r>
          </a:p>
        </p:txBody>
      </p:sp>
      <p:sp>
        <p:nvSpPr>
          <p:cNvPr id="40963" name="Rectangle 3"/>
          <p:cNvSpPr>
            <a:spLocks noGrp="1" noChangeArrowheads="1"/>
          </p:cNvSpPr>
          <p:nvPr>
            <p:ph type="body" sz="quarter" idx="14"/>
          </p:nvPr>
        </p:nvSpPr>
        <p:spPr/>
        <p:txBody>
          <a:bodyPr/>
          <a:lstStyle/>
          <a:p>
            <a:pPr marL="0" indent="0">
              <a:lnSpc>
                <a:spcPct val="100000"/>
              </a:lnSpc>
              <a:buNone/>
            </a:pPr>
            <a:r>
              <a:rPr lang="en-GB" noProof="0" dirty="0"/>
              <a:t>Kinds of push button:</a:t>
            </a:r>
          </a:p>
          <a:p>
            <a:pPr marL="285750" indent="-285750">
              <a:lnSpc>
                <a:spcPct val="100000"/>
              </a:lnSpc>
              <a:buFont typeface="Arial" panose="020B0604020202020204" pitchFamily="34" charset="0"/>
              <a:buChar char="•"/>
            </a:pPr>
            <a:r>
              <a:rPr lang="en-GB" b="1" noProof="0" dirty="0">
                <a:latin typeface="Courier New" panose="02070309020205020404" pitchFamily="49" charset="0"/>
                <a:cs typeface="Courier New" panose="02070309020205020404" pitchFamily="49" charset="0"/>
              </a:rPr>
              <a:t>submit</a:t>
            </a:r>
            <a:r>
              <a:rPr lang="en-GB" noProof="0" dirty="0"/>
              <a:t>: Send the form information to the server for processing.</a:t>
            </a:r>
          </a:p>
          <a:p>
            <a:pPr marL="285750" indent="-285750">
              <a:lnSpc>
                <a:spcPct val="100000"/>
              </a:lnSpc>
              <a:buFont typeface="Arial" panose="020B0604020202020204" pitchFamily="34" charset="0"/>
              <a:buChar char="•"/>
            </a:pPr>
            <a:r>
              <a:rPr lang="en-GB" b="1" noProof="0" dirty="0">
                <a:latin typeface="Courier New" panose="02070309020205020404" pitchFamily="49" charset="0"/>
                <a:cs typeface="Courier New" panose="02070309020205020404" pitchFamily="49" charset="0"/>
              </a:rPr>
              <a:t>reset</a:t>
            </a:r>
            <a:r>
              <a:rPr lang="en-GB" noProof="0" dirty="0"/>
              <a:t>: Reset all form fields.</a:t>
            </a:r>
          </a:p>
          <a:p>
            <a:pPr marL="285750" indent="-285750">
              <a:lnSpc>
                <a:spcPct val="100000"/>
              </a:lnSpc>
              <a:buFont typeface="Arial" panose="020B0604020202020204" pitchFamily="34" charset="0"/>
              <a:buChar char="•"/>
            </a:pPr>
            <a:r>
              <a:rPr lang="en-GB" b="1" noProof="0" dirty="0">
                <a:latin typeface="Courier New" panose="02070309020205020404" pitchFamily="49" charset="0"/>
                <a:cs typeface="Courier New" panose="02070309020205020404" pitchFamily="49" charset="0"/>
              </a:rPr>
              <a:t>button</a:t>
            </a:r>
            <a:r>
              <a:rPr lang="en-GB" noProof="0" dirty="0"/>
              <a:t>: Generic push button.</a:t>
            </a:r>
          </a:p>
          <a:p>
            <a:pPr marL="0" indent="0">
              <a:lnSpc>
                <a:spcPct val="100000"/>
              </a:lnSpc>
              <a:buNone/>
            </a:pPr>
            <a:endParaRPr lang="en-GB" noProof="0" dirty="0"/>
          </a:p>
          <a:p>
            <a:pPr marL="0" indent="0">
              <a:lnSpc>
                <a:spcPct val="100000"/>
              </a:lnSpc>
              <a:buNone/>
            </a:pPr>
            <a:r>
              <a:rPr lang="en-GB" noProof="0" dirty="0"/>
              <a:t>Single line text field:</a:t>
            </a:r>
          </a:p>
          <a:p>
            <a:pPr marL="285750" indent="-285750">
              <a:lnSpc>
                <a:spcPct val="100000"/>
              </a:lnSpc>
              <a:buFont typeface="Arial" panose="020B0604020202020204" pitchFamily="34" charset="0"/>
              <a:buChar char="•"/>
            </a:pPr>
            <a:r>
              <a:rPr lang="en-GB" b="1" noProof="0" dirty="0">
                <a:latin typeface="Courier New" panose="02070309020205020404" pitchFamily="49" charset="0"/>
                <a:cs typeface="Courier New" panose="02070309020205020404" pitchFamily="49" charset="0"/>
              </a:rPr>
              <a:t>type="text"</a:t>
            </a:r>
            <a:r>
              <a:rPr lang="en-GB" noProof="0" dirty="0"/>
              <a:t> attribute of </a:t>
            </a:r>
            <a:r>
              <a:rPr lang="en-GB" b="1" noProof="0" dirty="0">
                <a:latin typeface="Courier New" panose="02070309020205020404" pitchFamily="49" charset="0"/>
                <a:cs typeface="Courier New" panose="02070309020205020404" pitchFamily="49" charset="0"/>
              </a:rPr>
              <a:t>&lt;input&gt;</a:t>
            </a:r>
            <a:r>
              <a:rPr lang="en-GB" noProof="0" dirty="0"/>
              <a:t> tag.</a:t>
            </a:r>
          </a:p>
          <a:p>
            <a:pPr marL="285750" indent="-285750">
              <a:lnSpc>
                <a:spcPct val="100000"/>
              </a:lnSpc>
              <a:buFont typeface="Arial" panose="020B0604020202020204" pitchFamily="34" charset="0"/>
              <a:buChar char="•"/>
            </a:pPr>
            <a:r>
              <a:rPr lang="en-GB" b="1" noProof="0" dirty="0">
                <a:latin typeface="Courier New" panose="02070309020205020404" pitchFamily="49" charset="0"/>
                <a:cs typeface="Courier New" panose="02070309020205020404" pitchFamily="49" charset="0"/>
              </a:rPr>
              <a:t>type="password"</a:t>
            </a:r>
            <a:r>
              <a:rPr lang="en-GB" noProof="0" dirty="0"/>
              <a:t> as text, but text is not displayed on screen — browser default hidden used.</a:t>
            </a:r>
          </a:p>
        </p:txBody>
      </p:sp>
      <p:sp>
        <p:nvSpPr>
          <p:cNvPr id="40964" name="Rectangle 4"/>
          <p:cNvSpPr>
            <a:spLocks noChangeArrowheads="1"/>
          </p:cNvSpPr>
          <p:nvPr/>
        </p:nvSpPr>
        <p:spPr bwMode="auto">
          <a:xfrm>
            <a:off x="6258902" y="1733108"/>
            <a:ext cx="5489177" cy="224676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&lt;form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  method="post"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  action="scripts/subscribe.pl"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  Please enter your name: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  &lt;</a:t>
            </a:r>
            <a:r>
              <a:rPr kumimoji="0" lang="en-GB" sz="14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br</a:t>
            </a:r>
            <a:r>
              <a:rPr kumimoji="0" lang="en-GB" sz="14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  &lt;input type="text" size="20" name="</a:t>
            </a:r>
            <a:r>
              <a:rPr kumimoji="0" lang="en-GB" sz="14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UsrName</a:t>
            </a:r>
            <a:r>
              <a:rPr kumimoji="0" lang="en-GB" sz="14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  &lt;</a:t>
            </a:r>
            <a:r>
              <a:rPr kumimoji="0" lang="en-GB" sz="14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br</a:t>
            </a:r>
            <a:r>
              <a:rPr kumimoji="0" lang="en-GB" sz="14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  &lt;input type="submit" name="</a:t>
            </a:r>
            <a:r>
              <a:rPr kumimoji="0" lang="en-GB" sz="14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OKBtn</a:t>
            </a:r>
            <a:r>
              <a:rPr kumimoji="0" lang="en-GB" sz="14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 value="OK" /&gt;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&lt;/form&gt;</a:t>
            </a:r>
          </a:p>
        </p:txBody>
      </p:sp>
      <p:grpSp>
        <p:nvGrpSpPr>
          <p:cNvPr id="40965" name="Group 5"/>
          <p:cNvGrpSpPr>
            <a:grpSpLocks/>
          </p:cNvGrpSpPr>
          <p:nvPr/>
        </p:nvGrpSpPr>
        <p:grpSpPr bwMode="auto">
          <a:xfrm>
            <a:off x="7408284" y="4455417"/>
            <a:ext cx="2959100" cy="1095375"/>
            <a:chOff x="3851" y="3364"/>
            <a:chExt cx="2124" cy="760"/>
          </a:xfrm>
        </p:grpSpPr>
        <p:sp>
          <p:nvSpPr>
            <p:cNvPr id="40966" name="Rectangle 6"/>
            <p:cNvSpPr>
              <a:spLocks noChangeArrowheads="1"/>
            </p:cNvSpPr>
            <p:nvPr/>
          </p:nvSpPr>
          <p:spPr bwMode="auto">
            <a:xfrm>
              <a:off x="3851" y="3364"/>
              <a:ext cx="2124" cy="760"/>
            </a:xfrm>
            <a:prstGeom prst="rect">
              <a:avLst/>
            </a:prstGeom>
            <a:solidFill>
              <a:schemeClr val="bg1"/>
            </a:solidFill>
            <a:ln w="12700">
              <a:solidFill>
                <a:schemeClr val="tx1"/>
              </a:solidFill>
              <a:miter lim="800000"/>
              <a:headEnd/>
              <a:tailEnd/>
            </a:ln>
          </p:spPr>
          <p:txBody>
            <a:bodyPr wrap="none" anchor="ctr"/>
            <a:lstStyle>
              <a:lvl1pPr>
                <a:lnSpc>
                  <a:spcPct val="120000"/>
                </a:lnSpc>
                <a:spcBef>
                  <a:spcPct val="60000"/>
                </a:spcBef>
                <a:buClr>
                  <a:schemeClr val="bg2"/>
                </a:buClr>
                <a:buChar char="•"/>
                <a:defRPr sz="2400" b="1">
                  <a:solidFill>
                    <a:srgbClr val="134183"/>
                  </a:solidFill>
                  <a:latin typeface="Arial" panose="020B0604020202020204" pitchFamily="34" charset="0"/>
                </a:defRPr>
              </a:lvl1pPr>
              <a:lvl2pPr marL="742950" indent="-285750">
                <a:lnSpc>
                  <a:spcPct val="110000"/>
                </a:lnSpc>
                <a:spcBef>
                  <a:spcPct val="15000"/>
                </a:spcBef>
                <a:spcAft>
                  <a:spcPct val="10000"/>
                </a:spcAft>
                <a:buClr>
                  <a:schemeClr val="bg2"/>
                </a:buClr>
                <a:buChar char="•"/>
                <a:defRPr sz="2000" b="1">
                  <a:solidFill>
                    <a:srgbClr val="134183"/>
                  </a:solidFill>
                  <a:latin typeface="Arial" panose="020B0604020202020204" pitchFamily="34" charset="0"/>
                </a:defRPr>
              </a:lvl2pPr>
              <a:lvl3pPr marL="1143000" indent="-228600">
                <a:lnSpc>
                  <a:spcPct val="110000"/>
                </a:lnSpc>
                <a:spcBef>
                  <a:spcPct val="10000"/>
                </a:spcBef>
                <a:spcAft>
                  <a:spcPct val="15000"/>
                </a:spcAft>
                <a:buClr>
                  <a:schemeClr val="bg2"/>
                </a:buClr>
                <a:buChar char="•"/>
                <a:defRPr sz="2400">
                  <a:solidFill>
                    <a:srgbClr val="134183"/>
                  </a:solidFill>
                  <a:latin typeface="Arial" panose="020B0604020202020204" pitchFamily="34" charset="0"/>
                </a:defRPr>
              </a:lvl3pPr>
              <a:lvl4pPr marL="1600200" indent="-228600">
                <a:spcBef>
                  <a:spcPct val="20000"/>
                </a:spcBef>
                <a:buChar char=" "/>
                <a:defRPr sz="1200">
                  <a:solidFill>
                    <a:schemeClr val="tx1"/>
                  </a:solidFill>
                  <a:latin typeface="Arial" panose="020B0604020202020204" pitchFamily="34" charset="0"/>
                </a:defRPr>
              </a:lvl4pPr>
              <a:lvl5pPr marL="2057400" indent="-228600">
                <a:spcBef>
                  <a:spcPct val="20000"/>
                </a:spcBef>
                <a:buChar char=" "/>
                <a:defRPr sz="1000">
                  <a:solidFill>
                    <a:schemeClr val="tx1"/>
                  </a:solidFill>
                  <a:latin typeface="Arial" panose="020B0604020202020204" pitchFamily="34" charset="0"/>
                </a:defRPr>
              </a:lvl5pPr>
              <a:lvl6pPr marL="2514600" indent="-228600" eaLnBrk="0" fontAlgn="base" hangingPunct="0">
                <a:spcBef>
                  <a:spcPct val="20000"/>
                </a:spcBef>
                <a:spcAft>
                  <a:spcPct val="0"/>
                </a:spcAft>
                <a:buChar char=" "/>
                <a:defRPr sz="1000">
                  <a:solidFill>
                    <a:schemeClr val="tx1"/>
                  </a:solidFill>
                  <a:latin typeface="Arial" panose="020B0604020202020204" pitchFamily="34" charset="0"/>
                </a:defRPr>
              </a:lvl6pPr>
              <a:lvl7pPr marL="2971800" indent="-228600" eaLnBrk="0" fontAlgn="base" hangingPunct="0">
                <a:spcBef>
                  <a:spcPct val="20000"/>
                </a:spcBef>
                <a:spcAft>
                  <a:spcPct val="0"/>
                </a:spcAft>
                <a:buChar char=" "/>
                <a:defRPr sz="1000">
                  <a:solidFill>
                    <a:schemeClr val="tx1"/>
                  </a:solidFill>
                  <a:latin typeface="Arial" panose="020B0604020202020204" pitchFamily="34" charset="0"/>
                </a:defRPr>
              </a:lvl7pPr>
              <a:lvl8pPr marL="3429000" indent="-228600" eaLnBrk="0" fontAlgn="base" hangingPunct="0">
                <a:spcBef>
                  <a:spcPct val="20000"/>
                </a:spcBef>
                <a:spcAft>
                  <a:spcPct val="0"/>
                </a:spcAft>
                <a:buChar char=" "/>
                <a:defRPr sz="1000">
                  <a:solidFill>
                    <a:schemeClr val="tx1"/>
                  </a:solidFill>
                  <a:latin typeface="Arial" panose="020B0604020202020204" pitchFamily="34" charset="0"/>
                </a:defRPr>
              </a:lvl8pPr>
              <a:lvl9pPr marL="3886200" indent="-228600" eaLnBrk="0" fontAlgn="base" hangingPunct="0">
                <a:spcBef>
                  <a:spcPct val="20000"/>
                </a:spcBef>
                <a:spcAft>
                  <a:spcPct val="0"/>
                </a:spcAft>
                <a:buChar char=" "/>
                <a:defRPr sz="1000">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endParaRPr kumimoji="0" lang="en-GB" sz="1000" b="0" i="0" u="none" strike="noStrike" kern="1200" cap="none" spc="0" normalizeH="0" baseline="0" noProof="0" dirty="0">
                <a:ln>
                  <a:noFill/>
                </a:ln>
                <a:solidFill>
                  <a:srgbClr val="0D0D0D"/>
                </a:solidFill>
                <a:effectLst/>
                <a:uLnTx/>
                <a:uFillTx/>
                <a:latin typeface="Arial" panose="020B0604020202020204" pitchFamily="34" charset="0"/>
                <a:ea typeface="+mn-ea"/>
                <a:cs typeface="+mn-cs"/>
              </a:endParaRPr>
            </a:p>
          </p:txBody>
        </p:sp>
        <p:sp>
          <p:nvSpPr>
            <p:cNvPr id="40967" name="Rectangle 7"/>
            <p:cNvSpPr>
              <a:spLocks noChangeArrowheads="1"/>
            </p:cNvSpPr>
            <p:nvPr/>
          </p:nvSpPr>
          <p:spPr bwMode="auto">
            <a:xfrm>
              <a:off x="3939" y="3392"/>
              <a:ext cx="1938" cy="25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20000"/>
                </a:lnSpc>
                <a:spcBef>
                  <a:spcPct val="60000"/>
                </a:spcBef>
                <a:buClr>
                  <a:schemeClr val="bg2"/>
                </a:buClr>
                <a:buChar char="•"/>
                <a:defRPr sz="2400" b="1">
                  <a:solidFill>
                    <a:srgbClr val="134183"/>
                  </a:solidFill>
                  <a:latin typeface="Arial" panose="020B0604020202020204" pitchFamily="34" charset="0"/>
                </a:defRPr>
              </a:lvl1pPr>
              <a:lvl2pPr marL="742950" indent="-285750">
                <a:lnSpc>
                  <a:spcPct val="110000"/>
                </a:lnSpc>
                <a:spcBef>
                  <a:spcPct val="15000"/>
                </a:spcBef>
                <a:spcAft>
                  <a:spcPct val="10000"/>
                </a:spcAft>
                <a:buClr>
                  <a:schemeClr val="bg2"/>
                </a:buClr>
                <a:buChar char="•"/>
                <a:defRPr sz="2000" b="1">
                  <a:solidFill>
                    <a:srgbClr val="134183"/>
                  </a:solidFill>
                  <a:latin typeface="Arial" panose="020B0604020202020204" pitchFamily="34" charset="0"/>
                </a:defRPr>
              </a:lvl2pPr>
              <a:lvl3pPr marL="1143000" indent="-228600">
                <a:lnSpc>
                  <a:spcPct val="110000"/>
                </a:lnSpc>
                <a:spcBef>
                  <a:spcPct val="10000"/>
                </a:spcBef>
                <a:spcAft>
                  <a:spcPct val="15000"/>
                </a:spcAft>
                <a:buClr>
                  <a:schemeClr val="bg2"/>
                </a:buClr>
                <a:buChar char="•"/>
                <a:defRPr sz="2400">
                  <a:solidFill>
                    <a:srgbClr val="134183"/>
                  </a:solidFill>
                  <a:latin typeface="Arial" panose="020B0604020202020204" pitchFamily="34" charset="0"/>
                </a:defRPr>
              </a:lvl3pPr>
              <a:lvl4pPr marL="1600200" indent="-228600">
                <a:spcBef>
                  <a:spcPct val="20000"/>
                </a:spcBef>
                <a:buChar char=" "/>
                <a:defRPr sz="1200">
                  <a:solidFill>
                    <a:schemeClr val="tx1"/>
                  </a:solidFill>
                  <a:latin typeface="Arial" panose="020B0604020202020204" pitchFamily="34" charset="0"/>
                </a:defRPr>
              </a:lvl4pPr>
              <a:lvl5pPr marL="2057400" indent="-228600">
                <a:spcBef>
                  <a:spcPct val="20000"/>
                </a:spcBef>
                <a:buChar char=" "/>
                <a:defRPr sz="1000">
                  <a:solidFill>
                    <a:schemeClr val="tx1"/>
                  </a:solidFill>
                  <a:latin typeface="Arial" panose="020B0604020202020204" pitchFamily="34" charset="0"/>
                </a:defRPr>
              </a:lvl5pPr>
              <a:lvl6pPr marL="2514600" indent="-228600" eaLnBrk="0" fontAlgn="base" hangingPunct="0">
                <a:spcBef>
                  <a:spcPct val="20000"/>
                </a:spcBef>
                <a:spcAft>
                  <a:spcPct val="0"/>
                </a:spcAft>
                <a:buChar char=" "/>
                <a:defRPr sz="1000">
                  <a:solidFill>
                    <a:schemeClr val="tx1"/>
                  </a:solidFill>
                  <a:latin typeface="Arial" panose="020B0604020202020204" pitchFamily="34" charset="0"/>
                </a:defRPr>
              </a:lvl6pPr>
              <a:lvl7pPr marL="2971800" indent="-228600" eaLnBrk="0" fontAlgn="base" hangingPunct="0">
                <a:spcBef>
                  <a:spcPct val="20000"/>
                </a:spcBef>
                <a:spcAft>
                  <a:spcPct val="0"/>
                </a:spcAft>
                <a:buChar char=" "/>
                <a:defRPr sz="1000">
                  <a:solidFill>
                    <a:schemeClr val="tx1"/>
                  </a:solidFill>
                  <a:latin typeface="Arial" panose="020B0604020202020204" pitchFamily="34" charset="0"/>
                </a:defRPr>
              </a:lvl7pPr>
              <a:lvl8pPr marL="3429000" indent="-228600" eaLnBrk="0" fontAlgn="base" hangingPunct="0">
                <a:spcBef>
                  <a:spcPct val="20000"/>
                </a:spcBef>
                <a:spcAft>
                  <a:spcPct val="0"/>
                </a:spcAft>
                <a:buChar char=" "/>
                <a:defRPr sz="1000">
                  <a:solidFill>
                    <a:schemeClr val="tx1"/>
                  </a:solidFill>
                  <a:latin typeface="Arial" panose="020B0604020202020204" pitchFamily="34" charset="0"/>
                </a:defRPr>
              </a:lvl8pPr>
              <a:lvl9pPr marL="3886200" indent="-228600" eaLnBrk="0" fontAlgn="base" hangingPunct="0">
                <a:spcBef>
                  <a:spcPct val="20000"/>
                </a:spcBef>
                <a:spcAft>
                  <a:spcPct val="0"/>
                </a:spcAft>
                <a:buChar char=" "/>
                <a:defRPr sz="1000">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dirty="0">
                  <a:ln>
                    <a:noFill/>
                  </a:ln>
                  <a:solidFill>
                    <a:srgbClr val="0D0D0D"/>
                  </a:solidFill>
                  <a:effectLst/>
                  <a:uLnTx/>
                  <a:uFillTx/>
                  <a:latin typeface="Arial" panose="020B0604020202020204" pitchFamily="34" charset="0"/>
                  <a:ea typeface="+mn-ea"/>
                  <a:cs typeface="+mn-cs"/>
                </a:rPr>
                <a:t>Please enter your name:</a:t>
              </a:r>
            </a:p>
          </p:txBody>
        </p:sp>
        <p:sp>
          <p:nvSpPr>
            <p:cNvPr id="40968" name="Rectangle 8"/>
            <p:cNvSpPr>
              <a:spLocks noChangeArrowheads="1"/>
            </p:cNvSpPr>
            <p:nvPr/>
          </p:nvSpPr>
          <p:spPr bwMode="auto">
            <a:xfrm>
              <a:off x="4007" y="3603"/>
              <a:ext cx="1344" cy="184"/>
            </a:xfrm>
            <a:prstGeom prst="rect">
              <a:avLst/>
            </a:prstGeom>
            <a:solidFill>
              <a:schemeClr val="bg1"/>
            </a:solidFill>
            <a:ln w="12700">
              <a:solidFill>
                <a:schemeClr val="tx1"/>
              </a:solidFill>
              <a:miter lim="800000"/>
              <a:headEnd/>
              <a:tailEnd/>
            </a:ln>
          </p:spPr>
          <p:txBody>
            <a:bodyPr wrap="none" anchor="ctr"/>
            <a:lstStyle>
              <a:lvl1pPr>
                <a:lnSpc>
                  <a:spcPct val="120000"/>
                </a:lnSpc>
                <a:spcBef>
                  <a:spcPct val="60000"/>
                </a:spcBef>
                <a:buClr>
                  <a:schemeClr val="bg2"/>
                </a:buClr>
                <a:buChar char="•"/>
                <a:defRPr sz="2400" b="1">
                  <a:solidFill>
                    <a:srgbClr val="134183"/>
                  </a:solidFill>
                  <a:latin typeface="Arial" panose="020B0604020202020204" pitchFamily="34" charset="0"/>
                </a:defRPr>
              </a:lvl1pPr>
              <a:lvl2pPr marL="742950" indent="-285750">
                <a:lnSpc>
                  <a:spcPct val="110000"/>
                </a:lnSpc>
                <a:spcBef>
                  <a:spcPct val="15000"/>
                </a:spcBef>
                <a:spcAft>
                  <a:spcPct val="10000"/>
                </a:spcAft>
                <a:buClr>
                  <a:schemeClr val="bg2"/>
                </a:buClr>
                <a:buChar char="•"/>
                <a:defRPr sz="2000" b="1">
                  <a:solidFill>
                    <a:srgbClr val="134183"/>
                  </a:solidFill>
                  <a:latin typeface="Arial" panose="020B0604020202020204" pitchFamily="34" charset="0"/>
                </a:defRPr>
              </a:lvl2pPr>
              <a:lvl3pPr marL="1143000" indent="-228600">
                <a:lnSpc>
                  <a:spcPct val="110000"/>
                </a:lnSpc>
                <a:spcBef>
                  <a:spcPct val="10000"/>
                </a:spcBef>
                <a:spcAft>
                  <a:spcPct val="15000"/>
                </a:spcAft>
                <a:buClr>
                  <a:schemeClr val="bg2"/>
                </a:buClr>
                <a:buChar char="•"/>
                <a:defRPr sz="2400">
                  <a:solidFill>
                    <a:srgbClr val="134183"/>
                  </a:solidFill>
                  <a:latin typeface="Arial" panose="020B0604020202020204" pitchFamily="34" charset="0"/>
                </a:defRPr>
              </a:lvl3pPr>
              <a:lvl4pPr marL="1600200" indent="-228600">
                <a:spcBef>
                  <a:spcPct val="20000"/>
                </a:spcBef>
                <a:buChar char=" "/>
                <a:defRPr sz="1200">
                  <a:solidFill>
                    <a:schemeClr val="tx1"/>
                  </a:solidFill>
                  <a:latin typeface="Arial" panose="020B0604020202020204" pitchFamily="34" charset="0"/>
                </a:defRPr>
              </a:lvl4pPr>
              <a:lvl5pPr marL="2057400" indent="-228600">
                <a:spcBef>
                  <a:spcPct val="20000"/>
                </a:spcBef>
                <a:buChar char=" "/>
                <a:defRPr sz="1000">
                  <a:solidFill>
                    <a:schemeClr val="tx1"/>
                  </a:solidFill>
                  <a:latin typeface="Arial" panose="020B0604020202020204" pitchFamily="34" charset="0"/>
                </a:defRPr>
              </a:lvl5pPr>
              <a:lvl6pPr marL="2514600" indent="-228600" eaLnBrk="0" fontAlgn="base" hangingPunct="0">
                <a:spcBef>
                  <a:spcPct val="20000"/>
                </a:spcBef>
                <a:spcAft>
                  <a:spcPct val="0"/>
                </a:spcAft>
                <a:buChar char=" "/>
                <a:defRPr sz="1000">
                  <a:solidFill>
                    <a:schemeClr val="tx1"/>
                  </a:solidFill>
                  <a:latin typeface="Arial" panose="020B0604020202020204" pitchFamily="34" charset="0"/>
                </a:defRPr>
              </a:lvl6pPr>
              <a:lvl7pPr marL="2971800" indent="-228600" eaLnBrk="0" fontAlgn="base" hangingPunct="0">
                <a:spcBef>
                  <a:spcPct val="20000"/>
                </a:spcBef>
                <a:spcAft>
                  <a:spcPct val="0"/>
                </a:spcAft>
                <a:buChar char=" "/>
                <a:defRPr sz="1000">
                  <a:solidFill>
                    <a:schemeClr val="tx1"/>
                  </a:solidFill>
                  <a:latin typeface="Arial" panose="020B0604020202020204" pitchFamily="34" charset="0"/>
                </a:defRPr>
              </a:lvl7pPr>
              <a:lvl8pPr marL="3429000" indent="-228600" eaLnBrk="0" fontAlgn="base" hangingPunct="0">
                <a:spcBef>
                  <a:spcPct val="20000"/>
                </a:spcBef>
                <a:spcAft>
                  <a:spcPct val="0"/>
                </a:spcAft>
                <a:buChar char=" "/>
                <a:defRPr sz="1000">
                  <a:solidFill>
                    <a:schemeClr val="tx1"/>
                  </a:solidFill>
                  <a:latin typeface="Arial" panose="020B0604020202020204" pitchFamily="34" charset="0"/>
                </a:defRPr>
              </a:lvl8pPr>
              <a:lvl9pPr marL="3886200" indent="-228600" eaLnBrk="0" fontAlgn="base" hangingPunct="0">
                <a:spcBef>
                  <a:spcPct val="20000"/>
                </a:spcBef>
                <a:spcAft>
                  <a:spcPct val="0"/>
                </a:spcAft>
                <a:buChar char=" "/>
                <a:defRPr sz="1000">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endParaRPr kumimoji="0" lang="en-GB" sz="1000" b="0" i="0" u="none" strike="noStrike" kern="1200" cap="none" spc="0" normalizeH="0" baseline="0" noProof="0" dirty="0">
                <a:ln>
                  <a:noFill/>
                </a:ln>
                <a:solidFill>
                  <a:srgbClr val="0D0D0D"/>
                </a:solidFill>
                <a:effectLst/>
                <a:uLnTx/>
                <a:uFillTx/>
                <a:latin typeface="Arial" panose="020B0604020202020204" pitchFamily="34" charset="0"/>
                <a:ea typeface="+mn-ea"/>
                <a:cs typeface="+mn-cs"/>
              </a:endParaRPr>
            </a:p>
          </p:txBody>
        </p:sp>
        <p:sp>
          <p:nvSpPr>
            <p:cNvPr id="40969" name="Rectangle 9"/>
            <p:cNvSpPr>
              <a:spLocks noChangeArrowheads="1"/>
            </p:cNvSpPr>
            <p:nvPr/>
          </p:nvSpPr>
          <p:spPr bwMode="auto">
            <a:xfrm>
              <a:off x="4007" y="3843"/>
              <a:ext cx="720" cy="184"/>
            </a:xfrm>
            <a:prstGeom prst="rect">
              <a:avLst/>
            </a:prstGeom>
            <a:solidFill>
              <a:schemeClr val="accent1"/>
            </a:solidFill>
            <a:ln w="12700">
              <a:solidFill>
                <a:schemeClr val="tx1"/>
              </a:solidFill>
              <a:miter lim="800000"/>
              <a:headEnd/>
              <a:tailEnd/>
            </a:ln>
          </p:spPr>
          <p:txBody>
            <a:bodyPr wrap="none" lIns="92075" tIns="46038" rIns="92075" bIns="46038" anchor="ctr"/>
            <a:lstStyle>
              <a:lvl1pPr>
                <a:lnSpc>
                  <a:spcPct val="120000"/>
                </a:lnSpc>
                <a:spcBef>
                  <a:spcPct val="60000"/>
                </a:spcBef>
                <a:buClr>
                  <a:schemeClr val="bg2"/>
                </a:buClr>
                <a:buChar char="•"/>
                <a:defRPr sz="2400" b="1">
                  <a:solidFill>
                    <a:srgbClr val="134183"/>
                  </a:solidFill>
                  <a:latin typeface="Arial" panose="020B0604020202020204" pitchFamily="34" charset="0"/>
                </a:defRPr>
              </a:lvl1pPr>
              <a:lvl2pPr marL="742950" indent="-285750">
                <a:lnSpc>
                  <a:spcPct val="110000"/>
                </a:lnSpc>
                <a:spcBef>
                  <a:spcPct val="15000"/>
                </a:spcBef>
                <a:spcAft>
                  <a:spcPct val="10000"/>
                </a:spcAft>
                <a:buClr>
                  <a:schemeClr val="bg2"/>
                </a:buClr>
                <a:buChar char="•"/>
                <a:defRPr sz="2000" b="1">
                  <a:solidFill>
                    <a:srgbClr val="134183"/>
                  </a:solidFill>
                  <a:latin typeface="Arial" panose="020B0604020202020204" pitchFamily="34" charset="0"/>
                </a:defRPr>
              </a:lvl2pPr>
              <a:lvl3pPr marL="1143000" indent="-228600">
                <a:lnSpc>
                  <a:spcPct val="110000"/>
                </a:lnSpc>
                <a:spcBef>
                  <a:spcPct val="10000"/>
                </a:spcBef>
                <a:spcAft>
                  <a:spcPct val="15000"/>
                </a:spcAft>
                <a:buClr>
                  <a:schemeClr val="bg2"/>
                </a:buClr>
                <a:buChar char="•"/>
                <a:defRPr sz="2400">
                  <a:solidFill>
                    <a:srgbClr val="134183"/>
                  </a:solidFill>
                  <a:latin typeface="Arial" panose="020B0604020202020204" pitchFamily="34" charset="0"/>
                </a:defRPr>
              </a:lvl3pPr>
              <a:lvl4pPr marL="1600200" indent="-228600">
                <a:spcBef>
                  <a:spcPct val="20000"/>
                </a:spcBef>
                <a:buChar char=" "/>
                <a:defRPr sz="1200">
                  <a:solidFill>
                    <a:schemeClr val="tx1"/>
                  </a:solidFill>
                  <a:latin typeface="Arial" panose="020B0604020202020204" pitchFamily="34" charset="0"/>
                </a:defRPr>
              </a:lvl4pPr>
              <a:lvl5pPr marL="2057400" indent="-228600">
                <a:spcBef>
                  <a:spcPct val="20000"/>
                </a:spcBef>
                <a:buChar char=" "/>
                <a:defRPr sz="1000">
                  <a:solidFill>
                    <a:schemeClr val="tx1"/>
                  </a:solidFill>
                  <a:latin typeface="Arial" panose="020B0604020202020204" pitchFamily="34" charset="0"/>
                </a:defRPr>
              </a:lvl5pPr>
              <a:lvl6pPr marL="2514600" indent="-228600" eaLnBrk="0" fontAlgn="base" hangingPunct="0">
                <a:spcBef>
                  <a:spcPct val="20000"/>
                </a:spcBef>
                <a:spcAft>
                  <a:spcPct val="0"/>
                </a:spcAft>
                <a:buChar char=" "/>
                <a:defRPr sz="1000">
                  <a:solidFill>
                    <a:schemeClr val="tx1"/>
                  </a:solidFill>
                  <a:latin typeface="Arial" panose="020B0604020202020204" pitchFamily="34" charset="0"/>
                </a:defRPr>
              </a:lvl6pPr>
              <a:lvl7pPr marL="2971800" indent="-228600" eaLnBrk="0" fontAlgn="base" hangingPunct="0">
                <a:spcBef>
                  <a:spcPct val="20000"/>
                </a:spcBef>
                <a:spcAft>
                  <a:spcPct val="0"/>
                </a:spcAft>
                <a:buChar char=" "/>
                <a:defRPr sz="1000">
                  <a:solidFill>
                    <a:schemeClr val="tx1"/>
                  </a:solidFill>
                  <a:latin typeface="Arial" panose="020B0604020202020204" pitchFamily="34" charset="0"/>
                </a:defRPr>
              </a:lvl7pPr>
              <a:lvl8pPr marL="3429000" indent="-228600" eaLnBrk="0" fontAlgn="base" hangingPunct="0">
                <a:spcBef>
                  <a:spcPct val="20000"/>
                </a:spcBef>
                <a:spcAft>
                  <a:spcPct val="0"/>
                </a:spcAft>
                <a:buChar char=" "/>
                <a:defRPr sz="1000">
                  <a:solidFill>
                    <a:schemeClr val="tx1"/>
                  </a:solidFill>
                  <a:latin typeface="Arial" panose="020B0604020202020204" pitchFamily="34" charset="0"/>
                </a:defRPr>
              </a:lvl8pPr>
              <a:lvl9pPr marL="3886200" indent="-228600" eaLnBrk="0" fontAlgn="base" hangingPunct="0">
                <a:spcBef>
                  <a:spcPct val="20000"/>
                </a:spcBef>
                <a:spcAft>
                  <a:spcPct val="0"/>
                </a:spcAft>
                <a:buChar char=" "/>
                <a:defRPr sz="1000">
                  <a:solidFill>
                    <a:schemeClr val="tx1"/>
                  </a:solidFill>
                  <a:latin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OK</a:t>
              </a:r>
            </a:p>
          </p:txBody>
        </p:sp>
      </p:grpSp>
      <p:sp>
        <p:nvSpPr>
          <p:cNvPr id="2" name="Slide Number Placeholder 5">
            <a:extLst>
              <a:ext uri="{FF2B5EF4-FFF2-40B4-BE49-F238E27FC236}">
                <a16:creationId xmlns:a16="http://schemas.microsoft.com/office/drawing/2014/main" id="{9D1AB8E3-77E6-5BCC-1135-A952776DF408}"/>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63</a:t>
            </a:fld>
            <a:endParaRPr lang="en-GB" noProof="0" dirty="0"/>
          </a:p>
        </p:txBody>
      </p:sp>
    </p:spTree>
    <p:extLst>
      <p:ext uri="{BB962C8B-B14F-4D97-AF65-F5344CB8AC3E}">
        <p14:creationId xmlns:p14="http://schemas.microsoft.com/office/powerpoint/2010/main" val="294058363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ctrTitle"/>
          </p:nvPr>
        </p:nvSpPr>
        <p:spPr/>
        <p:txBody>
          <a:bodyPr>
            <a:normAutofit/>
          </a:bodyPr>
          <a:lstStyle/>
          <a:p>
            <a:r>
              <a:rPr lang="en-GB" noProof="0" dirty="0"/>
              <a:t>Multi-line text input</a:t>
            </a:r>
          </a:p>
        </p:txBody>
      </p:sp>
      <p:sp>
        <p:nvSpPr>
          <p:cNvPr id="43011" name="Rectangle 3"/>
          <p:cNvSpPr>
            <a:spLocks noGrp="1" noChangeArrowheads="1"/>
          </p:cNvSpPr>
          <p:nvPr>
            <p:ph type="body" sz="quarter" idx="14"/>
          </p:nvPr>
        </p:nvSpPr>
        <p:spPr/>
        <p:txBody>
          <a:bodyPr/>
          <a:lstStyle/>
          <a:p>
            <a:pPr marL="0" indent="0">
              <a:lnSpc>
                <a:spcPct val="100000"/>
              </a:lnSpc>
              <a:buNone/>
            </a:pPr>
            <a:r>
              <a:rPr lang="en-GB" b="1" noProof="0" dirty="0">
                <a:latin typeface="Source Code Pro" panose="020B0309030403020204" pitchFamily="49" charset="0"/>
                <a:ea typeface="Source Code Pro" panose="020B0309030403020204" pitchFamily="49" charset="0"/>
                <a:cs typeface="Courier New" panose="02070309020205020404" pitchFamily="49" charset="0"/>
              </a:rPr>
              <a:t>&lt;</a:t>
            </a:r>
            <a:r>
              <a:rPr lang="en-GB" b="1" noProof="0" dirty="0" err="1">
                <a:latin typeface="Source Code Pro" panose="020B0309030403020204" pitchFamily="49" charset="0"/>
                <a:ea typeface="Source Code Pro" panose="020B0309030403020204" pitchFamily="49" charset="0"/>
                <a:cs typeface="Courier New" panose="02070309020205020404" pitchFamily="49" charset="0"/>
              </a:rPr>
              <a:t>textarea</a:t>
            </a:r>
            <a:r>
              <a:rPr lang="en-GB" b="1" noProof="0" dirty="0">
                <a:latin typeface="Source Code Pro" panose="020B0309030403020204" pitchFamily="49" charset="0"/>
                <a:ea typeface="Source Code Pro" panose="020B0309030403020204" pitchFamily="49" charset="0"/>
                <a:cs typeface="Courier New" panose="02070309020205020404" pitchFamily="49" charset="0"/>
              </a:rPr>
              <a:t>&gt; .. &lt;/</a:t>
            </a:r>
            <a:r>
              <a:rPr lang="en-GB" b="1" noProof="0" dirty="0" err="1">
                <a:latin typeface="Source Code Pro" panose="020B0309030403020204" pitchFamily="49" charset="0"/>
                <a:ea typeface="Source Code Pro" panose="020B0309030403020204" pitchFamily="49" charset="0"/>
                <a:cs typeface="Courier New" panose="02070309020205020404" pitchFamily="49" charset="0"/>
              </a:rPr>
              <a:t>textarea</a:t>
            </a:r>
            <a:r>
              <a:rPr lang="en-GB" b="1" noProof="0" dirty="0">
                <a:latin typeface="Source Code Pro" panose="020B0309030403020204" pitchFamily="49" charset="0"/>
                <a:ea typeface="Source Code Pro" panose="020B0309030403020204" pitchFamily="49" charset="0"/>
                <a:cs typeface="Courier New" panose="02070309020205020404" pitchFamily="49" charset="0"/>
              </a:rPr>
              <a:t>&gt;</a:t>
            </a:r>
          </a:p>
          <a:p>
            <a:pPr marL="285750" indent="-285750">
              <a:lnSpc>
                <a:spcPct val="100000"/>
              </a:lnSpc>
              <a:buFont typeface="Arial" panose="020B0604020202020204" pitchFamily="34" charset="0"/>
              <a:buChar char="•"/>
            </a:pPr>
            <a:r>
              <a:rPr lang="en-GB" noProof="0" dirty="0"/>
              <a:t>Initial text can also be supplied.</a:t>
            </a:r>
          </a:p>
          <a:p>
            <a:pPr marL="285750" indent="-285750">
              <a:lnSpc>
                <a:spcPct val="100000"/>
              </a:lnSpc>
              <a:buFont typeface="Arial" panose="020B0604020202020204" pitchFamily="34" charset="0"/>
              <a:buChar char="•"/>
            </a:pPr>
            <a:r>
              <a:rPr lang="en-GB" noProof="0" dirty="0"/>
              <a:t>Browser will supply scroll bars if necessary.</a:t>
            </a:r>
          </a:p>
        </p:txBody>
      </p:sp>
      <p:sp>
        <p:nvSpPr>
          <p:cNvPr id="3" name="Text Placeholder 2">
            <a:extLst>
              <a:ext uri="{FF2B5EF4-FFF2-40B4-BE49-F238E27FC236}">
                <a16:creationId xmlns:a16="http://schemas.microsoft.com/office/drawing/2014/main" id="{9453CA2A-1677-3CD4-5BE9-5CB432ACF4CD}"/>
              </a:ext>
            </a:extLst>
          </p:cNvPr>
          <p:cNvSpPr>
            <a:spLocks noGrp="1"/>
          </p:cNvSpPr>
          <p:nvPr>
            <p:ph type="body" sz="quarter" idx="15"/>
          </p:nvPr>
        </p:nvSpPr>
        <p:spPr/>
        <p:txBody>
          <a:bodyPr/>
          <a:lstStyle/>
          <a:p>
            <a:pPr lvl="0">
              <a:spcBef>
                <a:spcPts val="0"/>
              </a:spcBef>
              <a:defRPr/>
            </a:pPr>
            <a:r>
              <a:rPr lang="en-GB" b="1" noProof="0" dirty="0">
                <a:solidFill>
                  <a:srgbClr val="0D0D0D"/>
                </a:solidFill>
                <a:latin typeface="Source Code Pro" panose="020B0309030403020204" pitchFamily="49" charset="0"/>
                <a:ea typeface="Source Code Pro" panose="020B0309030403020204" pitchFamily="49" charset="0"/>
                <a:cs typeface="Courier New" pitchFamily="49" charset="0"/>
              </a:rPr>
              <a:t>Address: &lt;</a:t>
            </a:r>
            <a:r>
              <a:rPr lang="en-GB" b="1" noProof="0" dirty="0" err="1">
                <a:solidFill>
                  <a:srgbClr val="0D0D0D"/>
                </a:solidFill>
                <a:latin typeface="Source Code Pro" panose="020B0309030403020204" pitchFamily="49" charset="0"/>
                <a:ea typeface="Source Code Pro" panose="020B0309030403020204" pitchFamily="49" charset="0"/>
                <a:cs typeface="Courier New" pitchFamily="49" charset="0"/>
              </a:rPr>
              <a:t>br</a:t>
            </a:r>
            <a:r>
              <a:rPr lang="en-GB" b="1" noProof="0" dirty="0">
                <a:solidFill>
                  <a:srgbClr val="0D0D0D"/>
                </a:solidFill>
                <a:latin typeface="Source Code Pro" panose="020B0309030403020204" pitchFamily="49" charset="0"/>
                <a:ea typeface="Source Code Pro" panose="020B0309030403020204" pitchFamily="49" charset="0"/>
                <a:cs typeface="Courier New" pitchFamily="49" charset="0"/>
              </a:rPr>
              <a:t>/&gt;</a:t>
            </a:r>
          </a:p>
          <a:p>
            <a:pPr lvl="0">
              <a:spcBef>
                <a:spcPts val="0"/>
              </a:spcBef>
              <a:defRPr/>
            </a:pPr>
            <a:r>
              <a:rPr lang="en-GB" b="1" noProof="0" dirty="0">
                <a:solidFill>
                  <a:srgbClr val="0D0D0D"/>
                </a:solidFill>
                <a:latin typeface="Source Code Pro" panose="020B0309030403020204" pitchFamily="49" charset="0"/>
                <a:ea typeface="Source Code Pro" panose="020B0309030403020204" pitchFamily="49" charset="0"/>
                <a:cs typeface="Courier New" pitchFamily="49" charset="0"/>
              </a:rPr>
              <a:t>&lt;</a:t>
            </a:r>
            <a:r>
              <a:rPr lang="en-GB" b="1" noProof="0" dirty="0" err="1">
                <a:solidFill>
                  <a:srgbClr val="0D0D0D"/>
                </a:solidFill>
                <a:latin typeface="Source Code Pro" panose="020B0309030403020204" pitchFamily="49" charset="0"/>
                <a:ea typeface="Source Code Pro" panose="020B0309030403020204" pitchFamily="49" charset="0"/>
                <a:cs typeface="Courier New" pitchFamily="49" charset="0"/>
              </a:rPr>
              <a:t>textarea</a:t>
            </a:r>
            <a:r>
              <a:rPr lang="en-GB" b="1" noProof="0" dirty="0">
                <a:solidFill>
                  <a:srgbClr val="0D0D0D"/>
                </a:solidFill>
                <a:latin typeface="Source Code Pro" panose="020B0309030403020204" pitchFamily="49" charset="0"/>
                <a:ea typeface="Source Code Pro" panose="020B0309030403020204" pitchFamily="49" charset="0"/>
                <a:cs typeface="Courier New" pitchFamily="49" charset="0"/>
              </a:rPr>
              <a:t> </a:t>
            </a:r>
          </a:p>
          <a:p>
            <a:pPr lvl="0">
              <a:spcBef>
                <a:spcPts val="0"/>
              </a:spcBef>
              <a:defRPr/>
            </a:pPr>
            <a:r>
              <a:rPr lang="en-GB" b="1" noProof="0" dirty="0">
                <a:solidFill>
                  <a:srgbClr val="0D0D0D"/>
                </a:solidFill>
                <a:latin typeface="Source Code Pro" panose="020B0309030403020204" pitchFamily="49" charset="0"/>
                <a:ea typeface="Source Code Pro" panose="020B0309030403020204" pitchFamily="49" charset="0"/>
                <a:cs typeface="Courier New" pitchFamily="49" charset="0"/>
              </a:rPr>
              <a:t>  name="</a:t>
            </a:r>
            <a:r>
              <a:rPr lang="en-GB" b="1" noProof="0" dirty="0" err="1">
                <a:solidFill>
                  <a:srgbClr val="0D0D0D"/>
                </a:solidFill>
                <a:latin typeface="Source Code Pro" panose="020B0309030403020204" pitchFamily="49" charset="0"/>
                <a:ea typeface="Source Code Pro" panose="020B0309030403020204" pitchFamily="49" charset="0"/>
                <a:cs typeface="Courier New" pitchFamily="49" charset="0"/>
              </a:rPr>
              <a:t>UsrAddr</a:t>
            </a:r>
            <a:r>
              <a:rPr lang="en-GB" b="1" noProof="0" dirty="0">
                <a:solidFill>
                  <a:srgbClr val="0D0D0D"/>
                </a:solidFill>
                <a:latin typeface="Source Code Pro" panose="020B0309030403020204" pitchFamily="49" charset="0"/>
                <a:ea typeface="Source Code Pro" panose="020B0309030403020204" pitchFamily="49" charset="0"/>
                <a:cs typeface="Courier New" pitchFamily="49" charset="0"/>
              </a:rPr>
              <a:t>" </a:t>
            </a:r>
          </a:p>
          <a:p>
            <a:pPr lvl="0">
              <a:spcBef>
                <a:spcPts val="0"/>
              </a:spcBef>
              <a:defRPr/>
            </a:pPr>
            <a:r>
              <a:rPr lang="en-GB" b="1" noProof="0" dirty="0">
                <a:solidFill>
                  <a:srgbClr val="0D0D0D"/>
                </a:solidFill>
                <a:latin typeface="Source Code Pro" panose="020B0309030403020204" pitchFamily="49" charset="0"/>
                <a:ea typeface="Source Code Pro" panose="020B0309030403020204" pitchFamily="49" charset="0"/>
                <a:cs typeface="Courier New" pitchFamily="49" charset="0"/>
              </a:rPr>
              <a:t>  rows="7" </a:t>
            </a:r>
          </a:p>
          <a:p>
            <a:pPr lvl="0">
              <a:spcBef>
                <a:spcPts val="0"/>
              </a:spcBef>
              <a:defRPr/>
            </a:pPr>
            <a:r>
              <a:rPr lang="en-GB" b="1" noProof="0" dirty="0">
                <a:solidFill>
                  <a:srgbClr val="0D0D0D"/>
                </a:solidFill>
                <a:latin typeface="Source Code Pro" panose="020B0309030403020204" pitchFamily="49" charset="0"/>
                <a:ea typeface="Source Code Pro" panose="020B0309030403020204" pitchFamily="49" charset="0"/>
                <a:cs typeface="Courier New" pitchFamily="49" charset="0"/>
              </a:rPr>
              <a:t>  cols="24”</a:t>
            </a:r>
          </a:p>
          <a:p>
            <a:pPr lvl="0">
              <a:spcBef>
                <a:spcPts val="0"/>
              </a:spcBef>
              <a:defRPr/>
            </a:pPr>
            <a:r>
              <a:rPr lang="en-GB" b="1" noProof="0" dirty="0">
                <a:solidFill>
                  <a:srgbClr val="0D0D0D"/>
                </a:solidFill>
                <a:latin typeface="Source Code Pro" panose="020B0309030403020204" pitchFamily="49" charset="0"/>
                <a:ea typeface="Source Code Pro" panose="020B0309030403020204" pitchFamily="49" charset="0"/>
                <a:cs typeface="Courier New" pitchFamily="49" charset="0"/>
              </a:rPr>
              <a:t>&gt;</a:t>
            </a:r>
          </a:p>
          <a:p>
            <a:pPr lvl="0">
              <a:spcBef>
                <a:spcPts val="0"/>
              </a:spcBef>
              <a:defRPr/>
            </a:pPr>
            <a:r>
              <a:rPr lang="en-GB" b="1" noProof="0" dirty="0">
                <a:solidFill>
                  <a:srgbClr val="0D0D0D"/>
                </a:solidFill>
                <a:latin typeface="Source Code Pro" panose="020B0309030403020204" pitchFamily="49" charset="0"/>
                <a:ea typeface="Source Code Pro" panose="020B0309030403020204" pitchFamily="49" charset="0"/>
                <a:cs typeface="Courier New" pitchFamily="49" charset="0"/>
              </a:rPr>
              <a:t>  Enter address here</a:t>
            </a:r>
          </a:p>
          <a:p>
            <a:pPr lvl="0">
              <a:spcBef>
                <a:spcPts val="0"/>
              </a:spcBef>
              <a:defRPr/>
            </a:pPr>
            <a:r>
              <a:rPr lang="en-GB" b="1" noProof="0" dirty="0">
                <a:solidFill>
                  <a:srgbClr val="0D0D0D"/>
                </a:solidFill>
                <a:latin typeface="Source Code Pro" panose="020B0309030403020204" pitchFamily="49" charset="0"/>
                <a:ea typeface="Source Code Pro" panose="020B0309030403020204" pitchFamily="49" charset="0"/>
                <a:cs typeface="Courier New" pitchFamily="49" charset="0"/>
              </a:rPr>
              <a:t>&lt;/</a:t>
            </a:r>
            <a:r>
              <a:rPr lang="en-GB" b="1" noProof="0" dirty="0" err="1">
                <a:solidFill>
                  <a:srgbClr val="0D0D0D"/>
                </a:solidFill>
                <a:latin typeface="Source Code Pro" panose="020B0309030403020204" pitchFamily="49" charset="0"/>
                <a:ea typeface="Source Code Pro" panose="020B0309030403020204" pitchFamily="49" charset="0"/>
                <a:cs typeface="Courier New" pitchFamily="49" charset="0"/>
              </a:rPr>
              <a:t>textarea</a:t>
            </a:r>
            <a:r>
              <a:rPr lang="en-GB" b="1" noProof="0" dirty="0">
                <a:solidFill>
                  <a:srgbClr val="0D0D0D"/>
                </a:solidFill>
                <a:latin typeface="Source Code Pro" panose="020B0309030403020204" pitchFamily="49" charset="0"/>
                <a:ea typeface="Source Code Pro" panose="020B0309030403020204" pitchFamily="49" charset="0"/>
                <a:cs typeface="Courier New" pitchFamily="49" charset="0"/>
              </a:rPr>
              <a:t>&gt;</a:t>
            </a:r>
          </a:p>
          <a:p>
            <a:endParaRPr lang="en-GB" noProof="0" dirty="0"/>
          </a:p>
        </p:txBody>
      </p:sp>
      <p:grpSp>
        <p:nvGrpSpPr>
          <p:cNvPr id="43013" name="Group 5"/>
          <p:cNvGrpSpPr>
            <a:grpSpLocks/>
          </p:cNvGrpSpPr>
          <p:nvPr/>
        </p:nvGrpSpPr>
        <p:grpSpPr bwMode="auto">
          <a:xfrm>
            <a:off x="7109952" y="4590303"/>
            <a:ext cx="3109912" cy="1735137"/>
            <a:chOff x="2291" y="2740"/>
            <a:chExt cx="2385" cy="1288"/>
          </a:xfrm>
        </p:grpSpPr>
        <p:sp>
          <p:nvSpPr>
            <p:cNvPr id="43015" name="Rectangle 6"/>
            <p:cNvSpPr>
              <a:spLocks noChangeArrowheads="1"/>
            </p:cNvSpPr>
            <p:nvPr/>
          </p:nvSpPr>
          <p:spPr bwMode="auto">
            <a:xfrm>
              <a:off x="2291" y="2740"/>
              <a:ext cx="2385" cy="1288"/>
            </a:xfrm>
            <a:prstGeom prst="rect">
              <a:avLst/>
            </a:prstGeom>
            <a:solidFill>
              <a:schemeClr val="bg1"/>
            </a:solidFill>
            <a:ln w="12700">
              <a:solidFill>
                <a:schemeClr val="tx1"/>
              </a:solidFill>
              <a:miter lim="800000"/>
              <a:headEnd/>
              <a:tailEnd/>
            </a:ln>
          </p:spPr>
          <p:txBody>
            <a:bodyPr wrap="none" anchor="ctr"/>
            <a:lstStyle>
              <a:lvl1pPr>
                <a:lnSpc>
                  <a:spcPct val="120000"/>
                </a:lnSpc>
                <a:spcBef>
                  <a:spcPct val="60000"/>
                </a:spcBef>
                <a:buClr>
                  <a:schemeClr val="bg2"/>
                </a:buClr>
                <a:buChar char="•"/>
                <a:defRPr sz="2400" b="1">
                  <a:solidFill>
                    <a:srgbClr val="134183"/>
                  </a:solidFill>
                  <a:latin typeface="Arial" panose="020B0604020202020204" pitchFamily="34" charset="0"/>
                </a:defRPr>
              </a:lvl1pPr>
              <a:lvl2pPr marL="742950" indent="-285750">
                <a:lnSpc>
                  <a:spcPct val="110000"/>
                </a:lnSpc>
                <a:spcBef>
                  <a:spcPct val="15000"/>
                </a:spcBef>
                <a:spcAft>
                  <a:spcPct val="10000"/>
                </a:spcAft>
                <a:buClr>
                  <a:schemeClr val="bg2"/>
                </a:buClr>
                <a:buChar char="•"/>
                <a:defRPr sz="2000" b="1">
                  <a:solidFill>
                    <a:srgbClr val="134183"/>
                  </a:solidFill>
                  <a:latin typeface="Arial" panose="020B0604020202020204" pitchFamily="34" charset="0"/>
                </a:defRPr>
              </a:lvl2pPr>
              <a:lvl3pPr marL="1143000" indent="-228600">
                <a:lnSpc>
                  <a:spcPct val="110000"/>
                </a:lnSpc>
                <a:spcBef>
                  <a:spcPct val="10000"/>
                </a:spcBef>
                <a:spcAft>
                  <a:spcPct val="15000"/>
                </a:spcAft>
                <a:buClr>
                  <a:schemeClr val="bg2"/>
                </a:buClr>
                <a:buChar char="•"/>
                <a:defRPr sz="2400">
                  <a:solidFill>
                    <a:srgbClr val="134183"/>
                  </a:solidFill>
                  <a:latin typeface="Arial" panose="020B0604020202020204" pitchFamily="34" charset="0"/>
                </a:defRPr>
              </a:lvl3pPr>
              <a:lvl4pPr marL="1600200" indent="-228600">
                <a:spcBef>
                  <a:spcPct val="20000"/>
                </a:spcBef>
                <a:buChar char=" "/>
                <a:defRPr sz="1200">
                  <a:solidFill>
                    <a:schemeClr val="tx1"/>
                  </a:solidFill>
                  <a:latin typeface="Arial" panose="020B0604020202020204" pitchFamily="34" charset="0"/>
                </a:defRPr>
              </a:lvl4pPr>
              <a:lvl5pPr marL="2057400" indent="-228600">
                <a:spcBef>
                  <a:spcPct val="20000"/>
                </a:spcBef>
                <a:buChar char=" "/>
                <a:defRPr sz="1000">
                  <a:solidFill>
                    <a:schemeClr val="tx1"/>
                  </a:solidFill>
                  <a:latin typeface="Arial" panose="020B0604020202020204" pitchFamily="34" charset="0"/>
                </a:defRPr>
              </a:lvl5pPr>
              <a:lvl6pPr marL="2514600" indent="-228600" eaLnBrk="0" fontAlgn="base" hangingPunct="0">
                <a:spcBef>
                  <a:spcPct val="20000"/>
                </a:spcBef>
                <a:spcAft>
                  <a:spcPct val="0"/>
                </a:spcAft>
                <a:buChar char=" "/>
                <a:defRPr sz="1000">
                  <a:solidFill>
                    <a:schemeClr val="tx1"/>
                  </a:solidFill>
                  <a:latin typeface="Arial" panose="020B0604020202020204" pitchFamily="34" charset="0"/>
                </a:defRPr>
              </a:lvl6pPr>
              <a:lvl7pPr marL="2971800" indent="-228600" eaLnBrk="0" fontAlgn="base" hangingPunct="0">
                <a:spcBef>
                  <a:spcPct val="20000"/>
                </a:spcBef>
                <a:spcAft>
                  <a:spcPct val="0"/>
                </a:spcAft>
                <a:buChar char=" "/>
                <a:defRPr sz="1000">
                  <a:solidFill>
                    <a:schemeClr val="tx1"/>
                  </a:solidFill>
                  <a:latin typeface="Arial" panose="020B0604020202020204" pitchFamily="34" charset="0"/>
                </a:defRPr>
              </a:lvl7pPr>
              <a:lvl8pPr marL="3429000" indent="-228600" eaLnBrk="0" fontAlgn="base" hangingPunct="0">
                <a:spcBef>
                  <a:spcPct val="20000"/>
                </a:spcBef>
                <a:spcAft>
                  <a:spcPct val="0"/>
                </a:spcAft>
                <a:buChar char=" "/>
                <a:defRPr sz="1000">
                  <a:solidFill>
                    <a:schemeClr val="tx1"/>
                  </a:solidFill>
                  <a:latin typeface="Arial" panose="020B0604020202020204" pitchFamily="34" charset="0"/>
                </a:defRPr>
              </a:lvl8pPr>
              <a:lvl9pPr marL="3886200" indent="-228600" eaLnBrk="0" fontAlgn="base" hangingPunct="0">
                <a:spcBef>
                  <a:spcPct val="20000"/>
                </a:spcBef>
                <a:spcAft>
                  <a:spcPct val="0"/>
                </a:spcAft>
                <a:buChar char=" "/>
                <a:defRPr sz="1000">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endParaRPr kumimoji="0" lang="en-GB" sz="1000" b="0" i="0" u="none" strike="noStrike" kern="1200" cap="none" spc="0" normalizeH="0" baseline="0" noProof="0" dirty="0">
                <a:ln>
                  <a:noFill/>
                </a:ln>
                <a:solidFill>
                  <a:srgbClr val="0D0D0D"/>
                </a:solidFill>
                <a:effectLst/>
                <a:uLnTx/>
                <a:uFillTx/>
                <a:latin typeface="Arial" panose="020B0604020202020204" pitchFamily="34" charset="0"/>
                <a:ea typeface="+mn-ea"/>
                <a:cs typeface="+mn-cs"/>
              </a:endParaRPr>
            </a:p>
          </p:txBody>
        </p:sp>
        <p:sp>
          <p:nvSpPr>
            <p:cNvPr id="43016" name="Rectangle 7"/>
            <p:cNvSpPr>
              <a:spLocks noChangeArrowheads="1"/>
            </p:cNvSpPr>
            <p:nvPr/>
          </p:nvSpPr>
          <p:spPr bwMode="auto">
            <a:xfrm>
              <a:off x="2380" y="2768"/>
              <a:ext cx="841" cy="2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20000"/>
                </a:lnSpc>
                <a:spcBef>
                  <a:spcPct val="60000"/>
                </a:spcBef>
                <a:buClr>
                  <a:schemeClr val="bg2"/>
                </a:buClr>
                <a:buChar char="•"/>
                <a:defRPr sz="2400" b="1">
                  <a:solidFill>
                    <a:srgbClr val="134183"/>
                  </a:solidFill>
                  <a:latin typeface="Arial" panose="020B0604020202020204" pitchFamily="34" charset="0"/>
                </a:defRPr>
              </a:lvl1pPr>
              <a:lvl2pPr marL="742950" indent="-285750">
                <a:lnSpc>
                  <a:spcPct val="110000"/>
                </a:lnSpc>
                <a:spcBef>
                  <a:spcPct val="15000"/>
                </a:spcBef>
                <a:spcAft>
                  <a:spcPct val="10000"/>
                </a:spcAft>
                <a:buClr>
                  <a:schemeClr val="bg2"/>
                </a:buClr>
                <a:buChar char="•"/>
                <a:defRPr sz="2000" b="1">
                  <a:solidFill>
                    <a:srgbClr val="134183"/>
                  </a:solidFill>
                  <a:latin typeface="Arial" panose="020B0604020202020204" pitchFamily="34" charset="0"/>
                </a:defRPr>
              </a:lvl2pPr>
              <a:lvl3pPr marL="1143000" indent="-228600">
                <a:lnSpc>
                  <a:spcPct val="110000"/>
                </a:lnSpc>
                <a:spcBef>
                  <a:spcPct val="10000"/>
                </a:spcBef>
                <a:spcAft>
                  <a:spcPct val="15000"/>
                </a:spcAft>
                <a:buClr>
                  <a:schemeClr val="bg2"/>
                </a:buClr>
                <a:buChar char="•"/>
                <a:defRPr sz="2400">
                  <a:solidFill>
                    <a:srgbClr val="134183"/>
                  </a:solidFill>
                  <a:latin typeface="Arial" panose="020B0604020202020204" pitchFamily="34" charset="0"/>
                </a:defRPr>
              </a:lvl3pPr>
              <a:lvl4pPr marL="1600200" indent="-228600">
                <a:spcBef>
                  <a:spcPct val="20000"/>
                </a:spcBef>
                <a:buChar char=" "/>
                <a:defRPr sz="1200">
                  <a:solidFill>
                    <a:schemeClr val="tx1"/>
                  </a:solidFill>
                  <a:latin typeface="Arial" panose="020B0604020202020204" pitchFamily="34" charset="0"/>
                </a:defRPr>
              </a:lvl4pPr>
              <a:lvl5pPr marL="2057400" indent="-228600">
                <a:spcBef>
                  <a:spcPct val="20000"/>
                </a:spcBef>
                <a:buChar char=" "/>
                <a:defRPr sz="1000">
                  <a:solidFill>
                    <a:schemeClr val="tx1"/>
                  </a:solidFill>
                  <a:latin typeface="Arial" panose="020B0604020202020204" pitchFamily="34" charset="0"/>
                </a:defRPr>
              </a:lvl5pPr>
              <a:lvl6pPr marL="2514600" indent="-228600" eaLnBrk="0" fontAlgn="base" hangingPunct="0">
                <a:spcBef>
                  <a:spcPct val="20000"/>
                </a:spcBef>
                <a:spcAft>
                  <a:spcPct val="0"/>
                </a:spcAft>
                <a:buChar char=" "/>
                <a:defRPr sz="1000">
                  <a:solidFill>
                    <a:schemeClr val="tx1"/>
                  </a:solidFill>
                  <a:latin typeface="Arial" panose="020B0604020202020204" pitchFamily="34" charset="0"/>
                </a:defRPr>
              </a:lvl6pPr>
              <a:lvl7pPr marL="2971800" indent="-228600" eaLnBrk="0" fontAlgn="base" hangingPunct="0">
                <a:spcBef>
                  <a:spcPct val="20000"/>
                </a:spcBef>
                <a:spcAft>
                  <a:spcPct val="0"/>
                </a:spcAft>
                <a:buChar char=" "/>
                <a:defRPr sz="1000">
                  <a:solidFill>
                    <a:schemeClr val="tx1"/>
                  </a:solidFill>
                  <a:latin typeface="Arial" panose="020B0604020202020204" pitchFamily="34" charset="0"/>
                </a:defRPr>
              </a:lvl7pPr>
              <a:lvl8pPr marL="3429000" indent="-228600" eaLnBrk="0" fontAlgn="base" hangingPunct="0">
                <a:spcBef>
                  <a:spcPct val="20000"/>
                </a:spcBef>
                <a:spcAft>
                  <a:spcPct val="0"/>
                </a:spcAft>
                <a:buChar char=" "/>
                <a:defRPr sz="1000">
                  <a:solidFill>
                    <a:schemeClr val="tx1"/>
                  </a:solidFill>
                  <a:latin typeface="Arial" panose="020B0604020202020204" pitchFamily="34" charset="0"/>
                </a:defRPr>
              </a:lvl8pPr>
              <a:lvl9pPr marL="3886200" indent="-228600" eaLnBrk="0" fontAlgn="base" hangingPunct="0">
                <a:spcBef>
                  <a:spcPct val="20000"/>
                </a:spcBef>
                <a:spcAft>
                  <a:spcPct val="0"/>
                </a:spcAft>
                <a:buChar char=" "/>
                <a:defRPr sz="1000">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dirty="0">
                  <a:ln>
                    <a:noFill/>
                  </a:ln>
                  <a:solidFill>
                    <a:srgbClr val="0D0D0D"/>
                  </a:solidFill>
                  <a:effectLst/>
                  <a:uLnTx/>
                  <a:uFillTx/>
                  <a:latin typeface="Arial" panose="020B0604020202020204" pitchFamily="34" charset="0"/>
                  <a:ea typeface="+mn-ea"/>
                  <a:cs typeface="+mn-cs"/>
                </a:rPr>
                <a:t>Address:</a:t>
              </a:r>
            </a:p>
          </p:txBody>
        </p:sp>
        <p:sp>
          <p:nvSpPr>
            <p:cNvPr id="43017" name="Rectangle 8"/>
            <p:cNvSpPr>
              <a:spLocks noChangeArrowheads="1"/>
            </p:cNvSpPr>
            <p:nvPr/>
          </p:nvSpPr>
          <p:spPr bwMode="auto">
            <a:xfrm>
              <a:off x="2447" y="3028"/>
              <a:ext cx="1344" cy="663"/>
            </a:xfrm>
            <a:prstGeom prst="rect">
              <a:avLst/>
            </a:prstGeom>
            <a:solidFill>
              <a:schemeClr val="bg1"/>
            </a:solidFill>
            <a:ln w="12700">
              <a:solidFill>
                <a:schemeClr val="tx1"/>
              </a:solidFill>
              <a:miter lim="800000"/>
              <a:headEnd/>
              <a:tailEnd/>
            </a:ln>
          </p:spPr>
          <p:txBody>
            <a:bodyPr wrap="none" anchor="ctr"/>
            <a:lstStyle>
              <a:lvl1pPr>
                <a:lnSpc>
                  <a:spcPct val="120000"/>
                </a:lnSpc>
                <a:spcBef>
                  <a:spcPct val="60000"/>
                </a:spcBef>
                <a:buClr>
                  <a:schemeClr val="bg2"/>
                </a:buClr>
                <a:buChar char="•"/>
                <a:defRPr sz="2400" b="1">
                  <a:solidFill>
                    <a:srgbClr val="134183"/>
                  </a:solidFill>
                  <a:latin typeface="Arial" panose="020B0604020202020204" pitchFamily="34" charset="0"/>
                </a:defRPr>
              </a:lvl1pPr>
              <a:lvl2pPr marL="742950" indent="-285750">
                <a:lnSpc>
                  <a:spcPct val="110000"/>
                </a:lnSpc>
                <a:spcBef>
                  <a:spcPct val="15000"/>
                </a:spcBef>
                <a:spcAft>
                  <a:spcPct val="10000"/>
                </a:spcAft>
                <a:buClr>
                  <a:schemeClr val="bg2"/>
                </a:buClr>
                <a:buChar char="•"/>
                <a:defRPr sz="2000" b="1">
                  <a:solidFill>
                    <a:srgbClr val="134183"/>
                  </a:solidFill>
                  <a:latin typeface="Arial" panose="020B0604020202020204" pitchFamily="34" charset="0"/>
                </a:defRPr>
              </a:lvl2pPr>
              <a:lvl3pPr marL="1143000" indent="-228600">
                <a:lnSpc>
                  <a:spcPct val="110000"/>
                </a:lnSpc>
                <a:spcBef>
                  <a:spcPct val="10000"/>
                </a:spcBef>
                <a:spcAft>
                  <a:spcPct val="15000"/>
                </a:spcAft>
                <a:buClr>
                  <a:schemeClr val="bg2"/>
                </a:buClr>
                <a:buChar char="•"/>
                <a:defRPr sz="2400">
                  <a:solidFill>
                    <a:srgbClr val="134183"/>
                  </a:solidFill>
                  <a:latin typeface="Arial" panose="020B0604020202020204" pitchFamily="34" charset="0"/>
                </a:defRPr>
              </a:lvl3pPr>
              <a:lvl4pPr marL="1600200" indent="-228600">
                <a:spcBef>
                  <a:spcPct val="20000"/>
                </a:spcBef>
                <a:buChar char=" "/>
                <a:defRPr sz="1200">
                  <a:solidFill>
                    <a:schemeClr val="tx1"/>
                  </a:solidFill>
                  <a:latin typeface="Arial" panose="020B0604020202020204" pitchFamily="34" charset="0"/>
                </a:defRPr>
              </a:lvl4pPr>
              <a:lvl5pPr marL="2057400" indent="-228600">
                <a:spcBef>
                  <a:spcPct val="20000"/>
                </a:spcBef>
                <a:buChar char=" "/>
                <a:defRPr sz="1000">
                  <a:solidFill>
                    <a:schemeClr val="tx1"/>
                  </a:solidFill>
                  <a:latin typeface="Arial" panose="020B0604020202020204" pitchFamily="34" charset="0"/>
                </a:defRPr>
              </a:lvl5pPr>
              <a:lvl6pPr marL="2514600" indent="-228600" eaLnBrk="0" fontAlgn="base" hangingPunct="0">
                <a:spcBef>
                  <a:spcPct val="20000"/>
                </a:spcBef>
                <a:spcAft>
                  <a:spcPct val="0"/>
                </a:spcAft>
                <a:buChar char=" "/>
                <a:defRPr sz="1000">
                  <a:solidFill>
                    <a:schemeClr val="tx1"/>
                  </a:solidFill>
                  <a:latin typeface="Arial" panose="020B0604020202020204" pitchFamily="34" charset="0"/>
                </a:defRPr>
              </a:lvl6pPr>
              <a:lvl7pPr marL="2971800" indent="-228600" eaLnBrk="0" fontAlgn="base" hangingPunct="0">
                <a:spcBef>
                  <a:spcPct val="20000"/>
                </a:spcBef>
                <a:spcAft>
                  <a:spcPct val="0"/>
                </a:spcAft>
                <a:buChar char=" "/>
                <a:defRPr sz="1000">
                  <a:solidFill>
                    <a:schemeClr val="tx1"/>
                  </a:solidFill>
                  <a:latin typeface="Arial" panose="020B0604020202020204" pitchFamily="34" charset="0"/>
                </a:defRPr>
              </a:lvl7pPr>
              <a:lvl8pPr marL="3429000" indent="-228600" eaLnBrk="0" fontAlgn="base" hangingPunct="0">
                <a:spcBef>
                  <a:spcPct val="20000"/>
                </a:spcBef>
                <a:spcAft>
                  <a:spcPct val="0"/>
                </a:spcAft>
                <a:buChar char=" "/>
                <a:defRPr sz="1000">
                  <a:solidFill>
                    <a:schemeClr val="tx1"/>
                  </a:solidFill>
                  <a:latin typeface="Arial" panose="020B0604020202020204" pitchFamily="34" charset="0"/>
                </a:defRPr>
              </a:lvl8pPr>
              <a:lvl9pPr marL="3886200" indent="-228600" eaLnBrk="0" fontAlgn="base" hangingPunct="0">
                <a:spcBef>
                  <a:spcPct val="20000"/>
                </a:spcBef>
                <a:spcAft>
                  <a:spcPct val="0"/>
                </a:spcAft>
                <a:buChar char=" "/>
                <a:defRPr sz="1000">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endParaRPr kumimoji="0" lang="en-GB" sz="1000" b="0" i="0" u="none" strike="noStrike" kern="1200" cap="none" spc="0" normalizeH="0" baseline="0" noProof="0" dirty="0">
                <a:ln>
                  <a:noFill/>
                </a:ln>
                <a:solidFill>
                  <a:srgbClr val="0D0D0D"/>
                </a:solidFill>
                <a:effectLst/>
                <a:uLnTx/>
                <a:uFillTx/>
                <a:latin typeface="Arial" panose="020B0604020202020204" pitchFamily="34" charset="0"/>
                <a:ea typeface="+mn-ea"/>
                <a:cs typeface="+mn-cs"/>
              </a:endParaRPr>
            </a:p>
          </p:txBody>
        </p:sp>
        <p:sp>
          <p:nvSpPr>
            <p:cNvPr id="43018" name="Rectangle 9"/>
            <p:cNvSpPr>
              <a:spLocks noChangeArrowheads="1"/>
            </p:cNvSpPr>
            <p:nvPr/>
          </p:nvSpPr>
          <p:spPr bwMode="auto">
            <a:xfrm>
              <a:off x="2447" y="3747"/>
              <a:ext cx="720" cy="184"/>
            </a:xfrm>
            <a:prstGeom prst="rect">
              <a:avLst/>
            </a:prstGeom>
            <a:solidFill>
              <a:schemeClr val="accent1"/>
            </a:solidFill>
            <a:ln w="12700">
              <a:solidFill>
                <a:schemeClr val="tx1"/>
              </a:solidFill>
              <a:miter lim="800000"/>
              <a:headEnd/>
              <a:tailEnd/>
            </a:ln>
          </p:spPr>
          <p:txBody>
            <a:bodyPr wrap="none" lIns="92075" tIns="46038" rIns="92075" bIns="46038" anchor="ctr"/>
            <a:lstStyle>
              <a:lvl1pPr>
                <a:lnSpc>
                  <a:spcPct val="120000"/>
                </a:lnSpc>
                <a:spcBef>
                  <a:spcPct val="60000"/>
                </a:spcBef>
                <a:buClr>
                  <a:schemeClr val="bg2"/>
                </a:buClr>
                <a:buChar char="•"/>
                <a:defRPr sz="2400" b="1">
                  <a:solidFill>
                    <a:srgbClr val="134183"/>
                  </a:solidFill>
                  <a:latin typeface="Arial" panose="020B0604020202020204" pitchFamily="34" charset="0"/>
                </a:defRPr>
              </a:lvl1pPr>
              <a:lvl2pPr marL="742950" indent="-285750">
                <a:lnSpc>
                  <a:spcPct val="110000"/>
                </a:lnSpc>
                <a:spcBef>
                  <a:spcPct val="15000"/>
                </a:spcBef>
                <a:spcAft>
                  <a:spcPct val="10000"/>
                </a:spcAft>
                <a:buClr>
                  <a:schemeClr val="bg2"/>
                </a:buClr>
                <a:buChar char="•"/>
                <a:defRPr sz="2000" b="1">
                  <a:solidFill>
                    <a:srgbClr val="134183"/>
                  </a:solidFill>
                  <a:latin typeface="Arial" panose="020B0604020202020204" pitchFamily="34" charset="0"/>
                </a:defRPr>
              </a:lvl2pPr>
              <a:lvl3pPr marL="1143000" indent="-228600">
                <a:lnSpc>
                  <a:spcPct val="110000"/>
                </a:lnSpc>
                <a:spcBef>
                  <a:spcPct val="10000"/>
                </a:spcBef>
                <a:spcAft>
                  <a:spcPct val="15000"/>
                </a:spcAft>
                <a:buClr>
                  <a:schemeClr val="bg2"/>
                </a:buClr>
                <a:buChar char="•"/>
                <a:defRPr sz="2400">
                  <a:solidFill>
                    <a:srgbClr val="134183"/>
                  </a:solidFill>
                  <a:latin typeface="Arial" panose="020B0604020202020204" pitchFamily="34" charset="0"/>
                </a:defRPr>
              </a:lvl3pPr>
              <a:lvl4pPr marL="1600200" indent="-228600">
                <a:spcBef>
                  <a:spcPct val="20000"/>
                </a:spcBef>
                <a:buChar char=" "/>
                <a:defRPr sz="1200">
                  <a:solidFill>
                    <a:schemeClr val="tx1"/>
                  </a:solidFill>
                  <a:latin typeface="Arial" panose="020B0604020202020204" pitchFamily="34" charset="0"/>
                </a:defRPr>
              </a:lvl4pPr>
              <a:lvl5pPr marL="2057400" indent="-228600">
                <a:spcBef>
                  <a:spcPct val="20000"/>
                </a:spcBef>
                <a:buChar char=" "/>
                <a:defRPr sz="1000">
                  <a:solidFill>
                    <a:schemeClr val="tx1"/>
                  </a:solidFill>
                  <a:latin typeface="Arial" panose="020B0604020202020204" pitchFamily="34" charset="0"/>
                </a:defRPr>
              </a:lvl5pPr>
              <a:lvl6pPr marL="2514600" indent="-228600" eaLnBrk="0" fontAlgn="base" hangingPunct="0">
                <a:spcBef>
                  <a:spcPct val="20000"/>
                </a:spcBef>
                <a:spcAft>
                  <a:spcPct val="0"/>
                </a:spcAft>
                <a:buChar char=" "/>
                <a:defRPr sz="1000">
                  <a:solidFill>
                    <a:schemeClr val="tx1"/>
                  </a:solidFill>
                  <a:latin typeface="Arial" panose="020B0604020202020204" pitchFamily="34" charset="0"/>
                </a:defRPr>
              </a:lvl6pPr>
              <a:lvl7pPr marL="2971800" indent="-228600" eaLnBrk="0" fontAlgn="base" hangingPunct="0">
                <a:spcBef>
                  <a:spcPct val="20000"/>
                </a:spcBef>
                <a:spcAft>
                  <a:spcPct val="0"/>
                </a:spcAft>
                <a:buChar char=" "/>
                <a:defRPr sz="1000">
                  <a:solidFill>
                    <a:schemeClr val="tx1"/>
                  </a:solidFill>
                  <a:latin typeface="Arial" panose="020B0604020202020204" pitchFamily="34" charset="0"/>
                </a:defRPr>
              </a:lvl7pPr>
              <a:lvl8pPr marL="3429000" indent="-228600" eaLnBrk="0" fontAlgn="base" hangingPunct="0">
                <a:spcBef>
                  <a:spcPct val="20000"/>
                </a:spcBef>
                <a:spcAft>
                  <a:spcPct val="0"/>
                </a:spcAft>
                <a:buChar char=" "/>
                <a:defRPr sz="1000">
                  <a:solidFill>
                    <a:schemeClr val="tx1"/>
                  </a:solidFill>
                  <a:latin typeface="Arial" panose="020B0604020202020204" pitchFamily="34" charset="0"/>
                </a:defRPr>
              </a:lvl8pPr>
              <a:lvl9pPr marL="3886200" indent="-228600" eaLnBrk="0" fontAlgn="base" hangingPunct="0">
                <a:spcBef>
                  <a:spcPct val="20000"/>
                </a:spcBef>
                <a:spcAft>
                  <a:spcPct val="0"/>
                </a:spcAft>
                <a:buChar char=" "/>
                <a:defRPr sz="1000">
                  <a:solidFill>
                    <a:schemeClr val="tx1"/>
                  </a:solidFill>
                  <a:latin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dirty="0">
                  <a:ln>
                    <a:noFill/>
                  </a:ln>
                  <a:solidFill>
                    <a:srgbClr val="0D0D0D"/>
                  </a:solidFill>
                  <a:effectLst/>
                  <a:uLnTx/>
                  <a:uFillTx/>
                  <a:latin typeface="Arial" panose="020B0604020202020204" pitchFamily="34" charset="0"/>
                  <a:ea typeface="+mn-ea"/>
                  <a:cs typeface="+mn-cs"/>
                </a:rPr>
                <a:t>OK</a:t>
              </a:r>
            </a:p>
          </p:txBody>
        </p:sp>
      </p:grpSp>
      <p:sp>
        <p:nvSpPr>
          <p:cNvPr id="43014" name="Text Box 10"/>
          <p:cNvSpPr txBox="1">
            <a:spLocks noChangeArrowheads="1"/>
          </p:cNvSpPr>
          <p:nvPr/>
        </p:nvSpPr>
        <p:spPr bwMode="auto">
          <a:xfrm>
            <a:off x="8186369" y="4705148"/>
            <a:ext cx="1550988"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lnSpc>
                <a:spcPct val="120000"/>
              </a:lnSpc>
              <a:spcBef>
                <a:spcPct val="60000"/>
              </a:spcBef>
              <a:buClr>
                <a:schemeClr val="bg2"/>
              </a:buClr>
              <a:buChar char="•"/>
              <a:defRPr sz="2400" b="1">
                <a:solidFill>
                  <a:srgbClr val="134183"/>
                </a:solidFill>
                <a:latin typeface="Arial" panose="020B0604020202020204" pitchFamily="34" charset="0"/>
              </a:defRPr>
            </a:lvl1pPr>
            <a:lvl2pPr marL="742950" indent="-285750">
              <a:lnSpc>
                <a:spcPct val="110000"/>
              </a:lnSpc>
              <a:spcBef>
                <a:spcPct val="15000"/>
              </a:spcBef>
              <a:spcAft>
                <a:spcPct val="10000"/>
              </a:spcAft>
              <a:buClr>
                <a:schemeClr val="bg2"/>
              </a:buClr>
              <a:buChar char="•"/>
              <a:defRPr sz="2000" b="1">
                <a:solidFill>
                  <a:srgbClr val="134183"/>
                </a:solidFill>
                <a:latin typeface="Arial" panose="020B0604020202020204" pitchFamily="34" charset="0"/>
              </a:defRPr>
            </a:lvl2pPr>
            <a:lvl3pPr marL="1143000" indent="-228600">
              <a:lnSpc>
                <a:spcPct val="110000"/>
              </a:lnSpc>
              <a:spcBef>
                <a:spcPct val="10000"/>
              </a:spcBef>
              <a:spcAft>
                <a:spcPct val="15000"/>
              </a:spcAft>
              <a:buClr>
                <a:schemeClr val="bg2"/>
              </a:buClr>
              <a:buChar char="•"/>
              <a:defRPr sz="2400">
                <a:solidFill>
                  <a:srgbClr val="134183"/>
                </a:solidFill>
                <a:latin typeface="Arial" panose="020B0604020202020204" pitchFamily="34" charset="0"/>
              </a:defRPr>
            </a:lvl3pPr>
            <a:lvl4pPr marL="1600200" indent="-228600">
              <a:spcBef>
                <a:spcPct val="20000"/>
              </a:spcBef>
              <a:buChar char=" "/>
              <a:defRPr sz="1200">
                <a:solidFill>
                  <a:schemeClr val="tx1"/>
                </a:solidFill>
                <a:latin typeface="Arial" panose="020B0604020202020204" pitchFamily="34" charset="0"/>
              </a:defRPr>
            </a:lvl4pPr>
            <a:lvl5pPr marL="2057400" indent="-228600">
              <a:spcBef>
                <a:spcPct val="20000"/>
              </a:spcBef>
              <a:buChar char=" "/>
              <a:defRPr sz="1000">
                <a:solidFill>
                  <a:schemeClr val="tx1"/>
                </a:solidFill>
                <a:latin typeface="Arial" panose="020B0604020202020204" pitchFamily="34" charset="0"/>
              </a:defRPr>
            </a:lvl5pPr>
            <a:lvl6pPr marL="2514600" indent="-228600" eaLnBrk="0" fontAlgn="base" hangingPunct="0">
              <a:spcBef>
                <a:spcPct val="20000"/>
              </a:spcBef>
              <a:spcAft>
                <a:spcPct val="0"/>
              </a:spcAft>
              <a:buChar char=" "/>
              <a:defRPr sz="1000">
                <a:solidFill>
                  <a:schemeClr val="tx1"/>
                </a:solidFill>
                <a:latin typeface="Arial" panose="020B0604020202020204" pitchFamily="34" charset="0"/>
              </a:defRPr>
            </a:lvl6pPr>
            <a:lvl7pPr marL="2971800" indent="-228600" eaLnBrk="0" fontAlgn="base" hangingPunct="0">
              <a:spcBef>
                <a:spcPct val="20000"/>
              </a:spcBef>
              <a:spcAft>
                <a:spcPct val="0"/>
              </a:spcAft>
              <a:buChar char=" "/>
              <a:defRPr sz="1000">
                <a:solidFill>
                  <a:schemeClr val="tx1"/>
                </a:solidFill>
                <a:latin typeface="Arial" panose="020B0604020202020204" pitchFamily="34" charset="0"/>
              </a:defRPr>
            </a:lvl7pPr>
            <a:lvl8pPr marL="3429000" indent="-228600" eaLnBrk="0" fontAlgn="base" hangingPunct="0">
              <a:spcBef>
                <a:spcPct val="20000"/>
              </a:spcBef>
              <a:spcAft>
                <a:spcPct val="0"/>
              </a:spcAft>
              <a:buChar char=" "/>
              <a:defRPr sz="1000">
                <a:solidFill>
                  <a:schemeClr val="tx1"/>
                </a:solidFill>
                <a:latin typeface="Arial" panose="020B0604020202020204" pitchFamily="34" charset="0"/>
              </a:defRPr>
            </a:lvl8pPr>
            <a:lvl9pPr marL="3886200" indent="-228600" eaLnBrk="0" fontAlgn="base" hangingPunct="0">
              <a:spcBef>
                <a:spcPct val="20000"/>
              </a:spcBef>
              <a:spcAft>
                <a:spcPct val="0"/>
              </a:spcAft>
              <a:buChar char=" "/>
              <a:defRPr sz="1000">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200" b="0" i="0" u="none" strike="noStrike" kern="1200" cap="none" spc="0" normalizeH="0" baseline="0" noProof="0" dirty="0">
                <a:ln>
                  <a:noFill/>
                </a:ln>
                <a:solidFill>
                  <a:srgbClr val="0D0D0D"/>
                </a:solidFill>
                <a:effectLst/>
                <a:uLnTx/>
                <a:uFillTx/>
                <a:latin typeface="Arial" panose="020B0604020202020204" pitchFamily="34" charset="0"/>
                <a:ea typeface="+mn-ea"/>
                <a:cs typeface="+mn-cs"/>
              </a:rPr>
              <a:t>Enter address here</a:t>
            </a:r>
          </a:p>
        </p:txBody>
      </p:sp>
      <p:sp>
        <p:nvSpPr>
          <p:cNvPr id="4" name="Slide Number Placeholder 5">
            <a:extLst>
              <a:ext uri="{FF2B5EF4-FFF2-40B4-BE49-F238E27FC236}">
                <a16:creationId xmlns:a16="http://schemas.microsoft.com/office/drawing/2014/main" id="{3F12D52A-B94B-AE31-E3A3-9F9E635DAEA4}"/>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64</a:t>
            </a:fld>
            <a:endParaRPr lang="en-GB" noProof="0" dirty="0"/>
          </a:p>
        </p:txBody>
      </p:sp>
    </p:spTree>
    <p:extLst>
      <p:ext uri="{BB962C8B-B14F-4D97-AF65-F5344CB8AC3E}">
        <p14:creationId xmlns:p14="http://schemas.microsoft.com/office/powerpoint/2010/main" val="128690762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ctrTitle"/>
          </p:nvPr>
        </p:nvSpPr>
        <p:spPr/>
        <p:txBody>
          <a:bodyPr>
            <a:normAutofit/>
          </a:bodyPr>
          <a:lstStyle/>
          <a:p>
            <a:r>
              <a:rPr lang="en-GB" noProof="0"/>
              <a:t>Check and radio buttons</a:t>
            </a:r>
            <a:endParaRPr lang="en-GB" noProof="0" dirty="0"/>
          </a:p>
        </p:txBody>
      </p:sp>
      <p:sp>
        <p:nvSpPr>
          <p:cNvPr id="7" name="Text Placeholder 6">
            <a:extLst>
              <a:ext uri="{FF2B5EF4-FFF2-40B4-BE49-F238E27FC236}">
                <a16:creationId xmlns:a16="http://schemas.microsoft.com/office/drawing/2014/main" id="{F67AB2E3-E0D0-48E2-2119-7996321453D1}"/>
              </a:ext>
            </a:extLst>
          </p:cNvPr>
          <p:cNvSpPr>
            <a:spLocks noGrp="1"/>
          </p:cNvSpPr>
          <p:nvPr>
            <p:ph type="body" sz="quarter" idx="13"/>
          </p:nvPr>
        </p:nvSpPr>
        <p:spPr/>
        <p:txBody>
          <a:bodyPr/>
          <a:lstStyle/>
          <a:p>
            <a:pPr marL="285750" indent="-285750">
              <a:buFont typeface="Arial" panose="020B0604020202020204" pitchFamily="34" charset="0"/>
              <a:buChar char="•"/>
            </a:pPr>
            <a:r>
              <a:rPr lang="en-GB" b="1" dirty="0"/>
              <a:t>Radio buttons: </a:t>
            </a:r>
            <a:r>
              <a:rPr lang="en-GB" dirty="0"/>
              <a:t>Select from one of a group.</a:t>
            </a:r>
          </a:p>
          <a:p>
            <a:pPr marL="971550" lvl="1" indent="-285750">
              <a:lnSpc>
                <a:spcPct val="100000"/>
              </a:lnSpc>
            </a:pPr>
            <a:r>
              <a:rPr lang="en-GB" b="1" dirty="0">
                <a:latin typeface="Courier New" panose="02070309020205020404" pitchFamily="49" charset="0"/>
                <a:cs typeface="Courier New" panose="02070309020205020404" pitchFamily="49" charset="0"/>
              </a:rPr>
              <a:t>name</a:t>
            </a:r>
            <a:r>
              <a:rPr lang="en-GB" dirty="0"/>
              <a:t> attribute groups buttons together.</a:t>
            </a:r>
          </a:p>
          <a:p>
            <a:pPr marL="285750" indent="-285750">
              <a:buFont typeface="Arial" panose="020B0604020202020204" pitchFamily="34" charset="0"/>
              <a:buChar char="•"/>
            </a:pPr>
            <a:r>
              <a:rPr lang="en-GB" b="1" dirty="0"/>
              <a:t>Check buttons: </a:t>
            </a:r>
            <a:r>
              <a:rPr lang="en-GB" dirty="0"/>
              <a:t>Independent yes/no value.</a:t>
            </a:r>
          </a:p>
          <a:p>
            <a:pPr marL="285750" indent="-285750">
              <a:buFont typeface="Arial" panose="020B0604020202020204" pitchFamily="34" charset="0"/>
              <a:buChar char="•"/>
            </a:pPr>
            <a:endParaRPr lang="en-US" dirty="0"/>
          </a:p>
        </p:txBody>
      </p:sp>
      <p:sp>
        <p:nvSpPr>
          <p:cNvPr id="45060" name="Rectangle 4"/>
          <p:cNvSpPr>
            <a:spLocks noChangeArrowheads="1"/>
          </p:cNvSpPr>
          <p:nvPr/>
        </p:nvSpPr>
        <p:spPr bwMode="auto">
          <a:xfrm>
            <a:off x="443921" y="3463341"/>
            <a:ext cx="8365778" cy="206210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&lt;form …&gt;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  &lt;input type="radio" checked name="</a:t>
            </a:r>
            <a:r>
              <a:rPr kumimoji="0" lang="en-GB" sz="16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RadioDrink</a:t>
            </a:r>
            <a: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 value="Tea"/&gt;Tea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  &lt;input type="radio" name="</a:t>
            </a:r>
            <a:r>
              <a:rPr kumimoji="0" lang="en-GB" sz="16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RadioDrink</a:t>
            </a:r>
            <a: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 value="Coffee"/&gt;Coffee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  &lt;input type="radio" name="</a:t>
            </a:r>
            <a:r>
              <a:rPr kumimoji="0" lang="en-GB" sz="16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RadioDrink</a:t>
            </a:r>
            <a: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 value="Soup"/&gt;Soup&lt;</a:t>
            </a:r>
            <a:r>
              <a:rPr kumimoji="0" lang="en-GB" sz="16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br</a:t>
            </a:r>
            <a: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  &lt;input type="checkbox" name="</a:t>
            </a:r>
            <a:r>
              <a:rPr kumimoji="0" lang="en-GB" sz="16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CheckMilk</a:t>
            </a:r>
            <a: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 value="Yes"/&gt;Milk</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  &lt;input type="checkbox" name="</a:t>
            </a:r>
            <a:r>
              <a:rPr kumimoji="0" lang="en-GB" sz="16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CheckSugar</a:t>
            </a:r>
            <a: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 value="Yes"/&gt;Sugar&lt;</a:t>
            </a:r>
            <a:r>
              <a:rPr kumimoji="0" lang="en-GB" sz="16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br</a:t>
            </a:r>
            <a: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  &lt;input type="submit" name="</a:t>
            </a:r>
            <a:r>
              <a:rPr kumimoji="0" lang="en-GB" sz="16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OKButton</a:t>
            </a:r>
            <a: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 value="Vend"/&gt;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&lt;/form&gt;</a:t>
            </a:r>
          </a:p>
        </p:txBody>
      </p:sp>
      <p:sp>
        <p:nvSpPr>
          <p:cNvPr id="45061" name="Rectangle 5"/>
          <p:cNvSpPr>
            <a:spLocks noChangeArrowheads="1"/>
          </p:cNvSpPr>
          <p:nvPr/>
        </p:nvSpPr>
        <p:spPr bwMode="auto">
          <a:xfrm>
            <a:off x="8956543" y="3712950"/>
            <a:ext cx="2673350" cy="1477962"/>
          </a:xfrm>
          <a:prstGeom prst="rect">
            <a:avLst/>
          </a:prstGeom>
          <a:solidFill>
            <a:schemeClr val="bg1"/>
          </a:solidFill>
          <a:ln w="12700">
            <a:solidFill>
              <a:schemeClr val="tx1"/>
            </a:solidFill>
            <a:miter lim="800000"/>
            <a:headEnd/>
            <a:tailEnd/>
          </a:ln>
        </p:spPr>
        <p:txBody>
          <a:bodyPr lIns="92075" tIns="46038" rIns="92075" bIns="46038">
            <a:spAutoFit/>
          </a:bodyPr>
          <a:lstStyle>
            <a:lvl1pPr>
              <a:lnSpc>
                <a:spcPct val="120000"/>
              </a:lnSpc>
              <a:spcBef>
                <a:spcPct val="60000"/>
              </a:spcBef>
              <a:buClr>
                <a:schemeClr val="bg2"/>
              </a:buClr>
              <a:buChar char="•"/>
              <a:defRPr sz="2400" b="1">
                <a:solidFill>
                  <a:srgbClr val="134183"/>
                </a:solidFill>
                <a:latin typeface="Arial" panose="020B0604020202020204" pitchFamily="34" charset="0"/>
              </a:defRPr>
            </a:lvl1pPr>
            <a:lvl2pPr marL="742950" indent="-285750">
              <a:lnSpc>
                <a:spcPct val="110000"/>
              </a:lnSpc>
              <a:spcBef>
                <a:spcPct val="15000"/>
              </a:spcBef>
              <a:spcAft>
                <a:spcPct val="10000"/>
              </a:spcAft>
              <a:buClr>
                <a:schemeClr val="bg2"/>
              </a:buClr>
              <a:buChar char="•"/>
              <a:defRPr sz="2000" b="1">
                <a:solidFill>
                  <a:srgbClr val="134183"/>
                </a:solidFill>
                <a:latin typeface="Arial" panose="020B0604020202020204" pitchFamily="34" charset="0"/>
              </a:defRPr>
            </a:lvl2pPr>
            <a:lvl3pPr marL="1143000" indent="-228600">
              <a:lnSpc>
                <a:spcPct val="110000"/>
              </a:lnSpc>
              <a:spcBef>
                <a:spcPct val="10000"/>
              </a:spcBef>
              <a:spcAft>
                <a:spcPct val="15000"/>
              </a:spcAft>
              <a:buClr>
                <a:schemeClr val="bg2"/>
              </a:buClr>
              <a:buChar char="•"/>
              <a:defRPr sz="2400">
                <a:solidFill>
                  <a:srgbClr val="134183"/>
                </a:solidFill>
                <a:latin typeface="Arial" panose="020B0604020202020204" pitchFamily="34" charset="0"/>
              </a:defRPr>
            </a:lvl3pPr>
            <a:lvl4pPr marL="1600200" indent="-228600">
              <a:spcBef>
                <a:spcPct val="20000"/>
              </a:spcBef>
              <a:buChar char=" "/>
              <a:defRPr sz="1200">
                <a:solidFill>
                  <a:schemeClr val="tx1"/>
                </a:solidFill>
                <a:latin typeface="Arial" panose="020B0604020202020204" pitchFamily="34" charset="0"/>
              </a:defRPr>
            </a:lvl4pPr>
            <a:lvl5pPr marL="2057400" indent="-228600">
              <a:spcBef>
                <a:spcPct val="20000"/>
              </a:spcBef>
              <a:buChar char=" "/>
              <a:defRPr sz="1000">
                <a:solidFill>
                  <a:schemeClr val="tx1"/>
                </a:solidFill>
                <a:latin typeface="Arial" panose="020B0604020202020204" pitchFamily="34" charset="0"/>
              </a:defRPr>
            </a:lvl5pPr>
            <a:lvl6pPr marL="2514600" indent="-228600" eaLnBrk="0" fontAlgn="base" hangingPunct="0">
              <a:spcBef>
                <a:spcPct val="20000"/>
              </a:spcBef>
              <a:spcAft>
                <a:spcPct val="0"/>
              </a:spcAft>
              <a:buChar char=" "/>
              <a:defRPr sz="1000">
                <a:solidFill>
                  <a:schemeClr val="tx1"/>
                </a:solidFill>
                <a:latin typeface="Arial" panose="020B0604020202020204" pitchFamily="34" charset="0"/>
              </a:defRPr>
            </a:lvl6pPr>
            <a:lvl7pPr marL="2971800" indent="-228600" eaLnBrk="0" fontAlgn="base" hangingPunct="0">
              <a:spcBef>
                <a:spcPct val="20000"/>
              </a:spcBef>
              <a:spcAft>
                <a:spcPct val="0"/>
              </a:spcAft>
              <a:buChar char=" "/>
              <a:defRPr sz="1000">
                <a:solidFill>
                  <a:schemeClr val="tx1"/>
                </a:solidFill>
                <a:latin typeface="Arial" panose="020B0604020202020204" pitchFamily="34" charset="0"/>
              </a:defRPr>
            </a:lvl7pPr>
            <a:lvl8pPr marL="3429000" indent="-228600" eaLnBrk="0" fontAlgn="base" hangingPunct="0">
              <a:spcBef>
                <a:spcPct val="20000"/>
              </a:spcBef>
              <a:spcAft>
                <a:spcPct val="0"/>
              </a:spcAft>
              <a:buChar char=" "/>
              <a:defRPr sz="1000">
                <a:solidFill>
                  <a:schemeClr val="tx1"/>
                </a:solidFill>
                <a:latin typeface="Arial" panose="020B0604020202020204" pitchFamily="34" charset="0"/>
              </a:defRPr>
            </a:lvl8pPr>
            <a:lvl9pPr marL="3886200" indent="-228600" eaLnBrk="0" fontAlgn="base" hangingPunct="0">
              <a:spcBef>
                <a:spcPct val="20000"/>
              </a:spcBef>
              <a:spcAft>
                <a:spcPct val="0"/>
              </a:spcAft>
              <a:buChar char=" "/>
              <a:defRPr sz="1000">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latin typeface="Courier New" panose="02070309020205020404" pitchFamily="49" charset="0"/>
              <a:ea typeface="+mn-ea"/>
              <a:cs typeface="+mn-cs"/>
            </a:endParaRPr>
          </a:p>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latin typeface="Courier New" panose="02070309020205020404" pitchFamily="49" charset="0"/>
              <a:ea typeface="+mn-ea"/>
              <a:cs typeface="+mn-cs"/>
            </a:endParaRPr>
          </a:p>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latin typeface="Courier New" panose="02070309020205020404" pitchFamily="49" charset="0"/>
              <a:ea typeface="+mn-ea"/>
              <a:cs typeface="+mn-cs"/>
            </a:endParaRPr>
          </a:p>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latin typeface="Courier New" panose="02070309020205020404" pitchFamily="49" charset="0"/>
              <a:ea typeface="+mn-ea"/>
              <a:cs typeface="+mn-cs"/>
            </a:endParaRPr>
          </a:p>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latin typeface="Courier New" panose="02070309020205020404" pitchFamily="49" charset="0"/>
              <a:ea typeface="+mn-ea"/>
              <a:cs typeface="+mn-cs"/>
            </a:endParaRPr>
          </a:p>
        </p:txBody>
      </p:sp>
      <p:pic>
        <p:nvPicPr>
          <p:cNvPr id="45062" name="Picture 6"/>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9131962" y="3922499"/>
            <a:ext cx="2322512" cy="1058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
        <p:nvSpPr>
          <p:cNvPr id="9" name="Slide Number Placeholder 5">
            <a:extLst>
              <a:ext uri="{FF2B5EF4-FFF2-40B4-BE49-F238E27FC236}">
                <a16:creationId xmlns:a16="http://schemas.microsoft.com/office/drawing/2014/main" id="{C3FAFCFD-CAF6-14EF-57BE-5A0B42803B66}"/>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65</a:t>
            </a:fld>
            <a:endParaRPr lang="en-GB" noProof="0" dirty="0"/>
          </a:p>
        </p:txBody>
      </p:sp>
    </p:spTree>
    <p:extLst>
      <p:ext uri="{BB962C8B-B14F-4D97-AF65-F5344CB8AC3E}">
        <p14:creationId xmlns:p14="http://schemas.microsoft.com/office/powerpoint/2010/main" val="85932485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ctrTitle"/>
          </p:nvPr>
        </p:nvSpPr>
        <p:spPr/>
        <p:txBody>
          <a:bodyPr>
            <a:normAutofit/>
          </a:bodyPr>
          <a:lstStyle/>
          <a:p>
            <a:r>
              <a:rPr lang="en-GB" noProof="0" dirty="0"/>
              <a:t>&lt;select&gt; and &lt;option&gt;</a:t>
            </a:r>
          </a:p>
        </p:txBody>
      </p:sp>
      <p:sp>
        <p:nvSpPr>
          <p:cNvPr id="47107" name="Rectangle 3"/>
          <p:cNvSpPr>
            <a:spLocks noGrp="1" noChangeArrowheads="1"/>
          </p:cNvSpPr>
          <p:nvPr>
            <p:ph type="body" sz="quarter" idx="14"/>
          </p:nvPr>
        </p:nvSpPr>
        <p:spPr/>
        <p:txBody>
          <a:bodyPr/>
          <a:lstStyle/>
          <a:p>
            <a:pPr marL="0" indent="0">
              <a:lnSpc>
                <a:spcPct val="100000"/>
              </a:lnSpc>
              <a:spcBef>
                <a:spcPts val="1200"/>
              </a:spcBef>
              <a:buNone/>
            </a:pPr>
            <a:r>
              <a:rPr lang="en-GB" noProof="0" dirty="0"/>
              <a:t>Select one from a drop-down lists.</a:t>
            </a:r>
          </a:p>
          <a:p>
            <a:pPr marL="0" indent="0">
              <a:lnSpc>
                <a:spcPct val="100000"/>
              </a:lnSpc>
              <a:spcBef>
                <a:spcPts val="1200"/>
              </a:spcBef>
              <a:buNone/>
            </a:pPr>
            <a:r>
              <a:rPr lang="en-GB" b="1" noProof="0" dirty="0">
                <a:latin typeface="Source Code Pro" panose="020B0309030403020204" pitchFamily="49" charset="0"/>
                <a:ea typeface="Source Code Pro" panose="020B0309030403020204" pitchFamily="49" charset="0"/>
                <a:cs typeface="Courier New" panose="02070309020205020404" pitchFamily="49" charset="0"/>
              </a:rPr>
              <a:t>&lt;select&gt;</a:t>
            </a:r>
            <a:r>
              <a:rPr lang="en-GB" dirty="0"/>
              <a:t> tag </a:t>
            </a:r>
            <a:r>
              <a:rPr lang="en-GB" noProof="0" dirty="0"/>
              <a:t>defines the list.</a:t>
            </a:r>
          </a:p>
          <a:p>
            <a:pPr marL="285750" indent="-285750">
              <a:lnSpc>
                <a:spcPct val="100000"/>
              </a:lnSpc>
              <a:spcBef>
                <a:spcPts val="1200"/>
              </a:spcBef>
              <a:buFont typeface="Arial" panose="020B0604020202020204" pitchFamily="34" charset="0"/>
              <a:buChar char="•"/>
            </a:pPr>
            <a:r>
              <a:rPr lang="en-GB" b="1" noProof="0" dirty="0">
                <a:latin typeface="Courier New" panose="02070309020205020404" pitchFamily="49" charset="0"/>
                <a:cs typeface="Courier New" panose="02070309020205020404" pitchFamily="49" charset="0"/>
              </a:rPr>
              <a:t>size</a:t>
            </a:r>
            <a:r>
              <a:rPr lang="en-GB" noProof="0" dirty="0"/>
              <a:t> attribute is 1 for drop down list, &gt; 1 for scrolled list.</a:t>
            </a:r>
          </a:p>
          <a:p>
            <a:pPr marL="285750" indent="-285750">
              <a:lnSpc>
                <a:spcPct val="100000"/>
              </a:lnSpc>
              <a:spcBef>
                <a:spcPts val="1200"/>
              </a:spcBef>
              <a:buFont typeface="Arial" panose="020B0604020202020204" pitchFamily="34" charset="0"/>
              <a:buChar char="•"/>
            </a:pPr>
            <a:r>
              <a:rPr lang="en-GB" b="1" noProof="0" dirty="0">
                <a:latin typeface="Courier New" panose="02070309020205020404" pitchFamily="49" charset="0"/>
                <a:cs typeface="Courier New" panose="02070309020205020404" pitchFamily="49" charset="0"/>
              </a:rPr>
              <a:t>multiple</a:t>
            </a:r>
            <a:r>
              <a:rPr lang="en-GB" noProof="0" dirty="0"/>
              <a:t> attribute specifies multiple selection list.</a:t>
            </a:r>
          </a:p>
          <a:p>
            <a:pPr marL="0" indent="0">
              <a:lnSpc>
                <a:spcPct val="100000"/>
              </a:lnSpc>
              <a:spcBef>
                <a:spcPts val="1200"/>
              </a:spcBef>
              <a:buNone/>
            </a:pPr>
            <a:r>
              <a:rPr lang="en-GB" b="1" noProof="0" dirty="0">
                <a:latin typeface="Source Code Pro" panose="020B0309030403020204" pitchFamily="49" charset="0"/>
                <a:ea typeface="Source Code Pro" panose="020B0309030403020204" pitchFamily="49" charset="0"/>
                <a:cs typeface="Courier New" panose="02070309020205020404" pitchFamily="49" charset="0"/>
              </a:rPr>
              <a:t>&lt;option&gt;</a:t>
            </a:r>
            <a:r>
              <a:rPr lang="en-GB" dirty="0"/>
              <a:t> tags </a:t>
            </a:r>
            <a:r>
              <a:rPr lang="en-GB" noProof="0" dirty="0"/>
              <a:t>define the contents.</a:t>
            </a:r>
          </a:p>
        </p:txBody>
      </p:sp>
      <p:sp>
        <p:nvSpPr>
          <p:cNvPr id="2" name="Text Placeholder 1">
            <a:extLst>
              <a:ext uri="{FF2B5EF4-FFF2-40B4-BE49-F238E27FC236}">
                <a16:creationId xmlns:a16="http://schemas.microsoft.com/office/drawing/2014/main" id="{D4594C4F-1B94-B997-D644-A80643650C9E}"/>
              </a:ext>
            </a:extLst>
          </p:cNvPr>
          <p:cNvSpPr>
            <a:spLocks noGrp="1"/>
          </p:cNvSpPr>
          <p:nvPr>
            <p:ph type="body" sz="quarter" idx="15"/>
          </p:nvPr>
        </p:nvSpPr>
        <p:spPr/>
        <p:txBody>
          <a:bodyPr/>
          <a:lstStyle/>
          <a:p>
            <a:pPr lvl="0">
              <a:spcBef>
                <a:spcPts val="0"/>
              </a:spcBef>
              <a:defRPr/>
            </a:pPr>
            <a:r>
              <a:rPr lang="en-GB" b="1" dirty="0">
                <a:solidFill>
                  <a:srgbClr val="0D0D0D"/>
                </a:solidFill>
                <a:latin typeface="Source Code Pro" panose="020B0309030403020204" pitchFamily="49" charset="0"/>
                <a:ea typeface="Source Code Pro" panose="020B0309030403020204" pitchFamily="49" charset="0"/>
                <a:cs typeface="Courier New" pitchFamily="49" charset="0"/>
              </a:rPr>
              <a:t>&lt;select name="Drop1" size="1"&gt;</a:t>
            </a:r>
          </a:p>
          <a:p>
            <a:pPr lvl="0">
              <a:spcBef>
                <a:spcPts val="0"/>
              </a:spcBef>
              <a:defRPr/>
            </a:pPr>
            <a:r>
              <a:rPr lang="en-GB" b="1" dirty="0">
                <a:solidFill>
                  <a:srgbClr val="0D0D0D"/>
                </a:solidFill>
                <a:latin typeface="Source Code Pro" panose="020B0309030403020204" pitchFamily="49" charset="0"/>
                <a:ea typeface="Source Code Pro" panose="020B0309030403020204" pitchFamily="49" charset="0"/>
                <a:cs typeface="Courier New" pitchFamily="49" charset="0"/>
              </a:rPr>
              <a:t>  &lt;option&gt;Cookies&lt;/option&gt;</a:t>
            </a:r>
          </a:p>
          <a:p>
            <a:pPr lvl="0">
              <a:spcBef>
                <a:spcPts val="0"/>
              </a:spcBef>
              <a:defRPr/>
            </a:pPr>
            <a:r>
              <a:rPr lang="en-GB" b="1" dirty="0">
                <a:solidFill>
                  <a:srgbClr val="0D0D0D"/>
                </a:solidFill>
                <a:latin typeface="Source Code Pro" panose="020B0309030403020204" pitchFamily="49" charset="0"/>
                <a:ea typeface="Source Code Pro" panose="020B0309030403020204" pitchFamily="49" charset="0"/>
                <a:cs typeface="Courier New" pitchFamily="49" charset="0"/>
              </a:rPr>
              <a:t>  &lt;option&gt;Tortillas&lt;/option&gt;</a:t>
            </a:r>
          </a:p>
          <a:p>
            <a:pPr lvl="0">
              <a:spcBef>
                <a:spcPts val="0"/>
              </a:spcBef>
              <a:defRPr/>
            </a:pPr>
            <a:r>
              <a:rPr lang="en-GB" b="1" dirty="0">
                <a:solidFill>
                  <a:srgbClr val="0D0D0D"/>
                </a:solidFill>
                <a:latin typeface="Source Code Pro" panose="020B0309030403020204" pitchFamily="49" charset="0"/>
                <a:ea typeface="Source Code Pro" panose="020B0309030403020204" pitchFamily="49" charset="0"/>
                <a:cs typeface="Courier New" pitchFamily="49" charset="0"/>
              </a:rPr>
              <a:t>  &lt;option selected&gt;</a:t>
            </a:r>
          </a:p>
          <a:p>
            <a:pPr lvl="0">
              <a:spcBef>
                <a:spcPts val="0"/>
              </a:spcBef>
              <a:defRPr/>
            </a:pPr>
            <a:r>
              <a:rPr lang="en-GB" b="1" dirty="0">
                <a:solidFill>
                  <a:srgbClr val="0D0D0D"/>
                </a:solidFill>
                <a:latin typeface="Source Code Pro" panose="020B0309030403020204" pitchFamily="49" charset="0"/>
                <a:ea typeface="Source Code Pro" panose="020B0309030403020204" pitchFamily="49" charset="0"/>
                <a:cs typeface="Courier New" pitchFamily="49" charset="0"/>
              </a:rPr>
              <a:t>    </a:t>
            </a:r>
            <a:r>
              <a:rPr lang="en-GB" b="1" dirty="0" err="1">
                <a:solidFill>
                  <a:srgbClr val="0D0D0D"/>
                </a:solidFill>
                <a:latin typeface="Source Code Pro" panose="020B0309030403020204" pitchFamily="49" charset="0"/>
                <a:ea typeface="Source Code Pro" panose="020B0309030403020204" pitchFamily="49" charset="0"/>
                <a:cs typeface="Courier New" pitchFamily="49" charset="0"/>
              </a:rPr>
              <a:t>Poppadoms</a:t>
            </a:r>
            <a:r>
              <a:rPr lang="en-GB" b="1" dirty="0">
                <a:solidFill>
                  <a:srgbClr val="0D0D0D"/>
                </a:solidFill>
                <a:latin typeface="Source Code Pro" panose="020B0309030403020204" pitchFamily="49" charset="0"/>
                <a:ea typeface="Source Code Pro" panose="020B0309030403020204" pitchFamily="49" charset="0"/>
                <a:cs typeface="Courier New" pitchFamily="49" charset="0"/>
              </a:rPr>
              <a:t> (my favourite)</a:t>
            </a:r>
          </a:p>
          <a:p>
            <a:pPr lvl="0">
              <a:spcBef>
                <a:spcPts val="0"/>
              </a:spcBef>
              <a:defRPr/>
            </a:pPr>
            <a:r>
              <a:rPr lang="en-GB" b="1" dirty="0">
                <a:solidFill>
                  <a:srgbClr val="0D0D0D"/>
                </a:solidFill>
                <a:latin typeface="Source Code Pro" panose="020B0309030403020204" pitchFamily="49" charset="0"/>
                <a:ea typeface="Source Code Pro" panose="020B0309030403020204" pitchFamily="49" charset="0"/>
                <a:cs typeface="Courier New" pitchFamily="49" charset="0"/>
              </a:rPr>
              <a:t>  &lt;/option&gt;</a:t>
            </a:r>
          </a:p>
          <a:p>
            <a:pPr lvl="0">
              <a:spcBef>
                <a:spcPts val="0"/>
              </a:spcBef>
              <a:defRPr/>
            </a:pPr>
            <a:r>
              <a:rPr lang="en-GB" b="1" dirty="0">
                <a:solidFill>
                  <a:srgbClr val="0D0D0D"/>
                </a:solidFill>
                <a:latin typeface="Source Code Pro" panose="020B0309030403020204" pitchFamily="49" charset="0"/>
                <a:ea typeface="Source Code Pro" panose="020B0309030403020204" pitchFamily="49" charset="0"/>
                <a:cs typeface="Courier New" pitchFamily="49" charset="0"/>
              </a:rPr>
              <a:t>&lt;/select&gt;</a:t>
            </a:r>
          </a:p>
          <a:p>
            <a:pPr lvl="0">
              <a:spcBef>
                <a:spcPts val="0"/>
              </a:spcBef>
              <a:defRPr/>
            </a:pPr>
            <a:endParaRPr lang="en-GB" b="1" dirty="0">
              <a:solidFill>
                <a:srgbClr val="0D0D0D"/>
              </a:solidFill>
              <a:latin typeface="Source Code Pro" panose="020B0309030403020204" pitchFamily="49" charset="0"/>
              <a:ea typeface="Source Code Pro" panose="020B0309030403020204" pitchFamily="49" charset="0"/>
              <a:cs typeface="Courier New" pitchFamily="49" charset="0"/>
            </a:endParaRPr>
          </a:p>
          <a:p>
            <a:pPr lvl="0">
              <a:spcBef>
                <a:spcPts val="0"/>
              </a:spcBef>
              <a:defRPr/>
            </a:pPr>
            <a:endParaRPr lang="en-GB" b="1" dirty="0">
              <a:solidFill>
                <a:srgbClr val="0D0D0D"/>
              </a:solidFill>
              <a:latin typeface="Source Code Pro" panose="020B0309030403020204" pitchFamily="49" charset="0"/>
              <a:ea typeface="Source Code Pro" panose="020B0309030403020204" pitchFamily="49" charset="0"/>
              <a:cs typeface="Courier New" pitchFamily="49" charset="0"/>
            </a:endParaRPr>
          </a:p>
          <a:p>
            <a:pPr lvl="0">
              <a:spcBef>
                <a:spcPts val="0"/>
              </a:spcBef>
              <a:defRPr/>
            </a:pPr>
            <a:r>
              <a:rPr lang="en-GB" b="1" dirty="0">
                <a:solidFill>
                  <a:srgbClr val="0D0D0D"/>
                </a:solidFill>
                <a:latin typeface="Source Code Pro" panose="020B0309030403020204" pitchFamily="49" charset="0"/>
                <a:ea typeface="Source Code Pro" panose="020B0309030403020204" pitchFamily="49" charset="0"/>
                <a:cs typeface="Courier New" pitchFamily="49" charset="0"/>
              </a:rPr>
              <a:t>&lt;select name="Drop2" size="3"&gt;</a:t>
            </a:r>
          </a:p>
          <a:p>
            <a:pPr lvl="0">
              <a:spcBef>
                <a:spcPts val="0"/>
              </a:spcBef>
              <a:defRPr/>
            </a:pPr>
            <a:r>
              <a:rPr lang="en-GB" b="1" dirty="0">
                <a:solidFill>
                  <a:srgbClr val="0D0D0D"/>
                </a:solidFill>
                <a:latin typeface="Source Code Pro" panose="020B0309030403020204" pitchFamily="49" charset="0"/>
                <a:ea typeface="Source Code Pro" panose="020B0309030403020204" pitchFamily="49" charset="0"/>
                <a:cs typeface="Courier New" pitchFamily="49" charset="0"/>
              </a:rPr>
              <a:t>   &lt;option value="2"&gt;High&lt;/option&gt;</a:t>
            </a:r>
          </a:p>
          <a:p>
            <a:pPr lvl="0">
              <a:spcBef>
                <a:spcPts val="0"/>
              </a:spcBef>
              <a:defRPr/>
            </a:pPr>
            <a:r>
              <a:rPr lang="en-GB" b="1" dirty="0">
                <a:solidFill>
                  <a:srgbClr val="0D0D0D"/>
                </a:solidFill>
                <a:latin typeface="Source Code Pro" panose="020B0309030403020204" pitchFamily="49" charset="0"/>
                <a:ea typeface="Source Code Pro" panose="020B0309030403020204" pitchFamily="49" charset="0"/>
                <a:cs typeface="Courier New" pitchFamily="49" charset="0"/>
              </a:rPr>
              <a:t>   &lt;option value="1"&gt;Medium&lt;/option&gt;</a:t>
            </a:r>
          </a:p>
          <a:p>
            <a:pPr lvl="0">
              <a:spcBef>
                <a:spcPts val="0"/>
              </a:spcBef>
              <a:defRPr/>
            </a:pPr>
            <a:r>
              <a:rPr lang="en-GB" b="1" dirty="0">
                <a:solidFill>
                  <a:srgbClr val="0D0D0D"/>
                </a:solidFill>
                <a:latin typeface="Source Code Pro" panose="020B0309030403020204" pitchFamily="49" charset="0"/>
                <a:ea typeface="Source Code Pro" panose="020B0309030403020204" pitchFamily="49" charset="0"/>
                <a:cs typeface="Courier New" pitchFamily="49" charset="0"/>
              </a:rPr>
              <a:t>   &lt;option value="0"&gt;Low&lt;/option&gt;</a:t>
            </a:r>
          </a:p>
          <a:p>
            <a:pPr lvl="0">
              <a:spcBef>
                <a:spcPts val="0"/>
              </a:spcBef>
              <a:defRPr/>
            </a:pPr>
            <a:r>
              <a:rPr lang="en-GB" b="1" dirty="0">
                <a:solidFill>
                  <a:srgbClr val="0D0D0D"/>
                </a:solidFill>
                <a:latin typeface="Source Code Pro" panose="020B0309030403020204" pitchFamily="49" charset="0"/>
                <a:ea typeface="Source Code Pro" panose="020B0309030403020204" pitchFamily="49" charset="0"/>
                <a:cs typeface="Courier New" pitchFamily="49" charset="0"/>
              </a:rPr>
              <a:t>&lt;/select&gt;</a:t>
            </a:r>
          </a:p>
          <a:p>
            <a:pPr lvl="0">
              <a:spcBef>
                <a:spcPts val="0"/>
              </a:spcBef>
              <a:defRPr/>
            </a:pPr>
            <a:endParaRPr lang="en-GB" b="1" dirty="0">
              <a:solidFill>
                <a:srgbClr val="0D0D0D"/>
              </a:solidFill>
              <a:latin typeface="Source Code Pro" panose="020B0309030403020204" pitchFamily="49" charset="0"/>
              <a:ea typeface="Source Code Pro" panose="020B0309030403020204" pitchFamily="49" charset="0"/>
              <a:cs typeface="Courier New" pitchFamily="49" charset="0"/>
            </a:endParaRPr>
          </a:p>
          <a:p>
            <a:endParaRPr lang="en-US" dirty="0"/>
          </a:p>
        </p:txBody>
      </p:sp>
      <p:pic>
        <p:nvPicPr>
          <p:cNvPr id="47110" name="Picture 6"/>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0188233" y="5496256"/>
            <a:ext cx="1055688"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pic>
        <p:nvPicPr>
          <p:cNvPr id="47111" name="Picture 7"/>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8294128" y="3343755"/>
            <a:ext cx="2952947" cy="485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
        <p:nvSpPr>
          <p:cNvPr id="3" name="Slide Number Placeholder 5">
            <a:extLst>
              <a:ext uri="{FF2B5EF4-FFF2-40B4-BE49-F238E27FC236}">
                <a16:creationId xmlns:a16="http://schemas.microsoft.com/office/drawing/2014/main" id="{F7CC71BB-E989-9F94-07EE-AD4FB0308B7F}"/>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66</a:t>
            </a:fld>
            <a:endParaRPr lang="en-GB" noProof="0" dirty="0"/>
          </a:p>
        </p:txBody>
      </p:sp>
    </p:spTree>
    <p:extLst>
      <p:ext uri="{BB962C8B-B14F-4D97-AF65-F5344CB8AC3E}">
        <p14:creationId xmlns:p14="http://schemas.microsoft.com/office/powerpoint/2010/main" val="117114505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39AEA-868C-12A5-D8A8-DD675D1A4D9E}"/>
              </a:ext>
            </a:extLst>
          </p:cNvPr>
          <p:cNvSpPr>
            <a:spLocks noGrp="1"/>
          </p:cNvSpPr>
          <p:nvPr>
            <p:ph type="ctrTitle"/>
          </p:nvPr>
        </p:nvSpPr>
        <p:spPr>
          <a:xfrm>
            <a:off x="443921" y="500194"/>
            <a:ext cx="10800000" cy="858985"/>
          </a:xfrm>
        </p:spPr>
        <p:txBody>
          <a:bodyPr/>
          <a:lstStyle/>
          <a:p>
            <a:r>
              <a:rPr lang="en-GB" noProof="0" dirty="0"/>
              <a:t>HTML5 input elements</a:t>
            </a:r>
          </a:p>
        </p:txBody>
      </p:sp>
      <p:sp>
        <p:nvSpPr>
          <p:cNvPr id="8" name="Text Placeholder 7">
            <a:extLst>
              <a:ext uri="{FF2B5EF4-FFF2-40B4-BE49-F238E27FC236}">
                <a16:creationId xmlns:a16="http://schemas.microsoft.com/office/drawing/2014/main" id="{9CF66198-E66A-9350-5A94-26C247D30B03}"/>
              </a:ext>
            </a:extLst>
          </p:cNvPr>
          <p:cNvSpPr>
            <a:spLocks noGrp="1"/>
          </p:cNvSpPr>
          <p:nvPr>
            <p:ph type="body" sz="quarter" idx="14"/>
          </p:nvPr>
        </p:nvSpPr>
        <p:spPr/>
        <p:txBody>
          <a:bodyPr/>
          <a:lstStyle/>
          <a:p>
            <a:pPr marL="285750" indent="-285750">
              <a:buFont typeface="Arial" panose="020B0604020202020204" pitchFamily="34" charset="0"/>
              <a:buChar char="•"/>
            </a:pPr>
            <a:r>
              <a:rPr lang="en-GB" dirty="0"/>
              <a:t>The HTML5 spec started with forms.</a:t>
            </a:r>
          </a:p>
          <a:p>
            <a:pPr marL="285750" indent="-285750">
              <a:buFont typeface="Arial" panose="020B0604020202020204" pitchFamily="34" charset="0"/>
              <a:buChar char="•"/>
            </a:pPr>
            <a:r>
              <a:rPr lang="en-GB" dirty="0"/>
              <a:t>Opera and Safari are the driving force and most complete.</a:t>
            </a:r>
          </a:p>
          <a:p>
            <a:pPr marL="285750" indent="-285750">
              <a:buFont typeface="Arial" panose="020B0604020202020204" pitchFamily="34" charset="0"/>
              <a:buChar char="•"/>
            </a:pPr>
            <a:r>
              <a:rPr lang="en-GB" dirty="0"/>
              <a:t>13 type options to date.</a:t>
            </a:r>
          </a:p>
          <a:p>
            <a:pPr marL="285750" indent="-285750">
              <a:buFont typeface="Arial" panose="020B0604020202020204" pitchFamily="34" charset="0"/>
              <a:buChar char="•"/>
            </a:pPr>
            <a:r>
              <a:rPr lang="en-GB" dirty="0"/>
              <a:t>Mostly extend the &lt;input&gt; tags with additional type values.</a:t>
            </a:r>
          </a:p>
          <a:p>
            <a:pPr marL="285750" indent="-285750">
              <a:buFont typeface="Arial" panose="020B0604020202020204" pitchFamily="34" charset="0"/>
              <a:buChar char="•"/>
            </a:pPr>
            <a:r>
              <a:rPr lang="en-GB" dirty="0"/>
              <a:t>If a browser does not understand the extension rendered as.</a:t>
            </a:r>
          </a:p>
          <a:p>
            <a:pPr marL="285750" indent="-285750">
              <a:buFont typeface="Arial" panose="020B0604020202020204" pitchFamily="34" charset="0"/>
              <a:buChar char="•"/>
            </a:pPr>
            <a:r>
              <a:rPr lang="en-GB" dirty="0"/>
              <a:t>No requirement in the spec for how browsers present.</a:t>
            </a:r>
          </a:p>
          <a:p>
            <a:pPr marL="285750" indent="-285750">
              <a:buFont typeface="Arial" panose="020B0604020202020204" pitchFamily="34" charset="0"/>
              <a:buChar char="•"/>
            </a:pPr>
            <a:r>
              <a:rPr lang="en-GB" dirty="0"/>
              <a:t>Different browsers show different UI and error messages.</a:t>
            </a:r>
          </a:p>
          <a:p>
            <a:pPr marL="285750" indent="-285750">
              <a:buFont typeface="Arial" panose="020B0604020202020204" pitchFamily="34" charset="0"/>
              <a:buChar char="•"/>
            </a:pPr>
            <a:r>
              <a:rPr lang="en-GB" dirty="0"/>
              <a:t>Browsers that do not understand the new types treat them as text.</a:t>
            </a:r>
          </a:p>
          <a:p>
            <a:pPr marL="285750" indent="-285750">
              <a:buFont typeface="Arial" panose="020B0604020202020204" pitchFamily="34" charset="0"/>
              <a:buChar char="•"/>
            </a:pPr>
            <a:r>
              <a:rPr lang="en-GB" dirty="0"/>
              <a:t>JavaScript defence is needed for legacy browsers.</a:t>
            </a:r>
          </a:p>
          <a:p>
            <a:pPr marL="285750" indent="-285750">
              <a:buFont typeface="Arial" panose="020B0604020202020204" pitchFamily="34" charset="0"/>
              <a:buChar char="•"/>
            </a:pPr>
            <a:endParaRPr lang="en-US" dirty="0"/>
          </a:p>
        </p:txBody>
      </p:sp>
      <p:sp>
        <p:nvSpPr>
          <p:cNvPr id="4" name="Text Box 2"/>
          <p:cNvSpPr txBox="1">
            <a:spLocks noChangeArrowheads="1"/>
          </p:cNvSpPr>
          <p:nvPr/>
        </p:nvSpPr>
        <p:spPr bwMode="auto">
          <a:xfrm>
            <a:off x="4856028" y="2536459"/>
            <a:ext cx="4368688" cy="369974"/>
          </a:xfrm>
          <a:prstGeom prst="rect">
            <a:avLst/>
          </a:prstGeom>
          <a:noFill/>
          <a:ln w="12700">
            <a:noFill/>
            <a:miter lim="800000"/>
            <a:headEnd/>
            <a:tailEnd/>
          </a:ln>
          <a:effectLst>
            <a:outerShdw blurRad="279400" dist="107763" dir="2700000" algn="ctr" rotWithShape="0">
              <a:schemeClr val="bg2"/>
            </a:outerShdw>
            <a:softEdge rad="12700"/>
          </a:effectLst>
        </p:spPr>
        <p:txBody>
          <a:bodyPr wrap="square" lIns="92075" tIns="46038" rIns="92075" bIns="46038">
            <a:spAutoFit/>
          </a:bodyPr>
          <a:lstStyle>
            <a:lvl1pPr defTabSz="739775">
              <a:spcBef>
                <a:spcPct val="0"/>
              </a:spcBef>
              <a:defRPr sz="2400">
                <a:solidFill>
                  <a:schemeClr val="tx1"/>
                </a:solidFill>
                <a:latin typeface="Times New Roman" pitchFamily="18" charset="0"/>
              </a:defRPr>
            </a:lvl1pPr>
            <a:lvl2pPr marL="554038" defTabSz="739775">
              <a:spcBef>
                <a:spcPct val="0"/>
              </a:spcBef>
              <a:defRPr sz="2400">
                <a:solidFill>
                  <a:schemeClr val="tx1"/>
                </a:solidFill>
                <a:latin typeface="Times New Roman" pitchFamily="18" charset="0"/>
              </a:defRPr>
            </a:lvl2pPr>
            <a:lvl3pPr marL="1108075" defTabSz="739775">
              <a:spcBef>
                <a:spcPct val="0"/>
              </a:spcBef>
              <a:defRPr sz="2400">
                <a:solidFill>
                  <a:schemeClr val="tx1"/>
                </a:solidFill>
                <a:latin typeface="Times New Roman" pitchFamily="18" charset="0"/>
              </a:defRPr>
            </a:lvl3pPr>
            <a:lvl4pPr marL="1663700" defTabSz="739775">
              <a:spcBef>
                <a:spcPct val="0"/>
              </a:spcBef>
              <a:defRPr sz="2400">
                <a:solidFill>
                  <a:schemeClr val="tx1"/>
                </a:solidFill>
                <a:latin typeface="Times New Roman" pitchFamily="18" charset="0"/>
              </a:defRPr>
            </a:lvl4pPr>
            <a:lvl5pPr marL="2217738" defTabSz="739775">
              <a:spcBef>
                <a:spcPct val="0"/>
              </a:spcBef>
              <a:defRPr sz="2400">
                <a:solidFill>
                  <a:schemeClr val="tx1"/>
                </a:solidFill>
                <a:latin typeface="Times New Roman" pitchFamily="18" charset="0"/>
              </a:defRPr>
            </a:lvl5pPr>
            <a:lvl6pPr marL="2674938" defTabSz="739775" eaLnBrk="0" fontAlgn="base" hangingPunct="0">
              <a:spcBef>
                <a:spcPct val="0"/>
              </a:spcBef>
              <a:spcAft>
                <a:spcPct val="0"/>
              </a:spcAft>
              <a:defRPr sz="2400">
                <a:solidFill>
                  <a:schemeClr val="tx1"/>
                </a:solidFill>
                <a:latin typeface="Times New Roman" pitchFamily="18" charset="0"/>
              </a:defRPr>
            </a:lvl6pPr>
            <a:lvl7pPr marL="3132138" defTabSz="739775" eaLnBrk="0" fontAlgn="base" hangingPunct="0">
              <a:spcBef>
                <a:spcPct val="0"/>
              </a:spcBef>
              <a:spcAft>
                <a:spcPct val="0"/>
              </a:spcAft>
              <a:defRPr sz="2400">
                <a:solidFill>
                  <a:schemeClr val="tx1"/>
                </a:solidFill>
                <a:latin typeface="Times New Roman" pitchFamily="18" charset="0"/>
              </a:defRPr>
            </a:lvl7pPr>
            <a:lvl8pPr marL="3589338" defTabSz="739775" eaLnBrk="0" fontAlgn="base" hangingPunct="0">
              <a:spcBef>
                <a:spcPct val="0"/>
              </a:spcBef>
              <a:spcAft>
                <a:spcPct val="0"/>
              </a:spcAft>
              <a:defRPr sz="2400">
                <a:solidFill>
                  <a:schemeClr val="tx1"/>
                </a:solidFill>
                <a:latin typeface="Times New Roman" pitchFamily="18" charset="0"/>
              </a:defRPr>
            </a:lvl8pPr>
            <a:lvl9pPr marL="4046538" defTabSz="739775" eaLnBrk="0" fontAlgn="base" hangingPunct="0">
              <a:spcBef>
                <a:spcPct val="0"/>
              </a:spcBef>
              <a:spcAft>
                <a:spcPct val="0"/>
              </a:spcAft>
              <a:defRPr sz="2400">
                <a:solidFill>
                  <a:schemeClr val="tx1"/>
                </a:solidFill>
                <a:latin typeface="Times New Roman" pitchFamily="18" charset="0"/>
              </a:defRPr>
            </a:lvl9pPr>
          </a:lstStyle>
          <a:p>
            <a:pPr marL="0" marR="0" lvl="0" indent="0" algn="ctr" defTabSz="739775" rtl="0" eaLnBrk="1" fontAlgn="auto" latinLnBrk="0" hangingPunct="1">
              <a:lnSpc>
                <a:spcPct val="100000"/>
              </a:lnSpc>
              <a:spcBef>
                <a:spcPct val="0"/>
              </a:spcBef>
              <a:spcAft>
                <a:spcPts val="0"/>
              </a:spcAft>
              <a:buClrTx/>
              <a:buSzTx/>
              <a:buFontTx/>
              <a:buNone/>
              <a:tabLst/>
              <a:defRPr/>
            </a:pPr>
            <a:r>
              <a:rPr kumimoji="0" lang="en-GB" sz="1800" b="1" i="0" u="none" strike="noStrike" kern="1200" cap="none" spc="0" normalizeH="0" baseline="0" noProof="0" dirty="0">
                <a:ln>
                  <a:noFill/>
                </a:ln>
                <a:solidFill>
                  <a:srgbClr val="000000"/>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&lt;input type="text" /&gt;</a:t>
            </a:r>
          </a:p>
        </p:txBody>
      </p:sp>
      <p:sp>
        <p:nvSpPr>
          <p:cNvPr id="9" name="Slide Number Placeholder 5">
            <a:extLst>
              <a:ext uri="{FF2B5EF4-FFF2-40B4-BE49-F238E27FC236}">
                <a16:creationId xmlns:a16="http://schemas.microsoft.com/office/drawing/2014/main" id="{A54F6387-2DD4-DFDA-9C1F-4DBA0E3D853C}"/>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67</a:t>
            </a:fld>
            <a:endParaRPr lang="en-GB" noProof="0" dirty="0"/>
          </a:p>
        </p:txBody>
      </p:sp>
    </p:spTree>
    <p:extLst>
      <p:ext uri="{BB962C8B-B14F-4D97-AF65-F5344CB8AC3E}">
        <p14:creationId xmlns:p14="http://schemas.microsoft.com/office/powerpoint/2010/main" val="413884559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43921" y="500194"/>
            <a:ext cx="10800000" cy="858985"/>
          </a:xfrm>
        </p:spPr>
        <p:txBody>
          <a:bodyPr>
            <a:normAutofit/>
          </a:bodyPr>
          <a:lstStyle/>
          <a:p>
            <a:r>
              <a:rPr lang="en-GB" noProof="0" dirty="0"/>
              <a:t>Placeholder attribute</a:t>
            </a:r>
          </a:p>
        </p:txBody>
      </p:sp>
      <p:sp>
        <p:nvSpPr>
          <p:cNvPr id="3" name="Content Placeholder 2"/>
          <p:cNvSpPr>
            <a:spLocks noGrp="1"/>
          </p:cNvSpPr>
          <p:nvPr>
            <p:ph type="body" sz="quarter" idx="13"/>
          </p:nvPr>
        </p:nvSpPr>
        <p:spPr>
          <a:xfrm>
            <a:off x="444500" y="1733550"/>
            <a:ext cx="7566025" cy="4348163"/>
          </a:xfrm>
        </p:spPr>
        <p:txBody>
          <a:bodyPr/>
          <a:lstStyle/>
          <a:p>
            <a:r>
              <a:rPr lang="en-GB" noProof="0" dirty="0"/>
              <a:t>The placeholder attribute offers default text.</a:t>
            </a:r>
          </a:p>
          <a:p>
            <a:pPr marL="285750" indent="-285750">
              <a:buFont typeface="Arial" panose="020B0604020202020204" pitchFamily="34" charset="0"/>
              <a:buChar char="•"/>
            </a:pPr>
            <a:r>
              <a:rPr lang="en-GB" noProof="0" dirty="0"/>
              <a:t>Gives the user example or instruction for the field.</a:t>
            </a:r>
          </a:p>
          <a:p>
            <a:pPr marL="285750" indent="-285750">
              <a:buFont typeface="Arial" panose="020B0604020202020204" pitchFamily="34" charset="0"/>
              <a:buChar char="•"/>
            </a:pPr>
            <a:r>
              <a:rPr lang="en-GB" noProof="0" dirty="0"/>
              <a:t>Sometimes called a watermark.</a:t>
            </a:r>
          </a:p>
          <a:p>
            <a:pPr marL="285750" indent="-285750">
              <a:buFont typeface="Arial" panose="020B0604020202020204" pitchFamily="34" charset="0"/>
              <a:buChar char="•"/>
            </a:pPr>
            <a:r>
              <a:rPr lang="en-GB" noProof="0" dirty="0"/>
              <a:t>Can only be used for text values.</a:t>
            </a:r>
          </a:p>
          <a:p>
            <a:pPr marL="285750" indent="-285750">
              <a:buFont typeface="Arial" panose="020B0604020202020204" pitchFamily="34" charset="0"/>
              <a:buChar char="•"/>
            </a:pPr>
            <a:r>
              <a:rPr lang="en-GB" noProof="0" dirty="0"/>
              <a:t>Is not a default value.</a:t>
            </a:r>
          </a:p>
          <a:p>
            <a:pPr marL="285750" indent="-285750">
              <a:buFont typeface="Arial" panose="020B0604020202020204" pitchFamily="34" charset="0"/>
              <a:buChar char="•"/>
            </a:pPr>
            <a:endParaRPr lang="en-GB" dirty="0"/>
          </a:p>
          <a:p>
            <a:r>
              <a:rPr lang="en-GB" b="1" dirty="0">
                <a:solidFill>
                  <a:srgbClr val="000000"/>
                </a:solidFill>
                <a:latin typeface="Source Code Pro" panose="020B0309030403020204" pitchFamily="49" charset="0"/>
                <a:ea typeface="Source Code Pro" panose="020B0309030403020204" pitchFamily="49" charset="0"/>
                <a:cs typeface="Courier New" panose="02070309020205020404" pitchFamily="49" charset="0"/>
              </a:rPr>
              <a:t>&lt;input type="text" </a:t>
            </a:r>
            <a:r>
              <a:rPr lang="en-GB" sz="2000" b="1" dirty="0">
                <a:solidFill>
                  <a:srgbClr val="000000"/>
                </a:solidFill>
                <a:latin typeface="Source Code Pro" panose="020B0309030403020204" pitchFamily="49" charset="0"/>
                <a:ea typeface="Source Code Pro" panose="020B0309030403020204" pitchFamily="49" charset="0"/>
                <a:cs typeface="Courier New" panose="02070309020205020404" pitchFamily="49" charset="0"/>
              </a:rPr>
              <a:t>placeholder</a:t>
            </a:r>
            <a:r>
              <a:rPr lang="en-GB" b="1" dirty="0">
                <a:solidFill>
                  <a:srgbClr val="000000"/>
                </a:solidFill>
                <a:latin typeface="Source Code Pro" panose="020B0309030403020204" pitchFamily="49" charset="0"/>
                <a:ea typeface="Source Code Pro" panose="020B0309030403020204" pitchFamily="49" charset="0"/>
                <a:cs typeface="Courier New" panose="02070309020205020404" pitchFamily="49" charset="0"/>
              </a:rPr>
              <a:t>="I am a watermark" /&gt;</a:t>
            </a:r>
          </a:p>
          <a:p>
            <a:endParaRPr lang="en-GB" noProof="0" dirty="0"/>
          </a:p>
          <a:p>
            <a:pPr lvl="1">
              <a:lnSpc>
                <a:spcPct val="100000"/>
              </a:lnSpc>
              <a:spcBef>
                <a:spcPts val="1000"/>
              </a:spcBef>
            </a:pPr>
            <a:endParaRPr lang="en-GB" noProof="0" dirty="0"/>
          </a:p>
          <a:p>
            <a:pPr lvl="1">
              <a:lnSpc>
                <a:spcPct val="100000"/>
              </a:lnSpc>
              <a:spcBef>
                <a:spcPts val="1000"/>
              </a:spcBef>
            </a:pPr>
            <a:endParaRPr lang="en-GB" noProof="0" dirty="0"/>
          </a:p>
          <a:p>
            <a:pPr lvl="1">
              <a:lnSpc>
                <a:spcPct val="100000"/>
              </a:lnSpc>
              <a:spcBef>
                <a:spcPts val="1000"/>
              </a:spcBef>
            </a:pPr>
            <a:endParaRPr lang="en-GB" noProof="0" dirty="0"/>
          </a:p>
          <a:p>
            <a:pPr lvl="1">
              <a:lnSpc>
                <a:spcPct val="100000"/>
              </a:lnSpc>
              <a:spcBef>
                <a:spcPts val="1000"/>
              </a:spcBef>
            </a:pPr>
            <a:endParaRPr lang="en-GB" noProof="0" dirty="0"/>
          </a:p>
          <a:p>
            <a:pPr lvl="1">
              <a:lnSpc>
                <a:spcPct val="100000"/>
              </a:lnSpc>
              <a:spcBef>
                <a:spcPts val="1000"/>
              </a:spcBef>
            </a:pPr>
            <a:endParaRPr lang="en-GB" noProof="0" dirty="0"/>
          </a:p>
        </p:txBody>
      </p:sp>
      <p:pic>
        <p:nvPicPr>
          <p:cNvPr id="9218" name="Picture 2"/>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2518522" y="4805205"/>
            <a:ext cx="4403982" cy="1703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7" name="Straight Arrow Connector 6"/>
          <p:cNvCxnSpPr>
            <a:cxnSpLocks/>
          </p:cNvCxnSpPr>
          <p:nvPr/>
        </p:nvCxnSpPr>
        <p:spPr bwMode="auto">
          <a:xfrm flipH="1">
            <a:off x="4988461" y="5006867"/>
            <a:ext cx="2822789" cy="650111"/>
          </a:xfrm>
          <a:prstGeom prst="straightConnector1">
            <a:avLst/>
          </a:prstGeom>
          <a:ln w="19050">
            <a:headEnd type="none" w="med" len="med"/>
            <a:tailEnd type="arrow"/>
          </a:ln>
        </p:spPr>
        <p:style>
          <a:lnRef idx="1">
            <a:schemeClr val="accent2"/>
          </a:lnRef>
          <a:fillRef idx="0">
            <a:schemeClr val="accent2"/>
          </a:fillRef>
          <a:effectRef idx="0">
            <a:schemeClr val="accent2"/>
          </a:effectRef>
          <a:fontRef idx="minor">
            <a:schemeClr val="tx1"/>
          </a:fontRef>
        </p:style>
      </p:cxnSp>
      <p:sp>
        <p:nvSpPr>
          <p:cNvPr id="4" name="TextBox 3"/>
          <p:cNvSpPr txBox="1"/>
          <p:nvPr/>
        </p:nvSpPr>
        <p:spPr>
          <a:xfrm>
            <a:off x="7436676" y="4682672"/>
            <a:ext cx="2447907" cy="120032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D0D0D"/>
                </a:solidFill>
                <a:effectLst/>
                <a:uLnTx/>
                <a:uFillTx/>
                <a:latin typeface="Figtree"/>
                <a:ea typeface="+mn-ea"/>
                <a:cs typeface="+mn-cs"/>
              </a:rPr>
              <a:t>Text disappears as soon as you tab into the box or start typing.</a:t>
            </a:r>
          </a:p>
        </p:txBody>
      </p:sp>
      <p:sp>
        <p:nvSpPr>
          <p:cNvPr id="11" name="Slide Number Placeholder 5">
            <a:extLst>
              <a:ext uri="{FF2B5EF4-FFF2-40B4-BE49-F238E27FC236}">
                <a16:creationId xmlns:a16="http://schemas.microsoft.com/office/drawing/2014/main" id="{7B8704FE-4EF3-F374-2D5D-082F5288DA8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68</a:t>
            </a:fld>
            <a:endParaRPr lang="en-GB" noProof="0" dirty="0"/>
          </a:p>
        </p:txBody>
      </p:sp>
    </p:spTree>
    <p:extLst>
      <p:ext uri="{BB962C8B-B14F-4D97-AF65-F5344CB8AC3E}">
        <p14:creationId xmlns:p14="http://schemas.microsoft.com/office/powerpoint/2010/main" val="420159832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43921" y="500194"/>
            <a:ext cx="10800000" cy="858985"/>
          </a:xfrm>
        </p:spPr>
        <p:txBody>
          <a:bodyPr>
            <a:normAutofit/>
          </a:bodyPr>
          <a:lstStyle/>
          <a:p>
            <a:r>
              <a:rPr lang="en-GB" noProof="0" dirty="0"/>
              <a:t>Required Fields</a:t>
            </a:r>
          </a:p>
        </p:txBody>
      </p:sp>
      <p:sp>
        <p:nvSpPr>
          <p:cNvPr id="3" name="Content Placeholder 2"/>
          <p:cNvSpPr>
            <a:spLocks noGrp="1"/>
          </p:cNvSpPr>
          <p:nvPr>
            <p:ph type="body" sz="quarter" idx="13"/>
          </p:nvPr>
        </p:nvSpPr>
        <p:spPr>
          <a:xfrm>
            <a:off x="444500" y="1733550"/>
            <a:ext cx="8813800" cy="4348163"/>
          </a:xfrm>
        </p:spPr>
        <p:txBody>
          <a:bodyPr/>
          <a:lstStyle/>
          <a:p>
            <a:r>
              <a:rPr lang="en-GB" b="1" dirty="0">
                <a:solidFill>
                  <a:srgbClr val="000000"/>
                </a:solidFill>
                <a:latin typeface="Source Code Pro" panose="020B0309030403020204" pitchFamily="49" charset="0"/>
                <a:ea typeface="Source Code Pro" panose="020B0309030403020204" pitchFamily="49" charset="0"/>
                <a:cs typeface="Courier New" panose="02070309020205020404" pitchFamily="49" charset="0"/>
              </a:rPr>
              <a:t>&lt;input type="text" autofocus="true" required /&gt;</a:t>
            </a:r>
            <a:endParaRPr lang="en-GB" noProof="0" dirty="0"/>
          </a:p>
          <a:p>
            <a:endParaRPr lang="en-GB" dirty="0"/>
          </a:p>
          <a:p>
            <a:pPr marL="285750" indent="-285750">
              <a:buFont typeface="Arial" panose="020B0604020202020204" pitchFamily="34" charset="0"/>
              <a:buChar char="•"/>
            </a:pPr>
            <a:r>
              <a:rPr lang="en-GB" noProof="0" dirty="0"/>
              <a:t>You can force a field to be mandatory on the client.</a:t>
            </a:r>
          </a:p>
          <a:p>
            <a:pPr marL="285750" indent="-285750">
              <a:buFont typeface="Arial" panose="020B0604020202020204" pitchFamily="34" charset="0"/>
              <a:buChar char="•"/>
            </a:pPr>
            <a:r>
              <a:rPr lang="en-GB" noProof="0" dirty="0"/>
              <a:t>Appears in:</a:t>
            </a:r>
          </a:p>
          <a:p>
            <a:pPr marL="971550" lvl="1" indent="-285750">
              <a:lnSpc>
                <a:spcPct val="100000"/>
              </a:lnSpc>
            </a:pPr>
            <a:r>
              <a:rPr lang="en-GB" noProof="0" dirty="0"/>
              <a:t>Safari 6+.</a:t>
            </a:r>
          </a:p>
          <a:p>
            <a:pPr marL="971550" lvl="1" indent="-285750">
              <a:lnSpc>
                <a:spcPct val="100000"/>
              </a:lnSpc>
            </a:pPr>
            <a:r>
              <a:rPr lang="en-GB" noProof="0" dirty="0"/>
              <a:t>Firefox 4.0.</a:t>
            </a:r>
          </a:p>
          <a:p>
            <a:pPr marL="971550" lvl="1" indent="-285750">
              <a:lnSpc>
                <a:spcPct val="100000"/>
              </a:lnSpc>
            </a:pPr>
            <a:r>
              <a:rPr lang="en-GB" noProof="0" dirty="0"/>
              <a:t>Opera 9+.</a:t>
            </a:r>
          </a:p>
          <a:p>
            <a:pPr marL="971550" lvl="1" indent="-285750">
              <a:lnSpc>
                <a:spcPct val="100000"/>
              </a:lnSpc>
            </a:pPr>
            <a:r>
              <a:rPr lang="en-GB" noProof="0" dirty="0"/>
              <a:t>Chrome 9+.</a:t>
            </a:r>
          </a:p>
          <a:p>
            <a:pPr marL="971550" lvl="1" indent="-285750">
              <a:lnSpc>
                <a:spcPct val="100000"/>
              </a:lnSpc>
            </a:pPr>
            <a:r>
              <a:rPr lang="en-GB" noProof="0" dirty="0"/>
              <a:t>IE10+.</a:t>
            </a:r>
          </a:p>
          <a:p>
            <a:pPr marL="285750" indent="-285750">
              <a:buFont typeface="Arial" panose="020B0604020202020204" pitchFamily="34" charset="0"/>
              <a:buChar char="•"/>
            </a:pPr>
            <a:r>
              <a:rPr lang="en-GB" noProof="0" dirty="0"/>
              <a:t>On a submit action an error message may appear.</a:t>
            </a:r>
          </a:p>
          <a:p>
            <a:pPr marL="285750" indent="-285750">
              <a:buFont typeface="Arial" panose="020B0604020202020204" pitchFamily="34" charset="0"/>
              <a:buChar char="•"/>
            </a:pPr>
            <a:r>
              <a:rPr lang="en-GB" noProof="0" dirty="0"/>
              <a:t>Message will appear differently in each browser.</a:t>
            </a:r>
          </a:p>
        </p:txBody>
      </p:sp>
      <p:pic>
        <p:nvPicPr>
          <p:cNvPr id="11" name="Picture 2">
            <a:extLst>
              <a:ext uri="{FF2B5EF4-FFF2-40B4-BE49-F238E27FC236}">
                <a16:creationId xmlns:a16="http://schemas.microsoft.com/office/drawing/2014/main" id="{C7F1E104-3BC7-53E9-4EF4-379B6EC051E4}"/>
              </a:ext>
            </a:extLst>
          </p:cNvPr>
          <p:cNvPicPr>
            <a:picLocks noGrp="1" noChangeAspect="1" noChangeArrowheads="1"/>
          </p:cNvPicPr>
          <p:nvPr>
            <p:ph sz="quarter" idx="4"/>
          </p:nvPr>
        </p:nvPicPr>
        <p:blipFill>
          <a:blip r:embed="rId3">
            <a:extLst>
              <a:ext uri="{28A0092B-C50C-407E-A947-70E740481C1C}">
                <a14:useLocalDpi xmlns:a14="http://schemas.microsoft.com/office/drawing/2010/main"/>
              </a:ext>
            </a:extLst>
          </a:blip>
          <a:srcRect/>
          <a:stretch>
            <a:fillRect/>
          </a:stretch>
        </p:blipFill>
        <p:spPr bwMode="auto">
          <a:xfrm>
            <a:off x="6932569" y="3095625"/>
            <a:ext cx="4441076" cy="1883569"/>
          </a:xfrm>
          <a:prstGeom prst="rect">
            <a:avLst/>
          </a:prstGeom>
          <a:noFill/>
          <a:ln>
            <a:noFill/>
          </a:ln>
          <a:effectLst>
            <a:outerShdw blurRad="317500" dist="35921" dir="2700000" sx="105000" sy="105000" algn="ctr" rotWithShape="0">
              <a:schemeClr val="bg2">
                <a:alpha val="81000"/>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Slide Number Placeholder 5">
            <a:extLst>
              <a:ext uri="{FF2B5EF4-FFF2-40B4-BE49-F238E27FC236}">
                <a16:creationId xmlns:a16="http://schemas.microsoft.com/office/drawing/2014/main" id="{9AED77CD-5100-725B-6EFC-648B49F3173F}"/>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69</a:t>
            </a:fld>
            <a:endParaRPr lang="en-GB" noProof="0" dirty="0"/>
          </a:p>
        </p:txBody>
      </p:sp>
    </p:spTree>
    <p:extLst>
      <p:ext uri="{BB962C8B-B14F-4D97-AF65-F5344CB8AC3E}">
        <p14:creationId xmlns:p14="http://schemas.microsoft.com/office/powerpoint/2010/main" val="56780825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43921" y="500194"/>
            <a:ext cx="10800000" cy="858985"/>
          </a:xfrm>
        </p:spPr>
        <p:txBody>
          <a:bodyPr>
            <a:normAutofit/>
          </a:bodyPr>
          <a:lstStyle/>
          <a:p>
            <a:r>
              <a:rPr lang="en-GB" noProof="0" dirty="0"/>
              <a:t>Autofocus attribute</a:t>
            </a:r>
          </a:p>
        </p:txBody>
      </p:sp>
      <p:sp>
        <p:nvSpPr>
          <p:cNvPr id="3" name="Content Placeholder 2"/>
          <p:cNvSpPr>
            <a:spLocks noGrp="1"/>
          </p:cNvSpPr>
          <p:nvPr>
            <p:ph type="body" sz="quarter" idx="14"/>
          </p:nvPr>
        </p:nvSpPr>
        <p:spPr>
          <a:xfrm>
            <a:off x="443921" y="1733108"/>
            <a:ext cx="7686287" cy="4061405"/>
          </a:xfrm>
        </p:spPr>
        <p:txBody>
          <a:bodyPr/>
          <a:lstStyle/>
          <a:p>
            <a:r>
              <a:rPr lang="en-GB" noProof="0" dirty="0"/>
              <a:t>It is common to have the first field of a form to focus.</a:t>
            </a:r>
          </a:p>
          <a:p>
            <a:pPr marL="285750" indent="-285750">
              <a:buFont typeface="Arial" panose="020B0604020202020204" pitchFamily="34" charset="0"/>
              <a:buChar char="•"/>
            </a:pPr>
            <a:r>
              <a:rPr lang="en-GB" noProof="0" dirty="0"/>
              <a:t>To have the cursor flashing ready to type.</a:t>
            </a:r>
          </a:p>
          <a:p>
            <a:r>
              <a:rPr lang="en-GB" noProof="0" dirty="0"/>
              <a:t>Previously achieved with JavaScript.</a:t>
            </a:r>
          </a:p>
          <a:p>
            <a:pPr marL="285750" indent="-285750">
              <a:buFont typeface="Arial" panose="020B0604020202020204" pitchFamily="34" charset="0"/>
              <a:buChar char="•"/>
            </a:pPr>
            <a:r>
              <a:rPr lang="en-GB" noProof="0" dirty="0"/>
              <a:t>The markup representation is faster.</a:t>
            </a:r>
          </a:p>
          <a:p>
            <a:pPr marL="971550" lvl="1" indent="-285750">
              <a:lnSpc>
                <a:spcPct val="100000"/>
              </a:lnSpc>
            </a:pPr>
            <a:r>
              <a:rPr lang="en-GB" noProof="0" dirty="0"/>
              <a:t>Part of the page rendering rather than code execution.</a:t>
            </a:r>
          </a:p>
          <a:p>
            <a:r>
              <a:rPr lang="en-GB" noProof="0" dirty="0"/>
              <a:t>Supported in all browsers other than IE9 and less: </a:t>
            </a:r>
          </a:p>
          <a:p>
            <a:pPr marL="285750" indent="-285750">
              <a:buFont typeface="Arial" panose="020B0604020202020204" pitchFamily="34" charset="0"/>
              <a:buChar char="•"/>
            </a:pPr>
            <a:r>
              <a:rPr lang="en-GB" noProof="0" dirty="0"/>
              <a:t>Use JavaScript to support legacy browsers.</a:t>
            </a:r>
          </a:p>
          <a:p>
            <a:endParaRPr lang="en-GB" dirty="0"/>
          </a:p>
          <a:p>
            <a:pPr lvl="0" defTabSz="739775">
              <a:spcBef>
                <a:spcPct val="0"/>
              </a:spcBef>
              <a:defRPr/>
            </a:pPr>
            <a:r>
              <a:rPr lang="en-GB" b="1" dirty="0">
                <a:solidFill>
                  <a:srgbClr val="000000"/>
                </a:solidFill>
                <a:latin typeface="Source Code Pro" panose="020B0309030403020204" pitchFamily="49" charset="0"/>
                <a:ea typeface="Source Code Pro" panose="020B0309030403020204" pitchFamily="49" charset="0"/>
                <a:cs typeface="Courier New" panose="02070309020205020404" pitchFamily="49" charset="0"/>
              </a:rPr>
              <a:t>&lt;form&gt;</a:t>
            </a:r>
          </a:p>
          <a:p>
            <a:pPr lvl="0" defTabSz="739775">
              <a:spcBef>
                <a:spcPct val="0"/>
              </a:spcBef>
              <a:defRPr/>
            </a:pPr>
            <a:r>
              <a:rPr lang="en-GB" b="1" dirty="0">
                <a:solidFill>
                  <a:srgbClr val="000000"/>
                </a:solidFill>
                <a:latin typeface="Source Code Pro" panose="020B0309030403020204" pitchFamily="49" charset="0"/>
                <a:ea typeface="Source Code Pro" panose="020B0309030403020204" pitchFamily="49" charset="0"/>
                <a:cs typeface="Courier New" panose="02070309020205020404" pitchFamily="49" charset="0"/>
              </a:rPr>
              <a:t>  &lt;input name="q" autofocus="true"&gt;</a:t>
            </a:r>
          </a:p>
          <a:p>
            <a:pPr lvl="0" defTabSz="739775">
              <a:spcBef>
                <a:spcPct val="0"/>
              </a:spcBef>
              <a:defRPr/>
            </a:pPr>
            <a:r>
              <a:rPr lang="en-GB" b="1" dirty="0">
                <a:solidFill>
                  <a:srgbClr val="000000"/>
                </a:solidFill>
                <a:latin typeface="Source Code Pro" panose="020B0309030403020204" pitchFamily="49" charset="0"/>
                <a:ea typeface="Source Code Pro" panose="020B0309030403020204" pitchFamily="49" charset="0"/>
                <a:cs typeface="Courier New" panose="02070309020205020404" pitchFamily="49" charset="0"/>
              </a:rPr>
              <a:t>  &lt;input type="submit" value="Search"&gt;</a:t>
            </a:r>
          </a:p>
          <a:p>
            <a:pPr lvl="0" defTabSz="739775">
              <a:spcBef>
                <a:spcPct val="0"/>
              </a:spcBef>
              <a:defRPr/>
            </a:pPr>
            <a:r>
              <a:rPr lang="en-GB" b="1" dirty="0">
                <a:solidFill>
                  <a:srgbClr val="000000"/>
                </a:solidFill>
                <a:latin typeface="Source Code Pro" panose="020B0309030403020204" pitchFamily="49" charset="0"/>
                <a:ea typeface="Source Code Pro" panose="020B0309030403020204" pitchFamily="49" charset="0"/>
                <a:cs typeface="Courier New" panose="02070309020205020404" pitchFamily="49" charset="0"/>
              </a:rPr>
              <a:t>&lt;/form&gt;</a:t>
            </a:r>
          </a:p>
          <a:p>
            <a:endParaRPr lang="en-GB" noProof="0" dirty="0"/>
          </a:p>
        </p:txBody>
      </p:sp>
      <p:sp>
        <p:nvSpPr>
          <p:cNvPr id="8" name="Slide Number Placeholder 5">
            <a:extLst>
              <a:ext uri="{FF2B5EF4-FFF2-40B4-BE49-F238E27FC236}">
                <a16:creationId xmlns:a16="http://schemas.microsoft.com/office/drawing/2014/main" id="{14711950-D8F1-0959-EB87-53CCD967BE63}"/>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70</a:t>
            </a:fld>
            <a:endParaRPr lang="en-GB" noProof="0" dirty="0"/>
          </a:p>
        </p:txBody>
      </p:sp>
    </p:spTree>
    <p:extLst>
      <p:ext uri="{BB962C8B-B14F-4D97-AF65-F5344CB8AC3E}">
        <p14:creationId xmlns:p14="http://schemas.microsoft.com/office/powerpoint/2010/main" val="333482515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43921" y="500194"/>
            <a:ext cx="10800000" cy="858985"/>
          </a:xfrm>
        </p:spPr>
        <p:txBody>
          <a:bodyPr>
            <a:normAutofit/>
          </a:bodyPr>
          <a:lstStyle/>
          <a:p>
            <a:r>
              <a:rPr lang="en-GB" noProof="0" dirty="0"/>
              <a:t>Email input type</a:t>
            </a:r>
          </a:p>
        </p:txBody>
      </p:sp>
      <p:sp>
        <p:nvSpPr>
          <p:cNvPr id="6" name="Content Placeholder 5"/>
          <p:cNvSpPr>
            <a:spLocks noGrp="1"/>
          </p:cNvSpPr>
          <p:nvPr>
            <p:ph type="body" sz="quarter" idx="13"/>
          </p:nvPr>
        </p:nvSpPr>
        <p:spPr>
          <a:xfrm>
            <a:off x="443922" y="1733108"/>
            <a:ext cx="5744228" cy="4348715"/>
          </a:xfrm>
        </p:spPr>
        <p:txBody>
          <a:bodyPr/>
          <a:lstStyle/>
          <a:p>
            <a:r>
              <a:rPr lang="en-GB" noProof="0" dirty="0"/>
              <a:t>Add type value of email. </a:t>
            </a:r>
          </a:p>
          <a:p>
            <a:r>
              <a:rPr lang="en-GB" noProof="0" dirty="0"/>
              <a:t>What happens in the client is not consistent.</a:t>
            </a:r>
          </a:p>
          <a:p>
            <a:pPr marL="285750" indent="-285750">
              <a:buFont typeface="Arial" panose="020B0604020202020204" pitchFamily="34" charset="0"/>
              <a:buChar char="•"/>
            </a:pPr>
            <a:r>
              <a:rPr lang="en-GB" noProof="0" dirty="0"/>
              <a:t>HTML5 spec does not demand it.</a:t>
            </a:r>
          </a:p>
          <a:p>
            <a:pPr marL="971550" lvl="1" indent="-285750">
              <a:lnSpc>
                <a:spcPct val="100000"/>
              </a:lnSpc>
            </a:pPr>
            <a:r>
              <a:rPr lang="en-GB" noProof="0" dirty="0"/>
              <a:t>Opera and safari provides submit validation.</a:t>
            </a:r>
          </a:p>
          <a:p>
            <a:pPr marL="971550" lvl="1" indent="-285750">
              <a:lnSpc>
                <a:spcPct val="100000"/>
              </a:lnSpc>
            </a:pPr>
            <a:r>
              <a:rPr lang="en-GB" noProof="0" dirty="0"/>
              <a:t>Firefox provides client validation on blur.</a:t>
            </a:r>
          </a:p>
          <a:p>
            <a:pPr marL="971550" lvl="1" indent="-285750">
              <a:lnSpc>
                <a:spcPct val="100000"/>
              </a:lnSpc>
            </a:pPr>
            <a:r>
              <a:rPr lang="en-GB" noProof="0" dirty="0"/>
              <a:t>Safari mobile changes the input keyboard.</a:t>
            </a:r>
          </a:p>
          <a:p>
            <a:pPr marL="971550" lvl="1" indent="-285750">
              <a:lnSpc>
                <a:spcPct val="100000"/>
              </a:lnSpc>
            </a:pPr>
            <a:r>
              <a:rPr lang="en-GB" noProof="0" dirty="0"/>
              <a:t>IE 9&lt; does nothing.</a:t>
            </a:r>
          </a:p>
          <a:p>
            <a:pPr marL="285750" indent="-285750">
              <a:buFont typeface="Arial" panose="020B0604020202020204" pitchFamily="34" charset="0"/>
              <a:buChar char="•"/>
            </a:pPr>
            <a:r>
              <a:rPr lang="en-GB" noProof="0" dirty="0"/>
              <a:t>Form will not submit until the error is solved.</a:t>
            </a:r>
          </a:p>
          <a:p>
            <a:pPr marL="285750" indent="-285750">
              <a:buFont typeface="Arial" panose="020B0604020202020204" pitchFamily="34" charset="0"/>
              <a:buChar char="•"/>
            </a:pPr>
            <a:r>
              <a:rPr lang="en-GB" noProof="0" dirty="0"/>
              <a:t>Provides a simple input mask to check input.</a:t>
            </a:r>
          </a:p>
          <a:p>
            <a:pPr marL="971550" lvl="1" indent="-285750">
              <a:lnSpc>
                <a:spcPct val="100000"/>
              </a:lnSpc>
            </a:pPr>
            <a:r>
              <a:rPr lang="en-GB" noProof="0" dirty="0"/>
              <a:t>For example, boffin@qa.com.</a:t>
            </a:r>
          </a:p>
          <a:p>
            <a:endParaRPr lang="en-GB" noProof="0" dirty="0"/>
          </a:p>
        </p:txBody>
      </p:sp>
      <p:pic>
        <p:nvPicPr>
          <p:cNvPr id="5" name="Content Placeholder 3">
            <a:extLst>
              <a:ext uri="{FF2B5EF4-FFF2-40B4-BE49-F238E27FC236}">
                <a16:creationId xmlns:a16="http://schemas.microsoft.com/office/drawing/2014/main" id="{9935A829-801B-D069-66A4-C49BD61EA5D2}"/>
              </a:ext>
            </a:extLst>
          </p:cNvPr>
          <p:cNvPicPr>
            <a:picLocks noGrp="1" noChangeAspect="1"/>
          </p:cNvPicPr>
          <p:nvPr>
            <p:ph sz="quarter" idx="4"/>
          </p:nvPr>
        </p:nvPicPr>
        <p:blipFill rotWithShape="1">
          <a:blip r:embed="rId3" cstate="email">
            <a:extLst>
              <a:ext uri="{28A0092B-C50C-407E-A947-70E740481C1C}">
                <a14:useLocalDpi xmlns:a14="http://schemas.microsoft.com/office/drawing/2010/main"/>
              </a:ext>
            </a:extLst>
          </a:blip>
          <a:srcRect/>
          <a:stretch/>
        </p:blipFill>
        <p:spPr bwMode="auto">
          <a:xfrm>
            <a:off x="7982371" y="1733550"/>
            <a:ext cx="2886821" cy="4348163"/>
          </a:xfrm>
          <a:noFill/>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rgbClr val="F1CDFF"/>
                </a:solidFill>
                <a:miter lim="800000"/>
                <a:headEnd/>
                <a:tailEnd/>
              </a14:hiddenLine>
            </a:ext>
          </a:extLst>
        </p:spPr>
      </p:pic>
      <p:sp>
        <p:nvSpPr>
          <p:cNvPr id="7" name="Oval 6"/>
          <p:cNvSpPr/>
          <p:nvPr/>
        </p:nvSpPr>
        <p:spPr bwMode="auto">
          <a:xfrm>
            <a:off x="7877466" y="5642432"/>
            <a:ext cx="3063327" cy="405074"/>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lvl="0" indent="0" algn="l" defTabSz="914400" rtl="0" eaLnBrk="0" fontAlgn="auto" latinLnBrk="0" hangingPunct="0">
              <a:lnSpc>
                <a:spcPct val="100000"/>
              </a:lnSpc>
              <a:spcBef>
                <a:spcPct val="50000"/>
              </a:spcBef>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latin typeface="Arial" charset="0"/>
              <a:ea typeface="+mn-ea"/>
              <a:cs typeface="+mn-cs"/>
            </a:endParaRPr>
          </a:p>
        </p:txBody>
      </p:sp>
      <p:sp>
        <p:nvSpPr>
          <p:cNvPr id="13" name="Slide Number Placeholder 5">
            <a:extLst>
              <a:ext uri="{FF2B5EF4-FFF2-40B4-BE49-F238E27FC236}">
                <a16:creationId xmlns:a16="http://schemas.microsoft.com/office/drawing/2014/main" id="{BE0BDD49-12E5-5C8C-CC01-B1E95BE95D1A}"/>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71</a:t>
            </a:fld>
            <a:endParaRPr lang="en-GB" noProof="0" dirty="0"/>
          </a:p>
        </p:txBody>
      </p:sp>
    </p:spTree>
    <p:extLst>
      <p:ext uri="{BB962C8B-B14F-4D97-AF65-F5344CB8AC3E}">
        <p14:creationId xmlns:p14="http://schemas.microsoft.com/office/powerpoint/2010/main" val="78961966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43921" y="500194"/>
            <a:ext cx="10800000" cy="858985"/>
          </a:xfrm>
        </p:spPr>
        <p:txBody>
          <a:bodyPr>
            <a:normAutofit/>
          </a:bodyPr>
          <a:lstStyle/>
          <a:p>
            <a:r>
              <a:rPr lang="en-GB" noProof="0" dirty="0"/>
              <a:t>Web address input type</a:t>
            </a:r>
          </a:p>
        </p:txBody>
      </p:sp>
      <p:sp>
        <p:nvSpPr>
          <p:cNvPr id="6" name="Content Placeholder 5"/>
          <p:cNvSpPr>
            <a:spLocks noGrp="1"/>
          </p:cNvSpPr>
          <p:nvPr>
            <p:ph type="body" sz="quarter" idx="13"/>
          </p:nvPr>
        </p:nvSpPr>
        <p:spPr>
          <a:xfrm>
            <a:off x="443922" y="1733108"/>
            <a:ext cx="5744228" cy="4348715"/>
          </a:xfrm>
        </p:spPr>
        <p:txBody>
          <a:bodyPr/>
          <a:lstStyle/>
          <a:p>
            <a:r>
              <a:rPr lang="en-GB" noProof="0" dirty="0"/>
              <a:t>Denotes that the input must have schema prefixing an address.</a:t>
            </a:r>
          </a:p>
          <a:p>
            <a:r>
              <a:rPr lang="en-GB" noProof="0" dirty="0"/>
              <a:t>For example: </a:t>
            </a:r>
            <a:r>
              <a:rPr lang="en-GB" noProof="0" dirty="0">
                <a:hlinkClick r:id="rId3"/>
              </a:rPr>
              <a:t>http://www.qa.com</a:t>
            </a:r>
            <a:r>
              <a:rPr lang="en-GB" noProof="0" dirty="0"/>
              <a:t> or </a:t>
            </a:r>
            <a:r>
              <a:rPr lang="en-GB" noProof="0" dirty="0">
                <a:hlinkClick r:id="rId4"/>
              </a:rPr>
              <a:t>ftp://ftp.mysite.com</a:t>
            </a:r>
            <a:r>
              <a:rPr lang="en-GB" dirty="0"/>
              <a:t>.</a:t>
            </a:r>
            <a:r>
              <a:rPr lang="en-GB" noProof="0" dirty="0"/>
              <a:t>   </a:t>
            </a:r>
          </a:p>
          <a:p>
            <a:r>
              <a:rPr lang="en-GB" noProof="0" dirty="0"/>
              <a:t>Different browsers have different functionality.</a:t>
            </a:r>
          </a:p>
          <a:p>
            <a:pPr marL="285750" indent="-285750">
              <a:buFont typeface="Arial" panose="020B0604020202020204" pitchFamily="34" charset="0"/>
              <a:buChar char="•"/>
            </a:pPr>
            <a:r>
              <a:rPr lang="en-GB" noProof="0" dirty="0"/>
              <a:t>More of an issue than previously due to different functionality.</a:t>
            </a:r>
          </a:p>
          <a:p>
            <a:pPr marL="971550" lvl="1" indent="-285750">
              <a:lnSpc>
                <a:spcPct val="100000"/>
              </a:lnSpc>
            </a:pPr>
            <a:r>
              <a:rPr lang="en-GB" noProof="0" dirty="0"/>
              <a:t>Chrome and Firefox 4 force user to add schema.</a:t>
            </a:r>
          </a:p>
          <a:p>
            <a:pPr marL="971550" lvl="1" indent="-285750">
              <a:lnSpc>
                <a:spcPct val="100000"/>
              </a:lnSpc>
            </a:pPr>
            <a:r>
              <a:rPr lang="en-GB" noProof="0" dirty="0"/>
              <a:t>Opera prefixes an address with http://.</a:t>
            </a:r>
          </a:p>
          <a:p>
            <a:pPr marL="971550" lvl="1" indent="-285750">
              <a:lnSpc>
                <a:spcPct val="100000"/>
              </a:lnSpc>
            </a:pPr>
            <a:r>
              <a:rPr lang="en-GB" noProof="0" dirty="0"/>
              <a:t>Safari mobile provides a different keyboard.</a:t>
            </a:r>
          </a:p>
          <a:p>
            <a:r>
              <a:rPr lang="en-GB" noProof="0" dirty="0"/>
              <a:t>To use effectively, combine with a placeholder.</a:t>
            </a:r>
          </a:p>
          <a:p>
            <a:r>
              <a:rPr lang="en-GB" noProof="0" dirty="0"/>
              <a:t>Users don’t really understand schemas.</a:t>
            </a:r>
          </a:p>
        </p:txBody>
      </p:sp>
      <p:pic>
        <p:nvPicPr>
          <p:cNvPr id="5" name="Content Placeholder 3">
            <a:extLst>
              <a:ext uri="{FF2B5EF4-FFF2-40B4-BE49-F238E27FC236}">
                <a16:creationId xmlns:a16="http://schemas.microsoft.com/office/drawing/2014/main" id="{BACB9FF9-4B9F-777E-A4DC-DE7A78C79E76}"/>
              </a:ext>
            </a:extLst>
          </p:cNvPr>
          <p:cNvPicPr>
            <a:picLocks noGrp="1" noChangeAspect="1"/>
          </p:cNvPicPr>
          <p:nvPr>
            <p:ph sz="quarter" idx="4"/>
          </p:nvPr>
        </p:nvPicPr>
        <p:blipFill>
          <a:blip r:embed="rId5" cstate="email">
            <a:extLst>
              <a:ext uri="{28A0092B-C50C-407E-A947-70E740481C1C}">
                <a14:useLocalDpi xmlns:a14="http://schemas.microsoft.com/office/drawing/2010/main"/>
              </a:ext>
            </a:extLst>
          </a:blip>
          <a:srcRect/>
          <a:stretch/>
        </p:blipFill>
        <p:spPr bwMode="auto">
          <a:xfrm>
            <a:off x="7980895" y="1733550"/>
            <a:ext cx="2889773" cy="4348163"/>
          </a:xfrm>
          <a:noFill/>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rgbClr val="F1CDFF"/>
                </a:solidFill>
                <a:miter lim="800000"/>
                <a:headEnd/>
                <a:tailEnd/>
              </a14:hiddenLine>
            </a:ext>
          </a:extLst>
        </p:spPr>
      </p:pic>
      <p:sp>
        <p:nvSpPr>
          <p:cNvPr id="7" name="Oval 6"/>
          <p:cNvSpPr/>
          <p:nvPr/>
        </p:nvSpPr>
        <p:spPr bwMode="auto">
          <a:xfrm>
            <a:off x="7894117" y="5676639"/>
            <a:ext cx="3063327" cy="405074"/>
          </a:xfrm>
          <a:prstGeom prst="ellipse">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lvl="0" indent="0" algn="l" defTabSz="914400" rtl="0" eaLnBrk="0" fontAlgn="auto" latinLnBrk="0" hangingPunct="0">
              <a:lnSpc>
                <a:spcPct val="100000"/>
              </a:lnSpc>
              <a:spcBef>
                <a:spcPct val="50000"/>
              </a:spcBef>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latin typeface="Arial" charset="0"/>
              <a:ea typeface="+mn-ea"/>
              <a:cs typeface="+mn-cs"/>
            </a:endParaRPr>
          </a:p>
        </p:txBody>
      </p:sp>
      <p:sp>
        <p:nvSpPr>
          <p:cNvPr id="13" name="Slide Number Placeholder 5">
            <a:extLst>
              <a:ext uri="{FF2B5EF4-FFF2-40B4-BE49-F238E27FC236}">
                <a16:creationId xmlns:a16="http://schemas.microsoft.com/office/drawing/2014/main" id="{B1629C42-32D4-E533-3CF8-A3616C2651B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72</a:t>
            </a:fld>
            <a:endParaRPr lang="en-GB" noProof="0" dirty="0"/>
          </a:p>
        </p:txBody>
      </p:sp>
    </p:spTree>
    <p:extLst>
      <p:ext uri="{BB962C8B-B14F-4D97-AF65-F5344CB8AC3E}">
        <p14:creationId xmlns:p14="http://schemas.microsoft.com/office/powerpoint/2010/main" val="28639889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GB" noProof="0"/>
              <a:t>Number input type</a:t>
            </a:r>
            <a:endParaRPr lang="en-GB" noProof="0" dirty="0"/>
          </a:p>
        </p:txBody>
      </p:sp>
      <p:sp>
        <p:nvSpPr>
          <p:cNvPr id="3" name="Content Placeholder 2"/>
          <p:cNvSpPr>
            <a:spLocks noGrp="1"/>
          </p:cNvSpPr>
          <p:nvPr>
            <p:ph type="body" sz="quarter" idx="13"/>
          </p:nvPr>
        </p:nvSpPr>
        <p:spPr>
          <a:xfrm>
            <a:off x="443921" y="1733108"/>
            <a:ext cx="8357179" cy="4348715"/>
          </a:xfrm>
        </p:spPr>
        <p:txBody>
          <a:bodyPr>
            <a:noAutofit/>
          </a:bodyPr>
          <a:lstStyle/>
          <a:p>
            <a:r>
              <a:rPr lang="en-GB" b="1" dirty="0">
                <a:solidFill>
                  <a:srgbClr val="000000"/>
                </a:solidFill>
                <a:latin typeface="Source Code Pro" panose="020B0309030403020204" pitchFamily="49" charset="0"/>
                <a:ea typeface="Source Code Pro" panose="020B0309030403020204" pitchFamily="49" charset="0"/>
                <a:cs typeface="Courier New" panose="02070309020205020404" pitchFamily="49" charset="0"/>
              </a:rPr>
              <a:t>&lt;input type="number" min="1" max="12" step="2" value="6" /&gt;</a:t>
            </a:r>
            <a:endParaRPr lang="en-GB" noProof="0" dirty="0"/>
          </a:p>
          <a:p>
            <a:pPr marL="0" indent="0">
              <a:lnSpc>
                <a:spcPct val="100000"/>
              </a:lnSpc>
              <a:buNone/>
            </a:pPr>
            <a:r>
              <a:rPr lang="en-GB" noProof="0" dirty="0"/>
              <a:t>Numbers often need to be constrained by range. New number type provides this functionality.</a:t>
            </a:r>
          </a:p>
          <a:p>
            <a:pPr marL="0" indent="0">
              <a:lnSpc>
                <a:spcPct val="100000"/>
              </a:lnSpc>
              <a:buNone/>
            </a:pPr>
            <a:r>
              <a:rPr lang="en-GB" noProof="0" dirty="0"/>
              <a:t>Four attributes:</a:t>
            </a:r>
          </a:p>
          <a:p>
            <a:pPr marL="285750" indent="-285750">
              <a:lnSpc>
                <a:spcPct val="100000"/>
              </a:lnSpc>
              <a:buFont typeface="Arial" panose="020B0604020202020204" pitchFamily="34" charset="0"/>
              <a:buChar char="•"/>
            </a:pPr>
            <a:r>
              <a:rPr lang="en-GB" b="1" noProof="0" dirty="0">
                <a:latin typeface="Courier New" panose="02070309020205020404" pitchFamily="49" charset="0"/>
                <a:cs typeface="Courier New" panose="02070309020205020404" pitchFamily="49" charset="0"/>
              </a:rPr>
              <a:t>min</a:t>
            </a:r>
            <a:r>
              <a:rPr lang="en-GB" noProof="0" dirty="0"/>
              <a:t>: Lowest range. </a:t>
            </a:r>
          </a:p>
          <a:p>
            <a:pPr marL="285750" indent="-285750">
              <a:buFont typeface="Arial" panose="020B0604020202020204" pitchFamily="34" charset="0"/>
              <a:buChar char="•"/>
            </a:pPr>
            <a:r>
              <a:rPr lang="en-GB" b="1" noProof="0" dirty="0">
                <a:latin typeface="Courier New" panose="02070309020205020404" pitchFamily="49" charset="0"/>
                <a:cs typeface="Courier New" panose="02070309020205020404" pitchFamily="49" charset="0"/>
              </a:rPr>
              <a:t>max</a:t>
            </a:r>
            <a:r>
              <a:rPr lang="en-GB" dirty="0"/>
              <a:t>: </a:t>
            </a:r>
            <a:r>
              <a:rPr lang="en-GB" noProof="0" dirty="0"/>
              <a:t>Upper range.</a:t>
            </a:r>
          </a:p>
          <a:p>
            <a:pPr marL="285750" indent="-285750">
              <a:buFont typeface="Arial" panose="020B0604020202020204" pitchFamily="34" charset="0"/>
              <a:buChar char="•"/>
            </a:pPr>
            <a:r>
              <a:rPr lang="en-GB" b="1" noProof="0" dirty="0">
                <a:latin typeface="Courier New" panose="02070309020205020404" pitchFamily="49" charset="0"/>
                <a:cs typeface="Courier New" panose="02070309020205020404" pitchFamily="49" charset="0"/>
              </a:rPr>
              <a:t>step</a:t>
            </a:r>
            <a:r>
              <a:rPr lang="en-GB" dirty="0"/>
              <a:t>: </a:t>
            </a:r>
            <a:r>
              <a:rPr lang="en-GB" noProof="0" dirty="0"/>
              <a:t>What value the control enumerates by.</a:t>
            </a:r>
          </a:p>
          <a:p>
            <a:pPr marL="285750" indent="-285750">
              <a:buFont typeface="Arial" panose="020B0604020202020204" pitchFamily="34" charset="0"/>
              <a:buChar char="•"/>
            </a:pPr>
            <a:r>
              <a:rPr lang="en-GB" b="1" noProof="0" dirty="0">
                <a:latin typeface="Courier New" panose="02070309020205020404" pitchFamily="49" charset="0"/>
                <a:cs typeface="Courier New" panose="02070309020205020404" pitchFamily="49" charset="0"/>
              </a:rPr>
              <a:t>value</a:t>
            </a:r>
            <a:r>
              <a:rPr lang="en-GB" dirty="0"/>
              <a:t>: </a:t>
            </a:r>
            <a:r>
              <a:rPr lang="en-GB" noProof="0" dirty="0"/>
              <a:t>Default value.</a:t>
            </a:r>
          </a:p>
          <a:p>
            <a:pPr marL="0" indent="0">
              <a:lnSpc>
                <a:spcPct val="100000"/>
              </a:lnSpc>
              <a:buNone/>
            </a:pPr>
            <a:r>
              <a:rPr lang="en-GB" noProof="0" dirty="0"/>
              <a:t>Browser support issues:</a:t>
            </a:r>
          </a:p>
          <a:p>
            <a:pPr marL="285750" indent="-285750">
              <a:lnSpc>
                <a:spcPct val="100000"/>
              </a:lnSpc>
              <a:buFont typeface="Arial" panose="020B0604020202020204" pitchFamily="34" charset="0"/>
              <a:buChar char="•"/>
            </a:pPr>
            <a:r>
              <a:rPr lang="en-GB" noProof="0" dirty="0"/>
              <a:t>Firefox, Chrome, and Opera display these as '</a:t>
            </a:r>
            <a:r>
              <a:rPr lang="en-GB" noProof="0" dirty="0" err="1"/>
              <a:t>spinboxes</a:t>
            </a:r>
            <a:r>
              <a:rPr lang="en-GB" noProof="0" dirty="0"/>
              <a:t>‘.</a:t>
            </a:r>
          </a:p>
          <a:p>
            <a:pPr marL="285750" indent="-285750">
              <a:lnSpc>
                <a:spcPct val="100000"/>
              </a:lnSpc>
              <a:buFont typeface="Arial" panose="020B0604020202020204" pitchFamily="34" charset="0"/>
              <a:buChar char="•"/>
            </a:pPr>
            <a:r>
              <a:rPr lang="en-GB" noProof="0" dirty="0"/>
              <a:t>No increment/decrement buttons in IE.</a:t>
            </a:r>
          </a:p>
          <a:p>
            <a:pPr marL="285750" indent="-285750">
              <a:lnSpc>
                <a:spcPct val="100000"/>
              </a:lnSpc>
              <a:buFont typeface="Arial" panose="020B0604020202020204" pitchFamily="34" charset="0"/>
              <a:buChar char="•"/>
            </a:pPr>
            <a:r>
              <a:rPr lang="en-GB" noProof="0" dirty="0"/>
              <a:t>iOS UI widget doesn’t consider step, min, or max values.</a:t>
            </a:r>
          </a:p>
        </p:txBody>
      </p:sp>
      <p:pic>
        <p:nvPicPr>
          <p:cNvPr id="8" name="Picture 2">
            <a:extLst>
              <a:ext uri="{FF2B5EF4-FFF2-40B4-BE49-F238E27FC236}">
                <a16:creationId xmlns:a16="http://schemas.microsoft.com/office/drawing/2014/main" id="{9697BE95-57CF-BAE6-FCB8-11D79012AD00}"/>
              </a:ext>
            </a:extLst>
          </p:cNvPr>
          <p:cNvPicPr>
            <a:picLocks noGrp="1" noChangeAspect="1" noChangeArrowheads="1"/>
          </p:cNvPicPr>
          <p:nvPr>
            <p:ph sz="quarter" idx="4"/>
          </p:nvPr>
        </p:nvPicPr>
        <p:blipFill>
          <a:blip r:embed="rId3" cstate="email">
            <a:extLst>
              <a:ext uri="{28A0092B-C50C-407E-A947-70E740481C1C}">
                <a14:useLocalDpi xmlns:a14="http://schemas.microsoft.com/office/drawing/2010/main"/>
              </a:ext>
            </a:extLst>
          </a:blip>
          <a:srcRect/>
          <a:stretch>
            <a:fillRect/>
          </a:stretch>
        </p:blipFill>
        <p:spPr bwMode="auto">
          <a:xfrm>
            <a:off x="9216231" y="1907381"/>
            <a:ext cx="2457450" cy="3752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Slide Number Placeholder 5">
            <a:extLst>
              <a:ext uri="{FF2B5EF4-FFF2-40B4-BE49-F238E27FC236}">
                <a16:creationId xmlns:a16="http://schemas.microsoft.com/office/drawing/2014/main" id="{4F5DB0A3-ED54-F811-0E4D-381464B1782D}"/>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73</a:t>
            </a:fld>
            <a:endParaRPr lang="en-GB" noProof="0" dirty="0"/>
          </a:p>
        </p:txBody>
      </p:sp>
    </p:spTree>
    <p:extLst>
      <p:ext uri="{BB962C8B-B14F-4D97-AF65-F5344CB8AC3E}">
        <p14:creationId xmlns:p14="http://schemas.microsoft.com/office/powerpoint/2010/main" val="234927038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GB" noProof="0" dirty="0"/>
              <a:t>Range input type</a:t>
            </a:r>
          </a:p>
        </p:txBody>
      </p:sp>
      <p:sp>
        <p:nvSpPr>
          <p:cNvPr id="3" name="Content Placeholder 2"/>
          <p:cNvSpPr>
            <a:spLocks noGrp="1"/>
          </p:cNvSpPr>
          <p:nvPr>
            <p:ph type="body" sz="quarter" idx="13"/>
          </p:nvPr>
        </p:nvSpPr>
        <p:spPr>
          <a:xfrm>
            <a:off x="443921" y="1733108"/>
            <a:ext cx="8328603" cy="4348715"/>
          </a:xfrm>
        </p:spPr>
        <p:txBody>
          <a:bodyPr/>
          <a:lstStyle/>
          <a:p>
            <a:r>
              <a:rPr lang="en-GB" b="1" dirty="0">
                <a:solidFill>
                  <a:srgbClr val="000000"/>
                </a:solidFill>
                <a:latin typeface="Source Code Pro" panose="020B0309030403020204" pitchFamily="49" charset="0"/>
                <a:ea typeface="Source Code Pro" panose="020B0309030403020204" pitchFamily="49" charset="0"/>
                <a:cs typeface="Courier New" panose="02070309020205020404" pitchFamily="49" charset="0"/>
              </a:rPr>
              <a:t>&lt;input name="r" type="range" min="1" max="11" value="9"&gt;</a:t>
            </a:r>
            <a:endParaRPr lang="en-GB" noProof="0" dirty="0"/>
          </a:p>
          <a:p>
            <a:pPr marL="0" indent="0">
              <a:buNone/>
            </a:pPr>
            <a:r>
              <a:rPr lang="en-GB" noProof="0" dirty="0"/>
              <a:t>Creates a slider bar in Chrome, Firefox, IE10, and Opera.</a:t>
            </a:r>
          </a:p>
          <a:p>
            <a:r>
              <a:rPr lang="en-GB" noProof="0" dirty="0"/>
              <a:t>In other browsers you need JavaScript  to display the value.</a:t>
            </a:r>
          </a:p>
          <a:p>
            <a:pPr marL="285750" indent="-285750">
              <a:buFont typeface="Arial" panose="020B0604020202020204" pitchFamily="34" charset="0"/>
              <a:buChar char="•"/>
            </a:pPr>
            <a:r>
              <a:rPr lang="en-GB" noProof="0" dirty="0"/>
              <a:t>Obtain a pointer to the slider.</a:t>
            </a:r>
          </a:p>
          <a:p>
            <a:pPr marL="285750" indent="-285750">
              <a:buFont typeface="Arial" panose="020B0604020202020204" pitchFamily="34" charset="0"/>
              <a:buChar char="•"/>
            </a:pPr>
            <a:r>
              <a:rPr lang="en-GB" noProof="0" dirty="0"/>
              <a:t>Subscribe to its change event.</a:t>
            </a:r>
          </a:p>
          <a:p>
            <a:pPr marL="285750" indent="-285750">
              <a:buFont typeface="Arial" panose="020B0604020202020204" pitchFamily="34" charset="0"/>
              <a:buChar char="•"/>
            </a:pPr>
            <a:r>
              <a:rPr lang="en-GB" noProof="0" dirty="0"/>
              <a:t>Add the output to a span. </a:t>
            </a:r>
            <a:endParaRPr lang="en-GB" dirty="0">
              <a:sym typeface="Wingdings" pitchFamily="2" charset="2"/>
            </a:endParaRPr>
          </a:p>
          <a:p>
            <a:pPr marL="285750" indent="-285750">
              <a:buFont typeface="Arial" panose="020B0604020202020204" pitchFamily="34" charset="0"/>
              <a:buChar char="•"/>
            </a:pPr>
            <a:r>
              <a:rPr lang="en-GB" noProof="0" dirty="0">
                <a:sym typeface="Wingdings" pitchFamily="2" charset="2"/>
              </a:rPr>
              <a:t>Has the same attributes as the Number type. </a:t>
            </a:r>
          </a:p>
          <a:p>
            <a:pPr marL="0" indent="0">
              <a:buNone/>
            </a:pPr>
            <a:r>
              <a:rPr lang="en-GB" noProof="0" dirty="0">
                <a:sym typeface="Wingdings" pitchFamily="2" charset="2"/>
              </a:rPr>
              <a:t>Only IE10 displays the current slider value. </a:t>
            </a:r>
          </a:p>
        </p:txBody>
      </p:sp>
      <p:pic>
        <p:nvPicPr>
          <p:cNvPr id="8" name="Picture 2">
            <a:extLst>
              <a:ext uri="{FF2B5EF4-FFF2-40B4-BE49-F238E27FC236}">
                <a16:creationId xmlns:a16="http://schemas.microsoft.com/office/drawing/2014/main" id="{55B9BC97-2C9A-D678-6FF1-CE314AA9F99F}"/>
              </a:ext>
            </a:extLst>
          </p:cNvPr>
          <p:cNvPicPr>
            <a:picLocks noGrp="1" noChangeAspect="1" noChangeArrowheads="1"/>
          </p:cNvPicPr>
          <p:nvPr>
            <p:ph sz="quarter" idx="4"/>
          </p:nvPr>
        </p:nvPicPr>
        <p:blipFill>
          <a:blip r:embed="rId3">
            <a:extLst>
              <a:ext uri="{28A0092B-C50C-407E-A947-70E740481C1C}">
                <a14:useLocalDpi xmlns:a14="http://schemas.microsoft.com/office/drawing/2010/main"/>
              </a:ext>
            </a:extLst>
          </a:blip>
          <a:srcRect/>
          <a:stretch>
            <a:fillRect/>
          </a:stretch>
        </p:blipFill>
        <p:spPr bwMode="auto">
          <a:xfrm>
            <a:off x="7077075" y="3527656"/>
            <a:ext cx="4671004" cy="86259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a:tailEnd/>
              </a14:hiddenLine>
            </a:ext>
          </a:extLst>
        </p:spPr>
      </p:pic>
      <p:sp>
        <p:nvSpPr>
          <p:cNvPr id="9" name="Slide Number Placeholder 5">
            <a:extLst>
              <a:ext uri="{FF2B5EF4-FFF2-40B4-BE49-F238E27FC236}">
                <a16:creationId xmlns:a16="http://schemas.microsoft.com/office/drawing/2014/main" id="{098205D1-F5BA-CEE7-2B79-EBF7BFBC29D8}"/>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74</a:t>
            </a:fld>
            <a:endParaRPr lang="en-GB" noProof="0" dirty="0"/>
          </a:p>
        </p:txBody>
      </p:sp>
    </p:spTree>
    <p:extLst>
      <p:ext uri="{BB962C8B-B14F-4D97-AF65-F5344CB8AC3E}">
        <p14:creationId xmlns:p14="http://schemas.microsoft.com/office/powerpoint/2010/main" val="115527130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43921" y="500194"/>
            <a:ext cx="10800000" cy="858985"/>
          </a:xfrm>
        </p:spPr>
        <p:txBody>
          <a:bodyPr>
            <a:normAutofit/>
          </a:bodyPr>
          <a:lstStyle/>
          <a:p>
            <a:r>
              <a:rPr lang="en-GB" noProof="0" dirty="0"/>
              <a:t>Date input type</a:t>
            </a:r>
          </a:p>
        </p:txBody>
      </p:sp>
      <p:sp>
        <p:nvSpPr>
          <p:cNvPr id="3" name="Content Placeholder 2"/>
          <p:cNvSpPr>
            <a:spLocks noGrp="1"/>
          </p:cNvSpPr>
          <p:nvPr>
            <p:ph type="body" sz="quarter" idx="13"/>
          </p:nvPr>
        </p:nvSpPr>
        <p:spPr>
          <a:xfrm>
            <a:off x="443922" y="1733108"/>
            <a:ext cx="5744228" cy="4348715"/>
          </a:xfrm>
        </p:spPr>
        <p:txBody>
          <a:bodyPr/>
          <a:lstStyle/>
          <a:p>
            <a:r>
              <a:rPr lang="en-GB" noProof="0" dirty="0"/>
              <a:t>A popup calendar is standard for date selection.</a:t>
            </a:r>
          </a:p>
          <a:p>
            <a:pPr marL="285750" indent="-285750">
              <a:buFont typeface="Arial" panose="020B0604020202020204" pitchFamily="34" charset="0"/>
              <a:buChar char="•"/>
            </a:pPr>
            <a:r>
              <a:rPr lang="en-GB" noProof="0" dirty="0"/>
              <a:t>Normally requires a JavaScript framework.</a:t>
            </a:r>
          </a:p>
          <a:p>
            <a:pPr marL="285750" indent="-285750">
              <a:buFont typeface="Arial" panose="020B0604020202020204" pitchFamily="34" charset="0"/>
              <a:buChar char="•"/>
            </a:pPr>
            <a:r>
              <a:rPr lang="en-GB" noProof="0" dirty="0"/>
              <a:t>Around 10% of web users do not support JavaScript.</a:t>
            </a:r>
          </a:p>
          <a:p>
            <a:r>
              <a:rPr lang="en-GB" noProof="0" dirty="0"/>
              <a:t>HTML5 defines six date time types. </a:t>
            </a:r>
          </a:p>
          <a:p>
            <a:pPr marL="285750" indent="-285750">
              <a:buFont typeface="Arial" panose="020B0604020202020204" pitchFamily="34" charset="0"/>
              <a:buChar char="•"/>
            </a:pPr>
            <a:r>
              <a:rPr lang="en-GB" noProof="0" dirty="0"/>
              <a:t>Use UTC in the same way as time element.</a:t>
            </a:r>
          </a:p>
          <a:p>
            <a:r>
              <a:rPr lang="en-GB" noProof="0" dirty="0"/>
              <a:t>No support in IE or Safari as of Oct 2018.</a:t>
            </a:r>
          </a:p>
          <a:p>
            <a:r>
              <a:rPr lang="en-GB" noProof="0" dirty="0"/>
              <a:t>Will not require JavaScript enabled.</a:t>
            </a:r>
          </a:p>
          <a:p>
            <a:pPr marL="285750" indent="-285750">
              <a:buFont typeface="Arial" panose="020B0604020202020204" pitchFamily="34" charset="0"/>
              <a:buChar char="•"/>
            </a:pPr>
            <a:r>
              <a:rPr lang="en-GB" noProof="0" dirty="0"/>
              <a:t>Native support is the ultimate aim.</a:t>
            </a:r>
          </a:p>
          <a:p>
            <a:r>
              <a:rPr lang="en-GB" noProof="0" dirty="0"/>
              <a:t>ECMAScript5 allows you to create dates from UTC.</a:t>
            </a:r>
          </a:p>
          <a:p>
            <a:r>
              <a:rPr lang="en-GB" noProof="0" dirty="0"/>
              <a:t>Formatting is dependent on browser defaults.</a:t>
            </a:r>
          </a:p>
        </p:txBody>
      </p:sp>
      <p:pic>
        <p:nvPicPr>
          <p:cNvPr id="7" name="Content Placeholder 6">
            <a:extLst>
              <a:ext uri="{FF2B5EF4-FFF2-40B4-BE49-F238E27FC236}">
                <a16:creationId xmlns:a16="http://schemas.microsoft.com/office/drawing/2014/main" id="{8DD07046-0CB1-E9A7-F97B-7F9A93A1C0ED}"/>
              </a:ext>
            </a:extLst>
          </p:cNvPr>
          <p:cNvPicPr>
            <a:picLocks noGrp="1" noChangeAspect="1"/>
          </p:cNvPicPr>
          <p:nvPr>
            <p:ph sz="quarter" idx="4"/>
          </p:nvPr>
        </p:nvPicPr>
        <p:blipFill rotWithShape="1">
          <a:blip r:embed="rId3" cstate="email">
            <a:extLst>
              <a:ext uri="{28A0092B-C50C-407E-A947-70E740481C1C}">
                <a14:useLocalDpi xmlns:a14="http://schemas.microsoft.com/office/drawing/2010/main"/>
              </a:ext>
            </a:extLst>
          </a:blip>
          <a:srcRect/>
          <a:stretch/>
        </p:blipFill>
        <p:spPr>
          <a:xfrm>
            <a:off x="7624798" y="2381251"/>
            <a:ext cx="3619465" cy="2845738"/>
          </a:xfrm>
        </p:spPr>
      </p:pic>
      <p:sp>
        <p:nvSpPr>
          <p:cNvPr id="11" name="Slide Number Placeholder 5">
            <a:extLst>
              <a:ext uri="{FF2B5EF4-FFF2-40B4-BE49-F238E27FC236}">
                <a16:creationId xmlns:a16="http://schemas.microsoft.com/office/drawing/2014/main" id="{918AD09D-F1AC-74DC-7CDB-D899A8F41BC1}"/>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75</a:t>
            </a:fld>
            <a:endParaRPr lang="en-GB" noProof="0" dirty="0"/>
          </a:p>
        </p:txBody>
      </p:sp>
    </p:spTree>
    <p:extLst>
      <p:ext uri="{BB962C8B-B14F-4D97-AF65-F5344CB8AC3E}">
        <p14:creationId xmlns:p14="http://schemas.microsoft.com/office/powerpoint/2010/main" val="28519309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F6FA5-90B7-8505-94B8-3B6807004E3D}"/>
              </a:ext>
            </a:extLst>
          </p:cNvPr>
          <p:cNvSpPr>
            <a:spLocks noGrp="1"/>
          </p:cNvSpPr>
          <p:nvPr>
            <p:ph type="ctrTitle"/>
          </p:nvPr>
        </p:nvSpPr>
        <p:spPr>
          <a:xfrm>
            <a:off x="443921" y="500194"/>
            <a:ext cx="10800000" cy="858985"/>
          </a:xfrm>
        </p:spPr>
        <p:txBody>
          <a:bodyPr/>
          <a:lstStyle/>
          <a:p>
            <a:r>
              <a:rPr lang="en-GB" noProof="0" dirty="0"/>
              <a:t>Search input type</a:t>
            </a:r>
          </a:p>
        </p:txBody>
      </p:sp>
      <p:sp>
        <p:nvSpPr>
          <p:cNvPr id="6" name="Text Placeholder 5">
            <a:extLst>
              <a:ext uri="{FF2B5EF4-FFF2-40B4-BE49-F238E27FC236}">
                <a16:creationId xmlns:a16="http://schemas.microsoft.com/office/drawing/2014/main" id="{E00710E0-E4DF-4CBA-BE02-D009569329CB}"/>
              </a:ext>
            </a:extLst>
          </p:cNvPr>
          <p:cNvSpPr>
            <a:spLocks noGrp="1"/>
          </p:cNvSpPr>
          <p:nvPr>
            <p:ph type="body" sz="quarter" idx="14"/>
          </p:nvPr>
        </p:nvSpPr>
        <p:spPr>
          <a:xfrm>
            <a:off x="443921" y="1733108"/>
            <a:ext cx="7686287" cy="4061405"/>
          </a:xfrm>
        </p:spPr>
        <p:txBody>
          <a:bodyPr vert="horz" lIns="0" tIns="45720" rIns="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GB" sz="1800" noProof="0" dirty="0"/>
              <a:t>Provides a semantic definition for search input. </a:t>
            </a:r>
          </a:p>
          <a:p>
            <a:pPr>
              <a:lnSpc>
                <a:spcPct val="100000"/>
              </a:lnSpc>
            </a:pPr>
            <a:r>
              <a:rPr lang="en-GB" sz="1800" noProof="0" dirty="0"/>
              <a:t>Keep to one per page.</a:t>
            </a:r>
          </a:p>
          <a:p>
            <a:pPr>
              <a:lnSpc>
                <a:spcPct val="100000"/>
              </a:lnSpc>
            </a:pPr>
            <a:r>
              <a:rPr lang="en-GB" sz="1800" noProof="0" dirty="0"/>
              <a:t>Need to set a name for the search field, otherwise nothing will be submitted.</a:t>
            </a:r>
          </a:p>
          <a:p>
            <a:pPr>
              <a:lnSpc>
                <a:spcPct val="100000"/>
              </a:lnSpc>
            </a:pPr>
            <a:r>
              <a:rPr lang="en-GB" sz="1800" noProof="0" dirty="0"/>
              <a:t>Most common name is q.</a:t>
            </a:r>
          </a:p>
          <a:p>
            <a:pPr marL="0" indent="0">
              <a:lnSpc>
                <a:spcPct val="100000"/>
              </a:lnSpc>
              <a:buNone/>
            </a:pPr>
            <a:endParaRPr lang="en-GB" sz="1800" dirty="0"/>
          </a:p>
          <a:p>
            <a:pPr marL="0" lvl="0" indent="0" defTabSz="739775">
              <a:lnSpc>
                <a:spcPct val="100000"/>
              </a:lnSpc>
              <a:buNone/>
              <a:defRPr/>
            </a:pPr>
            <a:r>
              <a:rPr lang="en-GB" sz="1800" b="1" dirty="0">
                <a:solidFill>
                  <a:srgbClr val="000000"/>
                </a:solidFill>
                <a:latin typeface="Source Code Pro" panose="020B0309030403020204" pitchFamily="49" charset="0"/>
                <a:ea typeface="Source Code Pro" panose="020B0309030403020204" pitchFamily="49" charset="0"/>
                <a:cs typeface="Courier New" panose="02070309020205020404" pitchFamily="49" charset="0"/>
              </a:rPr>
              <a:t>Search Google:</a:t>
            </a:r>
          </a:p>
          <a:p>
            <a:pPr marL="0" lvl="0" indent="0" defTabSz="739775">
              <a:lnSpc>
                <a:spcPct val="100000"/>
              </a:lnSpc>
              <a:buNone/>
              <a:defRPr/>
            </a:pPr>
            <a:r>
              <a:rPr lang="en-GB" sz="1800" b="1" dirty="0">
                <a:solidFill>
                  <a:srgbClr val="000000"/>
                </a:solidFill>
                <a:latin typeface="Source Code Pro" panose="020B0309030403020204" pitchFamily="49" charset="0"/>
                <a:ea typeface="Source Code Pro" panose="020B0309030403020204" pitchFamily="49" charset="0"/>
                <a:cs typeface="Courier New" panose="02070309020205020404" pitchFamily="49" charset="0"/>
              </a:rPr>
              <a:t>&lt;input type="search" q="</a:t>
            </a:r>
            <a:r>
              <a:rPr lang="en-GB" sz="1800" b="1" dirty="0" err="1">
                <a:solidFill>
                  <a:srgbClr val="000000"/>
                </a:solidFill>
                <a:latin typeface="Source Code Pro" panose="020B0309030403020204" pitchFamily="49" charset="0"/>
                <a:ea typeface="Source Code Pro" panose="020B0309030403020204" pitchFamily="49" charset="0"/>
                <a:cs typeface="Courier New" panose="02070309020205020404" pitchFamily="49" charset="0"/>
              </a:rPr>
              <a:t>googlesearch</a:t>
            </a:r>
            <a:r>
              <a:rPr lang="en-GB" sz="1800" b="1" dirty="0">
                <a:solidFill>
                  <a:srgbClr val="000000"/>
                </a:solidFill>
                <a:latin typeface="Source Code Pro" panose="020B0309030403020204" pitchFamily="49" charset="0"/>
                <a:ea typeface="Source Code Pro" panose="020B0309030403020204" pitchFamily="49" charset="0"/>
                <a:cs typeface="Courier New" panose="02070309020205020404" pitchFamily="49" charset="0"/>
              </a:rPr>
              <a:t>"/&gt;</a:t>
            </a:r>
          </a:p>
          <a:p>
            <a:pPr marL="0" indent="0">
              <a:lnSpc>
                <a:spcPct val="100000"/>
              </a:lnSpc>
              <a:buNone/>
            </a:pPr>
            <a:endParaRPr lang="en-GB" sz="1800" noProof="0" dirty="0"/>
          </a:p>
          <a:p>
            <a:pPr>
              <a:lnSpc>
                <a:spcPct val="100000"/>
              </a:lnSpc>
            </a:pPr>
            <a:endParaRPr lang="en-GB" sz="1800" noProof="0" dirty="0"/>
          </a:p>
          <a:p>
            <a:pPr>
              <a:lnSpc>
                <a:spcPct val="100000"/>
              </a:lnSpc>
            </a:pPr>
            <a:endParaRPr lang="en-GB" sz="1800" noProof="0" dirty="0"/>
          </a:p>
        </p:txBody>
      </p:sp>
      <p:sp>
        <p:nvSpPr>
          <p:cNvPr id="7" name="Slide Number Placeholder 5">
            <a:extLst>
              <a:ext uri="{FF2B5EF4-FFF2-40B4-BE49-F238E27FC236}">
                <a16:creationId xmlns:a16="http://schemas.microsoft.com/office/drawing/2014/main" id="{C4DF50D2-03B6-B33F-A209-501FDF2ABB2C}"/>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76</a:t>
            </a:fld>
            <a:endParaRPr lang="en-GB" noProof="0" dirty="0"/>
          </a:p>
        </p:txBody>
      </p:sp>
    </p:spTree>
    <p:extLst>
      <p:ext uri="{BB962C8B-B14F-4D97-AF65-F5344CB8AC3E}">
        <p14:creationId xmlns:p14="http://schemas.microsoft.com/office/powerpoint/2010/main" val="408630239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GB" noProof="0" dirty="0"/>
              <a:t>Colour input type</a:t>
            </a:r>
          </a:p>
        </p:txBody>
      </p:sp>
      <p:sp>
        <p:nvSpPr>
          <p:cNvPr id="3" name="Content Placeholder 2"/>
          <p:cNvSpPr>
            <a:spLocks noGrp="1"/>
          </p:cNvSpPr>
          <p:nvPr>
            <p:ph type="body" sz="quarter" idx="13"/>
          </p:nvPr>
        </p:nvSpPr>
        <p:spPr/>
        <p:txBody>
          <a:bodyPr/>
          <a:lstStyle/>
          <a:p>
            <a:pPr marL="0" indent="0">
              <a:lnSpc>
                <a:spcPct val="100000"/>
              </a:lnSpc>
              <a:spcBef>
                <a:spcPts val="1200"/>
              </a:spcBef>
              <a:buNone/>
            </a:pPr>
            <a:r>
              <a:rPr lang="en-GB" noProof="0" dirty="0"/>
              <a:t>Currently implemented in Chrome, Firefox, and Opera.</a:t>
            </a:r>
          </a:p>
          <a:p>
            <a:pPr marL="0" indent="0">
              <a:lnSpc>
                <a:spcPct val="100000"/>
              </a:lnSpc>
              <a:spcBef>
                <a:spcPts val="1200"/>
              </a:spcBef>
              <a:buNone/>
            </a:pPr>
            <a:r>
              <a:rPr lang="en-GB" noProof="0" dirty="0"/>
              <a:t>Returns a six-digit hex value.</a:t>
            </a:r>
          </a:p>
          <a:p>
            <a:pPr marL="285750" indent="-285750">
              <a:lnSpc>
                <a:spcPct val="100000"/>
              </a:lnSpc>
              <a:spcBef>
                <a:spcPts val="1200"/>
              </a:spcBef>
              <a:buFont typeface="Arial" panose="020B0604020202020204" pitchFamily="34" charset="0"/>
              <a:buChar char="•"/>
            </a:pPr>
            <a:r>
              <a:rPr lang="en-GB" noProof="0" dirty="0"/>
              <a:t>In other browsers, this should be verified as a hex value. </a:t>
            </a:r>
          </a:p>
          <a:p>
            <a:pPr marL="0" indent="0">
              <a:lnSpc>
                <a:spcPct val="100000"/>
              </a:lnSpc>
              <a:spcBef>
                <a:spcPts val="1200"/>
              </a:spcBef>
              <a:buNone/>
            </a:pPr>
            <a:r>
              <a:rPr lang="en-GB" noProof="0" dirty="0"/>
              <a:t>On MacOS and Windows, it returns a colour picker.</a:t>
            </a:r>
            <a:endParaRPr lang="en-GB" dirty="0"/>
          </a:p>
          <a:p>
            <a:pPr marL="285750" indent="-285750">
              <a:lnSpc>
                <a:spcPct val="100000"/>
              </a:lnSpc>
              <a:spcBef>
                <a:spcPts val="1200"/>
              </a:spcBef>
              <a:buFont typeface="Arial" panose="020B0604020202020204" pitchFamily="34" charset="0"/>
              <a:buChar char="•"/>
            </a:pPr>
            <a:r>
              <a:rPr lang="en-GB" noProof="0" dirty="0"/>
              <a:t>On Linux, only the basic colour picker so far</a:t>
            </a:r>
            <a:r>
              <a:rPr lang="en-GB" dirty="0"/>
              <a:t>.</a:t>
            </a:r>
            <a:endParaRPr lang="en-GB" noProof="0"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3978905" y="4632575"/>
            <a:ext cx="2994091" cy="12135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Oval 3"/>
          <p:cNvSpPr/>
          <p:nvPr/>
        </p:nvSpPr>
        <p:spPr bwMode="auto">
          <a:xfrm>
            <a:off x="5265728" y="5569204"/>
            <a:ext cx="922422" cy="380717"/>
          </a:xfrm>
          <a:prstGeom prst="ellipse">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lvl="0" indent="0" algn="l" defTabSz="914400" rtl="0" eaLnBrk="0" fontAlgn="auto" latinLnBrk="0" hangingPunct="0">
              <a:lnSpc>
                <a:spcPct val="100000"/>
              </a:lnSpc>
              <a:spcBef>
                <a:spcPct val="50000"/>
              </a:spcBef>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latin typeface="Arial" charset="0"/>
              <a:ea typeface="+mn-ea"/>
              <a:cs typeface="+mn-cs"/>
            </a:endParaRPr>
          </a:p>
        </p:txBody>
      </p:sp>
      <p:pic>
        <p:nvPicPr>
          <p:cNvPr id="7" name="Picture 3">
            <a:extLst>
              <a:ext uri="{FF2B5EF4-FFF2-40B4-BE49-F238E27FC236}">
                <a16:creationId xmlns:a16="http://schemas.microsoft.com/office/drawing/2014/main" id="{C420EEAA-C4BA-8E03-E23F-F6EC73675626}"/>
              </a:ext>
            </a:extLst>
          </p:cNvPr>
          <p:cNvPicPr>
            <a:picLocks noGrp="1" noChangeAspect="1" noChangeArrowheads="1"/>
          </p:cNvPicPr>
          <p:nvPr>
            <p:ph sz="quarter" idx="4"/>
          </p:nvPr>
        </p:nvPicPr>
        <p:blipFill>
          <a:blip r:embed="rId4">
            <a:extLst>
              <a:ext uri="{28A0092B-C50C-407E-A947-70E740481C1C}">
                <a14:useLocalDpi xmlns:a14="http://schemas.microsoft.com/office/drawing/2010/main"/>
              </a:ext>
            </a:extLst>
          </a:blip>
          <a:srcRect/>
          <a:stretch>
            <a:fillRect/>
          </a:stretch>
        </p:blipFill>
        <p:spPr bwMode="auto">
          <a:xfrm>
            <a:off x="7220744" y="2326481"/>
            <a:ext cx="4410075" cy="3162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Slide Number Placeholder 5">
            <a:extLst>
              <a:ext uri="{FF2B5EF4-FFF2-40B4-BE49-F238E27FC236}">
                <a16:creationId xmlns:a16="http://schemas.microsoft.com/office/drawing/2014/main" id="{EA4E6B1D-6CDE-98F7-926F-73D65FDA655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77</a:t>
            </a:fld>
            <a:endParaRPr lang="en-GB" noProof="0" dirty="0"/>
          </a:p>
        </p:txBody>
      </p:sp>
    </p:spTree>
    <p:extLst>
      <p:ext uri="{BB962C8B-B14F-4D97-AF65-F5344CB8AC3E}">
        <p14:creationId xmlns:p14="http://schemas.microsoft.com/office/powerpoint/2010/main" val="94602996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GB" noProof="0" dirty="0"/>
              <a:t>Pattern</a:t>
            </a:r>
          </a:p>
        </p:txBody>
      </p:sp>
      <p:sp>
        <p:nvSpPr>
          <p:cNvPr id="3" name="Content Placeholder 2"/>
          <p:cNvSpPr>
            <a:spLocks noGrp="1"/>
          </p:cNvSpPr>
          <p:nvPr>
            <p:ph type="body" sz="quarter" idx="14"/>
          </p:nvPr>
        </p:nvSpPr>
        <p:spPr/>
        <p:txBody>
          <a:bodyPr/>
          <a:lstStyle/>
          <a:p>
            <a:pPr marL="0" indent="0">
              <a:lnSpc>
                <a:spcPct val="100000"/>
              </a:lnSpc>
              <a:buNone/>
            </a:pPr>
            <a:r>
              <a:rPr lang="en-GB" noProof="0" dirty="0"/>
              <a:t>The pattern attribute allows use of regular expressions.</a:t>
            </a:r>
          </a:p>
          <a:p>
            <a:pPr marL="0" indent="0">
              <a:lnSpc>
                <a:spcPct val="100000"/>
              </a:lnSpc>
              <a:buNone/>
            </a:pPr>
            <a:r>
              <a:rPr lang="en-GB" noProof="0" dirty="0"/>
              <a:t>Pattern works with the following input types: </a:t>
            </a:r>
          </a:p>
          <a:p>
            <a:pPr marL="285750" indent="-285750">
              <a:lnSpc>
                <a:spcPct val="100000"/>
              </a:lnSpc>
              <a:buFont typeface="Arial" panose="020B0604020202020204" pitchFamily="34" charset="0"/>
              <a:buChar char="•"/>
            </a:pPr>
            <a:r>
              <a:rPr lang="en-GB" b="1" noProof="0" dirty="0">
                <a:latin typeface="Source Code Pro" panose="020B0309030403020204" pitchFamily="49" charset="0"/>
                <a:ea typeface="Source Code Pro" panose="020B0309030403020204" pitchFamily="49" charset="0"/>
                <a:cs typeface="Courier New" panose="02070309020205020404" pitchFamily="49" charset="0"/>
              </a:rPr>
              <a:t>text</a:t>
            </a:r>
            <a:endParaRPr lang="en-GB" b="1" dirty="0">
              <a:latin typeface="Source Code Pro" panose="020B0309030403020204" pitchFamily="49" charset="0"/>
              <a:ea typeface="Source Code Pro" panose="020B0309030403020204" pitchFamily="49" charset="0"/>
              <a:cs typeface="Courier New" panose="02070309020205020404" pitchFamily="49" charset="0"/>
            </a:endParaRPr>
          </a:p>
          <a:p>
            <a:pPr marL="285750" indent="-285750">
              <a:lnSpc>
                <a:spcPct val="100000"/>
              </a:lnSpc>
              <a:buFont typeface="Arial" panose="020B0604020202020204" pitchFamily="34" charset="0"/>
              <a:buChar char="•"/>
            </a:pPr>
            <a:r>
              <a:rPr lang="en-GB" b="1" noProof="0" dirty="0">
                <a:latin typeface="Source Code Pro" panose="020B0309030403020204" pitchFamily="49" charset="0"/>
                <a:ea typeface="Source Code Pro" panose="020B0309030403020204" pitchFamily="49" charset="0"/>
                <a:cs typeface="Courier New" panose="02070309020205020404" pitchFamily="49" charset="0"/>
              </a:rPr>
              <a:t>search</a:t>
            </a:r>
            <a:endParaRPr lang="en-GB" b="1" dirty="0">
              <a:latin typeface="Source Code Pro" panose="020B0309030403020204" pitchFamily="49" charset="0"/>
              <a:ea typeface="Source Code Pro" panose="020B0309030403020204" pitchFamily="49" charset="0"/>
              <a:cs typeface="Courier New" panose="02070309020205020404" pitchFamily="49" charset="0"/>
            </a:endParaRPr>
          </a:p>
          <a:p>
            <a:pPr marL="285750" indent="-285750">
              <a:lnSpc>
                <a:spcPct val="100000"/>
              </a:lnSpc>
              <a:buFont typeface="Arial" panose="020B0604020202020204" pitchFamily="34" charset="0"/>
              <a:buChar char="•"/>
            </a:pPr>
            <a:r>
              <a:rPr lang="en-GB" b="1" noProof="0" dirty="0" err="1">
                <a:latin typeface="Source Code Pro" panose="020B0309030403020204" pitchFamily="49" charset="0"/>
                <a:ea typeface="Source Code Pro" panose="020B0309030403020204" pitchFamily="49" charset="0"/>
                <a:cs typeface="Courier New" panose="02070309020205020404" pitchFamily="49" charset="0"/>
              </a:rPr>
              <a:t>url</a:t>
            </a:r>
            <a:endParaRPr lang="en-GB" b="1" dirty="0">
              <a:latin typeface="Source Code Pro" panose="020B0309030403020204" pitchFamily="49" charset="0"/>
              <a:ea typeface="Source Code Pro" panose="020B0309030403020204" pitchFamily="49" charset="0"/>
              <a:cs typeface="Courier New" panose="02070309020205020404" pitchFamily="49" charset="0"/>
            </a:endParaRPr>
          </a:p>
          <a:p>
            <a:pPr marL="285750" indent="-285750">
              <a:lnSpc>
                <a:spcPct val="100000"/>
              </a:lnSpc>
              <a:buFont typeface="Arial" panose="020B0604020202020204" pitchFamily="34" charset="0"/>
              <a:buChar char="•"/>
            </a:pPr>
            <a:r>
              <a:rPr lang="en-GB" b="1" noProof="0" dirty="0" err="1">
                <a:latin typeface="Source Code Pro" panose="020B0309030403020204" pitchFamily="49" charset="0"/>
                <a:ea typeface="Source Code Pro" panose="020B0309030403020204" pitchFamily="49" charset="0"/>
                <a:cs typeface="Courier New" panose="02070309020205020404" pitchFamily="49" charset="0"/>
              </a:rPr>
              <a:t>tel</a:t>
            </a:r>
            <a:endParaRPr lang="en-GB" b="1" dirty="0">
              <a:latin typeface="Source Code Pro" panose="020B0309030403020204" pitchFamily="49" charset="0"/>
              <a:ea typeface="Source Code Pro" panose="020B0309030403020204" pitchFamily="49" charset="0"/>
              <a:cs typeface="Courier New" panose="02070309020205020404" pitchFamily="49" charset="0"/>
            </a:endParaRPr>
          </a:p>
          <a:p>
            <a:pPr marL="285750" indent="-285750">
              <a:lnSpc>
                <a:spcPct val="100000"/>
              </a:lnSpc>
              <a:buFont typeface="Arial" panose="020B0604020202020204" pitchFamily="34" charset="0"/>
              <a:buChar char="•"/>
            </a:pPr>
            <a:r>
              <a:rPr lang="en-GB" b="1" noProof="0" dirty="0">
                <a:latin typeface="Source Code Pro" panose="020B0309030403020204" pitchFamily="49" charset="0"/>
                <a:ea typeface="Source Code Pro" panose="020B0309030403020204" pitchFamily="49" charset="0"/>
                <a:cs typeface="Courier New" panose="02070309020205020404" pitchFamily="49" charset="0"/>
              </a:rPr>
              <a:t>email</a:t>
            </a:r>
            <a:endParaRPr lang="en-GB" b="1" dirty="0">
              <a:latin typeface="Source Code Pro" panose="020B0309030403020204" pitchFamily="49" charset="0"/>
              <a:ea typeface="Source Code Pro" panose="020B0309030403020204" pitchFamily="49" charset="0"/>
              <a:cs typeface="Courier New" panose="02070309020205020404" pitchFamily="49" charset="0"/>
            </a:endParaRPr>
          </a:p>
          <a:p>
            <a:pPr marL="285750" indent="-285750">
              <a:lnSpc>
                <a:spcPct val="100000"/>
              </a:lnSpc>
              <a:buFont typeface="Arial" panose="020B0604020202020204" pitchFamily="34" charset="0"/>
              <a:buChar char="•"/>
            </a:pPr>
            <a:r>
              <a:rPr lang="en-GB" b="1" noProof="0" dirty="0">
                <a:latin typeface="Source Code Pro" panose="020B0309030403020204" pitchFamily="49" charset="0"/>
                <a:ea typeface="Source Code Pro" panose="020B0309030403020204" pitchFamily="49" charset="0"/>
                <a:cs typeface="Courier New" panose="02070309020205020404" pitchFamily="49" charset="0"/>
              </a:rPr>
              <a:t>password</a:t>
            </a:r>
          </a:p>
          <a:p>
            <a:pPr marL="0" indent="0">
              <a:lnSpc>
                <a:spcPct val="100000"/>
              </a:lnSpc>
              <a:buNone/>
            </a:pPr>
            <a:r>
              <a:rPr lang="en-GB" noProof="0" dirty="0"/>
              <a:t>Ensure the user understands the regular expression.</a:t>
            </a:r>
          </a:p>
          <a:p>
            <a:pPr marL="285750" indent="-285750">
              <a:buFont typeface="Arial" panose="020B0604020202020204" pitchFamily="34" charset="0"/>
              <a:buChar char="•"/>
            </a:pPr>
            <a:r>
              <a:rPr lang="en-GB" noProof="0" dirty="0"/>
              <a:t>Support with a </a:t>
            </a:r>
            <a:r>
              <a:rPr lang="en-GB" b="1" noProof="0" dirty="0">
                <a:latin typeface="Courier New" panose="02070309020205020404" pitchFamily="49" charset="0"/>
                <a:cs typeface="Courier New" panose="02070309020205020404" pitchFamily="49" charset="0"/>
              </a:rPr>
              <a:t>placeholder</a:t>
            </a:r>
            <a:r>
              <a:rPr lang="en-GB" dirty="0"/>
              <a:t>.</a:t>
            </a:r>
            <a:endParaRPr lang="en-GB" b="1" noProof="0" dirty="0">
              <a:latin typeface="Courier New" panose="02070309020205020404" pitchFamily="49" charset="0"/>
              <a:cs typeface="Courier New" panose="02070309020205020404" pitchFamily="49" charset="0"/>
            </a:endParaRPr>
          </a:p>
        </p:txBody>
      </p:sp>
      <p:sp>
        <p:nvSpPr>
          <p:cNvPr id="4" name="Text Box 2"/>
          <p:cNvSpPr txBox="1">
            <a:spLocks noChangeArrowheads="1"/>
          </p:cNvSpPr>
          <p:nvPr/>
        </p:nvSpPr>
        <p:spPr bwMode="auto">
          <a:xfrm>
            <a:off x="2285677" y="3244013"/>
            <a:ext cx="9576148" cy="369974"/>
          </a:xfrm>
          <a:prstGeom prst="rect">
            <a:avLst/>
          </a:prstGeom>
          <a:noFill/>
          <a:ln w="12700">
            <a:noFill/>
            <a:miter lim="800000"/>
            <a:headEnd/>
            <a:tailEnd/>
          </a:ln>
          <a:effectLst>
            <a:outerShdw blurRad="279400" dist="107763" dir="2700000" algn="ctr" rotWithShape="0">
              <a:schemeClr val="bg2"/>
            </a:outerShdw>
            <a:softEdge rad="12700"/>
          </a:effectLst>
        </p:spPr>
        <p:txBody>
          <a:bodyPr wrap="square" lIns="92075" tIns="46038" rIns="92075" bIns="46038">
            <a:spAutoFit/>
          </a:bodyPr>
          <a:lstStyle>
            <a:lvl1pPr defTabSz="739775">
              <a:spcBef>
                <a:spcPct val="0"/>
              </a:spcBef>
              <a:defRPr sz="2400">
                <a:solidFill>
                  <a:schemeClr val="tx1"/>
                </a:solidFill>
                <a:latin typeface="Times New Roman" pitchFamily="18" charset="0"/>
              </a:defRPr>
            </a:lvl1pPr>
            <a:lvl2pPr marL="554038" defTabSz="739775">
              <a:spcBef>
                <a:spcPct val="0"/>
              </a:spcBef>
              <a:defRPr sz="2400">
                <a:solidFill>
                  <a:schemeClr val="tx1"/>
                </a:solidFill>
                <a:latin typeface="Times New Roman" pitchFamily="18" charset="0"/>
              </a:defRPr>
            </a:lvl2pPr>
            <a:lvl3pPr marL="1108075" defTabSz="739775">
              <a:spcBef>
                <a:spcPct val="0"/>
              </a:spcBef>
              <a:defRPr sz="2400">
                <a:solidFill>
                  <a:schemeClr val="tx1"/>
                </a:solidFill>
                <a:latin typeface="Times New Roman" pitchFamily="18" charset="0"/>
              </a:defRPr>
            </a:lvl3pPr>
            <a:lvl4pPr marL="1663700" defTabSz="739775">
              <a:spcBef>
                <a:spcPct val="0"/>
              </a:spcBef>
              <a:defRPr sz="2400">
                <a:solidFill>
                  <a:schemeClr val="tx1"/>
                </a:solidFill>
                <a:latin typeface="Times New Roman" pitchFamily="18" charset="0"/>
              </a:defRPr>
            </a:lvl4pPr>
            <a:lvl5pPr marL="2217738" defTabSz="739775">
              <a:spcBef>
                <a:spcPct val="0"/>
              </a:spcBef>
              <a:defRPr sz="2400">
                <a:solidFill>
                  <a:schemeClr val="tx1"/>
                </a:solidFill>
                <a:latin typeface="Times New Roman" pitchFamily="18" charset="0"/>
              </a:defRPr>
            </a:lvl5pPr>
            <a:lvl6pPr marL="2674938" defTabSz="739775" eaLnBrk="0" fontAlgn="base" hangingPunct="0">
              <a:spcBef>
                <a:spcPct val="0"/>
              </a:spcBef>
              <a:spcAft>
                <a:spcPct val="0"/>
              </a:spcAft>
              <a:defRPr sz="2400">
                <a:solidFill>
                  <a:schemeClr val="tx1"/>
                </a:solidFill>
                <a:latin typeface="Times New Roman" pitchFamily="18" charset="0"/>
              </a:defRPr>
            </a:lvl6pPr>
            <a:lvl7pPr marL="3132138" defTabSz="739775" eaLnBrk="0" fontAlgn="base" hangingPunct="0">
              <a:spcBef>
                <a:spcPct val="0"/>
              </a:spcBef>
              <a:spcAft>
                <a:spcPct val="0"/>
              </a:spcAft>
              <a:defRPr sz="2400">
                <a:solidFill>
                  <a:schemeClr val="tx1"/>
                </a:solidFill>
                <a:latin typeface="Times New Roman" pitchFamily="18" charset="0"/>
              </a:defRPr>
            </a:lvl7pPr>
            <a:lvl8pPr marL="3589338" defTabSz="739775" eaLnBrk="0" fontAlgn="base" hangingPunct="0">
              <a:spcBef>
                <a:spcPct val="0"/>
              </a:spcBef>
              <a:spcAft>
                <a:spcPct val="0"/>
              </a:spcAft>
              <a:defRPr sz="2400">
                <a:solidFill>
                  <a:schemeClr val="tx1"/>
                </a:solidFill>
                <a:latin typeface="Times New Roman" pitchFamily="18" charset="0"/>
              </a:defRPr>
            </a:lvl8pPr>
            <a:lvl9pPr marL="4046538" defTabSz="739775" eaLnBrk="0" fontAlgn="base" hangingPunct="0">
              <a:spcBef>
                <a:spcPct val="0"/>
              </a:spcBef>
              <a:spcAft>
                <a:spcPct val="0"/>
              </a:spcAft>
              <a:defRPr sz="2400">
                <a:solidFill>
                  <a:schemeClr val="tx1"/>
                </a:solidFill>
                <a:latin typeface="Times New Roman" pitchFamily="18" charset="0"/>
              </a:defRPr>
            </a:lvl9pPr>
          </a:lstStyle>
          <a:p>
            <a:pPr marL="0" marR="0" lvl="0" indent="0" algn="l" defTabSz="739775" rtl="0" eaLnBrk="1" fontAlgn="auto" latinLnBrk="0" hangingPunct="1">
              <a:lnSpc>
                <a:spcPct val="100000"/>
              </a:lnSpc>
              <a:spcBef>
                <a:spcPct val="0"/>
              </a:spcBef>
              <a:spcAft>
                <a:spcPts val="0"/>
              </a:spcAft>
              <a:buClrTx/>
              <a:buSzTx/>
              <a:buFontTx/>
              <a:buNone/>
              <a:tabLst/>
              <a:defRPr/>
            </a:pPr>
            <a:r>
              <a:rPr kumimoji="0" lang="en-GB" sz="1800" b="1" i="0" u="none" strike="noStrike" kern="1200" cap="none" spc="0" normalizeH="0" baseline="0" noProof="0" dirty="0">
                <a:ln>
                  <a:noFill/>
                </a:ln>
                <a:solidFill>
                  <a:srgbClr val="000000"/>
                </a:solidFill>
                <a:effectLst/>
                <a:uLnTx/>
                <a:uFillTx/>
                <a:latin typeface="Source Code Pro" panose="020B0309030403020204" pitchFamily="49" charset="0"/>
                <a:ea typeface="Source Code Pro" panose="020B0309030403020204" pitchFamily="49" charset="0"/>
                <a:cs typeface="Courier New" panose="02070309020205020404" pitchFamily="49" charset="0"/>
              </a:rPr>
              <a:t>&lt;input type="text" pattern="[0-9]{13,16}" name="</a:t>
            </a:r>
            <a:r>
              <a:rPr kumimoji="0" lang="en-GB" sz="1800" b="1" i="0" u="none" strike="noStrike" kern="1200" cap="none" spc="0" normalizeH="0" baseline="0" noProof="0" dirty="0" err="1">
                <a:ln>
                  <a:noFill/>
                </a:ln>
                <a:solidFill>
                  <a:srgbClr val="000000"/>
                </a:solidFill>
                <a:effectLst/>
                <a:uLnTx/>
                <a:uFillTx/>
                <a:latin typeface="Source Code Pro" panose="020B0309030403020204" pitchFamily="49" charset="0"/>
                <a:ea typeface="Source Code Pro" panose="020B0309030403020204" pitchFamily="49" charset="0"/>
                <a:cs typeface="Courier New" panose="02070309020205020404" pitchFamily="49" charset="0"/>
              </a:rPr>
              <a:t>CreditCardNumber</a:t>
            </a:r>
            <a:r>
              <a:rPr kumimoji="0" lang="en-GB" sz="1800" b="1" i="0" u="none" strike="noStrike" kern="1200" cap="none" spc="0" normalizeH="0" baseline="0" noProof="0" dirty="0">
                <a:ln>
                  <a:noFill/>
                </a:ln>
                <a:solidFill>
                  <a:srgbClr val="000000"/>
                </a:solidFill>
                <a:effectLst/>
                <a:uLnTx/>
                <a:uFillTx/>
                <a:latin typeface="Source Code Pro" panose="020B0309030403020204" pitchFamily="49" charset="0"/>
                <a:ea typeface="Source Code Pro" panose="020B0309030403020204" pitchFamily="49" charset="0"/>
                <a:cs typeface="Courier New" panose="02070309020205020404" pitchFamily="49" charset="0"/>
              </a:rPr>
              <a:t>" /&gt;</a:t>
            </a:r>
          </a:p>
        </p:txBody>
      </p:sp>
      <p:sp>
        <p:nvSpPr>
          <p:cNvPr id="7" name="Slide Number Placeholder 5">
            <a:extLst>
              <a:ext uri="{FF2B5EF4-FFF2-40B4-BE49-F238E27FC236}">
                <a16:creationId xmlns:a16="http://schemas.microsoft.com/office/drawing/2014/main" id="{FDF90EB1-D312-B193-3433-C79E2D7ED09D}"/>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78</a:t>
            </a:fld>
            <a:endParaRPr lang="en-GB" noProof="0" dirty="0"/>
          </a:p>
        </p:txBody>
      </p:sp>
    </p:spTree>
    <p:extLst>
      <p:ext uri="{BB962C8B-B14F-4D97-AF65-F5344CB8AC3E}">
        <p14:creationId xmlns:p14="http://schemas.microsoft.com/office/powerpoint/2010/main" val="353869757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GB" noProof="0" dirty="0" err="1"/>
              <a:t>Datalist</a:t>
            </a:r>
            <a:endParaRPr lang="en-GB" noProof="0" dirty="0"/>
          </a:p>
        </p:txBody>
      </p:sp>
      <p:sp>
        <p:nvSpPr>
          <p:cNvPr id="3" name="Content Placeholder 2"/>
          <p:cNvSpPr>
            <a:spLocks noGrp="1"/>
          </p:cNvSpPr>
          <p:nvPr>
            <p:ph type="body" sz="quarter" idx="14"/>
          </p:nvPr>
        </p:nvSpPr>
        <p:spPr/>
        <p:txBody>
          <a:bodyPr/>
          <a:lstStyle/>
          <a:p>
            <a:pPr marL="0" indent="0">
              <a:lnSpc>
                <a:spcPct val="100000"/>
              </a:lnSpc>
              <a:buNone/>
            </a:pPr>
            <a:r>
              <a:rPr lang="en-GB" noProof="0" dirty="0"/>
              <a:t>The </a:t>
            </a:r>
            <a:r>
              <a:rPr lang="en-GB" b="1" noProof="0" dirty="0">
                <a:latin typeface="Source Code Pro" panose="020B0309030403020204" pitchFamily="49" charset="0"/>
                <a:ea typeface="Source Code Pro" panose="020B0309030403020204" pitchFamily="49" charset="0"/>
                <a:cs typeface="Courier New" panose="02070309020205020404" pitchFamily="49" charset="0"/>
              </a:rPr>
              <a:t>&lt;</a:t>
            </a:r>
            <a:r>
              <a:rPr lang="en-GB" b="1" noProof="0" dirty="0" err="1">
                <a:latin typeface="Source Code Pro" panose="020B0309030403020204" pitchFamily="49" charset="0"/>
                <a:ea typeface="Source Code Pro" panose="020B0309030403020204" pitchFamily="49" charset="0"/>
                <a:cs typeface="Courier New" panose="02070309020205020404" pitchFamily="49" charset="0"/>
              </a:rPr>
              <a:t>datalist</a:t>
            </a:r>
            <a:r>
              <a:rPr lang="en-GB" b="1" noProof="0" dirty="0">
                <a:latin typeface="Source Code Pro" panose="020B0309030403020204" pitchFamily="49" charset="0"/>
                <a:ea typeface="Source Code Pro" panose="020B0309030403020204" pitchFamily="49" charset="0"/>
                <a:cs typeface="Courier New" panose="02070309020205020404" pitchFamily="49" charset="0"/>
              </a:rPr>
              <a:t>&gt;</a:t>
            </a:r>
            <a:r>
              <a:rPr lang="en-GB" dirty="0"/>
              <a:t> tag </a:t>
            </a:r>
            <a:r>
              <a:rPr lang="en-GB" noProof="0" dirty="0"/>
              <a:t>provides a list of pre-defined options.</a:t>
            </a:r>
          </a:p>
          <a:p>
            <a:pPr marL="285750" indent="-285750">
              <a:buFont typeface="Arial" panose="020B0604020202020204" pitchFamily="34" charset="0"/>
              <a:buChar char="•"/>
            </a:pPr>
            <a:r>
              <a:rPr lang="en-GB" noProof="0" dirty="0"/>
              <a:t>Use the </a:t>
            </a:r>
            <a:r>
              <a:rPr lang="en-GB" b="1" noProof="0" dirty="0">
                <a:latin typeface="Source Code Pro" panose="020B0309030403020204" pitchFamily="49" charset="0"/>
                <a:ea typeface="Source Code Pro" panose="020B0309030403020204" pitchFamily="49" charset="0"/>
                <a:cs typeface="Courier New" panose="02070309020205020404" pitchFamily="49" charset="0"/>
              </a:rPr>
              <a:t>&lt;input&gt;</a:t>
            </a:r>
            <a:r>
              <a:rPr lang="en-GB" dirty="0"/>
              <a:t> </a:t>
            </a:r>
            <a:r>
              <a:rPr lang="en-GB" noProof="0" dirty="0"/>
              <a:t>element's list attribute to bind it to the </a:t>
            </a:r>
            <a:r>
              <a:rPr lang="en-GB" b="1" noProof="0" dirty="0" err="1">
                <a:latin typeface="Source Code Pro" panose="020B0309030403020204" pitchFamily="49" charset="0"/>
                <a:ea typeface="Source Code Pro" panose="020B0309030403020204" pitchFamily="49" charset="0"/>
                <a:cs typeface="Courier New" panose="02070309020205020404" pitchFamily="49" charset="0"/>
              </a:rPr>
              <a:t>datalist</a:t>
            </a:r>
            <a:r>
              <a:rPr lang="en-GB" dirty="0"/>
              <a:t>.</a:t>
            </a:r>
            <a:endParaRPr lang="en-GB" noProof="0" dirty="0">
              <a:latin typeface="Source Code Pro" panose="020B0309030403020204" pitchFamily="49" charset="0"/>
              <a:ea typeface="Source Code Pro" panose="020B0309030403020204" pitchFamily="49" charset="0"/>
            </a:endParaRPr>
          </a:p>
          <a:p>
            <a:pPr marL="0" indent="0">
              <a:lnSpc>
                <a:spcPct val="100000"/>
              </a:lnSpc>
              <a:buNone/>
            </a:pPr>
            <a:r>
              <a:rPr lang="en-GB" noProof="0" dirty="0"/>
              <a:t>Provides an ‘autocomplete’ feature on </a:t>
            </a:r>
            <a:r>
              <a:rPr lang="en-GB" b="1" noProof="0" dirty="0">
                <a:latin typeface="Source Code Pro" panose="020B0309030403020204" pitchFamily="49" charset="0"/>
                <a:ea typeface="Source Code Pro" panose="020B0309030403020204" pitchFamily="49" charset="0"/>
                <a:cs typeface="Courier New" panose="02070309020205020404" pitchFamily="49" charset="0"/>
              </a:rPr>
              <a:t>&lt;input&gt; </a:t>
            </a:r>
            <a:r>
              <a:rPr lang="en-GB" noProof="0" dirty="0"/>
              <a:t>elements. </a:t>
            </a:r>
          </a:p>
          <a:p>
            <a:pPr marL="285750" indent="-285750">
              <a:lnSpc>
                <a:spcPct val="100000"/>
              </a:lnSpc>
              <a:buFont typeface="Arial" panose="020B0604020202020204" pitchFamily="34" charset="0"/>
              <a:buChar char="•"/>
            </a:pPr>
            <a:r>
              <a:rPr lang="en-GB" noProof="0" dirty="0"/>
              <a:t>Users see a drop-down list of options as they input data.</a:t>
            </a:r>
          </a:p>
          <a:p>
            <a:pPr marL="285750" indent="-285750">
              <a:lnSpc>
                <a:spcPct val="100000"/>
              </a:lnSpc>
              <a:buFont typeface="Arial" panose="020B0604020202020204" pitchFamily="34" charset="0"/>
              <a:buChar char="•"/>
            </a:pPr>
            <a:endParaRPr lang="en-GB" dirty="0"/>
          </a:p>
          <a:p>
            <a:pPr>
              <a:spcBef>
                <a:spcPts val="400"/>
              </a:spcBef>
            </a:pPr>
            <a:r>
              <a:rPr lang="en-GB" b="1" dirty="0">
                <a:solidFill>
                  <a:srgbClr val="000000"/>
                </a:solidFill>
                <a:latin typeface="Source Code Pro" panose="020B0309030403020204" pitchFamily="49" charset="0"/>
                <a:ea typeface="Source Code Pro" panose="020B0309030403020204" pitchFamily="49" charset="0"/>
                <a:cs typeface="Courier New" panose="02070309020205020404" pitchFamily="49" charset="0"/>
              </a:rPr>
              <a:t> &lt;input list="browsers" /&gt;</a:t>
            </a:r>
          </a:p>
          <a:p>
            <a:pPr>
              <a:spcBef>
                <a:spcPts val="400"/>
              </a:spcBef>
            </a:pPr>
            <a:r>
              <a:rPr lang="en-GB" b="1" dirty="0">
                <a:solidFill>
                  <a:srgbClr val="000000"/>
                </a:solidFill>
                <a:latin typeface="Source Code Pro" panose="020B0309030403020204" pitchFamily="49" charset="0"/>
                <a:ea typeface="Source Code Pro" panose="020B0309030403020204" pitchFamily="49" charset="0"/>
                <a:cs typeface="Courier New" panose="02070309020205020404" pitchFamily="49" charset="0"/>
              </a:rPr>
              <a:t>  &lt;</a:t>
            </a:r>
            <a:r>
              <a:rPr lang="en-GB" b="1" dirty="0" err="1">
                <a:solidFill>
                  <a:srgbClr val="000000"/>
                </a:solidFill>
                <a:latin typeface="Source Code Pro" panose="020B0309030403020204" pitchFamily="49" charset="0"/>
                <a:ea typeface="Source Code Pro" panose="020B0309030403020204" pitchFamily="49" charset="0"/>
                <a:cs typeface="Courier New" panose="02070309020205020404" pitchFamily="49" charset="0"/>
              </a:rPr>
              <a:t>datalist</a:t>
            </a:r>
            <a:r>
              <a:rPr lang="en-GB" b="1" dirty="0">
                <a:solidFill>
                  <a:srgbClr val="000000"/>
                </a:solidFill>
                <a:latin typeface="Source Code Pro" panose="020B0309030403020204" pitchFamily="49" charset="0"/>
                <a:ea typeface="Source Code Pro" panose="020B0309030403020204" pitchFamily="49" charset="0"/>
                <a:cs typeface="Courier New" panose="02070309020205020404" pitchFamily="49" charset="0"/>
              </a:rPr>
              <a:t> id="browsers"&gt;</a:t>
            </a:r>
          </a:p>
          <a:p>
            <a:pPr>
              <a:spcBef>
                <a:spcPts val="400"/>
              </a:spcBef>
            </a:pPr>
            <a:r>
              <a:rPr lang="en-GB" b="1" dirty="0">
                <a:solidFill>
                  <a:srgbClr val="000000"/>
                </a:solidFill>
                <a:latin typeface="Source Code Pro" panose="020B0309030403020204" pitchFamily="49" charset="0"/>
                <a:ea typeface="Source Code Pro" panose="020B0309030403020204" pitchFamily="49" charset="0"/>
                <a:cs typeface="Courier New" panose="02070309020205020404" pitchFamily="49" charset="0"/>
              </a:rPr>
              <a:t>        &lt;option value="Internet Explorer"&gt;</a:t>
            </a:r>
          </a:p>
          <a:p>
            <a:pPr>
              <a:spcBef>
                <a:spcPts val="400"/>
              </a:spcBef>
            </a:pPr>
            <a:r>
              <a:rPr lang="en-GB" b="1" dirty="0">
                <a:solidFill>
                  <a:srgbClr val="000000"/>
                </a:solidFill>
                <a:latin typeface="Source Code Pro" panose="020B0309030403020204" pitchFamily="49" charset="0"/>
                <a:ea typeface="Source Code Pro" panose="020B0309030403020204" pitchFamily="49" charset="0"/>
                <a:cs typeface="Courier New" panose="02070309020205020404" pitchFamily="49" charset="0"/>
              </a:rPr>
              <a:t>        &lt;option value="Firefox"&gt;</a:t>
            </a:r>
          </a:p>
          <a:p>
            <a:pPr>
              <a:spcBef>
                <a:spcPts val="400"/>
              </a:spcBef>
            </a:pPr>
            <a:r>
              <a:rPr lang="en-GB" b="1" dirty="0">
                <a:solidFill>
                  <a:srgbClr val="000000"/>
                </a:solidFill>
                <a:latin typeface="Source Code Pro" panose="020B0309030403020204" pitchFamily="49" charset="0"/>
                <a:ea typeface="Source Code Pro" panose="020B0309030403020204" pitchFamily="49" charset="0"/>
                <a:cs typeface="Courier New" panose="02070309020205020404" pitchFamily="49" charset="0"/>
              </a:rPr>
              <a:t>        &lt;option value="Google Chrome"&gt;</a:t>
            </a:r>
          </a:p>
          <a:p>
            <a:pPr>
              <a:spcBef>
                <a:spcPts val="400"/>
              </a:spcBef>
            </a:pPr>
            <a:r>
              <a:rPr lang="en-GB" b="1" dirty="0">
                <a:solidFill>
                  <a:srgbClr val="000000"/>
                </a:solidFill>
                <a:latin typeface="Source Code Pro" panose="020B0309030403020204" pitchFamily="49" charset="0"/>
                <a:ea typeface="Source Code Pro" panose="020B0309030403020204" pitchFamily="49" charset="0"/>
                <a:cs typeface="Courier New" panose="02070309020205020404" pitchFamily="49" charset="0"/>
              </a:rPr>
              <a:t>        &lt;option value="Opera"&gt;</a:t>
            </a:r>
          </a:p>
          <a:p>
            <a:pPr>
              <a:spcBef>
                <a:spcPts val="400"/>
              </a:spcBef>
            </a:pPr>
            <a:r>
              <a:rPr lang="en-GB" b="1" dirty="0">
                <a:solidFill>
                  <a:srgbClr val="000000"/>
                </a:solidFill>
                <a:latin typeface="Source Code Pro" panose="020B0309030403020204" pitchFamily="49" charset="0"/>
                <a:ea typeface="Source Code Pro" panose="020B0309030403020204" pitchFamily="49" charset="0"/>
                <a:cs typeface="Courier New" panose="02070309020205020404" pitchFamily="49" charset="0"/>
              </a:rPr>
              <a:t>        &lt;option value="Safari"&gt;</a:t>
            </a:r>
          </a:p>
          <a:p>
            <a:pPr>
              <a:spcBef>
                <a:spcPts val="400"/>
              </a:spcBef>
            </a:pPr>
            <a:r>
              <a:rPr lang="en-GB" b="1" dirty="0">
                <a:solidFill>
                  <a:srgbClr val="000000"/>
                </a:solidFill>
                <a:latin typeface="Source Code Pro" panose="020B0309030403020204" pitchFamily="49" charset="0"/>
                <a:ea typeface="Source Code Pro" panose="020B0309030403020204" pitchFamily="49" charset="0"/>
                <a:cs typeface="Courier New" panose="02070309020205020404" pitchFamily="49" charset="0"/>
              </a:rPr>
              <a:t>  &lt;/</a:t>
            </a:r>
            <a:r>
              <a:rPr lang="en-GB" b="1" dirty="0" err="1">
                <a:solidFill>
                  <a:srgbClr val="000000"/>
                </a:solidFill>
                <a:latin typeface="Source Code Pro" panose="020B0309030403020204" pitchFamily="49" charset="0"/>
                <a:ea typeface="Source Code Pro" panose="020B0309030403020204" pitchFamily="49" charset="0"/>
                <a:cs typeface="Courier New" panose="02070309020205020404" pitchFamily="49" charset="0"/>
              </a:rPr>
              <a:t>datalist</a:t>
            </a:r>
            <a:r>
              <a:rPr lang="en-GB" b="1" dirty="0">
                <a:solidFill>
                  <a:srgbClr val="000000"/>
                </a:solidFill>
                <a:latin typeface="Source Code Pro" panose="020B0309030403020204" pitchFamily="49" charset="0"/>
                <a:ea typeface="Source Code Pro" panose="020B0309030403020204" pitchFamily="49" charset="0"/>
                <a:cs typeface="Courier New" panose="02070309020205020404" pitchFamily="49" charset="0"/>
              </a:rPr>
              <a:t>&gt;</a:t>
            </a:r>
            <a:endParaRPr lang="en-GB" noProof="0" dirty="0"/>
          </a:p>
        </p:txBody>
      </p:sp>
      <p:sp>
        <p:nvSpPr>
          <p:cNvPr id="4" name="Slide Number Placeholder 5">
            <a:extLst>
              <a:ext uri="{FF2B5EF4-FFF2-40B4-BE49-F238E27FC236}">
                <a16:creationId xmlns:a16="http://schemas.microsoft.com/office/drawing/2014/main" id="{8EFB20E3-ADF4-31A8-6E9C-6BBADD55E095}"/>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79</a:t>
            </a:fld>
            <a:endParaRPr lang="en-GB" noProof="0" dirty="0"/>
          </a:p>
        </p:txBody>
      </p:sp>
    </p:spTree>
    <p:extLst>
      <p:ext uri="{BB962C8B-B14F-4D97-AF65-F5344CB8AC3E}">
        <p14:creationId xmlns:p14="http://schemas.microsoft.com/office/powerpoint/2010/main" val="2472335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GB" noProof="0" dirty="0"/>
              <a:t>Form validation</a:t>
            </a:r>
          </a:p>
        </p:txBody>
      </p:sp>
      <p:sp>
        <p:nvSpPr>
          <p:cNvPr id="3" name="Content Placeholder 2"/>
          <p:cNvSpPr>
            <a:spLocks noGrp="1"/>
          </p:cNvSpPr>
          <p:nvPr>
            <p:ph type="body" sz="quarter" idx="14"/>
          </p:nvPr>
        </p:nvSpPr>
        <p:spPr>
          <a:xfrm>
            <a:off x="443920" y="1733108"/>
            <a:ext cx="5423480" cy="4061405"/>
          </a:xfrm>
        </p:spPr>
        <p:txBody>
          <a:bodyPr/>
          <a:lstStyle/>
          <a:p>
            <a:r>
              <a:rPr lang="en-GB" noProof="0" dirty="0"/>
              <a:t>As we have seen, some browsers ship with validation.</a:t>
            </a:r>
          </a:p>
          <a:p>
            <a:pPr marL="285750" indent="-285750">
              <a:buFont typeface="Arial" panose="020B0604020202020204" pitchFamily="34" charset="0"/>
              <a:buChar char="•"/>
            </a:pPr>
            <a:r>
              <a:rPr lang="en-GB" noProof="0" dirty="0"/>
              <a:t>IE offers no UI implementation in any version.</a:t>
            </a:r>
          </a:p>
          <a:p>
            <a:pPr marL="285750" indent="-285750">
              <a:buFont typeface="Arial" panose="020B0604020202020204" pitchFamily="34" charset="0"/>
              <a:buChar char="•"/>
            </a:pPr>
            <a:r>
              <a:rPr lang="en-GB" noProof="0" dirty="0"/>
              <a:t>Firefox and Opera often the most complete implementation.</a:t>
            </a:r>
          </a:p>
          <a:p>
            <a:pPr marL="285750" indent="-285750">
              <a:buFont typeface="Arial" panose="020B0604020202020204" pitchFamily="34" charset="0"/>
              <a:buChar char="•"/>
            </a:pPr>
            <a:r>
              <a:rPr lang="en-GB" noProof="0" dirty="0"/>
              <a:t>Chrome is pretty good and Safari will get better.</a:t>
            </a:r>
          </a:p>
          <a:p>
            <a:pPr marL="971550" lvl="1" indent="-285750">
              <a:lnSpc>
                <a:spcPct val="100000"/>
              </a:lnSpc>
            </a:pPr>
            <a:r>
              <a:rPr lang="en-GB" noProof="0" dirty="0"/>
              <a:t>Some controls have silent errors — not enough UI feedback.</a:t>
            </a:r>
          </a:p>
          <a:p>
            <a:r>
              <a:rPr lang="en-GB" noProof="0" dirty="0"/>
              <a:t>These are JavaScript free client validation.</a:t>
            </a:r>
          </a:p>
          <a:p>
            <a:r>
              <a:rPr lang="en-GB" noProof="0" dirty="0"/>
              <a:t>Uneven support may be more trouble than benefit.</a:t>
            </a:r>
          </a:p>
          <a:p>
            <a:pPr marL="285750" indent="-285750">
              <a:buFont typeface="Arial" panose="020B0604020202020204" pitchFamily="34" charset="0"/>
              <a:buChar char="•"/>
            </a:pPr>
            <a:r>
              <a:rPr lang="en-GB" noProof="0" dirty="0"/>
              <a:t>You can tell a browser to switch it off.</a:t>
            </a:r>
          </a:p>
          <a:p>
            <a:pPr marL="285750" indent="-285750">
              <a:buFont typeface="Arial" panose="020B0604020202020204" pitchFamily="34" charset="0"/>
              <a:buChar char="•"/>
            </a:pPr>
            <a:r>
              <a:rPr lang="en-GB" noProof="0" dirty="0"/>
              <a:t>Still benefiting from the semantic types.</a:t>
            </a:r>
          </a:p>
        </p:txBody>
      </p:sp>
      <p:sp>
        <p:nvSpPr>
          <p:cNvPr id="8" name="Text Placeholder 7">
            <a:extLst>
              <a:ext uri="{FF2B5EF4-FFF2-40B4-BE49-F238E27FC236}">
                <a16:creationId xmlns:a16="http://schemas.microsoft.com/office/drawing/2014/main" id="{8ED3A668-523A-94A6-8A39-288F49B8BD61}"/>
              </a:ext>
            </a:extLst>
          </p:cNvPr>
          <p:cNvSpPr>
            <a:spLocks noGrp="1"/>
          </p:cNvSpPr>
          <p:nvPr>
            <p:ph type="body" sz="quarter" idx="15"/>
          </p:nvPr>
        </p:nvSpPr>
        <p:spPr>
          <a:xfrm>
            <a:off x="5991226" y="1733108"/>
            <a:ext cx="6248878" cy="4061405"/>
          </a:xfrm>
        </p:spPr>
        <p:txBody>
          <a:bodyPr/>
          <a:lstStyle/>
          <a:p>
            <a:pPr lvl="0" defTabSz="739775">
              <a:spcBef>
                <a:spcPct val="0"/>
              </a:spcBef>
              <a:defRPr/>
            </a:pPr>
            <a:r>
              <a:rPr lang="en-GB" b="1" dirty="0">
                <a:solidFill>
                  <a:srgbClr val="000000"/>
                </a:solidFill>
                <a:latin typeface="Courier New" panose="02070309020205020404" pitchFamily="49" charset="0"/>
                <a:cs typeface="Courier New" panose="02070309020205020404" pitchFamily="49" charset="0"/>
              </a:rPr>
              <a:t> </a:t>
            </a:r>
            <a:r>
              <a:rPr lang="en-GB" b="1" dirty="0">
                <a:solidFill>
                  <a:srgbClr val="000000"/>
                </a:solidFill>
                <a:latin typeface="Source Code Pro" panose="020B0309030403020204" pitchFamily="49" charset="0"/>
                <a:ea typeface="Source Code Pro" panose="020B0309030403020204" pitchFamily="49" charset="0"/>
                <a:cs typeface="Courier New" panose="02070309020205020404" pitchFamily="49" charset="0"/>
              </a:rPr>
              <a:t>&lt;form </a:t>
            </a:r>
            <a:r>
              <a:rPr lang="en-GB" b="1" dirty="0" err="1">
                <a:solidFill>
                  <a:srgbClr val="000000"/>
                </a:solidFill>
                <a:latin typeface="Source Code Pro" panose="020B0309030403020204" pitchFamily="49" charset="0"/>
                <a:ea typeface="Source Code Pro" panose="020B0309030403020204" pitchFamily="49" charset="0"/>
                <a:cs typeface="Courier New" panose="02070309020205020404" pitchFamily="49" charset="0"/>
              </a:rPr>
              <a:t>novalidate</a:t>
            </a:r>
            <a:r>
              <a:rPr lang="en-GB" b="1" dirty="0">
                <a:solidFill>
                  <a:srgbClr val="000000"/>
                </a:solidFill>
                <a:latin typeface="Source Code Pro" panose="020B0309030403020204" pitchFamily="49" charset="0"/>
                <a:ea typeface="Source Code Pro" panose="020B0309030403020204" pitchFamily="49" charset="0"/>
                <a:cs typeface="Courier New" panose="02070309020205020404" pitchFamily="49" charset="0"/>
              </a:rPr>
              <a:t>&gt;</a:t>
            </a:r>
          </a:p>
          <a:p>
            <a:pPr lvl="0" defTabSz="739775">
              <a:spcBef>
                <a:spcPct val="0"/>
              </a:spcBef>
              <a:defRPr/>
            </a:pPr>
            <a:r>
              <a:rPr lang="en-GB" b="1" dirty="0">
                <a:solidFill>
                  <a:srgbClr val="000000"/>
                </a:solidFill>
                <a:latin typeface="Source Code Pro" panose="020B0309030403020204" pitchFamily="49" charset="0"/>
                <a:ea typeface="Source Code Pro" panose="020B0309030403020204" pitchFamily="49" charset="0"/>
                <a:cs typeface="Courier New" panose="02070309020205020404" pitchFamily="49" charset="0"/>
              </a:rPr>
              <a:t>    &lt;input type="email" id="</a:t>
            </a:r>
            <a:r>
              <a:rPr lang="en-GB" b="1" dirty="0" err="1">
                <a:solidFill>
                  <a:srgbClr val="000000"/>
                </a:solidFill>
                <a:latin typeface="Source Code Pro" panose="020B0309030403020204" pitchFamily="49" charset="0"/>
                <a:ea typeface="Source Code Pro" panose="020B0309030403020204" pitchFamily="49" charset="0"/>
                <a:cs typeface="Courier New" panose="02070309020205020404" pitchFamily="49" charset="0"/>
              </a:rPr>
              <a:t>addr</a:t>
            </a:r>
            <a:r>
              <a:rPr lang="en-GB" b="1" dirty="0">
                <a:solidFill>
                  <a:srgbClr val="000000"/>
                </a:solidFill>
                <a:latin typeface="Source Code Pro" panose="020B0309030403020204" pitchFamily="49" charset="0"/>
                <a:ea typeface="Source Code Pro" panose="020B0309030403020204" pitchFamily="49" charset="0"/>
                <a:cs typeface="Courier New" panose="02070309020205020404" pitchFamily="49" charset="0"/>
              </a:rPr>
              <a:t>"&gt;</a:t>
            </a:r>
          </a:p>
          <a:p>
            <a:pPr lvl="0" defTabSz="739775">
              <a:spcBef>
                <a:spcPct val="0"/>
              </a:spcBef>
              <a:defRPr/>
            </a:pPr>
            <a:r>
              <a:rPr lang="en-GB" b="1" dirty="0">
                <a:solidFill>
                  <a:srgbClr val="000000"/>
                </a:solidFill>
                <a:latin typeface="Source Code Pro" panose="020B0309030403020204" pitchFamily="49" charset="0"/>
                <a:ea typeface="Source Code Pro" panose="020B0309030403020204" pitchFamily="49" charset="0"/>
                <a:cs typeface="Courier New" panose="02070309020205020404" pitchFamily="49" charset="0"/>
              </a:rPr>
              <a:t>    &lt;input type="submit" value="Subscribe"&gt;</a:t>
            </a:r>
          </a:p>
          <a:p>
            <a:pPr lvl="0" defTabSz="739775">
              <a:spcBef>
                <a:spcPct val="0"/>
              </a:spcBef>
              <a:defRPr/>
            </a:pPr>
            <a:r>
              <a:rPr lang="en-GB" b="1" dirty="0">
                <a:solidFill>
                  <a:srgbClr val="000000"/>
                </a:solidFill>
                <a:latin typeface="Source Code Pro" panose="020B0309030403020204" pitchFamily="49" charset="0"/>
                <a:ea typeface="Source Code Pro" panose="020B0309030403020204" pitchFamily="49" charset="0"/>
                <a:cs typeface="Courier New" panose="02070309020205020404" pitchFamily="49" charset="0"/>
              </a:rPr>
              <a:t> &lt;/form&gt;</a:t>
            </a:r>
          </a:p>
          <a:p>
            <a:endParaRPr lang="en-US" dirty="0"/>
          </a:p>
        </p:txBody>
      </p:sp>
      <p:sp>
        <p:nvSpPr>
          <p:cNvPr id="9" name="Slide Number Placeholder 5">
            <a:extLst>
              <a:ext uri="{FF2B5EF4-FFF2-40B4-BE49-F238E27FC236}">
                <a16:creationId xmlns:a16="http://schemas.microsoft.com/office/drawing/2014/main" id="{30895DD8-78CE-A075-8B26-5A28C9354C7E}"/>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80</a:t>
            </a:fld>
            <a:endParaRPr lang="en-GB" noProof="0" dirty="0"/>
          </a:p>
        </p:txBody>
      </p:sp>
    </p:spTree>
    <p:extLst>
      <p:ext uri="{BB962C8B-B14F-4D97-AF65-F5344CB8AC3E}">
        <p14:creationId xmlns:p14="http://schemas.microsoft.com/office/powerpoint/2010/main" val="424991641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ctrTitle"/>
          </p:nvPr>
        </p:nvSpPr>
        <p:spPr>
          <a:xfrm>
            <a:off x="443921" y="500194"/>
            <a:ext cx="10800000" cy="858985"/>
          </a:xfrm>
        </p:spPr>
        <p:txBody>
          <a:bodyPr>
            <a:normAutofit/>
          </a:bodyPr>
          <a:lstStyle/>
          <a:p>
            <a:r>
              <a:rPr lang="en-GB" noProof="0" dirty="0"/>
              <a:t>&lt;</a:t>
            </a:r>
            <a:r>
              <a:rPr lang="en-GB" noProof="0" dirty="0" err="1"/>
              <a:t>fieldset</a:t>
            </a:r>
            <a:r>
              <a:rPr lang="en-GB" noProof="0" dirty="0"/>
              <a:t>&gt;</a:t>
            </a:r>
          </a:p>
        </p:txBody>
      </p:sp>
      <p:sp>
        <p:nvSpPr>
          <p:cNvPr id="47107" name="Rectangle 3"/>
          <p:cNvSpPr>
            <a:spLocks noGrp="1" noChangeArrowheads="1"/>
          </p:cNvSpPr>
          <p:nvPr>
            <p:ph type="body" sz="quarter" idx="14"/>
          </p:nvPr>
        </p:nvSpPr>
        <p:spPr>
          <a:xfrm>
            <a:off x="443921" y="1733108"/>
            <a:ext cx="5135800" cy="4061405"/>
          </a:xfrm>
        </p:spPr>
        <p:txBody>
          <a:bodyPr/>
          <a:lstStyle/>
          <a:p>
            <a:pPr marL="285750" indent="-285750">
              <a:buFont typeface="Arial" panose="020B0604020202020204" pitchFamily="34" charset="0"/>
              <a:buChar char="•"/>
            </a:pPr>
            <a:r>
              <a:rPr lang="en-GB" noProof="0" dirty="0"/>
              <a:t>Group related form elements together.</a:t>
            </a:r>
          </a:p>
          <a:p>
            <a:pPr marL="285750" indent="-285750">
              <a:buFont typeface="Arial" panose="020B0604020202020204" pitchFamily="34" charset="0"/>
              <a:buChar char="•"/>
            </a:pPr>
            <a:r>
              <a:rPr lang="en-GB" noProof="0" dirty="0"/>
              <a:t>Meaningful legend provides accessibility.</a:t>
            </a:r>
          </a:p>
          <a:p>
            <a:pPr marL="285750" indent="-285750">
              <a:buFont typeface="Arial" panose="020B0604020202020204" pitchFamily="34" charset="0"/>
              <a:buChar char="•"/>
            </a:pPr>
            <a:r>
              <a:rPr lang="en-GB" noProof="0" dirty="0"/>
              <a:t>Can disable all contained elements.</a:t>
            </a:r>
          </a:p>
        </p:txBody>
      </p:sp>
      <p:pic>
        <p:nvPicPr>
          <p:cNvPr id="3" name="Picture 2"/>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8356197" y="5289332"/>
            <a:ext cx="3000778" cy="1010086"/>
          </a:xfrm>
          <a:prstGeom prst="rect">
            <a:avLst/>
          </a:prstGeom>
        </p:spPr>
      </p:pic>
      <p:sp>
        <p:nvSpPr>
          <p:cNvPr id="10" name="Rectangle 4"/>
          <p:cNvSpPr>
            <a:spLocks noChangeArrowheads="1"/>
          </p:cNvSpPr>
          <p:nvPr/>
        </p:nvSpPr>
        <p:spPr bwMode="auto">
          <a:xfrm>
            <a:off x="6072445" y="1696074"/>
            <a:ext cx="5580000" cy="271197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000000"/>
                </a:solidFill>
                <a:effectLst/>
                <a:uLnTx/>
                <a:uFillTx/>
                <a:latin typeface="Source Code Pro" panose="020B0309030403020204" pitchFamily="49" charset="0"/>
                <a:ea typeface="Source Code Pro" panose="020B0309030403020204" pitchFamily="49" charset="0"/>
                <a:cs typeface="Courier New" pitchFamily="49" charset="0"/>
              </a:rPr>
              <a:t>&lt;</a:t>
            </a:r>
            <a:r>
              <a:rPr kumimoji="0" lang="en-GB" sz="1400" b="1" i="0" u="none" strike="noStrike" kern="1200" cap="none" spc="0" normalizeH="0" baseline="0" noProof="0" dirty="0" err="1">
                <a:ln>
                  <a:noFill/>
                </a:ln>
                <a:solidFill>
                  <a:srgbClr val="000000"/>
                </a:solidFill>
                <a:effectLst/>
                <a:uLnTx/>
                <a:uFillTx/>
                <a:latin typeface="Source Code Pro" panose="020B0309030403020204" pitchFamily="49" charset="0"/>
                <a:ea typeface="Source Code Pro" panose="020B0309030403020204" pitchFamily="49" charset="0"/>
                <a:cs typeface="Courier New" pitchFamily="49" charset="0"/>
              </a:rPr>
              <a:t>fieldset</a:t>
            </a:r>
            <a:r>
              <a:rPr kumimoji="0" lang="en-GB" sz="1400" b="1" i="0" u="none" strike="noStrike" kern="1200" cap="none" spc="0" normalizeH="0" baseline="0" noProof="0" dirty="0">
                <a:ln>
                  <a:noFill/>
                </a:ln>
                <a:solidFill>
                  <a:srgbClr val="000000"/>
                </a:solidFill>
                <a:effectLst/>
                <a:uLnTx/>
                <a:uFillTx/>
                <a:latin typeface="Source Code Pro" panose="020B0309030403020204" pitchFamily="49" charset="0"/>
                <a:ea typeface="Source Code Pro" panose="020B0309030403020204" pitchFamily="49" charset="0"/>
                <a:cs typeface="Courier New" pitchFamily="49" charset="0"/>
              </a:rPr>
              <a:t>&gt;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000000"/>
                </a:solidFill>
                <a:effectLst/>
                <a:uLnTx/>
                <a:uFillTx/>
                <a:latin typeface="Source Code Pro" panose="020B0309030403020204" pitchFamily="49" charset="0"/>
                <a:ea typeface="Source Code Pro" panose="020B0309030403020204" pitchFamily="49" charset="0"/>
                <a:cs typeface="Courier New" pitchFamily="49" charset="0"/>
              </a:rPr>
              <a:t>	&lt;legend&gt;Your details&lt;/legend&gt;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000000"/>
                </a:solidFill>
                <a:effectLst/>
                <a:uLnTx/>
                <a:uFillTx/>
                <a:latin typeface="Source Code Pro" panose="020B0309030403020204" pitchFamily="49" charset="0"/>
                <a:ea typeface="Source Code Pro" panose="020B0309030403020204" pitchFamily="49" charset="0"/>
                <a:cs typeface="Courier New" pitchFamily="49"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000000"/>
                </a:solidFill>
                <a:effectLst/>
                <a:uLnTx/>
                <a:uFillTx/>
                <a:latin typeface="Source Code Pro" panose="020B0309030403020204" pitchFamily="49" charset="0"/>
                <a:ea typeface="Source Code Pro" panose="020B0309030403020204" pitchFamily="49" charset="0"/>
                <a:cs typeface="Courier New" pitchFamily="49" charset="0"/>
              </a:rPr>
              <a:t>	&lt;label for="</a:t>
            </a:r>
            <a:r>
              <a:rPr kumimoji="0" lang="en-GB" sz="1400" b="1" i="0" u="none" strike="noStrike" kern="1200" cap="none" spc="0" normalizeH="0" baseline="0" noProof="0" dirty="0" err="1">
                <a:ln>
                  <a:noFill/>
                </a:ln>
                <a:solidFill>
                  <a:srgbClr val="000000"/>
                </a:solidFill>
                <a:effectLst/>
                <a:uLnTx/>
                <a:uFillTx/>
                <a:latin typeface="Source Code Pro" panose="020B0309030403020204" pitchFamily="49" charset="0"/>
                <a:ea typeface="Source Code Pro" panose="020B0309030403020204" pitchFamily="49" charset="0"/>
                <a:cs typeface="Courier New" pitchFamily="49" charset="0"/>
              </a:rPr>
              <a:t>fname</a:t>
            </a:r>
            <a:r>
              <a:rPr kumimoji="0" lang="en-GB" sz="1400" b="1" i="0" u="none" strike="noStrike" kern="1200" cap="none" spc="0" normalizeH="0" baseline="0" noProof="0" dirty="0">
                <a:ln>
                  <a:noFill/>
                </a:ln>
                <a:solidFill>
                  <a:srgbClr val="000000"/>
                </a:solidFill>
                <a:effectLst/>
                <a:uLnTx/>
                <a:uFillTx/>
                <a:latin typeface="Source Code Pro" panose="020B0309030403020204" pitchFamily="49" charset="0"/>
                <a:ea typeface="Source Code Pro" panose="020B0309030403020204" pitchFamily="49" charset="0"/>
                <a:cs typeface="Courier New" pitchFamily="49" charset="0"/>
              </a:rPr>
              <a:t>"&gt;First name&lt;/label&gt;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000000"/>
                </a:solidFill>
                <a:effectLst/>
                <a:uLnTx/>
                <a:uFillTx/>
                <a:latin typeface="Source Code Pro" panose="020B0309030403020204" pitchFamily="49" charset="0"/>
                <a:ea typeface="Source Code Pro" panose="020B0309030403020204" pitchFamily="49" charset="0"/>
                <a:cs typeface="Courier New" pitchFamily="49" charset="0"/>
              </a:rPr>
              <a:t>	&lt;input id="</a:t>
            </a:r>
            <a:r>
              <a:rPr kumimoji="0" lang="en-GB" sz="1400" b="1" i="0" u="none" strike="noStrike" kern="1200" cap="none" spc="0" normalizeH="0" baseline="0" noProof="0" dirty="0" err="1">
                <a:ln>
                  <a:noFill/>
                </a:ln>
                <a:solidFill>
                  <a:srgbClr val="000000"/>
                </a:solidFill>
                <a:effectLst/>
                <a:uLnTx/>
                <a:uFillTx/>
                <a:latin typeface="Source Code Pro" panose="020B0309030403020204" pitchFamily="49" charset="0"/>
                <a:ea typeface="Source Code Pro" panose="020B0309030403020204" pitchFamily="49" charset="0"/>
                <a:cs typeface="Courier New" pitchFamily="49" charset="0"/>
              </a:rPr>
              <a:t>fname</a:t>
            </a:r>
            <a:r>
              <a:rPr kumimoji="0" lang="en-GB" sz="1400" b="1" i="0" u="none" strike="noStrike" kern="1200" cap="none" spc="0" normalizeH="0" baseline="0" noProof="0" dirty="0">
                <a:ln>
                  <a:noFill/>
                </a:ln>
                <a:solidFill>
                  <a:srgbClr val="000000"/>
                </a:solidFill>
                <a:effectLst/>
                <a:uLnTx/>
                <a:uFillTx/>
                <a:latin typeface="Source Code Pro" panose="020B0309030403020204" pitchFamily="49" charset="0"/>
                <a:ea typeface="Source Code Pro" panose="020B0309030403020204" pitchFamily="49" charset="0"/>
                <a:cs typeface="Courier New" pitchFamily="49" charset="0"/>
              </a:rPr>
              <a:t>" type="text"&gt;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000000"/>
                </a:solidFill>
                <a:effectLst/>
                <a:uLnTx/>
                <a:uFillTx/>
                <a:latin typeface="Source Code Pro" panose="020B0309030403020204" pitchFamily="49" charset="0"/>
                <a:ea typeface="Source Code Pro" panose="020B0309030403020204" pitchFamily="49" charset="0"/>
                <a:cs typeface="Courier New" pitchFamily="49"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000000"/>
                </a:solidFill>
                <a:effectLst/>
                <a:uLnTx/>
                <a:uFillTx/>
                <a:latin typeface="Source Code Pro" panose="020B0309030403020204" pitchFamily="49" charset="0"/>
                <a:ea typeface="Source Code Pro" panose="020B0309030403020204" pitchFamily="49" charset="0"/>
                <a:cs typeface="Courier New" pitchFamily="49" charset="0"/>
              </a:rPr>
              <a:t>	&lt;label for="</a:t>
            </a:r>
            <a:r>
              <a:rPr kumimoji="0" lang="en-GB" sz="1400" b="1" i="0" u="none" strike="noStrike" kern="1200" cap="none" spc="0" normalizeH="0" baseline="0" noProof="0" dirty="0" err="1">
                <a:ln>
                  <a:noFill/>
                </a:ln>
                <a:solidFill>
                  <a:srgbClr val="000000"/>
                </a:solidFill>
                <a:effectLst/>
                <a:uLnTx/>
                <a:uFillTx/>
                <a:latin typeface="Source Code Pro" panose="020B0309030403020204" pitchFamily="49" charset="0"/>
                <a:ea typeface="Source Code Pro" panose="020B0309030403020204" pitchFamily="49" charset="0"/>
                <a:cs typeface="Courier New" pitchFamily="49" charset="0"/>
              </a:rPr>
              <a:t>sname</a:t>
            </a:r>
            <a:r>
              <a:rPr kumimoji="0" lang="en-GB" sz="1400" b="1" i="0" u="none" strike="noStrike" kern="1200" cap="none" spc="0" normalizeH="0" baseline="0" noProof="0" dirty="0">
                <a:ln>
                  <a:noFill/>
                </a:ln>
                <a:solidFill>
                  <a:srgbClr val="000000"/>
                </a:solidFill>
                <a:effectLst/>
                <a:uLnTx/>
                <a:uFillTx/>
                <a:latin typeface="Source Code Pro" panose="020B0309030403020204" pitchFamily="49" charset="0"/>
                <a:ea typeface="Source Code Pro" panose="020B0309030403020204" pitchFamily="49" charset="0"/>
                <a:cs typeface="Courier New" pitchFamily="49" charset="0"/>
              </a:rPr>
              <a:t>"&gt;First name&lt;/label&gt;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000000"/>
                </a:solidFill>
                <a:effectLst/>
                <a:uLnTx/>
                <a:uFillTx/>
                <a:latin typeface="Source Code Pro" panose="020B0309030403020204" pitchFamily="49" charset="0"/>
                <a:ea typeface="Source Code Pro" panose="020B0309030403020204" pitchFamily="49" charset="0"/>
                <a:cs typeface="Courier New" pitchFamily="49" charset="0"/>
              </a:rPr>
              <a:t>	&lt;input id="</a:t>
            </a:r>
            <a:r>
              <a:rPr kumimoji="0" lang="en-GB" sz="1400" b="1" i="0" u="none" strike="noStrike" kern="1200" cap="none" spc="0" normalizeH="0" baseline="0" noProof="0" dirty="0" err="1">
                <a:ln>
                  <a:noFill/>
                </a:ln>
                <a:solidFill>
                  <a:srgbClr val="000000"/>
                </a:solidFill>
                <a:effectLst/>
                <a:uLnTx/>
                <a:uFillTx/>
                <a:latin typeface="Source Code Pro" panose="020B0309030403020204" pitchFamily="49" charset="0"/>
                <a:ea typeface="Source Code Pro" panose="020B0309030403020204" pitchFamily="49" charset="0"/>
                <a:cs typeface="Courier New" pitchFamily="49" charset="0"/>
              </a:rPr>
              <a:t>sname</a:t>
            </a:r>
            <a:r>
              <a:rPr kumimoji="0" lang="en-GB" sz="1400" b="1" i="0" u="none" strike="noStrike" kern="1200" cap="none" spc="0" normalizeH="0" baseline="0" noProof="0" dirty="0">
                <a:ln>
                  <a:noFill/>
                </a:ln>
                <a:solidFill>
                  <a:srgbClr val="000000"/>
                </a:solidFill>
                <a:effectLst/>
                <a:uLnTx/>
                <a:uFillTx/>
                <a:latin typeface="Source Code Pro" panose="020B0309030403020204" pitchFamily="49" charset="0"/>
                <a:ea typeface="Source Code Pro" panose="020B0309030403020204" pitchFamily="49" charset="0"/>
                <a:cs typeface="Courier New" pitchFamily="49" charset="0"/>
              </a:rPr>
              <a:t>" type="text"&gt;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000000"/>
                </a:solidFill>
                <a:effectLst/>
                <a:uLnTx/>
                <a:uFillTx/>
                <a:latin typeface="Source Code Pro" panose="020B0309030403020204" pitchFamily="49" charset="0"/>
                <a:ea typeface="Source Code Pro" panose="020B0309030403020204" pitchFamily="49" charset="0"/>
                <a:cs typeface="Courier New" pitchFamily="49"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000000"/>
                </a:solidFill>
                <a:effectLst/>
                <a:uLnTx/>
                <a:uFillTx/>
                <a:latin typeface="Source Code Pro" panose="020B0309030403020204" pitchFamily="49" charset="0"/>
                <a:ea typeface="Source Code Pro" panose="020B0309030403020204" pitchFamily="49" charset="0"/>
                <a:cs typeface="Courier New" pitchFamily="49" charset="0"/>
              </a:rPr>
              <a:t>	&lt;label for="age"&gt;Age&lt;/label&gt;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000000"/>
                </a:solidFill>
                <a:effectLst/>
                <a:uLnTx/>
                <a:uFillTx/>
                <a:latin typeface="Source Code Pro" panose="020B0309030403020204" pitchFamily="49" charset="0"/>
                <a:ea typeface="Source Code Pro" panose="020B0309030403020204" pitchFamily="49" charset="0"/>
                <a:cs typeface="Courier New" pitchFamily="49" charset="0"/>
              </a:rPr>
              <a:t>	&lt;input id="age" type="number"&gt;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000000"/>
                </a:solidFill>
                <a:effectLst/>
                <a:uLnTx/>
                <a:uFillTx/>
                <a:latin typeface="Source Code Pro" panose="020B0309030403020204" pitchFamily="49" charset="0"/>
                <a:ea typeface="Source Code Pro" panose="020B0309030403020204" pitchFamily="49" charset="0"/>
                <a:cs typeface="Courier New" pitchFamily="49" charset="0"/>
              </a:rPr>
              <a:t>&lt;/</a:t>
            </a:r>
            <a:r>
              <a:rPr kumimoji="0" lang="en-GB" sz="1400" b="1" i="0" u="none" strike="noStrike" kern="1200" cap="none" spc="0" normalizeH="0" baseline="0" noProof="0" dirty="0" err="1">
                <a:ln>
                  <a:noFill/>
                </a:ln>
                <a:solidFill>
                  <a:srgbClr val="000000"/>
                </a:solidFill>
                <a:effectLst/>
                <a:uLnTx/>
                <a:uFillTx/>
                <a:latin typeface="Source Code Pro" panose="020B0309030403020204" pitchFamily="49" charset="0"/>
                <a:ea typeface="Source Code Pro" panose="020B0309030403020204" pitchFamily="49" charset="0"/>
                <a:cs typeface="Courier New" pitchFamily="49" charset="0"/>
              </a:rPr>
              <a:t>fieldset</a:t>
            </a:r>
            <a:r>
              <a:rPr kumimoji="0" lang="en-GB" sz="1400" b="1" i="0" u="none" strike="noStrike" kern="1200" cap="none" spc="0" normalizeH="0" baseline="0" noProof="0" dirty="0">
                <a:ln>
                  <a:noFill/>
                </a:ln>
                <a:solidFill>
                  <a:srgbClr val="000000"/>
                </a:solidFill>
                <a:effectLst/>
                <a:uLnTx/>
                <a:uFillTx/>
                <a:latin typeface="Source Code Pro" panose="020B0309030403020204" pitchFamily="49" charset="0"/>
                <a:ea typeface="Source Code Pro" panose="020B0309030403020204" pitchFamily="49" charset="0"/>
                <a:cs typeface="Courier New" pitchFamily="49" charset="0"/>
              </a:rPr>
              <a:t>&gt;</a:t>
            </a:r>
          </a:p>
        </p:txBody>
      </p:sp>
      <p:sp>
        <p:nvSpPr>
          <p:cNvPr id="11" name="Rectangle 4"/>
          <p:cNvSpPr>
            <a:spLocks noChangeArrowheads="1"/>
          </p:cNvSpPr>
          <p:nvPr/>
        </p:nvSpPr>
        <p:spPr bwMode="auto">
          <a:xfrm>
            <a:off x="6072445" y="5317826"/>
            <a:ext cx="2647245" cy="73866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&lt;</a:t>
            </a:r>
            <a:r>
              <a:rPr kumimoji="0" lang="en-GB" sz="14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fieldset</a:t>
            </a:r>
            <a:r>
              <a:rPr kumimoji="0" lang="en-GB" sz="14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 disabled&gt;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&lt;/</a:t>
            </a:r>
            <a:r>
              <a:rPr kumimoji="0" lang="en-GB" sz="1400" b="1" i="0" u="none" strike="noStrike" kern="1200" cap="none" spc="0" normalizeH="0" baseline="0" noProof="0" dirty="0" err="1">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fieldset</a:t>
            </a:r>
            <a:r>
              <a:rPr kumimoji="0" lang="en-GB" sz="1400" b="1" i="0" u="none" strike="noStrike" kern="1200" cap="none" spc="0" normalizeH="0" baseline="0" noProof="0" dirty="0">
                <a:ln>
                  <a:noFill/>
                </a:ln>
                <a:solidFill>
                  <a:srgbClr val="0D0D0D"/>
                </a:solidFill>
                <a:effectLst/>
                <a:uLnTx/>
                <a:uFillTx/>
                <a:latin typeface="Source Code Pro" panose="020B0309030403020204" pitchFamily="49" charset="0"/>
                <a:ea typeface="Source Code Pro" panose="020B0309030403020204" pitchFamily="49" charset="0"/>
                <a:cs typeface="Courier New" pitchFamily="49" charset="0"/>
              </a:rPr>
              <a:t>&gt;</a:t>
            </a:r>
          </a:p>
        </p:txBody>
      </p:sp>
      <p:pic>
        <p:nvPicPr>
          <p:cNvPr id="2" name="Picture 1"/>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8356197" y="4188767"/>
            <a:ext cx="3000777" cy="1030309"/>
          </a:xfrm>
          <a:prstGeom prst="rect">
            <a:avLst/>
          </a:prstGeom>
        </p:spPr>
      </p:pic>
      <p:sp>
        <p:nvSpPr>
          <p:cNvPr id="8" name="Slide Number Placeholder 5">
            <a:extLst>
              <a:ext uri="{FF2B5EF4-FFF2-40B4-BE49-F238E27FC236}">
                <a16:creationId xmlns:a16="http://schemas.microsoft.com/office/drawing/2014/main" id="{5FF825AA-B0FA-0079-55D6-5AC1E5FEA25D}"/>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81</a:t>
            </a:fld>
            <a:endParaRPr lang="en-GB" noProof="0" dirty="0"/>
          </a:p>
        </p:txBody>
      </p:sp>
    </p:spTree>
    <p:extLst>
      <p:ext uri="{BB962C8B-B14F-4D97-AF65-F5344CB8AC3E}">
        <p14:creationId xmlns:p14="http://schemas.microsoft.com/office/powerpoint/2010/main" val="183864397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ctrTitle"/>
          </p:nvPr>
        </p:nvSpPr>
        <p:spPr>
          <a:xfrm>
            <a:off x="443921" y="500194"/>
            <a:ext cx="10800000" cy="858985"/>
          </a:xfrm>
        </p:spPr>
        <p:txBody>
          <a:bodyPr>
            <a:normAutofit/>
          </a:bodyPr>
          <a:lstStyle/>
          <a:p>
            <a:r>
              <a:rPr lang="en-GB" noProof="0" dirty="0"/>
              <a:t>Submitting the form</a:t>
            </a:r>
          </a:p>
        </p:txBody>
      </p:sp>
      <p:sp>
        <p:nvSpPr>
          <p:cNvPr id="49155" name="Rectangle 3"/>
          <p:cNvSpPr>
            <a:spLocks noGrp="1" noChangeArrowheads="1"/>
          </p:cNvSpPr>
          <p:nvPr>
            <p:ph type="body" sz="quarter" idx="13"/>
          </p:nvPr>
        </p:nvSpPr>
        <p:spPr>
          <a:xfrm>
            <a:off x="443922" y="1733108"/>
            <a:ext cx="5744228" cy="4348715"/>
          </a:xfrm>
        </p:spPr>
        <p:txBody>
          <a:bodyPr/>
          <a:lstStyle/>
          <a:p>
            <a:r>
              <a:rPr lang="en-GB" noProof="0" dirty="0"/>
              <a:t>The ‘submit’ button triggers the script.</a:t>
            </a:r>
          </a:p>
          <a:p>
            <a:r>
              <a:rPr lang="en-GB" noProof="0" dirty="0"/>
              <a:t>The values of the form’s fields are sent to the server.</a:t>
            </a:r>
          </a:p>
          <a:p>
            <a:r>
              <a:rPr lang="en-GB" noProof="0" dirty="0"/>
              <a:t>Two different mechanisms: GET and POST.</a:t>
            </a:r>
          </a:p>
        </p:txBody>
      </p:sp>
      <p:grpSp>
        <p:nvGrpSpPr>
          <p:cNvPr id="49156" name="Group 4"/>
          <p:cNvGrpSpPr>
            <a:grpSpLocks/>
          </p:cNvGrpSpPr>
          <p:nvPr/>
        </p:nvGrpSpPr>
        <p:grpSpPr bwMode="auto">
          <a:xfrm>
            <a:off x="6122914" y="2990850"/>
            <a:ext cx="3013075" cy="2370138"/>
            <a:chOff x="1407" y="1876"/>
            <a:chExt cx="2385" cy="1768"/>
          </a:xfrm>
        </p:grpSpPr>
        <p:sp>
          <p:nvSpPr>
            <p:cNvPr id="49170" name="Rectangle 5"/>
            <p:cNvSpPr>
              <a:spLocks noChangeArrowheads="1"/>
            </p:cNvSpPr>
            <p:nvPr/>
          </p:nvSpPr>
          <p:spPr bwMode="auto">
            <a:xfrm>
              <a:off x="1407" y="1876"/>
              <a:ext cx="2385" cy="1768"/>
            </a:xfrm>
            <a:prstGeom prst="rect">
              <a:avLst/>
            </a:prstGeom>
            <a:solidFill>
              <a:schemeClr val="bg1"/>
            </a:solidFill>
            <a:ln w="12700">
              <a:solidFill>
                <a:schemeClr val="tx1"/>
              </a:solidFill>
              <a:miter lim="800000"/>
              <a:headEnd/>
              <a:tailEnd/>
            </a:ln>
          </p:spPr>
          <p:txBody>
            <a:bodyPr wrap="none" anchor="ctr"/>
            <a:lstStyle>
              <a:lvl1pPr>
                <a:lnSpc>
                  <a:spcPct val="120000"/>
                </a:lnSpc>
                <a:spcBef>
                  <a:spcPct val="60000"/>
                </a:spcBef>
                <a:buClr>
                  <a:schemeClr val="bg2"/>
                </a:buClr>
                <a:buChar char="•"/>
                <a:defRPr sz="2400" b="1">
                  <a:solidFill>
                    <a:srgbClr val="134183"/>
                  </a:solidFill>
                  <a:latin typeface="Arial" panose="020B0604020202020204" pitchFamily="34" charset="0"/>
                </a:defRPr>
              </a:lvl1pPr>
              <a:lvl2pPr marL="742950" indent="-285750">
                <a:lnSpc>
                  <a:spcPct val="110000"/>
                </a:lnSpc>
                <a:spcBef>
                  <a:spcPct val="15000"/>
                </a:spcBef>
                <a:spcAft>
                  <a:spcPct val="10000"/>
                </a:spcAft>
                <a:buClr>
                  <a:schemeClr val="bg2"/>
                </a:buClr>
                <a:buChar char="•"/>
                <a:defRPr sz="2000" b="1">
                  <a:solidFill>
                    <a:srgbClr val="134183"/>
                  </a:solidFill>
                  <a:latin typeface="Arial" panose="020B0604020202020204" pitchFamily="34" charset="0"/>
                </a:defRPr>
              </a:lvl2pPr>
              <a:lvl3pPr marL="1143000" indent="-228600">
                <a:lnSpc>
                  <a:spcPct val="110000"/>
                </a:lnSpc>
                <a:spcBef>
                  <a:spcPct val="10000"/>
                </a:spcBef>
                <a:spcAft>
                  <a:spcPct val="15000"/>
                </a:spcAft>
                <a:buClr>
                  <a:schemeClr val="bg2"/>
                </a:buClr>
                <a:buChar char="•"/>
                <a:defRPr sz="2400">
                  <a:solidFill>
                    <a:srgbClr val="134183"/>
                  </a:solidFill>
                  <a:latin typeface="Arial" panose="020B0604020202020204" pitchFamily="34" charset="0"/>
                </a:defRPr>
              </a:lvl3pPr>
              <a:lvl4pPr marL="1600200" indent="-228600">
                <a:spcBef>
                  <a:spcPct val="20000"/>
                </a:spcBef>
                <a:buChar char=" "/>
                <a:defRPr sz="1200">
                  <a:solidFill>
                    <a:schemeClr val="tx1"/>
                  </a:solidFill>
                  <a:latin typeface="Arial" panose="020B0604020202020204" pitchFamily="34" charset="0"/>
                </a:defRPr>
              </a:lvl4pPr>
              <a:lvl5pPr marL="2057400" indent="-228600">
                <a:spcBef>
                  <a:spcPct val="20000"/>
                </a:spcBef>
                <a:buChar char=" "/>
                <a:defRPr sz="1000">
                  <a:solidFill>
                    <a:schemeClr val="tx1"/>
                  </a:solidFill>
                  <a:latin typeface="Arial" panose="020B0604020202020204" pitchFamily="34" charset="0"/>
                </a:defRPr>
              </a:lvl5pPr>
              <a:lvl6pPr marL="2514600" indent="-228600" eaLnBrk="0" fontAlgn="base" hangingPunct="0">
                <a:spcBef>
                  <a:spcPct val="20000"/>
                </a:spcBef>
                <a:spcAft>
                  <a:spcPct val="0"/>
                </a:spcAft>
                <a:buChar char=" "/>
                <a:defRPr sz="1000">
                  <a:solidFill>
                    <a:schemeClr val="tx1"/>
                  </a:solidFill>
                  <a:latin typeface="Arial" panose="020B0604020202020204" pitchFamily="34" charset="0"/>
                </a:defRPr>
              </a:lvl6pPr>
              <a:lvl7pPr marL="2971800" indent="-228600" eaLnBrk="0" fontAlgn="base" hangingPunct="0">
                <a:spcBef>
                  <a:spcPct val="20000"/>
                </a:spcBef>
                <a:spcAft>
                  <a:spcPct val="0"/>
                </a:spcAft>
                <a:buChar char=" "/>
                <a:defRPr sz="1000">
                  <a:solidFill>
                    <a:schemeClr val="tx1"/>
                  </a:solidFill>
                  <a:latin typeface="Arial" panose="020B0604020202020204" pitchFamily="34" charset="0"/>
                </a:defRPr>
              </a:lvl7pPr>
              <a:lvl8pPr marL="3429000" indent="-228600" eaLnBrk="0" fontAlgn="base" hangingPunct="0">
                <a:spcBef>
                  <a:spcPct val="20000"/>
                </a:spcBef>
                <a:spcAft>
                  <a:spcPct val="0"/>
                </a:spcAft>
                <a:buChar char=" "/>
                <a:defRPr sz="1000">
                  <a:solidFill>
                    <a:schemeClr val="tx1"/>
                  </a:solidFill>
                  <a:latin typeface="Arial" panose="020B0604020202020204" pitchFamily="34" charset="0"/>
                </a:defRPr>
              </a:lvl8pPr>
              <a:lvl9pPr marL="3886200" indent="-228600" eaLnBrk="0" fontAlgn="base" hangingPunct="0">
                <a:spcBef>
                  <a:spcPct val="20000"/>
                </a:spcBef>
                <a:spcAft>
                  <a:spcPct val="0"/>
                </a:spcAft>
                <a:buChar char=" "/>
                <a:defRPr sz="1000">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endParaRPr kumimoji="0" lang="en-GB" sz="1000" b="0" i="0" u="none" strike="noStrike" kern="1200" cap="none" spc="0" normalizeH="0" baseline="0" noProof="0" dirty="0">
                <a:ln>
                  <a:noFill/>
                </a:ln>
                <a:solidFill>
                  <a:srgbClr val="0D0D0D"/>
                </a:solidFill>
                <a:effectLst/>
                <a:uLnTx/>
                <a:uFillTx/>
                <a:latin typeface="Arial" panose="020B0604020202020204" pitchFamily="34" charset="0"/>
                <a:ea typeface="+mn-ea"/>
                <a:cs typeface="+mn-cs"/>
              </a:endParaRPr>
            </a:p>
          </p:txBody>
        </p:sp>
        <p:sp>
          <p:nvSpPr>
            <p:cNvPr id="49171" name="Rectangle 6"/>
            <p:cNvSpPr>
              <a:spLocks noChangeArrowheads="1"/>
            </p:cNvSpPr>
            <p:nvPr/>
          </p:nvSpPr>
          <p:spPr bwMode="auto">
            <a:xfrm>
              <a:off x="1496" y="2384"/>
              <a:ext cx="1751" cy="27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20000"/>
                </a:lnSpc>
                <a:spcBef>
                  <a:spcPct val="60000"/>
                </a:spcBef>
                <a:buClr>
                  <a:schemeClr val="bg2"/>
                </a:buClr>
                <a:buChar char="•"/>
                <a:defRPr sz="2400" b="1">
                  <a:solidFill>
                    <a:srgbClr val="134183"/>
                  </a:solidFill>
                  <a:latin typeface="Arial" panose="020B0604020202020204" pitchFamily="34" charset="0"/>
                </a:defRPr>
              </a:lvl1pPr>
              <a:lvl2pPr marL="742950" indent="-285750">
                <a:lnSpc>
                  <a:spcPct val="110000"/>
                </a:lnSpc>
                <a:spcBef>
                  <a:spcPct val="15000"/>
                </a:spcBef>
                <a:spcAft>
                  <a:spcPct val="10000"/>
                </a:spcAft>
                <a:buClr>
                  <a:schemeClr val="bg2"/>
                </a:buClr>
                <a:buChar char="•"/>
                <a:defRPr sz="2000" b="1">
                  <a:solidFill>
                    <a:srgbClr val="134183"/>
                  </a:solidFill>
                  <a:latin typeface="Arial" panose="020B0604020202020204" pitchFamily="34" charset="0"/>
                </a:defRPr>
              </a:lvl2pPr>
              <a:lvl3pPr marL="1143000" indent="-228600">
                <a:lnSpc>
                  <a:spcPct val="110000"/>
                </a:lnSpc>
                <a:spcBef>
                  <a:spcPct val="10000"/>
                </a:spcBef>
                <a:spcAft>
                  <a:spcPct val="15000"/>
                </a:spcAft>
                <a:buClr>
                  <a:schemeClr val="bg2"/>
                </a:buClr>
                <a:buChar char="•"/>
                <a:defRPr sz="2400">
                  <a:solidFill>
                    <a:srgbClr val="134183"/>
                  </a:solidFill>
                  <a:latin typeface="Arial" panose="020B0604020202020204" pitchFamily="34" charset="0"/>
                </a:defRPr>
              </a:lvl3pPr>
              <a:lvl4pPr marL="1600200" indent="-228600">
                <a:spcBef>
                  <a:spcPct val="20000"/>
                </a:spcBef>
                <a:buChar char=" "/>
                <a:defRPr sz="1200">
                  <a:solidFill>
                    <a:schemeClr val="tx1"/>
                  </a:solidFill>
                  <a:latin typeface="Arial" panose="020B0604020202020204" pitchFamily="34" charset="0"/>
                </a:defRPr>
              </a:lvl4pPr>
              <a:lvl5pPr marL="2057400" indent="-228600">
                <a:spcBef>
                  <a:spcPct val="20000"/>
                </a:spcBef>
                <a:buChar char=" "/>
                <a:defRPr sz="1000">
                  <a:solidFill>
                    <a:schemeClr val="tx1"/>
                  </a:solidFill>
                  <a:latin typeface="Arial" panose="020B0604020202020204" pitchFamily="34" charset="0"/>
                </a:defRPr>
              </a:lvl5pPr>
              <a:lvl6pPr marL="2514600" indent="-228600" eaLnBrk="0" fontAlgn="base" hangingPunct="0">
                <a:spcBef>
                  <a:spcPct val="20000"/>
                </a:spcBef>
                <a:spcAft>
                  <a:spcPct val="0"/>
                </a:spcAft>
                <a:buChar char=" "/>
                <a:defRPr sz="1000">
                  <a:solidFill>
                    <a:schemeClr val="tx1"/>
                  </a:solidFill>
                  <a:latin typeface="Arial" panose="020B0604020202020204" pitchFamily="34" charset="0"/>
                </a:defRPr>
              </a:lvl6pPr>
              <a:lvl7pPr marL="2971800" indent="-228600" eaLnBrk="0" fontAlgn="base" hangingPunct="0">
                <a:spcBef>
                  <a:spcPct val="20000"/>
                </a:spcBef>
                <a:spcAft>
                  <a:spcPct val="0"/>
                </a:spcAft>
                <a:buChar char=" "/>
                <a:defRPr sz="1000">
                  <a:solidFill>
                    <a:schemeClr val="tx1"/>
                  </a:solidFill>
                  <a:latin typeface="Arial" panose="020B0604020202020204" pitchFamily="34" charset="0"/>
                </a:defRPr>
              </a:lvl7pPr>
              <a:lvl8pPr marL="3429000" indent="-228600" eaLnBrk="0" fontAlgn="base" hangingPunct="0">
                <a:spcBef>
                  <a:spcPct val="20000"/>
                </a:spcBef>
                <a:spcAft>
                  <a:spcPct val="0"/>
                </a:spcAft>
                <a:buChar char=" "/>
                <a:defRPr sz="1000">
                  <a:solidFill>
                    <a:schemeClr val="tx1"/>
                  </a:solidFill>
                  <a:latin typeface="Arial" panose="020B0604020202020204" pitchFamily="34" charset="0"/>
                </a:defRPr>
              </a:lvl8pPr>
              <a:lvl9pPr marL="3886200" indent="-228600" eaLnBrk="0" fontAlgn="base" hangingPunct="0">
                <a:spcBef>
                  <a:spcPct val="20000"/>
                </a:spcBef>
                <a:spcAft>
                  <a:spcPct val="0"/>
                </a:spcAft>
                <a:buChar char=" "/>
                <a:defRPr sz="1000">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dirty="0">
                  <a:ln>
                    <a:noFill/>
                  </a:ln>
                  <a:solidFill>
                    <a:srgbClr val="0D0D0D"/>
                  </a:solidFill>
                  <a:effectLst/>
                  <a:uLnTx/>
                  <a:uFillTx/>
                  <a:latin typeface="Arial" panose="020B0604020202020204" pitchFamily="34" charset="0"/>
                  <a:ea typeface="+mn-ea"/>
                  <a:cs typeface="+mn-cs"/>
                </a:rPr>
                <a:t>Enter address here:</a:t>
              </a:r>
            </a:p>
          </p:txBody>
        </p:sp>
        <p:sp>
          <p:nvSpPr>
            <p:cNvPr id="49172" name="Rectangle 7"/>
            <p:cNvSpPr>
              <a:spLocks noChangeArrowheads="1"/>
            </p:cNvSpPr>
            <p:nvPr/>
          </p:nvSpPr>
          <p:spPr bwMode="auto">
            <a:xfrm>
              <a:off x="1563" y="2644"/>
              <a:ext cx="1344" cy="663"/>
            </a:xfrm>
            <a:prstGeom prst="rect">
              <a:avLst/>
            </a:prstGeom>
            <a:solidFill>
              <a:schemeClr val="bg1"/>
            </a:solidFill>
            <a:ln w="12700">
              <a:solidFill>
                <a:schemeClr val="tx1"/>
              </a:solidFill>
              <a:miter lim="800000"/>
              <a:headEnd/>
              <a:tailEnd/>
            </a:ln>
          </p:spPr>
          <p:txBody>
            <a:bodyPr wrap="none" anchor="ctr"/>
            <a:lstStyle>
              <a:lvl1pPr>
                <a:lnSpc>
                  <a:spcPct val="120000"/>
                </a:lnSpc>
                <a:spcBef>
                  <a:spcPct val="60000"/>
                </a:spcBef>
                <a:buClr>
                  <a:schemeClr val="bg2"/>
                </a:buClr>
                <a:buChar char="•"/>
                <a:defRPr sz="2400" b="1">
                  <a:solidFill>
                    <a:srgbClr val="134183"/>
                  </a:solidFill>
                  <a:latin typeface="Arial" panose="020B0604020202020204" pitchFamily="34" charset="0"/>
                </a:defRPr>
              </a:lvl1pPr>
              <a:lvl2pPr marL="742950" indent="-285750">
                <a:lnSpc>
                  <a:spcPct val="110000"/>
                </a:lnSpc>
                <a:spcBef>
                  <a:spcPct val="15000"/>
                </a:spcBef>
                <a:spcAft>
                  <a:spcPct val="10000"/>
                </a:spcAft>
                <a:buClr>
                  <a:schemeClr val="bg2"/>
                </a:buClr>
                <a:buChar char="•"/>
                <a:defRPr sz="2000" b="1">
                  <a:solidFill>
                    <a:srgbClr val="134183"/>
                  </a:solidFill>
                  <a:latin typeface="Arial" panose="020B0604020202020204" pitchFamily="34" charset="0"/>
                </a:defRPr>
              </a:lvl2pPr>
              <a:lvl3pPr marL="1143000" indent="-228600">
                <a:lnSpc>
                  <a:spcPct val="110000"/>
                </a:lnSpc>
                <a:spcBef>
                  <a:spcPct val="10000"/>
                </a:spcBef>
                <a:spcAft>
                  <a:spcPct val="15000"/>
                </a:spcAft>
                <a:buClr>
                  <a:schemeClr val="bg2"/>
                </a:buClr>
                <a:buChar char="•"/>
                <a:defRPr sz="2400">
                  <a:solidFill>
                    <a:srgbClr val="134183"/>
                  </a:solidFill>
                  <a:latin typeface="Arial" panose="020B0604020202020204" pitchFamily="34" charset="0"/>
                </a:defRPr>
              </a:lvl3pPr>
              <a:lvl4pPr marL="1600200" indent="-228600">
                <a:spcBef>
                  <a:spcPct val="20000"/>
                </a:spcBef>
                <a:buChar char=" "/>
                <a:defRPr sz="1200">
                  <a:solidFill>
                    <a:schemeClr val="tx1"/>
                  </a:solidFill>
                  <a:latin typeface="Arial" panose="020B0604020202020204" pitchFamily="34" charset="0"/>
                </a:defRPr>
              </a:lvl4pPr>
              <a:lvl5pPr marL="2057400" indent="-228600">
                <a:spcBef>
                  <a:spcPct val="20000"/>
                </a:spcBef>
                <a:buChar char=" "/>
                <a:defRPr sz="1000">
                  <a:solidFill>
                    <a:schemeClr val="tx1"/>
                  </a:solidFill>
                  <a:latin typeface="Arial" panose="020B0604020202020204" pitchFamily="34" charset="0"/>
                </a:defRPr>
              </a:lvl5pPr>
              <a:lvl6pPr marL="2514600" indent="-228600" eaLnBrk="0" fontAlgn="base" hangingPunct="0">
                <a:spcBef>
                  <a:spcPct val="20000"/>
                </a:spcBef>
                <a:spcAft>
                  <a:spcPct val="0"/>
                </a:spcAft>
                <a:buChar char=" "/>
                <a:defRPr sz="1000">
                  <a:solidFill>
                    <a:schemeClr val="tx1"/>
                  </a:solidFill>
                  <a:latin typeface="Arial" panose="020B0604020202020204" pitchFamily="34" charset="0"/>
                </a:defRPr>
              </a:lvl6pPr>
              <a:lvl7pPr marL="2971800" indent="-228600" eaLnBrk="0" fontAlgn="base" hangingPunct="0">
                <a:spcBef>
                  <a:spcPct val="20000"/>
                </a:spcBef>
                <a:spcAft>
                  <a:spcPct val="0"/>
                </a:spcAft>
                <a:buChar char=" "/>
                <a:defRPr sz="1000">
                  <a:solidFill>
                    <a:schemeClr val="tx1"/>
                  </a:solidFill>
                  <a:latin typeface="Arial" panose="020B0604020202020204" pitchFamily="34" charset="0"/>
                </a:defRPr>
              </a:lvl7pPr>
              <a:lvl8pPr marL="3429000" indent="-228600" eaLnBrk="0" fontAlgn="base" hangingPunct="0">
                <a:spcBef>
                  <a:spcPct val="20000"/>
                </a:spcBef>
                <a:spcAft>
                  <a:spcPct val="0"/>
                </a:spcAft>
                <a:buChar char=" "/>
                <a:defRPr sz="1000">
                  <a:solidFill>
                    <a:schemeClr val="tx1"/>
                  </a:solidFill>
                  <a:latin typeface="Arial" panose="020B0604020202020204" pitchFamily="34" charset="0"/>
                </a:defRPr>
              </a:lvl8pPr>
              <a:lvl9pPr marL="3886200" indent="-228600" eaLnBrk="0" fontAlgn="base" hangingPunct="0">
                <a:spcBef>
                  <a:spcPct val="20000"/>
                </a:spcBef>
                <a:spcAft>
                  <a:spcPct val="0"/>
                </a:spcAft>
                <a:buChar char=" "/>
                <a:defRPr sz="1000">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endParaRPr kumimoji="0" lang="en-GB" sz="1000" b="0" i="0" u="none" strike="noStrike" kern="1200" cap="none" spc="0" normalizeH="0" baseline="0" noProof="0" dirty="0">
                <a:ln>
                  <a:noFill/>
                </a:ln>
                <a:solidFill>
                  <a:srgbClr val="0D0D0D"/>
                </a:solidFill>
                <a:effectLst/>
                <a:uLnTx/>
                <a:uFillTx/>
                <a:latin typeface="Arial" panose="020B0604020202020204" pitchFamily="34" charset="0"/>
                <a:ea typeface="+mn-ea"/>
                <a:cs typeface="+mn-cs"/>
              </a:endParaRPr>
            </a:p>
          </p:txBody>
        </p:sp>
        <p:sp>
          <p:nvSpPr>
            <p:cNvPr id="49173" name="Rectangle 8"/>
            <p:cNvSpPr>
              <a:spLocks noChangeArrowheads="1"/>
            </p:cNvSpPr>
            <p:nvPr/>
          </p:nvSpPr>
          <p:spPr bwMode="auto">
            <a:xfrm>
              <a:off x="1563" y="3363"/>
              <a:ext cx="720" cy="184"/>
            </a:xfrm>
            <a:prstGeom prst="rect">
              <a:avLst/>
            </a:prstGeom>
            <a:solidFill>
              <a:schemeClr val="accent1"/>
            </a:solidFill>
            <a:ln w="12700">
              <a:solidFill>
                <a:schemeClr val="tx1"/>
              </a:solidFill>
              <a:miter lim="800000"/>
              <a:headEnd/>
              <a:tailEnd/>
            </a:ln>
          </p:spPr>
          <p:txBody>
            <a:bodyPr wrap="none" lIns="92075" tIns="46038" rIns="92075" bIns="46038" anchor="ctr"/>
            <a:lstStyle>
              <a:lvl1pPr>
                <a:lnSpc>
                  <a:spcPct val="120000"/>
                </a:lnSpc>
                <a:spcBef>
                  <a:spcPct val="60000"/>
                </a:spcBef>
                <a:buClr>
                  <a:schemeClr val="bg2"/>
                </a:buClr>
                <a:buChar char="•"/>
                <a:defRPr sz="2400" b="1">
                  <a:solidFill>
                    <a:srgbClr val="134183"/>
                  </a:solidFill>
                  <a:latin typeface="Arial" panose="020B0604020202020204" pitchFamily="34" charset="0"/>
                </a:defRPr>
              </a:lvl1pPr>
              <a:lvl2pPr marL="742950" indent="-285750">
                <a:lnSpc>
                  <a:spcPct val="110000"/>
                </a:lnSpc>
                <a:spcBef>
                  <a:spcPct val="15000"/>
                </a:spcBef>
                <a:spcAft>
                  <a:spcPct val="10000"/>
                </a:spcAft>
                <a:buClr>
                  <a:schemeClr val="bg2"/>
                </a:buClr>
                <a:buChar char="•"/>
                <a:defRPr sz="2000" b="1">
                  <a:solidFill>
                    <a:srgbClr val="134183"/>
                  </a:solidFill>
                  <a:latin typeface="Arial" panose="020B0604020202020204" pitchFamily="34" charset="0"/>
                </a:defRPr>
              </a:lvl2pPr>
              <a:lvl3pPr marL="1143000" indent="-228600">
                <a:lnSpc>
                  <a:spcPct val="110000"/>
                </a:lnSpc>
                <a:spcBef>
                  <a:spcPct val="10000"/>
                </a:spcBef>
                <a:spcAft>
                  <a:spcPct val="15000"/>
                </a:spcAft>
                <a:buClr>
                  <a:schemeClr val="bg2"/>
                </a:buClr>
                <a:buChar char="•"/>
                <a:defRPr sz="2400">
                  <a:solidFill>
                    <a:srgbClr val="134183"/>
                  </a:solidFill>
                  <a:latin typeface="Arial" panose="020B0604020202020204" pitchFamily="34" charset="0"/>
                </a:defRPr>
              </a:lvl3pPr>
              <a:lvl4pPr marL="1600200" indent="-228600">
                <a:spcBef>
                  <a:spcPct val="20000"/>
                </a:spcBef>
                <a:buChar char=" "/>
                <a:defRPr sz="1200">
                  <a:solidFill>
                    <a:schemeClr val="tx1"/>
                  </a:solidFill>
                  <a:latin typeface="Arial" panose="020B0604020202020204" pitchFamily="34" charset="0"/>
                </a:defRPr>
              </a:lvl4pPr>
              <a:lvl5pPr marL="2057400" indent="-228600">
                <a:spcBef>
                  <a:spcPct val="20000"/>
                </a:spcBef>
                <a:buChar char=" "/>
                <a:defRPr sz="1000">
                  <a:solidFill>
                    <a:schemeClr val="tx1"/>
                  </a:solidFill>
                  <a:latin typeface="Arial" panose="020B0604020202020204" pitchFamily="34" charset="0"/>
                </a:defRPr>
              </a:lvl5pPr>
              <a:lvl6pPr marL="2514600" indent="-228600" eaLnBrk="0" fontAlgn="base" hangingPunct="0">
                <a:spcBef>
                  <a:spcPct val="20000"/>
                </a:spcBef>
                <a:spcAft>
                  <a:spcPct val="0"/>
                </a:spcAft>
                <a:buChar char=" "/>
                <a:defRPr sz="1000">
                  <a:solidFill>
                    <a:schemeClr val="tx1"/>
                  </a:solidFill>
                  <a:latin typeface="Arial" panose="020B0604020202020204" pitchFamily="34" charset="0"/>
                </a:defRPr>
              </a:lvl6pPr>
              <a:lvl7pPr marL="2971800" indent="-228600" eaLnBrk="0" fontAlgn="base" hangingPunct="0">
                <a:spcBef>
                  <a:spcPct val="20000"/>
                </a:spcBef>
                <a:spcAft>
                  <a:spcPct val="0"/>
                </a:spcAft>
                <a:buChar char=" "/>
                <a:defRPr sz="1000">
                  <a:solidFill>
                    <a:schemeClr val="tx1"/>
                  </a:solidFill>
                  <a:latin typeface="Arial" panose="020B0604020202020204" pitchFamily="34" charset="0"/>
                </a:defRPr>
              </a:lvl7pPr>
              <a:lvl8pPr marL="3429000" indent="-228600" eaLnBrk="0" fontAlgn="base" hangingPunct="0">
                <a:spcBef>
                  <a:spcPct val="20000"/>
                </a:spcBef>
                <a:spcAft>
                  <a:spcPct val="0"/>
                </a:spcAft>
                <a:buChar char=" "/>
                <a:defRPr sz="1000">
                  <a:solidFill>
                    <a:schemeClr val="tx1"/>
                  </a:solidFill>
                  <a:latin typeface="Arial" panose="020B0604020202020204" pitchFamily="34" charset="0"/>
                </a:defRPr>
              </a:lvl8pPr>
              <a:lvl9pPr marL="3886200" indent="-228600" eaLnBrk="0" fontAlgn="base" hangingPunct="0">
                <a:spcBef>
                  <a:spcPct val="20000"/>
                </a:spcBef>
                <a:spcAft>
                  <a:spcPct val="0"/>
                </a:spcAft>
                <a:buChar char=" "/>
                <a:defRPr sz="1000">
                  <a:solidFill>
                    <a:schemeClr val="tx1"/>
                  </a:solidFill>
                  <a:latin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OK</a:t>
              </a:r>
            </a:p>
          </p:txBody>
        </p:sp>
        <p:sp>
          <p:nvSpPr>
            <p:cNvPr id="49174" name="Rectangle 9"/>
            <p:cNvSpPr>
              <a:spLocks noChangeArrowheads="1"/>
            </p:cNvSpPr>
            <p:nvPr/>
          </p:nvSpPr>
          <p:spPr bwMode="auto">
            <a:xfrm>
              <a:off x="1496" y="1952"/>
              <a:ext cx="2137" cy="27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20000"/>
                </a:lnSpc>
                <a:spcBef>
                  <a:spcPct val="60000"/>
                </a:spcBef>
                <a:buClr>
                  <a:schemeClr val="bg2"/>
                </a:buClr>
                <a:buChar char="•"/>
                <a:defRPr sz="2400" b="1">
                  <a:solidFill>
                    <a:srgbClr val="134183"/>
                  </a:solidFill>
                  <a:latin typeface="Arial" panose="020B0604020202020204" pitchFamily="34" charset="0"/>
                </a:defRPr>
              </a:lvl1pPr>
              <a:lvl2pPr marL="742950" indent="-285750">
                <a:lnSpc>
                  <a:spcPct val="110000"/>
                </a:lnSpc>
                <a:spcBef>
                  <a:spcPct val="15000"/>
                </a:spcBef>
                <a:spcAft>
                  <a:spcPct val="10000"/>
                </a:spcAft>
                <a:buClr>
                  <a:schemeClr val="bg2"/>
                </a:buClr>
                <a:buChar char="•"/>
                <a:defRPr sz="2000" b="1">
                  <a:solidFill>
                    <a:srgbClr val="134183"/>
                  </a:solidFill>
                  <a:latin typeface="Arial" panose="020B0604020202020204" pitchFamily="34" charset="0"/>
                </a:defRPr>
              </a:lvl2pPr>
              <a:lvl3pPr marL="1143000" indent="-228600">
                <a:lnSpc>
                  <a:spcPct val="110000"/>
                </a:lnSpc>
                <a:spcBef>
                  <a:spcPct val="10000"/>
                </a:spcBef>
                <a:spcAft>
                  <a:spcPct val="15000"/>
                </a:spcAft>
                <a:buClr>
                  <a:schemeClr val="bg2"/>
                </a:buClr>
                <a:buChar char="•"/>
                <a:defRPr sz="2400">
                  <a:solidFill>
                    <a:srgbClr val="134183"/>
                  </a:solidFill>
                  <a:latin typeface="Arial" panose="020B0604020202020204" pitchFamily="34" charset="0"/>
                </a:defRPr>
              </a:lvl3pPr>
              <a:lvl4pPr marL="1600200" indent="-228600">
                <a:spcBef>
                  <a:spcPct val="20000"/>
                </a:spcBef>
                <a:buChar char=" "/>
                <a:defRPr sz="1200">
                  <a:solidFill>
                    <a:schemeClr val="tx1"/>
                  </a:solidFill>
                  <a:latin typeface="Arial" panose="020B0604020202020204" pitchFamily="34" charset="0"/>
                </a:defRPr>
              </a:lvl4pPr>
              <a:lvl5pPr marL="2057400" indent="-228600">
                <a:spcBef>
                  <a:spcPct val="20000"/>
                </a:spcBef>
                <a:buChar char=" "/>
                <a:defRPr sz="1000">
                  <a:solidFill>
                    <a:schemeClr val="tx1"/>
                  </a:solidFill>
                  <a:latin typeface="Arial" panose="020B0604020202020204" pitchFamily="34" charset="0"/>
                </a:defRPr>
              </a:lvl5pPr>
              <a:lvl6pPr marL="2514600" indent="-228600" eaLnBrk="0" fontAlgn="base" hangingPunct="0">
                <a:spcBef>
                  <a:spcPct val="20000"/>
                </a:spcBef>
                <a:spcAft>
                  <a:spcPct val="0"/>
                </a:spcAft>
                <a:buChar char=" "/>
                <a:defRPr sz="1000">
                  <a:solidFill>
                    <a:schemeClr val="tx1"/>
                  </a:solidFill>
                  <a:latin typeface="Arial" panose="020B0604020202020204" pitchFamily="34" charset="0"/>
                </a:defRPr>
              </a:lvl6pPr>
              <a:lvl7pPr marL="2971800" indent="-228600" eaLnBrk="0" fontAlgn="base" hangingPunct="0">
                <a:spcBef>
                  <a:spcPct val="20000"/>
                </a:spcBef>
                <a:spcAft>
                  <a:spcPct val="0"/>
                </a:spcAft>
                <a:buChar char=" "/>
                <a:defRPr sz="1000">
                  <a:solidFill>
                    <a:schemeClr val="tx1"/>
                  </a:solidFill>
                  <a:latin typeface="Arial" panose="020B0604020202020204" pitchFamily="34" charset="0"/>
                </a:defRPr>
              </a:lvl7pPr>
              <a:lvl8pPr marL="3429000" indent="-228600" eaLnBrk="0" fontAlgn="base" hangingPunct="0">
                <a:spcBef>
                  <a:spcPct val="20000"/>
                </a:spcBef>
                <a:spcAft>
                  <a:spcPct val="0"/>
                </a:spcAft>
                <a:buChar char=" "/>
                <a:defRPr sz="1000">
                  <a:solidFill>
                    <a:schemeClr val="tx1"/>
                  </a:solidFill>
                  <a:latin typeface="Arial" panose="020B0604020202020204" pitchFamily="34" charset="0"/>
                </a:defRPr>
              </a:lvl8pPr>
              <a:lvl9pPr marL="3886200" indent="-228600" eaLnBrk="0" fontAlgn="base" hangingPunct="0">
                <a:spcBef>
                  <a:spcPct val="20000"/>
                </a:spcBef>
                <a:spcAft>
                  <a:spcPct val="0"/>
                </a:spcAft>
                <a:buChar char=" "/>
                <a:defRPr sz="1000">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dirty="0">
                  <a:ln>
                    <a:noFill/>
                  </a:ln>
                  <a:solidFill>
                    <a:srgbClr val="0D0D0D"/>
                  </a:solidFill>
                  <a:effectLst/>
                  <a:uLnTx/>
                  <a:uFillTx/>
                  <a:latin typeface="Arial" panose="020B0604020202020204" pitchFamily="34" charset="0"/>
                  <a:ea typeface="+mn-ea"/>
                  <a:cs typeface="+mn-cs"/>
                </a:rPr>
                <a:t>Please enter your name:</a:t>
              </a:r>
            </a:p>
          </p:txBody>
        </p:sp>
        <p:sp>
          <p:nvSpPr>
            <p:cNvPr id="49175" name="Rectangle 10"/>
            <p:cNvSpPr>
              <a:spLocks noChangeArrowheads="1"/>
            </p:cNvSpPr>
            <p:nvPr/>
          </p:nvSpPr>
          <p:spPr bwMode="auto">
            <a:xfrm>
              <a:off x="1563" y="2163"/>
              <a:ext cx="1344" cy="184"/>
            </a:xfrm>
            <a:prstGeom prst="rect">
              <a:avLst/>
            </a:prstGeom>
            <a:solidFill>
              <a:schemeClr val="bg1"/>
            </a:solidFill>
            <a:ln w="12700">
              <a:solidFill>
                <a:schemeClr val="tx1"/>
              </a:solidFill>
              <a:miter lim="800000"/>
              <a:headEnd/>
              <a:tailEnd/>
            </a:ln>
          </p:spPr>
          <p:txBody>
            <a:bodyPr wrap="none" anchor="ctr"/>
            <a:lstStyle>
              <a:lvl1pPr>
                <a:lnSpc>
                  <a:spcPct val="120000"/>
                </a:lnSpc>
                <a:spcBef>
                  <a:spcPct val="60000"/>
                </a:spcBef>
                <a:buClr>
                  <a:schemeClr val="bg2"/>
                </a:buClr>
                <a:buChar char="•"/>
                <a:defRPr sz="2400" b="1">
                  <a:solidFill>
                    <a:srgbClr val="134183"/>
                  </a:solidFill>
                  <a:latin typeface="Arial" panose="020B0604020202020204" pitchFamily="34" charset="0"/>
                </a:defRPr>
              </a:lvl1pPr>
              <a:lvl2pPr marL="742950" indent="-285750">
                <a:lnSpc>
                  <a:spcPct val="110000"/>
                </a:lnSpc>
                <a:spcBef>
                  <a:spcPct val="15000"/>
                </a:spcBef>
                <a:spcAft>
                  <a:spcPct val="10000"/>
                </a:spcAft>
                <a:buClr>
                  <a:schemeClr val="bg2"/>
                </a:buClr>
                <a:buChar char="•"/>
                <a:defRPr sz="2000" b="1">
                  <a:solidFill>
                    <a:srgbClr val="134183"/>
                  </a:solidFill>
                  <a:latin typeface="Arial" panose="020B0604020202020204" pitchFamily="34" charset="0"/>
                </a:defRPr>
              </a:lvl2pPr>
              <a:lvl3pPr marL="1143000" indent="-228600">
                <a:lnSpc>
                  <a:spcPct val="110000"/>
                </a:lnSpc>
                <a:spcBef>
                  <a:spcPct val="10000"/>
                </a:spcBef>
                <a:spcAft>
                  <a:spcPct val="15000"/>
                </a:spcAft>
                <a:buClr>
                  <a:schemeClr val="bg2"/>
                </a:buClr>
                <a:buChar char="•"/>
                <a:defRPr sz="2400">
                  <a:solidFill>
                    <a:srgbClr val="134183"/>
                  </a:solidFill>
                  <a:latin typeface="Arial" panose="020B0604020202020204" pitchFamily="34" charset="0"/>
                </a:defRPr>
              </a:lvl3pPr>
              <a:lvl4pPr marL="1600200" indent="-228600">
                <a:spcBef>
                  <a:spcPct val="20000"/>
                </a:spcBef>
                <a:buChar char=" "/>
                <a:defRPr sz="1200">
                  <a:solidFill>
                    <a:schemeClr val="tx1"/>
                  </a:solidFill>
                  <a:latin typeface="Arial" panose="020B0604020202020204" pitchFamily="34" charset="0"/>
                </a:defRPr>
              </a:lvl4pPr>
              <a:lvl5pPr marL="2057400" indent="-228600">
                <a:spcBef>
                  <a:spcPct val="20000"/>
                </a:spcBef>
                <a:buChar char=" "/>
                <a:defRPr sz="1000">
                  <a:solidFill>
                    <a:schemeClr val="tx1"/>
                  </a:solidFill>
                  <a:latin typeface="Arial" panose="020B0604020202020204" pitchFamily="34" charset="0"/>
                </a:defRPr>
              </a:lvl5pPr>
              <a:lvl6pPr marL="2514600" indent="-228600" eaLnBrk="0" fontAlgn="base" hangingPunct="0">
                <a:spcBef>
                  <a:spcPct val="20000"/>
                </a:spcBef>
                <a:spcAft>
                  <a:spcPct val="0"/>
                </a:spcAft>
                <a:buChar char=" "/>
                <a:defRPr sz="1000">
                  <a:solidFill>
                    <a:schemeClr val="tx1"/>
                  </a:solidFill>
                  <a:latin typeface="Arial" panose="020B0604020202020204" pitchFamily="34" charset="0"/>
                </a:defRPr>
              </a:lvl6pPr>
              <a:lvl7pPr marL="2971800" indent="-228600" eaLnBrk="0" fontAlgn="base" hangingPunct="0">
                <a:spcBef>
                  <a:spcPct val="20000"/>
                </a:spcBef>
                <a:spcAft>
                  <a:spcPct val="0"/>
                </a:spcAft>
                <a:buChar char=" "/>
                <a:defRPr sz="1000">
                  <a:solidFill>
                    <a:schemeClr val="tx1"/>
                  </a:solidFill>
                  <a:latin typeface="Arial" panose="020B0604020202020204" pitchFamily="34" charset="0"/>
                </a:defRPr>
              </a:lvl7pPr>
              <a:lvl8pPr marL="3429000" indent="-228600" eaLnBrk="0" fontAlgn="base" hangingPunct="0">
                <a:spcBef>
                  <a:spcPct val="20000"/>
                </a:spcBef>
                <a:spcAft>
                  <a:spcPct val="0"/>
                </a:spcAft>
                <a:buChar char=" "/>
                <a:defRPr sz="1000">
                  <a:solidFill>
                    <a:schemeClr val="tx1"/>
                  </a:solidFill>
                  <a:latin typeface="Arial" panose="020B0604020202020204" pitchFamily="34" charset="0"/>
                </a:defRPr>
              </a:lvl8pPr>
              <a:lvl9pPr marL="3886200" indent="-228600" eaLnBrk="0" fontAlgn="base" hangingPunct="0">
                <a:spcBef>
                  <a:spcPct val="20000"/>
                </a:spcBef>
                <a:spcAft>
                  <a:spcPct val="0"/>
                </a:spcAft>
                <a:buChar char=" "/>
                <a:defRPr sz="1000">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endParaRPr kumimoji="0" lang="en-GB" sz="1000" b="0" i="0" u="none" strike="noStrike" kern="1200" cap="none" spc="0" normalizeH="0" baseline="0" noProof="0" dirty="0">
                <a:ln>
                  <a:noFill/>
                </a:ln>
                <a:solidFill>
                  <a:srgbClr val="0D0D0D"/>
                </a:solidFill>
                <a:effectLst/>
                <a:uLnTx/>
                <a:uFillTx/>
                <a:latin typeface="Arial" panose="020B0604020202020204" pitchFamily="34" charset="0"/>
                <a:ea typeface="+mn-ea"/>
                <a:cs typeface="+mn-cs"/>
              </a:endParaRPr>
            </a:p>
          </p:txBody>
        </p:sp>
      </p:grpSp>
      <p:grpSp>
        <p:nvGrpSpPr>
          <p:cNvPr id="49157" name="Group 11"/>
          <p:cNvGrpSpPr>
            <a:grpSpLocks/>
          </p:cNvGrpSpPr>
          <p:nvPr/>
        </p:nvGrpSpPr>
        <p:grpSpPr bwMode="auto">
          <a:xfrm>
            <a:off x="8980413" y="3138489"/>
            <a:ext cx="1693862" cy="1373187"/>
            <a:chOff x="3107" y="2112"/>
            <a:chExt cx="1156" cy="865"/>
          </a:xfrm>
        </p:grpSpPr>
        <p:grpSp>
          <p:nvGrpSpPr>
            <p:cNvPr id="49161" name="Group 12"/>
            <p:cNvGrpSpPr>
              <a:grpSpLocks/>
            </p:cNvGrpSpPr>
            <p:nvPr/>
          </p:nvGrpSpPr>
          <p:grpSpPr bwMode="auto">
            <a:xfrm>
              <a:off x="3107" y="2112"/>
              <a:ext cx="1155" cy="865"/>
              <a:chOff x="3107" y="2112"/>
              <a:chExt cx="1155" cy="865"/>
            </a:xfrm>
          </p:grpSpPr>
          <p:grpSp>
            <p:nvGrpSpPr>
              <p:cNvPr id="49163" name="Group 13"/>
              <p:cNvGrpSpPr>
                <a:grpSpLocks/>
              </p:cNvGrpSpPr>
              <p:nvPr/>
            </p:nvGrpSpPr>
            <p:grpSpPr bwMode="auto">
              <a:xfrm>
                <a:off x="3107" y="2112"/>
                <a:ext cx="1155" cy="826"/>
                <a:chOff x="3107" y="2112"/>
                <a:chExt cx="1155" cy="826"/>
              </a:xfrm>
            </p:grpSpPr>
            <p:sp>
              <p:nvSpPr>
                <p:cNvPr id="49166" name="Freeform 14"/>
                <p:cNvSpPr>
                  <a:spLocks/>
                </p:cNvSpPr>
                <p:nvPr/>
              </p:nvSpPr>
              <p:spPr bwMode="auto">
                <a:xfrm>
                  <a:off x="3107" y="2112"/>
                  <a:ext cx="1135" cy="826"/>
                </a:xfrm>
                <a:custGeom>
                  <a:avLst/>
                  <a:gdLst>
                    <a:gd name="T0" fmla="*/ 0 w 1135"/>
                    <a:gd name="T1" fmla="*/ 720 h 826"/>
                    <a:gd name="T2" fmla="*/ 110 w 1135"/>
                    <a:gd name="T3" fmla="*/ 674 h 826"/>
                    <a:gd name="T4" fmla="*/ 236 w 1135"/>
                    <a:gd name="T5" fmla="*/ 620 h 826"/>
                    <a:gd name="T6" fmla="*/ 356 w 1135"/>
                    <a:gd name="T7" fmla="*/ 569 h 826"/>
                    <a:gd name="T8" fmla="*/ 458 w 1135"/>
                    <a:gd name="T9" fmla="*/ 529 h 826"/>
                    <a:gd name="T10" fmla="*/ 569 w 1135"/>
                    <a:gd name="T11" fmla="*/ 489 h 826"/>
                    <a:gd name="T12" fmla="*/ 689 w 1135"/>
                    <a:gd name="T13" fmla="*/ 452 h 826"/>
                    <a:gd name="T14" fmla="*/ 810 w 1135"/>
                    <a:gd name="T15" fmla="*/ 422 h 826"/>
                    <a:gd name="T16" fmla="*/ 688 w 1135"/>
                    <a:gd name="T17" fmla="*/ 398 h 826"/>
                    <a:gd name="T18" fmla="*/ 546 w 1135"/>
                    <a:gd name="T19" fmla="*/ 365 h 826"/>
                    <a:gd name="T20" fmla="*/ 411 w 1135"/>
                    <a:gd name="T21" fmla="*/ 325 h 826"/>
                    <a:gd name="T22" fmla="*/ 251 w 1135"/>
                    <a:gd name="T23" fmla="*/ 263 h 826"/>
                    <a:gd name="T24" fmla="*/ 127 w 1135"/>
                    <a:gd name="T25" fmla="*/ 203 h 826"/>
                    <a:gd name="T26" fmla="*/ 0 w 1135"/>
                    <a:gd name="T27" fmla="*/ 115 h 826"/>
                    <a:gd name="T28" fmla="*/ 59 w 1135"/>
                    <a:gd name="T29" fmla="*/ 41 h 826"/>
                    <a:gd name="T30" fmla="*/ 199 w 1135"/>
                    <a:gd name="T31" fmla="*/ 118 h 826"/>
                    <a:gd name="T32" fmla="*/ 345 w 1135"/>
                    <a:gd name="T33" fmla="*/ 189 h 826"/>
                    <a:gd name="T34" fmla="*/ 481 w 1135"/>
                    <a:gd name="T35" fmla="*/ 244 h 826"/>
                    <a:gd name="T36" fmla="*/ 624 w 1135"/>
                    <a:gd name="T37" fmla="*/ 288 h 826"/>
                    <a:gd name="T38" fmla="*/ 752 w 1135"/>
                    <a:gd name="T39" fmla="*/ 320 h 826"/>
                    <a:gd name="T40" fmla="*/ 848 w 1135"/>
                    <a:gd name="T41" fmla="*/ 341 h 826"/>
                    <a:gd name="T42" fmla="*/ 942 w 1135"/>
                    <a:gd name="T43" fmla="*/ 357 h 826"/>
                    <a:gd name="T44" fmla="*/ 1134 w 1135"/>
                    <a:gd name="T45" fmla="*/ 407 h 826"/>
                    <a:gd name="T46" fmla="*/ 942 w 1135"/>
                    <a:gd name="T47" fmla="*/ 465 h 826"/>
                    <a:gd name="T48" fmla="*/ 868 w 1135"/>
                    <a:gd name="T49" fmla="*/ 478 h 826"/>
                    <a:gd name="T50" fmla="*/ 776 w 1135"/>
                    <a:gd name="T51" fmla="*/ 505 h 826"/>
                    <a:gd name="T52" fmla="*/ 680 w 1135"/>
                    <a:gd name="T53" fmla="*/ 539 h 826"/>
                    <a:gd name="T54" fmla="*/ 584 w 1135"/>
                    <a:gd name="T55" fmla="*/ 574 h 826"/>
                    <a:gd name="T56" fmla="*/ 493 w 1135"/>
                    <a:gd name="T57" fmla="*/ 608 h 826"/>
                    <a:gd name="T58" fmla="*/ 343 w 1135"/>
                    <a:gd name="T59" fmla="*/ 670 h 826"/>
                    <a:gd name="T60" fmla="*/ 246 w 1135"/>
                    <a:gd name="T61" fmla="*/ 711 h 826"/>
                    <a:gd name="T62" fmla="*/ 122 w 1135"/>
                    <a:gd name="T63" fmla="*/ 767 h 826"/>
                    <a:gd name="T64" fmla="*/ 0 w 1135"/>
                    <a:gd name="T65" fmla="*/ 825 h 82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135"/>
                    <a:gd name="T100" fmla="*/ 0 h 826"/>
                    <a:gd name="T101" fmla="*/ 1135 w 1135"/>
                    <a:gd name="T102" fmla="*/ 826 h 82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135" h="826">
                      <a:moveTo>
                        <a:pt x="0" y="825"/>
                      </a:moveTo>
                      <a:lnTo>
                        <a:pt x="0" y="720"/>
                      </a:lnTo>
                      <a:lnTo>
                        <a:pt x="56" y="696"/>
                      </a:lnTo>
                      <a:lnTo>
                        <a:pt x="110" y="674"/>
                      </a:lnTo>
                      <a:lnTo>
                        <a:pt x="168" y="649"/>
                      </a:lnTo>
                      <a:lnTo>
                        <a:pt x="236" y="620"/>
                      </a:lnTo>
                      <a:lnTo>
                        <a:pt x="300" y="594"/>
                      </a:lnTo>
                      <a:lnTo>
                        <a:pt x="356" y="569"/>
                      </a:lnTo>
                      <a:lnTo>
                        <a:pt x="409" y="548"/>
                      </a:lnTo>
                      <a:lnTo>
                        <a:pt x="458" y="529"/>
                      </a:lnTo>
                      <a:lnTo>
                        <a:pt x="518" y="507"/>
                      </a:lnTo>
                      <a:lnTo>
                        <a:pt x="569" y="489"/>
                      </a:lnTo>
                      <a:lnTo>
                        <a:pt x="626" y="470"/>
                      </a:lnTo>
                      <a:lnTo>
                        <a:pt x="689" y="452"/>
                      </a:lnTo>
                      <a:lnTo>
                        <a:pt x="747" y="436"/>
                      </a:lnTo>
                      <a:lnTo>
                        <a:pt x="810" y="422"/>
                      </a:lnTo>
                      <a:lnTo>
                        <a:pt x="753" y="410"/>
                      </a:lnTo>
                      <a:lnTo>
                        <a:pt x="688" y="398"/>
                      </a:lnTo>
                      <a:lnTo>
                        <a:pt x="618" y="382"/>
                      </a:lnTo>
                      <a:lnTo>
                        <a:pt x="546" y="365"/>
                      </a:lnTo>
                      <a:lnTo>
                        <a:pt x="478" y="346"/>
                      </a:lnTo>
                      <a:lnTo>
                        <a:pt x="411" y="325"/>
                      </a:lnTo>
                      <a:lnTo>
                        <a:pt x="337" y="300"/>
                      </a:lnTo>
                      <a:lnTo>
                        <a:pt x="251" y="263"/>
                      </a:lnTo>
                      <a:lnTo>
                        <a:pt x="187" y="235"/>
                      </a:lnTo>
                      <a:lnTo>
                        <a:pt x="127" y="203"/>
                      </a:lnTo>
                      <a:lnTo>
                        <a:pt x="75" y="171"/>
                      </a:lnTo>
                      <a:lnTo>
                        <a:pt x="0" y="115"/>
                      </a:lnTo>
                      <a:lnTo>
                        <a:pt x="0" y="0"/>
                      </a:lnTo>
                      <a:lnTo>
                        <a:pt x="59" y="41"/>
                      </a:lnTo>
                      <a:lnTo>
                        <a:pt x="133" y="82"/>
                      </a:lnTo>
                      <a:lnTo>
                        <a:pt x="199" y="118"/>
                      </a:lnTo>
                      <a:lnTo>
                        <a:pt x="265" y="153"/>
                      </a:lnTo>
                      <a:lnTo>
                        <a:pt x="345" y="189"/>
                      </a:lnTo>
                      <a:lnTo>
                        <a:pt x="424" y="221"/>
                      </a:lnTo>
                      <a:lnTo>
                        <a:pt x="481" y="244"/>
                      </a:lnTo>
                      <a:lnTo>
                        <a:pt x="557" y="267"/>
                      </a:lnTo>
                      <a:lnTo>
                        <a:pt x="624" y="288"/>
                      </a:lnTo>
                      <a:lnTo>
                        <a:pt x="681" y="303"/>
                      </a:lnTo>
                      <a:lnTo>
                        <a:pt x="752" y="320"/>
                      </a:lnTo>
                      <a:lnTo>
                        <a:pt x="809" y="333"/>
                      </a:lnTo>
                      <a:lnTo>
                        <a:pt x="848" y="341"/>
                      </a:lnTo>
                      <a:lnTo>
                        <a:pt x="898" y="350"/>
                      </a:lnTo>
                      <a:lnTo>
                        <a:pt x="942" y="357"/>
                      </a:lnTo>
                      <a:lnTo>
                        <a:pt x="942" y="299"/>
                      </a:lnTo>
                      <a:lnTo>
                        <a:pt x="1134" y="407"/>
                      </a:lnTo>
                      <a:lnTo>
                        <a:pt x="942" y="523"/>
                      </a:lnTo>
                      <a:lnTo>
                        <a:pt x="942" y="465"/>
                      </a:lnTo>
                      <a:lnTo>
                        <a:pt x="908" y="470"/>
                      </a:lnTo>
                      <a:lnTo>
                        <a:pt x="868" y="478"/>
                      </a:lnTo>
                      <a:lnTo>
                        <a:pt x="827" y="490"/>
                      </a:lnTo>
                      <a:lnTo>
                        <a:pt x="776" y="505"/>
                      </a:lnTo>
                      <a:lnTo>
                        <a:pt x="724" y="524"/>
                      </a:lnTo>
                      <a:lnTo>
                        <a:pt x="680" y="539"/>
                      </a:lnTo>
                      <a:lnTo>
                        <a:pt x="634" y="556"/>
                      </a:lnTo>
                      <a:lnTo>
                        <a:pt x="584" y="574"/>
                      </a:lnTo>
                      <a:lnTo>
                        <a:pt x="543" y="590"/>
                      </a:lnTo>
                      <a:lnTo>
                        <a:pt x="493" y="608"/>
                      </a:lnTo>
                      <a:lnTo>
                        <a:pt x="408" y="642"/>
                      </a:lnTo>
                      <a:lnTo>
                        <a:pt x="343" y="670"/>
                      </a:lnTo>
                      <a:lnTo>
                        <a:pt x="291" y="691"/>
                      </a:lnTo>
                      <a:lnTo>
                        <a:pt x="246" y="711"/>
                      </a:lnTo>
                      <a:lnTo>
                        <a:pt x="181" y="741"/>
                      </a:lnTo>
                      <a:lnTo>
                        <a:pt x="122" y="767"/>
                      </a:lnTo>
                      <a:lnTo>
                        <a:pt x="62" y="796"/>
                      </a:lnTo>
                      <a:lnTo>
                        <a:pt x="0" y="825"/>
                      </a:lnTo>
                    </a:path>
                  </a:pathLst>
                </a:custGeom>
                <a:solidFill>
                  <a:srgbClr val="008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49167" name="Freeform 15"/>
                <p:cNvSpPr>
                  <a:spLocks/>
                </p:cNvSpPr>
                <p:nvPr/>
              </p:nvSpPr>
              <p:spPr bwMode="auto">
                <a:xfrm>
                  <a:off x="4051" y="2410"/>
                  <a:ext cx="19" cy="98"/>
                </a:xfrm>
                <a:custGeom>
                  <a:avLst/>
                  <a:gdLst>
                    <a:gd name="T0" fmla="*/ 18 w 19"/>
                    <a:gd name="T1" fmla="*/ 97 h 98"/>
                    <a:gd name="T2" fmla="*/ 0 w 19"/>
                    <a:gd name="T3" fmla="*/ 59 h 98"/>
                    <a:gd name="T4" fmla="*/ 0 w 19"/>
                    <a:gd name="T5" fmla="*/ 0 h 98"/>
                    <a:gd name="T6" fmla="*/ 18 w 19"/>
                    <a:gd name="T7" fmla="*/ 40 h 98"/>
                    <a:gd name="T8" fmla="*/ 18 w 19"/>
                    <a:gd name="T9" fmla="*/ 97 h 98"/>
                    <a:gd name="T10" fmla="*/ 0 60000 65536"/>
                    <a:gd name="T11" fmla="*/ 0 60000 65536"/>
                    <a:gd name="T12" fmla="*/ 0 60000 65536"/>
                    <a:gd name="T13" fmla="*/ 0 60000 65536"/>
                    <a:gd name="T14" fmla="*/ 0 60000 65536"/>
                    <a:gd name="T15" fmla="*/ 0 w 19"/>
                    <a:gd name="T16" fmla="*/ 0 h 98"/>
                    <a:gd name="T17" fmla="*/ 19 w 19"/>
                    <a:gd name="T18" fmla="*/ 98 h 98"/>
                  </a:gdLst>
                  <a:ahLst/>
                  <a:cxnLst>
                    <a:cxn ang="T10">
                      <a:pos x="T0" y="T1"/>
                    </a:cxn>
                    <a:cxn ang="T11">
                      <a:pos x="T2" y="T3"/>
                    </a:cxn>
                    <a:cxn ang="T12">
                      <a:pos x="T4" y="T5"/>
                    </a:cxn>
                    <a:cxn ang="T13">
                      <a:pos x="T6" y="T7"/>
                    </a:cxn>
                    <a:cxn ang="T14">
                      <a:pos x="T8" y="T9"/>
                    </a:cxn>
                  </a:cxnLst>
                  <a:rect l="T15" t="T16" r="T17" b="T18"/>
                  <a:pathLst>
                    <a:path w="19" h="98">
                      <a:moveTo>
                        <a:pt x="18" y="97"/>
                      </a:moveTo>
                      <a:lnTo>
                        <a:pt x="0" y="59"/>
                      </a:lnTo>
                      <a:lnTo>
                        <a:pt x="0" y="0"/>
                      </a:lnTo>
                      <a:lnTo>
                        <a:pt x="18" y="40"/>
                      </a:lnTo>
                      <a:lnTo>
                        <a:pt x="18" y="97"/>
                      </a:lnTo>
                    </a:path>
                  </a:pathLst>
                </a:custGeom>
                <a:solidFill>
                  <a:srgbClr val="008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49168" name="Freeform 16"/>
                <p:cNvSpPr>
                  <a:spLocks/>
                </p:cNvSpPr>
                <p:nvPr/>
              </p:nvSpPr>
              <p:spPr bwMode="auto">
                <a:xfrm>
                  <a:off x="4051" y="2411"/>
                  <a:ext cx="211" cy="147"/>
                </a:xfrm>
                <a:custGeom>
                  <a:avLst/>
                  <a:gdLst>
                    <a:gd name="T0" fmla="*/ 210 w 211"/>
                    <a:gd name="T1" fmla="*/ 146 h 147"/>
                    <a:gd name="T2" fmla="*/ 190 w 211"/>
                    <a:gd name="T3" fmla="*/ 107 h 147"/>
                    <a:gd name="T4" fmla="*/ 0 w 211"/>
                    <a:gd name="T5" fmla="*/ 0 h 147"/>
                    <a:gd name="T6" fmla="*/ 18 w 211"/>
                    <a:gd name="T7" fmla="*/ 39 h 147"/>
                    <a:gd name="T8" fmla="*/ 210 w 211"/>
                    <a:gd name="T9" fmla="*/ 146 h 147"/>
                    <a:gd name="T10" fmla="*/ 0 60000 65536"/>
                    <a:gd name="T11" fmla="*/ 0 60000 65536"/>
                    <a:gd name="T12" fmla="*/ 0 60000 65536"/>
                    <a:gd name="T13" fmla="*/ 0 60000 65536"/>
                    <a:gd name="T14" fmla="*/ 0 60000 65536"/>
                    <a:gd name="T15" fmla="*/ 0 w 211"/>
                    <a:gd name="T16" fmla="*/ 0 h 147"/>
                    <a:gd name="T17" fmla="*/ 211 w 211"/>
                    <a:gd name="T18" fmla="*/ 147 h 147"/>
                  </a:gdLst>
                  <a:ahLst/>
                  <a:cxnLst>
                    <a:cxn ang="T10">
                      <a:pos x="T0" y="T1"/>
                    </a:cxn>
                    <a:cxn ang="T11">
                      <a:pos x="T2" y="T3"/>
                    </a:cxn>
                    <a:cxn ang="T12">
                      <a:pos x="T4" y="T5"/>
                    </a:cxn>
                    <a:cxn ang="T13">
                      <a:pos x="T6" y="T7"/>
                    </a:cxn>
                    <a:cxn ang="T14">
                      <a:pos x="T8" y="T9"/>
                    </a:cxn>
                  </a:cxnLst>
                  <a:rect l="T15" t="T16" r="T17" b="T18"/>
                  <a:pathLst>
                    <a:path w="211" h="147">
                      <a:moveTo>
                        <a:pt x="210" y="146"/>
                      </a:moveTo>
                      <a:lnTo>
                        <a:pt x="190" y="107"/>
                      </a:lnTo>
                      <a:lnTo>
                        <a:pt x="0" y="0"/>
                      </a:lnTo>
                      <a:lnTo>
                        <a:pt x="18" y="39"/>
                      </a:lnTo>
                      <a:lnTo>
                        <a:pt x="210" y="146"/>
                      </a:lnTo>
                    </a:path>
                  </a:pathLst>
                </a:custGeom>
                <a:solidFill>
                  <a:srgbClr val="008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49169" name="Freeform 17"/>
                <p:cNvSpPr>
                  <a:spLocks/>
                </p:cNvSpPr>
                <p:nvPr/>
              </p:nvSpPr>
              <p:spPr bwMode="auto">
                <a:xfrm>
                  <a:off x="4051" y="2601"/>
                  <a:ext cx="19" cy="73"/>
                </a:xfrm>
                <a:custGeom>
                  <a:avLst/>
                  <a:gdLst>
                    <a:gd name="T0" fmla="*/ 18 w 19"/>
                    <a:gd name="T1" fmla="*/ 72 h 73"/>
                    <a:gd name="T2" fmla="*/ 18 w 19"/>
                    <a:gd name="T3" fmla="*/ 12 h 73"/>
                    <a:gd name="T4" fmla="*/ 0 w 19"/>
                    <a:gd name="T5" fmla="*/ 0 h 73"/>
                    <a:gd name="T6" fmla="*/ 0 w 19"/>
                    <a:gd name="T7" fmla="*/ 35 h 73"/>
                    <a:gd name="T8" fmla="*/ 18 w 19"/>
                    <a:gd name="T9" fmla="*/ 72 h 73"/>
                    <a:gd name="T10" fmla="*/ 0 60000 65536"/>
                    <a:gd name="T11" fmla="*/ 0 60000 65536"/>
                    <a:gd name="T12" fmla="*/ 0 60000 65536"/>
                    <a:gd name="T13" fmla="*/ 0 60000 65536"/>
                    <a:gd name="T14" fmla="*/ 0 60000 65536"/>
                    <a:gd name="T15" fmla="*/ 0 w 19"/>
                    <a:gd name="T16" fmla="*/ 0 h 73"/>
                    <a:gd name="T17" fmla="*/ 19 w 19"/>
                    <a:gd name="T18" fmla="*/ 73 h 73"/>
                  </a:gdLst>
                  <a:ahLst/>
                  <a:cxnLst>
                    <a:cxn ang="T10">
                      <a:pos x="T0" y="T1"/>
                    </a:cxn>
                    <a:cxn ang="T11">
                      <a:pos x="T2" y="T3"/>
                    </a:cxn>
                    <a:cxn ang="T12">
                      <a:pos x="T4" y="T5"/>
                    </a:cxn>
                    <a:cxn ang="T13">
                      <a:pos x="T6" y="T7"/>
                    </a:cxn>
                    <a:cxn ang="T14">
                      <a:pos x="T8" y="T9"/>
                    </a:cxn>
                  </a:cxnLst>
                  <a:rect l="T15" t="T16" r="T17" b="T18"/>
                  <a:pathLst>
                    <a:path w="19" h="73">
                      <a:moveTo>
                        <a:pt x="18" y="72"/>
                      </a:moveTo>
                      <a:lnTo>
                        <a:pt x="18" y="12"/>
                      </a:lnTo>
                      <a:lnTo>
                        <a:pt x="0" y="0"/>
                      </a:lnTo>
                      <a:lnTo>
                        <a:pt x="0" y="35"/>
                      </a:lnTo>
                      <a:lnTo>
                        <a:pt x="18" y="72"/>
                      </a:lnTo>
                    </a:path>
                  </a:pathLst>
                </a:custGeom>
                <a:solidFill>
                  <a:srgbClr val="008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latin typeface="Figtree"/>
                    <a:ea typeface="+mn-ea"/>
                    <a:cs typeface="+mn-cs"/>
                  </a:endParaRPr>
                </a:p>
              </p:txBody>
            </p:sp>
          </p:grpSp>
          <p:sp>
            <p:nvSpPr>
              <p:cNvPr id="49164" name="Freeform 18"/>
              <p:cNvSpPr>
                <a:spLocks/>
              </p:cNvSpPr>
              <p:nvPr/>
            </p:nvSpPr>
            <p:spPr bwMode="auto">
              <a:xfrm>
                <a:off x="3107" y="2113"/>
                <a:ext cx="19" cy="153"/>
              </a:xfrm>
              <a:custGeom>
                <a:avLst/>
                <a:gdLst>
                  <a:gd name="T0" fmla="*/ 18 w 19"/>
                  <a:gd name="T1" fmla="*/ 152 h 153"/>
                  <a:gd name="T2" fmla="*/ 0 w 19"/>
                  <a:gd name="T3" fmla="*/ 114 h 153"/>
                  <a:gd name="T4" fmla="*/ 0 w 19"/>
                  <a:gd name="T5" fmla="*/ 0 h 153"/>
                  <a:gd name="T6" fmla="*/ 18 w 19"/>
                  <a:gd name="T7" fmla="*/ 38 h 153"/>
                  <a:gd name="T8" fmla="*/ 18 w 19"/>
                  <a:gd name="T9" fmla="*/ 152 h 153"/>
                  <a:gd name="T10" fmla="*/ 0 60000 65536"/>
                  <a:gd name="T11" fmla="*/ 0 60000 65536"/>
                  <a:gd name="T12" fmla="*/ 0 60000 65536"/>
                  <a:gd name="T13" fmla="*/ 0 60000 65536"/>
                  <a:gd name="T14" fmla="*/ 0 60000 65536"/>
                  <a:gd name="T15" fmla="*/ 0 w 19"/>
                  <a:gd name="T16" fmla="*/ 0 h 153"/>
                  <a:gd name="T17" fmla="*/ 19 w 19"/>
                  <a:gd name="T18" fmla="*/ 153 h 153"/>
                </a:gdLst>
                <a:ahLst/>
                <a:cxnLst>
                  <a:cxn ang="T10">
                    <a:pos x="T0" y="T1"/>
                  </a:cxn>
                  <a:cxn ang="T11">
                    <a:pos x="T2" y="T3"/>
                  </a:cxn>
                  <a:cxn ang="T12">
                    <a:pos x="T4" y="T5"/>
                  </a:cxn>
                  <a:cxn ang="T13">
                    <a:pos x="T6" y="T7"/>
                  </a:cxn>
                  <a:cxn ang="T14">
                    <a:pos x="T8" y="T9"/>
                  </a:cxn>
                </a:cxnLst>
                <a:rect l="T15" t="T16" r="T17" b="T18"/>
                <a:pathLst>
                  <a:path w="19" h="153">
                    <a:moveTo>
                      <a:pt x="18" y="152"/>
                    </a:moveTo>
                    <a:lnTo>
                      <a:pt x="0" y="114"/>
                    </a:lnTo>
                    <a:lnTo>
                      <a:pt x="0" y="0"/>
                    </a:lnTo>
                    <a:lnTo>
                      <a:pt x="18" y="38"/>
                    </a:lnTo>
                    <a:lnTo>
                      <a:pt x="18" y="152"/>
                    </a:lnTo>
                  </a:path>
                </a:pathLst>
              </a:custGeom>
              <a:solidFill>
                <a:srgbClr val="008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49165" name="Freeform 19"/>
              <p:cNvSpPr>
                <a:spLocks/>
              </p:cNvSpPr>
              <p:nvPr/>
            </p:nvSpPr>
            <p:spPr bwMode="auto">
              <a:xfrm>
                <a:off x="3107" y="2833"/>
                <a:ext cx="22" cy="144"/>
              </a:xfrm>
              <a:custGeom>
                <a:avLst/>
                <a:gdLst>
                  <a:gd name="T0" fmla="*/ 18 w 22"/>
                  <a:gd name="T1" fmla="*/ 143 h 144"/>
                  <a:gd name="T2" fmla="*/ 0 w 22"/>
                  <a:gd name="T3" fmla="*/ 103 h 144"/>
                  <a:gd name="T4" fmla="*/ 0 w 22"/>
                  <a:gd name="T5" fmla="*/ 0 h 144"/>
                  <a:gd name="T6" fmla="*/ 21 w 22"/>
                  <a:gd name="T7" fmla="*/ 39 h 144"/>
                  <a:gd name="T8" fmla="*/ 18 w 22"/>
                  <a:gd name="T9" fmla="*/ 143 h 144"/>
                  <a:gd name="T10" fmla="*/ 0 60000 65536"/>
                  <a:gd name="T11" fmla="*/ 0 60000 65536"/>
                  <a:gd name="T12" fmla="*/ 0 60000 65536"/>
                  <a:gd name="T13" fmla="*/ 0 60000 65536"/>
                  <a:gd name="T14" fmla="*/ 0 60000 65536"/>
                  <a:gd name="T15" fmla="*/ 0 w 22"/>
                  <a:gd name="T16" fmla="*/ 0 h 144"/>
                  <a:gd name="T17" fmla="*/ 22 w 22"/>
                  <a:gd name="T18" fmla="*/ 144 h 144"/>
                </a:gdLst>
                <a:ahLst/>
                <a:cxnLst>
                  <a:cxn ang="T10">
                    <a:pos x="T0" y="T1"/>
                  </a:cxn>
                  <a:cxn ang="T11">
                    <a:pos x="T2" y="T3"/>
                  </a:cxn>
                  <a:cxn ang="T12">
                    <a:pos x="T4" y="T5"/>
                  </a:cxn>
                  <a:cxn ang="T13">
                    <a:pos x="T6" y="T7"/>
                  </a:cxn>
                  <a:cxn ang="T14">
                    <a:pos x="T8" y="T9"/>
                  </a:cxn>
                </a:cxnLst>
                <a:rect l="T15" t="T16" r="T17" b="T18"/>
                <a:pathLst>
                  <a:path w="22" h="144">
                    <a:moveTo>
                      <a:pt x="18" y="143"/>
                    </a:moveTo>
                    <a:lnTo>
                      <a:pt x="0" y="103"/>
                    </a:lnTo>
                    <a:lnTo>
                      <a:pt x="0" y="0"/>
                    </a:lnTo>
                    <a:lnTo>
                      <a:pt x="21" y="39"/>
                    </a:lnTo>
                    <a:lnTo>
                      <a:pt x="18" y="143"/>
                    </a:lnTo>
                  </a:path>
                </a:pathLst>
              </a:custGeom>
              <a:solidFill>
                <a:srgbClr val="008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latin typeface="Figtree"/>
                  <a:ea typeface="+mn-ea"/>
                  <a:cs typeface="+mn-cs"/>
                </a:endParaRPr>
              </a:p>
            </p:txBody>
          </p:sp>
        </p:grpSp>
        <p:sp>
          <p:nvSpPr>
            <p:cNvPr id="49162" name="Freeform 20"/>
            <p:cNvSpPr>
              <a:spLocks/>
            </p:cNvSpPr>
            <p:nvPr/>
          </p:nvSpPr>
          <p:spPr bwMode="auto">
            <a:xfrm>
              <a:off x="3127" y="2151"/>
              <a:ext cx="1136" cy="825"/>
            </a:xfrm>
            <a:custGeom>
              <a:avLst/>
              <a:gdLst>
                <a:gd name="T0" fmla="*/ 0 w 1136"/>
                <a:gd name="T1" fmla="*/ 718 h 825"/>
                <a:gd name="T2" fmla="*/ 110 w 1136"/>
                <a:gd name="T3" fmla="*/ 672 h 825"/>
                <a:gd name="T4" fmla="*/ 236 w 1136"/>
                <a:gd name="T5" fmla="*/ 619 h 825"/>
                <a:gd name="T6" fmla="*/ 356 w 1136"/>
                <a:gd name="T7" fmla="*/ 569 h 825"/>
                <a:gd name="T8" fmla="*/ 459 w 1136"/>
                <a:gd name="T9" fmla="*/ 528 h 825"/>
                <a:gd name="T10" fmla="*/ 570 w 1136"/>
                <a:gd name="T11" fmla="*/ 488 h 825"/>
                <a:gd name="T12" fmla="*/ 689 w 1136"/>
                <a:gd name="T13" fmla="*/ 451 h 825"/>
                <a:gd name="T14" fmla="*/ 810 w 1136"/>
                <a:gd name="T15" fmla="*/ 421 h 825"/>
                <a:gd name="T16" fmla="*/ 688 w 1136"/>
                <a:gd name="T17" fmla="*/ 396 h 825"/>
                <a:gd name="T18" fmla="*/ 548 w 1136"/>
                <a:gd name="T19" fmla="*/ 364 h 825"/>
                <a:gd name="T20" fmla="*/ 411 w 1136"/>
                <a:gd name="T21" fmla="*/ 325 h 825"/>
                <a:gd name="T22" fmla="*/ 252 w 1136"/>
                <a:gd name="T23" fmla="*/ 263 h 825"/>
                <a:gd name="T24" fmla="*/ 127 w 1136"/>
                <a:gd name="T25" fmla="*/ 202 h 825"/>
                <a:gd name="T26" fmla="*/ 0 w 1136"/>
                <a:gd name="T27" fmla="*/ 115 h 825"/>
                <a:gd name="T28" fmla="*/ 59 w 1136"/>
                <a:gd name="T29" fmla="*/ 40 h 825"/>
                <a:gd name="T30" fmla="*/ 199 w 1136"/>
                <a:gd name="T31" fmla="*/ 118 h 825"/>
                <a:gd name="T32" fmla="*/ 346 w 1136"/>
                <a:gd name="T33" fmla="*/ 189 h 825"/>
                <a:gd name="T34" fmla="*/ 483 w 1136"/>
                <a:gd name="T35" fmla="*/ 243 h 825"/>
                <a:gd name="T36" fmla="*/ 625 w 1136"/>
                <a:gd name="T37" fmla="*/ 287 h 825"/>
                <a:gd name="T38" fmla="*/ 752 w 1136"/>
                <a:gd name="T39" fmla="*/ 320 h 825"/>
                <a:gd name="T40" fmla="*/ 848 w 1136"/>
                <a:gd name="T41" fmla="*/ 340 h 825"/>
                <a:gd name="T42" fmla="*/ 942 w 1136"/>
                <a:gd name="T43" fmla="*/ 356 h 825"/>
                <a:gd name="T44" fmla="*/ 1135 w 1136"/>
                <a:gd name="T45" fmla="*/ 405 h 825"/>
                <a:gd name="T46" fmla="*/ 942 w 1136"/>
                <a:gd name="T47" fmla="*/ 464 h 825"/>
                <a:gd name="T48" fmla="*/ 869 w 1136"/>
                <a:gd name="T49" fmla="*/ 477 h 825"/>
                <a:gd name="T50" fmla="*/ 776 w 1136"/>
                <a:gd name="T51" fmla="*/ 505 h 825"/>
                <a:gd name="T52" fmla="*/ 680 w 1136"/>
                <a:gd name="T53" fmla="*/ 538 h 825"/>
                <a:gd name="T54" fmla="*/ 584 w 1136"/>
                <a:gd name="T55" fmla="*/ 573 h 825"/>
                <a:gd name="T56" fmla="*/ 494 w 1136"/>
                <a:gd name="T57" fmla="*/ 607 h 825"/>
                <a:gd name="T58" fmla="*/ 343 w 1136"/>
                <a:gd name="T59" fmla="*/ 668 h 825"/>
                <a:gd name="T60" fmla="*/ 248 w 1136"/>
                <a:gd name="T61" fmla="*/ 710 h 825"/>
                <a:gd name="T62" fmla="*/ 122 w 1136"/>
                <a:gd name="T63" fmla="*/ 766 h 825"/>
                <a:gd name="T64" fmla="*/ 0 w 1136"/>
                <a:gd name="T65" fmla="*/ 824 h 82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136"/>
                <a:gd name="T100" fmla="*/ 0 h 825"/>
                <a:gd name="T101" fmla="*/ 1136 w 1136"/>
                <a:gd name="T102" fmla="*/ 825 h 825"/>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136" h="825">
                  <a:moveTo>
                    <a:pt x="0" y="824"/>
                  </a:moveTo>
                  <a:lnTo>
                    <a:pt x="0" y="718"/>
                  </a:lnTo>
                  <a:lnTo>
                    <a:pt x="56" y="695"/>
                  </a:lnTo>
                  <a:lnTo>
                    <a:pt x="110" y="672"/>
                  </a:lnTo>
                  <a:lnTo>
                    <a:pt x="170" y="648"/>
                  </a:lnTo>
                  <a:lnTo>
                    <a:pt x="236" y="619"/>
                  </a:lnTo>
                  <a:lnTo>
                    <a:pt x="299" y="593"/>
                  </a:lnTo>
                  <a:lnTo>
                    <a:pt x="356" y="569"/>
                  </a:lnTo>
                  <a:lnTo>
                    <a:pt x="409" y="548"/>
                  </a:lnTo>
                  <a:lnTo>
                    <a:pt x="459" y="528"/>
                  </a:lnTo>
                  <a:lnTo>
                    <a:pt x="518" y="505"/>
                  </a:lnTo>
                  <a:lnTo>
                    <a:pt x="570" y="488"/>
                  </a:lnTo>
                  <a:lnTo>
                    <a:pt x="627" y="470"/>
                  </a:lnTo>
                  <a:lnTo>
                    <a:pt x="689" y="451"/>
                  </a:lnTo>
                  <a:lnTo>
                    <a:pt x="748" y="436"/>
                  </a:lnTo>
                  <a:lnTo>
                    <a:pt x="810" y="421"/>
                  </a:lnTo>
                  <a:lnTo>
                    <a:pt x="754" y="410"/>
                  </a:lnTo>
                  <a:lnTo>
                    <a:pt x="688" y="396"/>
                  </a:lnTo>
                  <a:lnTo>
                    <a:pt x="618" y="381"/>
                  </a:lnTo>
                  <a:lnTo>
                    <a:pt x="548" y="364"/>
                  </a:lnTo>
                  <a:lnTo>
                    <a:pt x="478" y="345"/>
                  </a:lnTo>
                  <a:lnTo>
                    <a:pt x="411" y="325"/>
                  </a:lnTo>
                  <a:lnTo>
                    <a:pt x="337" y="299"/>
                  </a:lnTo>
                  <a:lnTo>
                    <a:pt x="252" y="263"/>
                  </a:lnTo>
                  <a:lnTo>
                    <a:pt x="188" y="234"/>
                  </a:lnTo>
                  <a:lnTo>
                    <a:pt x="127" y="202"/>
                  </a:lnTo>
                  <a:lnTo>
                    <a:pt x="76" y="171"/>
                  </a:lnTo>
                  <a:lnTo>
                    <a:pt x="0" y="115"/>
                  </a:lnTo>
                  <a:lnTo>
                    <a:pt x="0" y="0"/>
                  </a:lnTo>
                  <a:lnTo>
                    <a:pt x="59" y="40"/>
                  </a:lnTo>
                  <a:lnTo>
                    <a:pt x="133" y="81"/>
                  </a:lnTo>
                  <a:lnTo>
                    <a:pt x="199" y="118"/>
                  </a:lnTo>
                  <a:lnTo>
                    <a:pt x="265" y="152"/>
                  </a:lnTo>
                  <a:lnTo>
                    <a:pt x="346" y="189"/>
                  </a:lnTo>
                  <a:lnTo>
                    <a:pt x="424" y="221"/>
                  </a:lnTo>
                  <a:lnTo>
                    <a:pt x="483" y="243"/>
                  </a:lnTo>
                  <a:lnTo>
                    <a:pt x="558" y="267"/>
                  </a:lnTo>
                  <a:lnTo>
                    <a:pt x="625" y="287"/>
                  </a:lnTo>
                  <a:lnTo>
                    <a:pt x="681" y="302"/>
                  </a:lnTo>
                  <a:lnTo>
                    <a:pt x="752" y="320"/>
                  </a:lnTo>
                  <a:lnTo>
                    <a:pt x="809" y="332"/>
                  </a:lnTo>
                  <a:lnTo>
                    <a:pt x="848" y="340"/>
                  </a:lnTo>
                  <a:lnTo>
                    <a:pt x="898" y="349"/>
                  </a:lnTo>
                  <a:lnTo>
                    <a:pt x="942" y="356"/>
                  </a:lnTo>
                  <a:lnTo>
                    <a:pt x="942" y="298"/>
                  </a:lnTo>
                  <a:lnTo>
                    <a:pt x="1135" y="405"/>
                  </a:lnTo>
                  <a:lnTo>
                    <a:pt x="942" y="522"/>
                  </a:lnTo>
                  <a:lnTo>
                    <a:pt x="942" y="464"/>
                  </a:lnTo>
                  <a:lnTo>
                    <a:pt x="908" y="469"/>
                  </a:lnTo>
                  <a:lnTo>
                    <a:pt x="869" y="477"/>
                  </a:lnTo>
                  <a:lnTo>
                    <a:pt x="827" y="489"/>
                  </a:lnTo>
                  <a:lnTo>
                    <a:pt x="776" y="505"/>
                  </a:lnTo>
                  <a:lnTo>
                    <a:pt x="724" y="522"/>
                  </a:lnTo>
                  <a:lnTo>
                    <a:pt x="680" y="538"/>
                  </a:lnTo>
                  <a:lnTo>
                    <a:pt x="635" y="554"/>
                  </a:lnTo>
                  <a:lnTo>
                    <a:pt x="584" y="573"/>
                  </a:lnTo>
                  <a:lnTo>
                    <a:pt x="543" y="589"/>
                  </a:lnTo>
                  <a:lnTo>
                    <a:pt x="494" y="607"/>
                  </a:lnTo>
                  <a:lnTo>
                    <a:pt x="408" y="642"/>
                  </a:lnTo>
                  <a:lnTo>
                    <a:pt x="343" y="668"/>
                  </a:lnTo>
                  <a:lnTo>
                    <a:pt x="291" y="690"/>
                  </a:lnTo>
                  <a:lnTo>
                    <a:pt x="248" y="710"/>
                  </a:lnTo>
                  <a:lnTo>
                    <a:pt x="183" y="739"/>
                  </a:lnTo>
                  <a:lnTo>
                    <a:pt x="122" y="766"/>
                  </a:lnTo>
                  <a:lnTo>
                    <a:pt x="63" y="794"/>
                  </a:lnTo>
                  <a:lnTo>
                    <a:pt x="0" y="824"/>
                  </a:lnTo>
                </a:path>
              </a:pathLst>
            </a:custGeom>
            <a:solidFill>
              <a:srgbClr val="00FF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latin typeface="Figtree"/>
                <a:ea typeface="+mn-ea"/>
                <a:cs typeface="+mn-cs"/>
              </a:endParaRPr>
            </a:p>
          </p:txBody>
        </p:sp>
      </p:grpSp>
      <p:pic>
        <p:nvPicPr>
          <p:cNvPr id="49158" name="Picture 21"/>
          <p:cNvPicPr>
            <a:picLocks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4597325" y="3852863"/>
            <a:ext cx="1263650" cy="1376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59" name="Picture 22"/>
          <p:cNvPicPr>
            <a:picLocks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0702851" y="3076575"/>
            <a:ext cx="879475"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60" name="Freeform 23"/>
          <p:cNvSpPr>
            <a:spLocks/>
          </p:cNvSpPr>
          <p:nvPr/>
        </p:nvSpPr>
        <p:spPr bwMode="auto">
          <a:xfrm>
            <a:off x="8493050" y="4754564"/>
            <a:ext cx="2636838" cy="777875"/>
          </a:xfrm>
          <a:custGeom>
            <a:avLst/>
            <a:gdLst>
              <a:gd name="T0" fmla="*/ 2147483646 w 2046"/>
              <a:gd name="T1" fmla="*/ 0 h 557"/>
              <a:gd name="T2" fmla="*/ 2147483646 w 2046"/>
              <a:gd name="T3" fmla="*/ 2147483646 h 557"/>
              <a:gd name="T4" fmla="*/ 2147483646 w 2046"/>
              <a:gd name="T5" fmla="*/ 2147483646 h 557"/>
              <a:gd name="T6" fmla="*/ 2147483646 w 2046"/>
              <a:gd name="T7" fmla="*/ 2147483646 h 557"/>
              <a:gd name="T8" fmla="*/ 2147483646 w 2046"/>
              <a:gd name="T9" fmla="*/ 2147483646 h 557"/>
              <a:gd name="T10" fmla="*/ 2147483646 w 2046"/>
              <a:gd name="T11" fmla="*/ 2147483646 h 557"/>
              <a:gd name="T12" fmla="*/ 2147483646 w 2046"/>
              <a:gd name="T13" fmla="*/ 2147483646 h 557"/>
              <a:gd name="T14" fmla="*/ 2147483646 w 2046"/>
              <a:gd name="T15" fmla="*/ 2147483646 h 557"/>
              <a:gd name="T16" fmla="*/ 2147483646 w 2046"/>
              <a:gd name="T17" fmla="*/ 2147483646 h 557"/>
              <a:gd name="T18" fmla="*/ 2147483646 w 2046"/>
              <a:gd name="T19" fmla="*/ 2147483646 h 557"/>
              <a:gd name="T20" fmla="*/ 2147483646 w 2046"/>
              <a:gd name="T21" fmla="*/ 2147483646 h 557"/>
              <a:gd name="T22" fmla="*/ 2147483646 w 2046"/>
              <a:gd name="T23" fmla="*/ 2147483646 h 557"/>
              <a:gd name="T24" fmla="*/ 2147483646 w 2046"/>
              <a:gd name="T25" fmla="*/ 2147483646 h 557"/>
              <a:gd name="T26" fmla="*/ 2147483646 w 2046"/>
              <a:gd name="T27" fmla="*/ 2147483646 h 557"/>
              <a:gd name="T28" fmla="*/ 2147483646 w 2046"/>
              <a:gd name="T29" fmla="*/ 2147483646 h 557"/>
              <a:gd name="T30" fmla="*/ 2147483646 w 2046"/>
              <a:gd name="T31" fmla="*/ 2147483646 h 557"/>
              <a:gd name="T32" fmla="*/ 2147483646 w 2046"/>
              <a:gd name="T33" fmla="*/ 2147483646 h 557"/>
              <a:gd name="T34" fmla="*/ 2147483646 w 2046"/>
              <a:gd name="T35" fmla="*/ 2147483646 h 557"/>
              <a:gd name="T36" fmla="*/ 2147483646 w 2046"/>
              <a:gd name="T37" fmla="*/ 2147483646 h 557"/>
              <a:gd name="T38" fmla="*/ 2147483646 w 2046"/>
              <a:gd name="T39" fmla="*/ 2147483646 h 557"/>
              <a:gd name="T40" fmla="*/ 2147483646 w 2046"/>
              <a:gd name="T41" fmla="*/ 2147483646 h 557"/>
              <a:gd name="T42" fmla="*/ 2147483646 w 2046"/>
              <a:gd name="T43" fmla="*/ 2147483646 h 557"/>
              <a:gd name="T44" fmla="*/ 2147483646 w 2046"/>
              <a:gd name="T45" fmla="*/ 2147483646 h 557"/>
              <a:gd name="T46" fmla="*/ 2147483646 w 2046"/>
              <a:gd name="T47" fmla="*/ 2147483646 h 557"/>
              <a:gd name="T48" fmla="*/ 2147483646 w 2046"/>
              <a:gd name="T49" fmla="*/ 2147483646 h 557"/>
              <a:gd name="T50" fmla="*/ 2147483646 w 2046"/>
              <a:gd name="T51" fmla="*/ 2147483646 h 557"/>
              <a:gd name="T52" fmla="*/ 2147483646 w 2046"/>
              <a:gd name="T53" fmla="*/ 2147483646 h 557"/>
              <a:gd name="T54" fmla="*/ 2147483646 w 2046"/>
              <a:gd name="T55" fmla="*/ 2147483646 h 557"/>
              <a:gd name="T56" fmla="*/ 0 w 2046"/>
              <a:gd name="T57" fmla="*/ 2147483646 h 557"/>
              <a:gd name="T58" fmla="*/ 2147483646 w 2046"/>
              <a:gd name="T59" fmla="*/ 2147483646 h 557"/>
              <a:gd name="T60" fmla="*/ 2147483646 w 2046"/>
              <a:gd name="T61" fmla="*/ 2147483646 h 557"/>
              <a:gd name="T62" fmla="*/ 2147483646 w 2046"/>
              <a:gd name="T63" fmla="*/ 2147483646 h 557"/>
              <a:gd name="T64" fmla="*/ 2147483646 w 2046"/>
              <a:gd name="T65" fmla="*/ 2147483646 h 557"/>
              <a:gd name="T66" fmla="*/ 2147483646 w 2046"/>
              <a:gd name="T67" fmla="*/ 2147483646 h 557"/>
              <a:gd name="T68" fmla="*/ 2147483646 w 2046"/>
              <a:gd name="T69" fmla="*/ 2147483646 h 557"/>
              <a:gd name="T70" fmla="*/ 2147483646 w 2046"/>
              <a:gd name="T71" fmla="*/ 2147483646 h 557"/>
              <a:gd name="T72" fmla="*/ 2147483646 w 2046"/>
              <a:gd name="T73" fmla="*/ 2147483646 h 557"/>
              <a:gd name="T74" fmla="*/ 2147483646 w 2046"/>
              <a:gd name="T75" fmla="*/ 2147483646 h 557"/>
              <a:gd name="T76" fmla="*/ 2147483646 w 2046"/>
              <a:gd name="T77" fmla="*/ 2147483646 h 557"/>
              <a:gd name="T78" fmla="*/ 2147483646 w 2046"/>
              <a:gd name="T79" fmla="*/ 2147483646 h 557"/>
              <a:gd name="T80" fmla="*/ 2147483646 w 2046"/>
              <a:gd name="T81" fmla="*/ 2147483646 h 557"/>
              <a:gd name="T82" fmla="*/ 2147483646 w 2046"/>
              <a:gd name="T83" fmla="*/ 2147483646 h 557"/>
              <a:gd name="T84" fmla="*/ 2147483646 w 2046"/>
              <a:gd name="T85" fmla="*/ 2147483646 h 557"/>
              <a:gd name="T86" fmla="*/ 2147483646 w 2046"/>
              <a:gd name="T87" fmla="*/ 2147483646 h 557"/>
              <a:gd name="T88" fmla="*/ 2147483646 w 2046"/>
              <a:gd name="T89" fmla="*/ 2147483646 h 557"/>
              <a:gd name="T90" fmla="*/ 2147483646 w 2046"/>
              <a:gd name="T91" fmla="*/ 2147483646 h 557"/>
              <a:gd name="T92" fmla="*/ 2147483646 w 2046"/>
              <a:gd name="T93" fmla="*/ 2147483646 h 557"/>
              <a:gd name="T94" fmla="*/ 2147483646 w 2046"/>
              <a:gd name="T95" fmla="*/ 2147483646 h 557"/>
              <a:gd name="T96" fmla="*/ 2147483646 w 2046"/>
              <a:gd name="T97" fmla="*/ 2147483646 h 557"/>
              <a:gd name="T98" fmla="*/ 2147483646 w 2046"/>
              <a:gd name="T99" fmla="*/ 2147483646 h 557"/>
              <a:gd name="T100" fmla="*/ 2147483646 w 2046"/>
              <a:gd name="T101" fmla="*/ 2147483646 h 557"/>
              <a:gd name="T102" fmla="*/ 2147483646 w 2046"/>
              <a:gd name="T103" fmla="*/ 2147483646 h 557"/>
              <a:gd name="T104" fmla="*/ 2147483646 w 2046"/>
              <a:gd name="T105" fmla="*/ 2147483646 h 557"/>
              <a:gd name="T106" fmla="*/ 2147483646 w 2046"/>
              <a:gd name="T107" fmla="*/ 2147483646 h 557"/>
              <a:gd name="T108" fmla="*/ 2147483646 w 2046"/>
              <a:gd name="T109" fmla="*/ 2147483646 h 557"/>
              <a:gd name="T110" fmla="*/ 2147483646 w 2046"/>
              <a:gd name="T111" fmla="*/ 2147483646 h 557"/>
              <a:gd name="T112" fmla="*/ 2147483646 w 2046"/>
              <a:gd name="T113" fmla="*/ 2147483646 h 557"/>
              <a:gd name="T114" fmla="*/ 2147483646 w 2046"/>
              <a:gd name="T115" fmla="*/ 2147483646 h 557"/>
              <a:gd name="T116" fmla="*/ 2147483646 w 2046"/>
              <a:gd name="T117" fmla="*/ 2147483646 h 557"/>
              <a:gd name="T118" fmla="*/ 2147483646 w 2046"/>
              <a:gd name="T119" fmla="*/ 2147483646 h 557"/>
              <a:gd name="T120" fmla="*/ 2147483646 w 2046"/>
              <a:gd name="T121" fmla="*/ 2147483646 h 55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046"/>
              <a:gd name="T184" fmla="*/ 0 h 557"/>
              <a:gd name="T185" fmla="*/ 2046 w 2046"/>
              <a:gd name="T186" fmla="*/ 557 h 55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046" h="557">
                <a:moveTo>
                  <a:pt x="2045" y="42"/>
                </a:moveTo>
                <a:lnTo>
                  <a:pt x="1766" y="0"/>
                </a:lnTo>
                <a:lnTo>
                  <a:pt x="1760" y="9"/>
                </a:lnTo>
                <a:lnTo>
                  <a:pt x="1750" y="18"/>
                </a:lnTo>
                <a:lnTo>
                  <a:pt x="1739" y="30"/>
                </a:lnTo>
                <a:lnTo>
                  <a:pt x="1729" y="41"/>
                </a:lnTo>
                <a:lnTo>
                  <a:pt x="1718" y="51"/>
                </a:lnTo>
                <a:lnTo>
                  <a:pt x="1708" y="60"/>
                </a:lnTo>
                <a:lnTo>
                  <a:pt x="1694" y="71"/>
                </a:lnTo>
                <a:lnTo>
                  <a:pt x="1684" y="81"/>
                </a:lnTo>
                <a:lnTo>
                  <a:pt x="1671" y="91"/>
                </a:lnTo>
                <a:lnTo>
                  <a:pt x="1658" y="100"/>
                </a:lnTo>
                <a:lnTo>
                  <a:pt x="1642" y="111"/>
                </a:lnTo>
                <a:lnTo>
                  <a:pt x="1629" y="119"/>
                </a:lnTo>
                <a:lnTo>
                  <a:pt x="1615" y="127"/>
                </a:lnTo>
                <a:lnTo>
                  <a:pt x="1602" y="135"/>
                </a:lnTo>
                <a:lnTo>
                  <a:pt x="1589" y="143"/>
                </a:lnTo>
                <a:lnTo>
                  <a:pt x="1573" y="151"/>
                </a:lnTo>
                <a:lnTo>
                  <a:pt x="1558" y="161"/>
                </a:lnTo>
                <a:lnTo>
                  <a:pt x="1542" y="169"/>
                </a:lnTo>
                <a:lnTo>
                  <a:pt x="1531" y="175"/>
                </a:lnTo>
                <a:lnTo>
                  <a:pt x="1515" y="183"/>
                </a:lnTo>
                <a:lnTo>
                  <a:pt x="1497" y="193"/>
                </a:lnTo>
                <a:lnTo>
                  <a:pt x="1476" y="201"/>
                </a:lnTo>
                <a:lnTo>
                  <a:pt x="1450" y="214"/>
                </a:lnTo>
                <a:lnTo>
                  <a:pt x="1426" y="224"/>
                </a:lnTo>
                <a:lnTo>
                  <a:pt x="1400" y="235"/>
                </a:lnTo>
                <a:lnTo>
                  <a:pt x="1371" y="246"/>
                </a:lnTo>
                <a:lnTo>
                  <a:pt x="1339" y="256"/>
                </a:lnTo>
                <a:lnTo>
                  <a:pt x="1315" y="265"/>
                </a:lnTo>
                <a:lnTo>
                  <a:pt x="1289" y="273"/>
                </a:lnTo>
                <a:lnTo>
                  <a:pt x="1258" y="282"/>
                </a:lnTo>
                <a:lnTo>
                  <a:pt x="1223" y="293"/>
                </a:lnTo>
                <a:lnTo>
                  <a:pt x="1189" y="302"/>
                </a:lnTo>
                <a:lnTo>
                  <a:pt x="1158" y="310"/>
                </a:lnTo>
                <a:lnTo>
                  <a:pt x="1118" y="320"/>
                </a:lnTo>
                <a:lnTo>
                  <a:pt x="1079" y="329"/>
                </a:lnTo>
                <a:lnTo>
                  <a:pt x="1042" y="336"/>
                </a:lnTo>
                <a:lnTo>
                  <a:pt x="1008" y="342"/>
                </a:lnTo>
                <a:lnTo>
                  <a:pt x="973" y="350"/>
                </a:lnTo>
                <a:lnTo>
                  <a:pt x="942" y="355"/>
                </a:lnTo>
                <a:lnTo>
                  <a:pt x="905" y="361"/>
                </a:lnTo>
                <a:lnTo>
                  <a:pt x="868" y="366"/>
                </a:lnTo>
                <a:lnTo>
                  <a:pt x="831" y="371"/>
                </a:lnTo>
                <a:lnTo>
                  <a:pt x="794" y="376"/>
                </a:lnTo>
                <a:lnTo>
                  <a:pt x="760" y="380"/>
                </a:lnTo>
                <a:lnTo>
                  <a:pt x="718" y="384"/>
                </a:lnTo>
                <a:lnTo>
                  <a:pt x="679" y="388"/>
                </a:lnTo>
                <a:lnTo>
                  <a:pt x="636" y="392"/>
                </a:lnTo>
                <a:lnTo>
                  <a:pt x="594" y="394"/>
                </a:lnTo>
                <a:lnTo>
                  <a:pt x="550" y="398"/>
                </a:lnTo>
                <a:lnTo>
                  <a:pt x="510" y="400"/>
                </a:lnTo>
                <a:lnTo>
                  <a:pt x="471" y="401"/>
                </a:lnTo>
                <a:lnTo>
                  <a:pt x="421" y="402"/>
                </a:lnTo>
                <a:lnTo>
                  <a:pt x="381" y="402"/>
                </a:lnTo>
                <a:lnTo>
                  <a:pt x="334" y="402"/>
                </a:lnTo>
                <a:lnTo>
                  <a:pt x="334" y="361"/>
                </a:lnTo>
                <a:lnTo>
                  <a:pt x="0" y="454"/>
                </a:lnTo>
                <a:lnTo>
                  <a:pt x="334" y="556"/>
                </a:lnTo>
                <a:lnTo>
                  <a:pt x="334" y="516"/>
                </a:lnTo>
                <a:lnTo>
                  <a:pt x="386" y="516"/>
                </a:lnTo>
                <a:lnTo>
                  <a:pt x="436" y="516"/>
                </a:lnTo>
                <a:lnTo>
                  <a:pt x="486" y="514"/>
                </a:lnTo>
                <a:lnTo>
                  <a:pt x="531" y="513"/>
                </a:lnTo>
                <a:lnTo>
                  <a:pt x="573" y="512"/>
                </a:lnTo>
                <a:lnTo>
                  <a:pt x="613" y="510"/>
                </a:lnTo>
                <a:lnTo>
                  <a:pt x="657" y="507"/>
                </a:lnTo>
                <a:lnTo>
                  <a:pt x="697" y="504"/>
                </a:lnTo>
                <a:lnTo>
                  <a:pt x="734" y="501"/>
                </a:lnTo>
                <a:lnTo>
                  <a:pt x="776" y="497"/>
                </a:lnTo>
                <a:lnTo>
                  <a:pt x="826" y="492"/>
                </a:lnTo>
                <a:lnTo>
                  <a:pt x="865" y="488"/>
                </a:lnTo>
                <a:lnTo>
                  <a:pt x="905" y="484"/>
                </a:lnTo>
                <a:lnTo>
                  <a:pt x="942" y="479"/>
                </a:lnTo>
                <a:lnTo>
                  <a:pt x="986" y="472"/>
                </a:lnTo>
                <a:lnTo>
                  <a:pt x="1029" y="466"/>
                </a:lnTo>
                <a:lnTo>
                  <a:pt x="1065" y="460"/>
                </a:lnTo>
                <a:lnTo>
                  <a:pt x="1102" y="454"/>
                </a:lnTo>
                <a:lnTo>
                  <a:pt x="1144" y="444"/>
                </a:lnTo>
                <a:lnTo>
                  <a:pt x="1184" y="437"/>
                </a:lnTo>
                <a:lnTo>
                  <a:pt x="1223" y="430"/>
                </a:lnTo>
                <a:lnTo>
                  <a:pt x="1258" y="421"/>
                </a:lnTo>
                <a:lnTo>
                  <a:pt x="1289" y="414"/>
                </a:lnTo>
                <a:lnTo>
                  <a:pt x="1326" y="406"/>
                </a:lnTo>
                <a:lnTo>
                  <a:pt x="1358" y="396"/>
                </a:lnTo>
                <a:lnTo>
                  <a:pt x="1394" y="387"/>
                </a:lnTo>
                <a:lnTo>
                  <a:pt x="1431" y="378"/>
                </a:lnTo>
                <a:lnTo>
                  <a:pt x="1463" y="366"/>
                </a:lnTo>
                <a:lnTo>
                  <a:pt x="1494" y="356"/>
                </a:lnTo>
                <a:lnTo>
                  <a:pt x="1526" y="347"/>
                </a:lnTo>
                <a:lnTo>
                  <a:pt x="1552" y="336"/>
                </a:lnTo>
                <a:lnTo>
                  <a:pt x="1579" y="328"/>
                </a:lnTo>
                <a:lnTo>
                  <a:pt x="1610" y="315"/>
                </a:lnTo>
                <a:lnTo>
                  <a:pt x="1639" y="303"/>
                </a:lnTo>
                <a:lnTo>
                  <a:pt x="1663" y="293"/>
                </a:lnTo>
                <a:lnTo>
                  <a:pt x="1689" y="281"/>
                </a:lnTo>
                <a:lnTo>
                  <a:pt x="1716" y="269"/>
                </a:lnTo>
                <a:lnTo>
                  <a:pt x="1742" y="256"/>
                </a:lnTo>
                <a:lnTo>
                  <a:pt x="1766" y="244"/>
                </a:lnTo>
                <a:lnTo>
                  <a:pt x="1789" y="232"/>
                </a:lnTo>
                <a:lnTo>
                  <a:pt x="1816" y="219"/>
                </a:lnTo>
                <a:lnTo>
                  <a:pt x="1837" y="207"/>
                </a:lnTo>
                <a:lnTo>
                  <a:pt x="1855" y="196"/>
                </a:lnTo>
                <a:lnTo>
                  <a:pt x="1868" y="189"/>
                </a:lnTo>
                <a:lnTo>
                  <a:pt x="1881" y="180"/>
                </a:lnTo>
                <a:lnTo>
                  <a:pt x="1894" y="174"/>
                </a:lnTo>
                <a:lnTo>
                  <a:pt x="1900" y="168"/>
                </a:lnTo>
                <a:lnTo>
                  <a:pt x="1910" y="161"/>
                </a:lnTo>
                <a:lnTo>
                  <a:pt x="1921" y="152"/>
                </a:lnTo>
                <a:lnTo>
                  <a:pt x="1931" y="144"/>
                </a:lnTo>
                <a:lnTo>
                  <a:pt x="1942" y="137"/>
                </a:lnTo>
                <a:lnTo>
                  <a:pt x="1950" y="130"/>
                </a:lnTo>
                <a:lnTo>
                  <a:pt x="1960" y="122"/>
                </a:lnTo>
                <a:lnTo>
                  <a:pt x="1971" y="114"/>
                </a:lnTo>
                <a:lnTo>
                  <a:pt x="1981" y="106"/>
                </a:lnTo>
                <a:lnTo>
                  <a:pt x="1992" y="96"/>
                </a:lnTo>
                <a:lnTo>
                  <a:pt x="2000" y="89"/>
                </a:lnTo>
                <a:lnTo>
                  <a:pt x="2008" y="82"/>
                </a:lnTo>
                <a:lnTo>
                  <a:pt x="2016" y="73"/>
                </a:lnTo>
                <a:lnTo>
                  <a:pt x="2026" y="65"/>
                </a:lnTo>
                <a:lnTo>
                  <a:pt x="2031" y="57"/>
                </a:lnTo>
                <a:lnTo>
                  <a:pt x="2037" y="49"/>
                </a:lnTo>
                <a:lnTo>
                  <a:pt x="2045" y="42"/>
                </a:lnTo>
              </a:path>
            </a:pathLst>
          </a:custGeom>
          <a:solidFill>
            <a:srgbClr val="00FF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6" name="Slide Number Placeholder 5">
            <a:extLst>
              <a:ext uri="{FF2B5EF4-FFF2-40B4-BE49-F238E27FC236}">
                <a16:creationId xmlns:a16="http://schemas.microsoft.com/office/drawing/2014/main" id="{0948503C-07F7-81EF-C8E7-5B7D7DF3AC57}"/>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82</a:t>
            </a:fld>
            <a:endParaRPr lang="en-GB" noProof="0" dirty="0"/>
          </a:p>
        </p:txBody>
      </p:sp>
    </p:spTree>
    <p:extLst>
      <p:ext uri="{BB962C8B-B14F-4D97-AF65-F5344CB8AC3E}">
        <p14:creationId xmlns:p14="http://schemas.microsoft.com/office/powerpoint/2010/main" val="114986750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ctrTitle"/>
          </p:nvPr>
        </p:nvSpPr>
        <p:spPr>
          <a:xfrm>
            <a:off x="443922" y="500194"/>
            <a:ext cx="11303577" cy="858985"/>
          </a:xfrm>
        </p:spPr>
        <p:txBody>
          <a:bodyPr>
            <a:normAutofit/>
          </a:bodyPr>
          <a:lstStyle/>
          <a:p>
            <a:r>
              <a:rPr lang="en-GB" noProof="0" dirty="0"/>
              <a:t>Server scripting mechanism</a:t>
            </a:r>
          </a:p>
        </p:txBody>
      </p:sp>
      <p:pic>
        <p:nvPicPr>
          <p:cNvPr id="51203" name="Picture 4"/>
          <p:cNvPicPr>
            <a:picLocks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2249599" y="3040063"/>
            <a:ext cx="1262063" cy="1376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04" name="Picture 5"/>
          <p:cNvPicPr>
            <a:picLocks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5357924" y="3014662"/>
            <a:ext cx="900113" cy="170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1205" name="Group 6"/>
          <p:cNvGrpSpPr>
            <a:grpSpLocks/>
          </p:cNvGrpSpPr>
          <p:nvPr/>
        </p:nvGrpSpPr>
        <p:grpSpPr bwMode="auto">
          <a:xfrm>
            <a:off x="7048612" y="3433762"/>
            <a:ext cx="750887" cy="520700"/>
            <a:chOff x="3852" y="2116"/>
            <a:chExt cx="512" cy="328"/>
          </a:xfrm>
        </p:grpSpPr>
        <p:grpSp>
          <p:nvGrpSpPr>
            <p:cNvPr id="51252" name="Group 7"/>
            <p:cNvGrpSpPr>
              <a:grpSpLocks/>
            </p:cNvGrpSpPr>
            <p:nvPr/>
          </p:nvGrpSpPr>
          <p:grpSpPr bwMode="auto">
            <a:xfrm>
              <a:off x="4027" y="2124"/>
              <a:ext cx="195" cy="180"/>
              <a:chOff x="4027" y="2124"/>
              <a:chExt cx="195" cy="180"/>
            </a:xfrm>
          </p:grpSpPr>
          <p:sp>
            <p:nvSpPr>
              <p:cNvPr id="51256" name="Freeform 8"/>
              <p:cNvSpPr>
                <a:spLocks/>
              </p:cNvSpPr>
              <p:nvPr/>
            </p:nvSpPr>
            <p:spPr bwMode="auto">
              <a:xfrm>
                <a:off x="4027" y="2124"/>
                <a:ext cx="195" cy="180"/>
              </a:xfrm>
              <a:custGeom>
                <a:avLst/>
                <a:gdLst>
                  <a:gd name="T0" fmla="*/ 95 w 195"/>
                  <a:gd name="T1" fmla="*/ 0 h 180"/>
                  <a:gd name="T2" fmla="*/ 106 w 195"/>
                  <a:gd name="T3" fmla="*/ 0 h 180"/>
                  <a:gd name="T4" fmla="*/ 116 w 195"/>
                  <a:gd name="T5" fmla="*/ 1 h 180"/>
                  <a:gd name="T6" fmla="*/ 125 w 195"/>
                  <a:gd name="T7" fmla="*/ 4 h 180"/>
                  <a:gd name="T8" fmla="*/ 126 w 195"/>
                  <a:gd name="T9" fmla="*/ 18 h 180"/>
                  <a:gd name="T10" fmla="*/ 135 w 195"/>
                  <a:gd name="T11" fmla="*/ 22 h 180"/>
                  <a:gd name="T12" fmla="*/ 145 w 195"/>
                  <a:gd name="T13" fmla="*/ 28 h 180"/>
                  <a:gd name="T14" fmla="*/ 155 w 195"/>
                  <a:gd name="T15" fmla="*/ 35 h 180"/>
                  <a:gd name="T16" fmla="*/ 170 w 195"/>
                  <a:gd name="T17" fmla="*/ 30 h 180"/>
                  <a:gd name="T18" fmla="*/ 176 w 195"/>
                  <a:gd name="T19" fmla="*/ 36 h 180"/>
                  <a:gd name="T20" fmla="*/ 181 w 195"/>
                  <a:gd name="T21" fmla="*/ 44 h 180"/>
                  <a:gd name="T22" fmla="*/ 186 w 195"/>
                  <a:gd name="T23" fmla="*/ 51 h 180"/>
                  <a:gd name="T24" fmla="*/ 175 w 195"/>
                  <a:gd name="T25" fmla="*/ 64 h 180"/>
                  <a:gd name="T26" fmla="*/ 179 w 195"/>
                  <a:gd name="T27" fmla="*/ 76 h 180"/>
                  <a:gd name="T28" fmla="*/ 181 w 195"/>
                  <a:gd name="T29" fmla="*/ 85 h 180"/>
                  <a:gd name="T30" fmla="*/ 180 w 195"/>
                  <a:gd name="T31" fmla="*/ 97 h 180"/>
                  <a:gd name="T32" fmla="*/ 194 w 195"/>
                  <a:gd name="T33" fmla="*/ 103 h 180"/>
                  <a:gd name="T34" fmla="*/ 192 w 195"/>
                  <a:gd name="T35" fmla="*/ 112 h 180"/>
                  <a:gd name="T36" fmla="*/ 189 w 195"/>
                  <a:gd name="T37" fmla="*/ 121 h 180"/>
                  <a:gd name="T38" fmla="*/ 185 w 195"/>
                  <a:gd name="T39" fmla="*/ 131 h 180"/>
                  <a:gd name="T40" fmla="*/ 169 w 195"/>
                  <a:gd name="T41" fmla="*/ 130 h 180"/>
                  <a:gd name="T42" fmla="*/ 162 w 195"/>
                  <a:gd name="T43" fmla="*/ 139 h 180"/>
                  <a:gd name="T44" fmla="*/ 154 w 195"/>
                  <a:gd name="T45" fmla="*/ 146 h 180"/>
                  <a:gd name="T46" fmla="*/ 143 w 195"/>
                  <a:gd name="T47" fmla="*/ 153 h 180"/>
                  <a:gd name="T48" fmla="*/ 146 w 195"/>
                  <a:gd name="T49" fmla="*/ 168 h 180"/>
                  <a:gd name="T50" fmla="*/ 137 w 195"/>
                  <a:gd name="T51" fmla="*/ 173 h 180"/>
                  <a:gd name="T52" fmla="*/ 126 w 195"/>
                  <a:gd name="T53" fmla="*/ 176 h 180"/>
                  <a:gd name="T54" fmla="*/ 113 w 195"/>
                  <a:gd name="T55" fmla="*/ 179 h 180"/>
                  <a:gd name="T56" fmla="*/ 106 w 195"/>
                  <a:gd name="T57" fmla="*/ 167 h 180"/>
                  <a:gd name="T58" fmla="*/ 92 w 195"/>
                  <a:gd name="T59" fmla="*/ 168 h 180"/>
                  <a:gd name="T60" fmla="*/ 80 w 195"/>
                  <a:gd name="T61" fmla="*/ 166 h 180"/>
                  <a:gd name="T62" fmla="*/ 68 w 195"/>
                  <a:gd name="T63" fmla="*/ 163 h 180"/>
                  <a:gd name="T64" fmla="*/ 56 w 195"/>
                  <a:gd name="T65" fmla="*/ 173 h 180"/>
                  <a:gd name="T66" fmla="*/ 47 w 195"/>
                  <a:gd name="T67" fmla="*/ 168 h 180"/>
                  <a:gd name="T68" fmla="*/ 38 w 195"/>
                  <a:gd name="T69" fmla="*/ 163 h 180"/>
                  <a:gd name="T70" fmla="*/ 32 w 195"/>
                  <a:gd name="T71" fmla="*/ 158 h 180"/>
                  <a:gd name="T72" fmla="*/ 37 w 195"/>
                  <a:gd name="T73" fmla="*/ 143 h 180"/>
                  <a:gd name="T74" fmla="*/ 30 w 195"/>
                  <a:gd name="T75" fmla="*/ 134 h 180"/>
                  <a:gd name="T76" fmla="*/ 23 w 195"/>
                  <a:gd name="T77" fmla="*/ 124 h 180"/>
                  <a:gd name="T78" fmla="*/ 18 w 195"/>
                  <a:gd name="T79" fmla="*/ 114 h 180"/>
                  <a:gd name="T80" fmla="*/ 1 w 195"/>
                  <a:gd name="T81" fmla="*/ 112 h 180"/>
                  <a:gd name="T82" fmla="*/ 0 w 195"/>
                  <a:gd name="T83" fmla="*/ 102 h 180"/>
                  <a:gd name="T84" fmla="*/ 0 w 195"/>
                  <a:gd name="T85" fmla="*/ 95 h 180"/>
                  <a:gd name="T86" fmla="*/ 0 w 195"/>
                  <a:gd name="T87" fmla="*/ 86 h 180"/>
                  <a:gd name="T88" fmla="*/ 15 w 195"/>
                  <a:gd name="T89" fmla="*/ 82 h 180"/>
                  <a:gd name="T90" fmla="*/ 18 w 195"/>
                  <a:gd name="T91" fmla="*/ 69 h 180"/>
                  <a:gd name="T92" fmla="*/ 21 w 195"/>
                  <a:gd name="T93" fmla="*/ 59 h 180"/>
                  <a:gd name="T94" fmla="*/ 27 w 195"/>
                  <a:gd name="T95" fmla="*/ 49 h 180"/>
                  <a:gd name="T96" fmla="*/ 19 w 195"/>
                  <a:gd name="T97" fmla="*/ 35 h 180"/>
                  <a:gd name="T98" fmla="*/ 24 w 195"/>
                  <a:gd name="T99" fmla="*/ 29 h 180"/>
                  <a:gd name="T100" fmla="*/ 31 w 195"/>
                  <a:gd name="T101" fmla="*/ 23 h 180"/>
                  <a:gd name="T102" fmla="*/ 38 w 195"/>
                  <a:gd name="T103" fmla="*/ 17 h 180"/>
                  <a:gd name="T104" fmla="*/ 56 w 195"/>
                  <a:gd name="T105" fmla="*/ 23 h 180"/>
                  <a:gd name="T106" fmla="*/ 66 w 195"/>
                  <a:gd name="T107" fmla="*/ 19 h 180"/>
                  <a:gd name="T108" fmla="*/ 75 w 195"/>
                  <a:gd name="T109" fmla="*/ 16 h 180"/>
                  <a:gd name="T110" fmla="*/ 88 w 195"/>
                  <a:gd name="T111" fmla="*/ 13 h 180"/>
                  <a:gd name="T112" fmla="*/ 95 w 195"/>
                  <a:gd name="T113" fmla="*/ 0 h 18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95"/>
                  <a:gd name="T172" fmla="*/ 0 h 180"/>
                  <a:gd name="T173" fmla="*/ 195 w 195"/>
                  <a:gd name="T174" fmla="*/ 180 h 180"/>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95" h="180">
                    <a:moveTo>
                      <a:pt x="95" y="0"/>
                    </a:moveTo>
                    <a:lnTo>
                      <a:pt x="106" y="0"/>
                    </a:lnTo>
                    <a:lnTo>
                      <a:pt x="116" y="1"/>
                    </a:lnTo>
                    <a:lnTo>
                      <a:pt x="125" y="4"/>
                    </a:lnTo>
                    <a:lnTo>
                      <a:pt x="126" y="18"/>
                    </a:lnTo>
                    <a:lnTo>
                      <a:pt x="135" y="22"/>
                    </a:lnTo>
                    <a:lnTo>
                      <a:pt x="145" y="28"/>
                    </a:lnTo>
                    <a:lnTo>
                      <a:pt x="155" y="35"/>
                    </a:lnTo>
                    <a:lnTo>
                      <a:pt x="170" y="30"/>
                    </a:lnTo>
                    <a:lnTo>
                      <a:pt x="176" y="36"/>
                    </a:lnTo>
                    <a:lnTo>
                      <a:pt x="181" y="44"/>
                    </a:lnTo>
                    <a:lnTo>
                      <a:pt x="186" y="51"/>
                    </a:lnTo>
                    <a:lnTo>
                      <a:pt x="175" y="64"/>
                    </a:lnTo>
                    <a:lnTo>
                      <a:pt x="179" y="76"/>
                    </a:lnTo>
                    <a:lnTo>
                      <a:pt x="181" y="85"/>
                    </a:lnTo>
                    <a:lnTo>
                      <a:pt x="180" y="97"/>
                    </a:lnTo>
                    <a:lnTo>
                      <a:pt x="194" y="103"/>
                    </a:lnTo>
                    <a:lnTo>
                      <a:pt x="192" y="112"/>
                    </a:lnTo>
                    <a:lnTo>
                      <a:pt x="189" y="121"/>
                    </a:lnTo>
                    <a:lnTo>
                      <a:pt x="185" y="131"/>
                    </a:lnTo>
                    <a:lnTo>
                      <a:pt x="169" y="130"/>
                    </a:lnTo>
                    <a:lnTo>
                      <a:pt x="162" y="139"/>
                    </a:lnTo>
                    <a:lnTo>
                      <a:pt x="154" y="146"/>
                    </a:lnTo>
                    <a:lnTo>
                      <a:pt x="143" y="153"/>
                    </a:lnTo>
                    <a:lnTo>
                      <a:pt x="146" y="168"/>
                    </a:lnTo>
                    <a:lnTo>
                      <a:pt x="137" y="173"/>
                    </a:lnTo>
                    <a:lnTo>
                      <a:pt x="126" y="176"/>
                    </a:lnTo>
                    <a:lnTo>
                      <a:pt x="113" y="179"/>
                    </a:lnTo>
                    <a:lnTo>
                      <a:pt x="106" y="167"/>
                    </a:lnTo>
                    <a:lnTo>
                      <a:pt x="92" y="168"/>
                    </a:lnTo>
                    <a:lnTo>
                      <a:pt x="80" y="166"/>
                    </a:lnTo>
                    <a:lnTo>
                      <a:pt x="68" y="163"/>
                    </a:lnTo>
                    <a:lnTo>
                      <a:pt x="56" y="173"/>
                    </a:lnTo>
                    <a:lnTo>
                      <a:pt x="47" y="168"/>
                    </a:lnTo>
                    <a:lnTo>
                      <a:pt x="38" y="163"/>
                    </a:lnTo>
                    <a:lnTo>
                      <a:pt x="32" y="158"/>
                    </a:lnTo>
                    <a:lnTo>
                      <a:pt x="37" y="143"/>
                    </a:lnTo>
                    <a:lnTo>
                      <a:pt x="30" y="134"/>
                    </a:lnTo>
                    <a:lnTo>
                      <a:pt x="23" y="124"/>
                    </a:lnTo>
                    <a:lnTo>
                      <a:pt x="18" y="114"/>
                    </a:lnTo>
                    <a:lnTo>
                      <a:pt x="1" y="112"/>
                    </a:lnTo>
                    <a:lnTo>
                      <a:pt x="0" y="102"/>
                    </a:lnTo>
                    <a:lnTo>
                      <a:pt x="0" y="95"/>
                    </a:lnTo>
                    <a:lnTo>
                      <a:pt x="0" y="86"/>
                    </a:lnTo>
                    <a:lnTo>
                      <a:pt x="15" y="82"/>
                    </a:lnTo>
                    <a:lnTo>
                      <a:pt x="18" y="69"/>
                    </a:lnTo>
                    <a:lnTo>
                      <a:pt x="21" y="59"/>
                    </a:lnTo>
                    <a:lnTo>
                      <a:pt x="27" y="49"/>
                    </a:lnTo>
                    <a:lnTo>
                      <a:pt x="19" y="35"/>
                    </a:lnTo>
                    <a:lnTo>
                      <a:pt x="24" y="29"/>
                    </a:lnTo>
                    <a:lnTo>
                      <a:pt x="31" y="23"/>
                    </a:lnTo>
                    <a:lnTo>
                      <a:pt x="38" y="17"/>
                    </a:lnTo>
                    <a:lnTo>
                      <a:pt x="56" y="23"/>
                    </a:lnTo>
                    <a:lnTo>
                      <a:pt x="66" y="19"/>
                    </a:lnTo>
                    <a:lnTo>
                      <a:pt x="75" y="16"/>
                    </a:lnTo>
                    <a:lnTo>
                      <a:pt x="88" y="13"/>
                    </a:lnTo>
                    <a:lnTo>
                      <a:pt x="95" y="0"/>
                    </a:lnTo>
                  </a:path>
                </a:pathLst>
              </a:custGeom>
              <a:solidFill>
                <a:srgbClr val="FF0000"/>
              </a:solidFill>
              <a:ln w="12700" cap="rnd" cmpd="sng">
                <a:solidFill>
                  <a:srgbClr val="000000"/>
                </a:solidFill>
                <a:prstDash val="solid"/>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effectLst/>
                  <a:uLnTx/>
                  <a:uFillTx/>
                  <a:latin typeface="Figtree"/>
                  <a:ea typeface="+mn-ea"/>
                  <a:cs typeface="+mn-cs"/>
                </a:endParaRPr>
              </a:p>
            </p:txBody>
          </p:sp>
          <p:sp>
            <p:nvSpPr>
              <p:cNvPr id="51257" name="Oval 9"/>
              <p:cNvSpPr>
                <a:spLocks noChangeArrowheads="1"/>
              </p:cNvSpPr>
              <p:nvPr/>
            </p:nvSpPr>
            <p:spPr bwMode="auto">
              <a:xfrm>
                <a:off x="4089" y="2182"/>
                <a:ext cx="71" cy="64"/>
              </a:xfrm>
              <a:prstGeom prst="ellipse">
                <a:avLst/>
              </a:prstGeom>
              <a:solidFill>
                <a:srgbClr val="000000"/>
              </a:solidFill>
              <a:ln w="12700">
                <a:solidFill>
                  <a:srgbClr val="000000"/>
                </a:solidFill>
                <a:round/>
                <a:headEnd/>
                <a:tailEnd/>
              </a:ln>
            </p:spPr>
            <p:txBody>
              <a:bodyPr wrap="none" anchor="ctr"/>
              <a:lstStyle>
                <a:lvl1pPr>
                  <a:lnSpc>
                    <a:spcPct val="120000"/>
                  </a:lnSpc>
                  <a:spcBef>
                    <a:spcPct val="60000"/>
                  </a:spcBef>
                  <a:buClr>
                    <a:schemeClr val="bg2"/>
                  </a:buClr>
                  <a:buChar char="•"/>
                  <a:defRPr sz="2400" b="1">
                    <a:solidFill>
                      <a:srgbClr val="134183"/>
                    </a:solidFill>
                    <a:latin typeface="Arial" panose="020B0604020202020204" pitchFamily="34" charset="0"/>
                  </a:defRPr>
                </a:lvl1pPr>
                <a:lvl2pPr marL="742950" indent="-285750">
                  <a:lnSpc>
                    <a:spcPct val="110000"/>
                  </a:lnSpc>
                  <a:spcBef>
                    <a:spcPct val="15000"/>
                  </a:spcBef>
                  <a:spcAft>
                    <a:spcPct val="10000"/>
                  </a:spcAft>
                  <a:buClr>
                    <a:schemeClr val="bg2"/>
                  </a:buClr>
                  <a:buChar char="•"/>
                  <a:defRPr sz="2000" b="1">
                    <a:solidFill>
                      <a:srgbClr val="134183"/>
                    </a:solidFill>
                    <a:latin typeface="Arial" panose="020B0604020202020204" pitchFamily="34" charset="0"/>
                  </a:defRPr>
                </a:lvl2pPr>
                <a:lvl3pPr marL="1143000" indent="-228600">
                  <a:lnSpc>
                    <a:spcPct val="110000"/>
                  </a:lnSpc>
                  <a:spcBef>
                    <a:spcPct val="10000"/>
                  </a:spcBef>
                  <a:spcAft>
                    <a:spcPct val="15000"/>
                  </a:spcAft>
                  <a:buClr>
                    <a:schemeClr val="bg2"/>
                  </a:buClr>
                  <a:buChar char="•"/>
                  <a:defRPr sz="2400">
                    <a:solidFill>
                      <a:srgbClr val="134183"/>
                    </a:solidFill>
                    <a:latin typeface="Arial" panose="020B0604020202020204" pitchFamily="34" charset="0"/>
                  </a:defRPr>
                </a:lvl3pPr>
                <a:lvl4pPr marL="1600200" indent="-228600">
                  <a:spcBef>
                    <a:spcPct val="20000"/>
                  </a:spcBef>
                  <a:buChar char=" "/>
                  <a:defRPr sz="1200">
                    <a:solidFill>
                      <a:schemeClr val="tx1"/>
                    </a:solidFill>
                    <a:latin typeface="Arial" panose="020B0604020202020204" pitchFamily="34" charset="0"/>
                  </a:defRPr>
                </a:lvl4pPr>
                <a:lvl5pPr marL="2057400" indent="-228600">
                  <a:spcBef>
                    <a:spcPct val="20000"/>
                  </a:spcBef>
                  <a:buChar char=" "/>
                  <a:defRPr sz="1000">
                    <a:solidFill>
                      <a:schemeClr val="tx1"/>
                    </a:solidFill>
                    <a:latin typeface="Arial" panose="020B0604020202020204" pitchFamily="34" charset="0"/>
                  </a:defRPr>
                </a:lvl5pPr>
                <a:lvl6pPr marL="2514600" indent="-228600" eaLnBrk="0" fontAlgn="base" hangingPunct="0">
                  <a:spcBef>
                    <a:spcPct val="20000"/>
                  </a:spcBef>
                  <a:spcAft>
                    <a:spcPct val="0"/>
                  </a:spcAft>
                  <a:buChar char=" "/>
                  <a:defRPr sz="1000">
                    <a:solidFill>
                      <a:schemeClr val="tx1"/>
                    </a:solidFill>
                    <a:latin typeface="Arial" panose="020B0604020202020204" pitchFamily="34" charset="0"/>
                  </a:defRPr>
                </a:lvl6pPr>
                <a:lvl7pPr marL="2971800" indent="-228600" eaLnBrk="0" fontAlgn="base" hangingPunct="0">
                  <a:spcBef>
                    <a:spcPct val="20000"/>
                  </a:spcBef>
                  <a:spcAft>
                    <a:spcPct val="0"/>
                  </a:spcAft>
                  <a:buChar char=" "/>
                  <a:defRPr sz="1000">
                    <a:solidFill>
                      <a:schemeClr val="tx1"/>
                    </a:solidFill>
                    <a:latin typeface="Arial" panose="020B0604020202020204" pitchFamily="34" charset="0"/>
                  </a:defRPr>
                </a:lvl7pPr>
                <a:lvl8pPr marL="3429000" indent="-228600" eaLnBrk="0" fontAlgn="base" hangingPunct="0">
                  <a:spcBef>
                    <a:spcPct val="20000"/>
                  </a:spcBef>
                  <a:spcAft>
                    <a:spcPct val="0"/>
                  </a:spcAft>
                  <a:buChar char=" "/>
                  <a:defRPr sz="1000">
                    <a:solidFill>
                      <a:schemeClr val="tx1"/>
                    </a:solidFill>
                    <a:latin typeface="Arial" panose="020B0604020202020204" pitchFamily="34" charset="0"/>
                  </a:defRPr>
                </a:lvl8pPr>
                <a:lvl9pPr marL="3886200" indent="-228600" eaLnBrk="0" fontAlgn="base" hangingPunct="0">
                  <a:spcBef>
                    <a:spcPct val="20000"/>
                  </a:spcBef>
                  <a:spcAft>
                    <a:spcPct val="0"/>
                  </a:spcAft>
                  <a:buChar char=" "/>
                  <a:defRPr sz="1000">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endParaRPr kumimoji="0" lang="en-GB" sz="1000" b="0" i="0" u="none" strike="noStrike" kern="1200" cap="none" spc="0" normalizeH="0" baseline="0" noProof="0" dirty="0">
                  <a:ln>
                    <a:noFill/>
                  </a:ln>
                  <a:solidFill>
                    <a:schemeClr val="tx1"/>
                  </a:solidFill>
                  <a:effectLst/>
                  <a:uLnTx/>
                  <a:uFillTx/>
                  <a:latin typeface="Figtree"/>
                  <a:ea typeface="+mn-ea"/>
                  <a:cs typeface="+mn-cs"/>
                </a:endParaRPr>
              </a:p>
            </p:txBody>
          </p:sp>
        </p:grpSp>
        <p:sp>
          <p:nvSpPr>
            <p:cNvPr id="51253" name="Rectangle 10"/>
            <p:cNvSpPr>
              <a:spLocks noChangeArrowheads="1"/>
            </p:cNvSpPr>
            <p:nvPr/>
          </p:nvSpPr>
          <p:spPr bwMode="auto">
            <a:xfrm>
              <a:off x="3852" y="2116"/>
              <a:ext cx="512" cy="32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20000"/>
                </a:lnSpc>
                <a:spcBef>
                  <a:spcPct val="60000"/>
                </a:spcBef>
                <a:buClr>
                  <a:schemeClr val="bg2"/>
                </a:buClr>
                <a:buChar char="•"/>
                <a:defRPr sz="2400" b="1">
                  <a:solidFill>
                    <a:srgbClr val="134183"/>
                  </a:solidFill>
                  <a:latin typeface="Arial" panose="020B0604020202020204" pitchFamily="34" charset="0"/>
                </a:defRPr>
              </a:lvl1pPr>
              <a:lvl2pPr marL="742950" indent="-285750">
                <a:lnSpc>
                  <a:spcPct val="110000"/>
                </a:lnSpc>
                <a:spcBef>
                  <a:spcPct val="15000"/>
                </a:spcBef>
                <a:spcAft>
                  <a:spcPct val="10000"/>
                </a:spcAft>
                <a:buClr>
                  <a:schemeClr val="bg2"/>
                </a:buClr>
                <a:buChar char="•"/>
                <a:defRPr sz="2000" b="1">
                  <a:solidFill>
                    <a:srgbClr val="134183"/>
                  </a:solidFill>
                  <a:latin typeface="Arial" panose="020B0604020202020204" pitchFamily="34" charset="0"/>
                </a:defRPr>
              </a:lvl2pPr>
              <a:lvl3pPr marL="1143000" indent="-228600">
                <a:lnSpc>
                  <a:spcPct val="110000"/>
                </a:lnSpc>
                <a:spcBef>
                  <a:spcPct val="10000"/>
                </a:spcBef>
                <a:spcAft>
                  <a:spcPct val="15000"/>
                </a:spcAft>
                <a:buClr>
                  <a:schemeClr val="bg2"/>
                </a:buClr>
                <a:buChar char="•"/>
                <a:defRPr sz="2400">
                  <a:solidFill>
                    <a:srgbClr val="134183"/>
                  </a:solidFill>
                  <a:latin typeface="Arial" panose="020B0604020202020204" pitchFamily="34" charset="0"/>
                </a:defRPr>
              </a:lvl3pPr>
              <a:lvl4pPr marL="1600200" indent="-228600">
                <a:spcBef>
                  <a:spcPct val="20000"/>
                </a:spcBef>
                <a:buChar char=" "/>
                <a:defRPr sz="1200">
                  <a:solidFill>
                    <a:schemeClr val="tx1"/>
                  </a:solidFill>
                  <a:latin typeface="Arial" panose="020B0604020202020204" pitchFamily="34" charset="0"/>
                </a:defRPr>
              </a:lvl4pPr>
              <a:lvl5pPr marL="2057400" indent="-228600">
                <a:spcBef>
                  <a:spcPct val="20000"/>
                </a:spcBef>
                <a:buChar char=" "/>
                <a:defRPr sz="1000">
                  <a:solidFill>
                    <a:schemeClr val="tx1"/>
                  </a:solidFill>
                  <a:latin typeface="Arial" panose="020B0604020202020204" pitchFamily="34" charset="0"/>
                </a:defRPr>
              </a:lvl5pPr>
              <a:lvl6pPr marL="2514600" indent="-228600" eaLnBrk="0" fontAlgn="base" hangingPunct="0">
                <a:spcBef>
                  <a:spcPct val="20000"/>
                </a:spcBef>
                <a:spcAft>
                  <a:spcPct val="0"/>
                </a:spcAft>
                <a:buChar char=" "/>
                <a:defRPr sz="1000">
                  <a:solidFill>
                    <a:schemeClr val="tx1"/>
                  </a:solidFill>
                  <a:latin typeface="Arial" panose="020B0604020202020204" pitchFamily="34" charset="0"/>
                </a:defRPr>
              </a:lvl6pPr>
              <a:lvl7pPr marL="2971800" indent="-228600" eaLnBrk="0" fontAlgn="base" hangingPunct="0">
                <a:spcBef>
                  <a:spcPct val="20000"/>
                </a:spcBef>
                <a:spcAft>
                  <a:spcPct val="0"/>
                </a:spcAft>
                <a:buChar char=" "/>
                <a:defRPr sz="1000">
                  <a:solidFill>
                    <a:schemeClr val="tx1"/>
                  </a:solidFill>
                  <a:latin typeface="Arial" panose="020B0604020202020204" pitchFamily="34" charset="0"/>
                </a:defRPr>
              </a:lvl7pPr>
              <a:lvl8pPr marL="3429000" indent="-228600" eaLnBrk="0" fontAlgn="base" hangingPunct="0">
                <a:spcBef>
                  <a:spcPct val="20000"/>
                </a:spcBef>
                <a:spcAft>
                  <a:spcPct val="0"/>
                </a:spcAft>
                <a:buChar char=" "/>
                <a:defRPr sz="1000">
                  <a:solidFill>
                    <a:schemeClr val="tx1"/>
                  </a:solidFill>
                  <a:latin typeface="Arial" panose="020B0604020202020204" pitchFamily="34" charset="0"/>
                </a:defRPr>
              </a:lvl8pPr>
              <a:lvl9pPr marL="3886200" indent="-228600" eaLnBrk="0" fontAlgn="base" hangingPunct="0">
                <a:spcBef>
                  <a:spcPct val="20000"/>
                </a:spcBef>
                <a:spcAft>
                  <a:spcPct val="0"/>
                </a:spcAft>
                <a:buChar char=" "/>
                <a:defRPr sz="1000">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endParaRPr kumimoji="0" lang="en-GB" sz="1000" b="0" i="0" u="none" strike="noStrike" kern="1200" cap="none" spc="0" normalizeH="0" baseline="0" noProof="0" dirty="0">
                <a:ln>
                  <a:noFill/>
                </a:ln>
                <a:solidFill>
                  <a:schemeClr val="tx1"/>
                </a:solidFill>
                <a:effectLst/>
                <a:uLnTx/>
                <a:uFillTx/>
                <a:latin typeface="Figtree"/>
                <a:ea typeface="+mn-ea"/>
                <a:cs typeface="+mn-cs"/>
              </a:endParaRPr>
            </a:p>
          </p:txBody>
        </p:sp>
        <p:pic>
          <p:nvPicPr>
            <p:cNvPr id="51254" name="Picture 11"/>
            <p:cNvPicPr>
              <a:picLocks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3866" y="2209"/>
              <a:ext cx="193"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55" name="Picture 12"/>
            <p:cNvPicPr>
              <a:picLocks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4163" y="2247"/>
              <a:ext cx="193"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 name="Group 13"/>
          <p:cNvGrpSpPr>
            <a:grpSpLocks/>
          </p:cNvGrpSpPr>
          <p:nvPr/>
        </p:nvGrpSpPr>
        <p:grpSpPr bwMode="auto">
          <a:xfrm>
            <a:off x="3384661" y="1955800"/>
            <a:ext cx="1938703" cy="1319212"/>
            <a:chOff x="1352" y="1185"/>
            <a:chExt cx="1323" cy="831"/>
          </a:xfrm>
        </p:grpSpPr>
        <p:grpSp>
          <p:nvGrpSpPr>
            <p:cNvPr id="51236" name="Group 14"/>
            <p:cNvGrpSpPr>
              <a:grpSpLocks/>
            </p:cNvGrpSpPr>
            <p:nvPr/>
          </p:nvGrpSpPr>
          <p:grpSpPr bwMode="auto">
            <a:xfrm>
              <a:off x="1352" y="1826"/>
              <a:ext cx="1248" cy="190"/>
              <a:chOff x="1352" y="1826"/>
              <a:chExt cx="1248" cy="190"/>
            </a:xfrm>
          </p:grpSpPr>
          <p:grpSp>
            <p:nvGrpSpPr>
              <p:cNvPr id="51238" name="Group 15"/>
              <p:cNvGrpSpPr>
                <a:grpSpLocks/>
              </p:cNvGrpSpPr>
              <p:nvPr/>
            </p:nvGrpSpPr>
            <p:grpSpPr bwMode="auto">
              <a:xfrm>
                <a:off x="1441" y="1826"/>
                <a:ext cx="952" cy="190"/>
                <a:chOff x="1441" y="1826"/>
                <a:chExt cx="952" cy="190"/>
              </a:xfrm>
            </p:grpSpPr>
            <p:sp>
              <p:nvSpPr>
                <p:cNvPr id="51240" name="Freeform 16"/>
                <p:cNvSpPr>
                  <a:spLocks/>
                </p:cNvSpPr>
                <p:nvPr/>
              </p:nvSpPr>
              <p:spPr bwMode="auto">
                <a:xfrm>
                  <a:off x="1441" y="1829"/>
                  <a:ext cx="24" cy="97"/>
                </a:xfrm>
                <a:custGeom>
                  <a:avLst/>
                  <a:gdLst>
                    <a:gd name="T0" fmla="*/ 0 w 24"/>
                    <a:gd name="T1" fmla="*/ 96 h 97"/>
                    <a:gd name="T2" fmla="*/ 14 w 24"/>
                    <a:gd name="T3" fmla="*/ 15 h 97"/>
                    <a:gd name="T4" fmla="*/ 15 w 24"/>
                    <a:gd name="T5" fmla="*/ 11 h 97"/>
                    <a:gd name="T6" fmla="*/ 15 w 24"/>
                    <a:gd name="T7" fmla="*/ 7 h 97"/>
                    <a:gd name="T8" fmla="*/ 17 w 24"/>
                    <a:gd name="T9" fmla="*/ 4 h 97"/>
                    <a:gd name="T10" fmla="*/ 19 w 24"/>
                    <a:gd name="T11" fmla="*/ 2 h 97"/>
                    <a:gd name="T12" fmla="*/ 23 w 24"/>
                    <a:gd name="T13" fmla="*/ 0 h 97"/>
                    <a:gd name="T14" fmla="*/ 0 60000 65536"/>
                    <a:gd name="T15" fmla="*/ 0 60000 65536"/>
                    <a:gd name="T16" fmla="*/ 0 60000 65536"/>
                    <a:gd name="T17" fmla="*/ 0 60000 65536"/>
                    <a:gd name="T18" fmla="*/ 0 60000 65536"/>
                    <a:gd name="T19" fmla="*/ 0 60000 65536"/>
                    <a:gd name="T20" fmla="*/ 0 60000 65536"/>
                    <a:gd name="T21" fmla="*/ 0 w 24"/>
                    <a:gd name="T22" fmla="*/ 0 h 97"/>
                    <a:gd name="T23" fmla="*/ 24 w 24"/>
                    <a:gd name="T24" fmla="*/ 97 h 9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97">
                      <a:moveTo>
                        <a:pt x="0" y="96"/>
                      </a:moveTo>
                      <a:lnTo>
                        <a:pt x="14" y="15"/>
                      </a:lnTo>
                      <a:lnTo>
                        <a:pt x="15" y="11"/>
                      </a:lnTo>
                      <a:lnTo>
                        <a:pt x="15" y="7"/>
                      </a:lnTo>
                      <a:lnTo>
                        <a:pt x="17" y="4"/>
                      </a:lnTo>
                      <a:lnTo>
                        <a:pt x="19" y="2"/>
                      </a:lnTo>
                      <a:lnTo>
                        <a:pt x="23" y="0"/>
                      </a:lnTo>
                    </a:path>
                  </a:pathLst>
                </a:custGeom>
                <a:noFill/>
                <a:ln w="12700" cap="rnd" cmpd="sng">
                  <a:solidFill>
                    <a:srgbClr val="40FF40"/>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effectLst/>
                    <a:uLnTx/>
                    <a:uFillTx/>
                    <a:latin typeface="Figtree"/>
                    <a:ea typeface="+mn-ea"/>
                    <a:cs typeface="+mn-cs"/>
                  </a:endParaRPr>
                </a:p>
              </p:txBody>
            </p:sp>
            <p:sp>
              <p:nvSpPr>
                <p:cNvPr id="51241" name="Freeform 17"/>
                <p:cNvSpPr>
                  <a:spLocks/>
                </p:cNvSpPr>
                <p:nvPr/>
              </p:nvSpPr>
              <p:spPr bwMode="auto">
                <a:xfrm>
                  <a:off x="1462" y="1828"/>
                  <a:ext cx="88" cy="188"/>
                </a:xfrm>
                <a:custGeom>
                  <a:avLst/>
                  <a:gdLst>
                    <a:gd name="T0" fmla="*/ 0 w 88"/>
                    <a:gd name="T1" fmla="*/ 0 h 188"/>
                    <a:gd name="T2" fmla="*/ 4 w 88"/>
                    <a:gd name="T3" fmla="*/ 1 h 188"/>
                    <a:gd name="T4" fmla="*/ 8 w 88"/>
                    <a:gd name="T5" fmla="*/ 5 h 188"/>
                    <a:gd name="T6" fmla="*/ 9 w 88"/>
                    <a:gd name="T7" fmla="*/ 9 h 188"/>
                    <a:gd name="T8" fmla="*/ 10 w 88"/>
                    <a:gd name="T9" fmla="*/ 16 h 188"/>
                    <a:gd name="T10" fmla="*/ 29 w 88"/>
                    <a:gd name="T11" fmla="*/ 172 h 188"/>
                    <a:gd name="T12" fmla="*/ 31 w 88"/>
                    <a:gd name="T13" fmla="*/ 181 h 188"/>
                    <a:gd name="T14" fmla="*/ 32 w 88"/>
                    <a:gd name="T15" fmla="*/ 184 h 188"/>
                    <a:gd name="T16" fmla="*/ 35 w 88"/>
                    <a:gd name="T17" fmla="*/ 187 h 188"/>
                    <a:gd name="T18" fmla="*/ 40 w 88"/>
                    <a:gd name="T19" fmla="*/ 187 h 188"/>
                    <a:gd name="T20" fmla="*/ 44 w 88"/>
                    <a:gd name="T21" fmla="*/ 185 h 188"/>
                    <a:gd name="T22" fmla="*/ 46 w 88"/>
                    <a:gd name="T23" fmla="*/ 181 h 188"/>
                    <a:gd name="T24" fmla="*/ 78 w 88"/>
                    <a:gd name="T25" fmla="*/ 15 h 188"/>
                    <a:gd name="T26" fmla="*/ 79 w 88"/>
                    <a:gd name="T27" fmla="*/ 11 h 188"/>
                    <a:gd name="T28" fmla="*/ 80 w 88"/>
                    <a:gd name="T29" fmla="*/ 7 h 188"/>
                    <a:gd name="T30" fmla="*/ 81 w 88"/>
                    <a:gd name="T31" fmla="*/ 5 h 188"/>
                    <a:gd name="T32" fmla="*/ 83 w 88"/>
                    <a:gd name="T33" fmla="*/ 1 h 188"/>
                    <a:gd name="T34" fmla="*/ 87 w 88"/>
                    <a:gd name="T35" fmla="*/ 1 h 18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8"/>
                    <a:gd name="T55" fmla="*/ 0 h 188"/>
                    <a:gd name="T56" fmla="*/ 88 w 88"/>
                    <a:gd name="T57" fmla="*/ 188 h 18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8" h="188">
                      <a:moveTo>
                        <a:pt x="0" y="0"/>
                      </a:moveTo>
                      <a:lnTo>
                        <a:pt x="4" y="1"/>
                      </a:lnTo>
                      <a:lnTo>
                        <a:pt x="8" y="5"/>
                      </a:lnTo>
                      <a:lnTo>
                        <a:pt x="9" y="9"/>
                      </a:lnTo>
                      <a:lnTo>
                        <a:pt x="10" y="16"/>
                      </a:lnTo>
                      <a:lnTo>
                        <a:pt x="29" y="172"/>
                      </a:lnTo>
                      <a:lnTo>
                        <a:pt x="31" y="181"/>
                      </a:lnTo>
                      <a:lnTo>
                        <a:pt x="32" y="184"/>
                      </a:lnTo>
                      <a:lnTo>
                        <a:pt x="35" y="187"/>
                      </a:lnTo>
                      <a:lnTo>
                        <a:pt x="40" y="187"/>
                      </a:lnTo>
                      <a:lnTo>
                        <a:pt x="44" y="185"/>
                      </a:lnTo>
                      <a:lnTo>
                        <a:pt x="46" y="181"/>
                      </a:lnTo>
                      <a:lnTo>
                        <a:pt x="78" y="15"/>
                      </a:lnTo>
                      <a:lnTo>
                        <a:pt x="79" y="11"/>
                      </a:lnTo>
                      <a:lnTo>
                        <a:pt x="80" y="7"/>
                      </a:lnTo>
                      <a:lnTo>
                        <a:pt x="81" y="5"/>
                      </a:lnTo>
                      <a:lnTo>
                        <a:pt x="83" y="1"/>
                      </a:lnTo>
                      <a:lnTo>
                        <a:pt x="87" y="1"/>
                      </a:lnTo>
                    </a:path>
                  </a:pathLst>
                </a:custGeom>
                <a:noFill/>
                <a:ln w="12700" cap="rnd" cmpd="sng">
                  <a:solidFill>
                    <a:srgbClr val="40FF40"/>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effectLst/>
                    <a:uLnTx/>
                    <a:uFillTx/>
                    <a:latin typeface="Figtree"/>
                    <a:ea typeface="+mn-ea"/>
                    <a:cs typeface="+mn-cs"/>
                  </a:endParaRPr>
                </a:p>
              </p:txBody>
            </p:sp>
            <p:sp>
              <p:nvSpPr>
                <p:cNvPr id="51242" name="Freeform 18"/>
                <p:cNvSpPr>
                  <a:spLocks/>
                </p:cNvSpPr>
                <p:nvPr/>
              </p:nvSpPr>
              <p:spPr bwMode="auto">
                <a:xfrm>
                  <a:off x="1552" y="1828"/>
                  <a:ext cx="84" cy="188"/>
                </a:xfrm>
                <a:custGeom>
                  <a:avLst/>
                  <a:gdLst>
                    <a:gd name="T0" fmla="*/ 0 w 84"/>
                    <a:gd name="T1" fmla="*/ 1 h 188"/>
                    <a:gd name="T2" fmla="*/ 2 w 84"/>
                    <a:gd name="T3" fmla="*/ 2 h 188"/>
                    <a:gd name="T4" fmla="*/ 5 w 84"/>
                    <a:gd name="T5" fmla="*/ 5 h 188"/>
                    <a:gd name="T6" fmla="*/ 5 w 84"/>
                    <a:gd name="T7" fmla="*/ 9 h 188"/>
                    <a:gd name="T8" fmla="*/ 7 w 84"/>
                    <a:gd name="T9" fmla="*/ 16 h 188"/>
                    <a:gd name="T10" fmla="*/ 26 w 84"/>
                    <a:gd name="T11" fmla="*/ 172 h 188"/>
                    <a:gd name="T12" fmla="*/ 27 w 84"/>
                    <a:gd name="T13" fmla="*/ 181 h 188"/>
                    <a:gd name="T14" fmla="*/ 29 w 84"/>
                    <a:gd name="T15" fmla="*/ 184 h 188"/>
                    <a:gd name="T16" fmla="*/ 32 w 84"/>
                    <a:gd name="T17" fmla="*/ 187 h 188"/>
                    <a:gd name="T18" fmla="*/ 36 w 84"/>
                    <a:gd name="T19" fmla="*/ 187 h 188"/>
                    <a:gd name="T20" fmla="*/ 40 w 84"/>
                    <a:gd name="T21" fmla="*/ 185 h 188"/>
                    <a:gd name="T22" fmla="*/ 42 w 84"/>
                    <a:gd name="T23" fmla="*/ 181 h 188"/>
                    <a:gd name="T24" fmla="*/ 75 w 84"/>
                    <a:gd name="T25" fmla="*/ 15 h 188"/>
                    <a:gd name="T26" fmla="*/ 75 w 84"/>
                    <a:gd name="T27" fmla="*/ 11 h 188"/>
                    <a:gd name="T28" fmla="*/ 76 w 84"/>
                    <a:gd name="T29" fmla="*/ 7 h 188"/>
                    <a:gd name="T30" fmla="*/ 77 w 84"/>
                    <a:gd name="T31" fmla="*/ 5 h 188"/>
                    <a:gd name="T32" fmla="*/ 79 w 84"/>
                    <a:gd name="T33" fmla="*/ 3 h 188"/>
                    <a:gd name="T34" fmla="*/ 83 w 84"/>
                    <a:gd name="T35" fmla="*/ 0 h 18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4"/>
                    <a:gd name="T55" fmla="*/ 0 h 188"/>
                    <a:gd name="T56" fmla="*/ 84 w 84"/>
                    <a:gd name="T57" fmla="*/ 188 h 18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4" h="188">
                      <a:moveTo>
                        <a:pt x="0" y="1"/>
                      </a:moveTo>
                      <a:lnTo>
                        <a:pt x="2" y="2"/>
                      </a:lnTo>
                      <a:lnTo>
                        <a:pt x="5" y="5"/>
                      </a:lnTo>
                      <a:lnTo>
                        <a:pt x="5" y="9"/>
                      </a:lnTo>
                      <a:lnTo>
                        <a:pt x="7" y="16"/>
                      </a:lnTo>
                      <a:lnTo>
                        <a:pt x="26" y="172"/>
                      </a:lnTo>
                      <a:lnTo>
                        <a:pt x="27" y="181"/>
                      </a:lnTo>
                      <a:lnTo>
                        <a:pt x="29" y="184"/>
                      </a:lnTo>
                      <a:lnTo>
                        <a:pt x="32" y="187"/>
                      </a:lnTo>
                      <a:lnTo>
                        <a:pt x="36" y="187"/>
                      </a:lnTo>
                      <a:lnTo>
                        <a:pt x="40" y="185"/>
                      </a:lnTo>
                      <a:lnTo>
                        <a:pt x="42" y="181"/>
                      </a:lnTo>
                      <a:lnTo>
                        <a:pt x="75" y="15"/>
                      </a:lnTo>
                      <a:lnTo>
                        <a:pt x="75" y="11"/>
                      </a:lnTo>
                      <a:lnTo>
                        <a:pt x="76" y="7"/>
                      </a:lnTo>
                      <a:lnTo>
                        <a:pt x="77" y="5"/>
                      </a:lnTo>
                      <a:lnTo>
                        <a:pt x="79" y="3"/>
                      </a:lnTo>
                      <a:lnTo>
                        <a:pt x="83" y="0"/>
                      </a:lnTo>
                    </a:path>
                  </a:pathLst>
                </a:custGeom>
                <a:noFill/>
                <a:ln w="12700" cap="rnd" cmpd="sng">
                  <a:solidFill>
                    <a:srgbClr val="40FF40"/>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effectLst/>
                    <a:uLnTx/>
                    <a:uFillTx/>
                    <a:latin typeface="Figtree"/>
                    <a:ea typeface="+mn-ea"/>
                    <a:cs typeface="+mn-cs"/>
                  </a:endParaRPr>
                </a:p>
              </p:txBody>
            </p:sp>
            <p:sp>
              <p:nvSpPr>
                <p:cNvPr id="51243" name="Freeform 19"/>
                <p:cNvSpPr>
                  <a:spLocks/>
                </p:cNvSpPr>
                <p:nvPr/>
              </p:nvSpPr>
              <p:spPr bwMode="auto">
                <a:xfrm>
                  <a:off x="1637" y="1828"/>
                  <a:ext cx="88" cy="188"/>
                </a:xfrm>
                <a:custGeom>
                  <a:avLst/>
                  <a:gdLst>
                    <a:gd name="T0" fmla="*/ 0 w 88"/>
                    <a:gd name="T1" fmla="*/ 0 h 188"/>
                    <a:gd name="T2" fmla="*/ 4 w 88"/>
                    <a:gd name="T3" fmla="*/ 1 h 188"/>
                    <a:gd name="T4" fmla="*/ 8 w 88"/>
                    <a:gd name="T5" fmla="*/ 5 h 188"/>
                    <a:gd name="T6" fmla="*/ 9 w 88"/>
                    <a:gd name="T7" fmla="*/ 9 h 188"/>
                    <a:gd name="T8" fmla="*/ 10 w 88"/>
                    <a:gd name="T9" fmla="*/ 16 h 188"/>
                    <a:gd name="T10" fmla="*/ 29 w 88"/>
                    <a:gd name="T11" fmla="*/ 172 h 188"/>
                    <a:gd name="T12" fmla="*/ 31 w 88"/>
                    <a:gd name="T13" fmla="*/ 181 h 188"/>
                    <a:gd name="T14" fmla="*/ 32 w 88"/>
                    <a:gd name="T15" fmla="*/ 184 h 188"/>
                    <a:gd name="T16" fmla="*/ 35 w 88"/>
                    <a:gd name="T17" fmla="*/ 187 h 188"/>
                    <a:gd name="T18" fmla="*/ 40 w 88"/>
                    <a:gd name="T19" fmla="*/ 187 h 188"/>
                    <a:gd name="T20" fmla="*/ 44 w 88"/>
                    <a:gd name="T21" fmla="*/ 185 h 188"/>
                    <a:gd name="T22" fmla="*/ 46 w 88"/>
                    <a:gd name="T23" fmla="*/ 181 h 188"/>
                    <a:gd name="T24" fmla="*/ 79 w 88"/>
                    <a:gd name="T25" fmla="*/ 15 h 188"/>
                    <a:gd name="T26" fmla="*/ 80 w 88"/>
                    <a:gd name="T27" fmla="*/ 11 h 188"/>
                    <a:gd name="T28" fmla="*/ 80 w 88"/>
                    <a:gd name="T29" fmla="*/ 7 h 188"/>
                    <a:gd name="T30" fmla="*/ 81 w 88"/>
                    <a:gd name="T31" fmla="*/ 5 h 188"/>
                    <a:gd name="T32" fmla="*/ 84 w 88"/>
                    <a:gd name="T33" fmla="*/ 1 h 188"/>
                    <a:gd name="T34" fmla="*/ 87 w 88"/>
                    <a:gd name="T35" fmla="*/ 1 h 18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8"/>
                    <a:gd name="T55" fmla="*/ 0 h 188"/>
                    <a:gd name="T56" fmla="*/ 88 w 88"/>
                    <a:gd name="T57" fmla="*/ 188 h 18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8" h="188">
                      <a:moveTo>
                        <a:pt x="0" y="0"/>
                      </a:moveTo>
                      <a:lnTo>
                        <a:pt x="4" y="1"/>
                      </a:lnTo>
                      <a:lnTo>
                        <a:pt x="8" y="5"/>
                      </a:lnTo>
                      <a:lnTo>
                        <a:pt x="9" y="9"/>
                      </a:lnTo>
                      <a:lnTo>
                        <a:pt x="10" y="16"/>
                      </a:lnTo>
                      <a:lnTo>
                        <a:pt x="29" y="172"/>
                      </a:lnTo>
                      <a:lnTo>
                        <a:pt x="31" y="181"/>
                      </a:lnTo>
                      <a:lnTo>
                        <a:pt x="32" y="184"/>
                      </a:lnTo>
                      <a:lnTo>
                        <a:pt x="35" y="187"/>
                      </a:lnTo>
                      <a:lnTo>
                        <a:pt x="40" y="187"/>
                      </a:lnTo>
                      <a:lnTo>
                        <a:pt x="44" y="185"/>
                      </a:lnTo>
                      <a:lnTo>
                        <a:pt x="46" y="181"/>
                      </a:lnTo>
                      <a:lnTo>
                        <a:pt x="79" y="15"/>
                      </a:lnTo>
                      <a:lnTo>
                        <a:pt x="80" y="11"/>
                      </a:lnTo>
                      <a:lnTo>
                        <a:pt x="80" y="7"/>
                      </a:lnTo>
                      <a:lnTo>
                        <a:pt x="81" y="5"/>
                      </a:lnTo>
                      <a:lnTo>
                        <a:pt x="84" y="1"/>
                      </a:lnTo>
                      <a:lnTo>
                        <a:pt x="87" y="1"/>
                      </a:lnTo>
                    </a:path>
                  </a:pathLst>
                </a:custGeom>
                <a:noFill/>
                <a:ln w="12700" cap="rnd" cmpd="sng">
                  <a:solidFill>
                    <a:srgbClr val="40FF40"/>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effectLst/>
                    <a:uLnTx/>
                    <a:uFillTx/>
                    <a:latin typeface="Figtree"/>
                    <a:ea typeface="+mn-ea"/>
                    <a:cs typeface="+mn-cs"/>
                  </a:endParaRPr>
                </a:p>
              </p:txBody>
            </p:sp>
            <p:sp>
              <p:nvSpPr>
                <p:cNvPr id="51244" name="Freeform 20"/>
                <p:cNvSpPr>
                  <a:spLocks/>
                </p:cNvSpPr>
                <p:nvPr/>
              </p:nvSpPr>
              <p:spPr bwMode="auto">
                <a:xfrm>
                  <a:off x="1728" y="1827"/>
                  <a:ext cx="85" cy="189"/>
                </a:xfrm>
                <a:custGeom>
                  <a:avLst/>
                  <a:gdLst>
                    <a:gd name="T0" fmla="*/ 0 w 85"/>
                    <a:gd name="T1" fmla="*/ 1 h 189"/>
                    <a:gd name="T2" fmla="*/ 2 w 85"/>
                    <a:gd name="T3" fmla="*/ 1 h 189"/>
                    <a:gd name="T4" fmla="*/ 5 w 85"/>
                    <a:gd name="T5" fmla="*/ 5 h 189"/>
                    <a:gd name="T6" fmla="*/ 7 w 85"/>
                    <a:gd name="T7" fmla="*/ 8 h 189"/>
                    <a:gd name="T8" fmla="*/ 7 w 85"/>
                    <a:gd name="T9" fmla="*/ 15 h 189"/>
                    <a:gd name="T10" fmla="*/ 26 w 85"/>
                    <a:gd name="T11" fmla="*/ 173 h 189"/>
                    <a:gd name="T12" fmla="*/ 28 w 85"/>
                    <a:gd name="T13" fmla="*/ 182 h 189"/>
                    <a:gd name="T14" fmla="*/ 30 w 85"/>
                    <a:gd name="T15" fmla="*/ 185 h 189"/>
                    <a:gd name="T16" fmla="*/ 33 w 85"/>
                    <a:gd name="T17" fmla="*/ 187 h 189"/>
                    <a:gd name="T18" fmla="*/ 36 w 85"/>
                    <a:gd name="T19" fmla="*/ 188 h 189"/>
                    <a:gd name="T20" fmla="*/ 40 w 85"/>
                    <a:gd name="T21" fmla="*/ 186 h 189"/>
                    <a:gd name="T22" fmla="*/ 43 w 85"/>
                    <a:gd name="T23" fmla="*/ 182 h 189"/>
                    <a:gd name="T24" fmla="*/ 76 w 85"/>
                    <a:gd name="T25" fmla="*/ 14 h 189"/>
                    <a:gd name="T26" fmla="*/ 76 w 85"/>
                    <a:gd name="T27" fmla="*/ 10 h 189"/>
                    <a:gd name="T28" fmla="*/ 77 w 85"/>
                    <a:gd name="T29" fmla="*/ 6 h 189"/>
                    <a:gd name="T30" fmla="*/ 78 w 85"/>
                    <a:gd name="T31" fmla="*/ 4 h 189"/>
                    <a:gd name="T32" fmla="*/ 81 w 85"/>
                    <a:gd name="T33" fmla="*/ 1 h 189"/>
                    <a:gd name="T34" fmla="*/ 84 w 85"/>
                    <a:gd name="T35" fmla="*/ 0 h 1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5"/>
                    <a:gd name="T55" fmla="*/ 0 h 189"/>
                    <a:gd name="T56" fmla="*/ 85 w 85"/>
                    <a:gd name="T57" fmla="*/ 189 h 18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5" h="189">
                      <a:moveTo>
                        <a:pt x="0" y="1"/>
                      </a:moveTo>
                      <a:lnTo>
                        <a:pt x="2" y="1"/>
                      </a:lnTo>
                      <a:lnTo>
                        <a:pt x="5" y="5"/>
                      </a:lnTo>
                      <a:lnTo>
                        <a:pt x="7" y="8"/>
                      </a:lnTo>
                      <a:lnTo>
                        <a:pt x="7" y="15"/>
                      </a:lnTo>
                      <a:lnTo>
                        <a:pt x="26" y="173"/>
                      </a:lnTo>
                      <a:lnTo>
                        <a:pt x="28" y="182"/>
                      </a:lnTo>
                      <a:lnTo>
                        <a:pt x="30" y="185"/>
                      </a:lnTo>
                      <a:lnTo>
                        <a:pt x="33" y="187"/>
                      </a:lnTo>
                      <a:lnTo>
                        <a:pt x="36" y="188"/>
                      </a:lnTo>
                      <a:lnTo>
                        <a:pt x="40" y="186"/>
                      </a:lnTo>
                      <a:lnTo>
                        <a:pt x="43" y="182"/>
                      </a:lnTo>
                      <a:lnTo>
                        <a:pt x="76" y="14"/>
                      </a:lnTo>
                      <a:lnTo>
                        <a:pt x="76" y="10"/>
                      </a:lnTo>
                      <a:lnTo>
                        <a:pt x="77" y="6"/>
                      </a:lnTo>
                      <a:lnTo>
                        <a:pt x="78" y="4"/>
                      </a:lnTo>
                      <a:lnTo>
                        <a:pt x="81" y="1"/>
                      </a:lnTo>
                      <a:lnTo>
                        <a:pt x="84" y="0"/>
                      </a:lnTo>
                    </a:path>
                  </a:pathLst>
                </a:custGeom>
                <a:noFill/>
                <a:ln w="12700" cap="rnd" cmpd="sng">
                  <a:solidFill>
                    <a:srgbClr val="40FF40"/>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effectLst/>
                    <a:uLnTx/>
                    <a:uFillTx/>
                    <a:latin typeface="Figtree"/>
                    <a:ea typeface="+mn-ea"/>
                    <a:cs typeface="+mn-cs"/>
                  </a:endParaRPr>
                </a:p>
              </p:txBody>
            </p:sp>
            <p:sp>
              <p:nvSpPr>
                <p:cNvPr id="51245" name="Freeform 21"/>
                <p:cNvSpPr>
                  <a:spLocks/>
                </p:cNvSpPr>
                <p:nvPr/>
              </p:nvSpPr>
              <p:spPr bwMode="auto">
                <a:xfrm>
                  <a:off x="1812" y="1827"/>
                  <a:ext cx="88" cy="189"/>
                </a:xfrm>
                <a:custGeom>
                  <a:avLst/>
                  <a:gdLst>
                    <a:gd name="T0" fmla="*/ 0 w 88"/>
                    <a:gd name="T1" fmla="*/ 0 h 189"/>
                    <a:gd name="T2" fmla="*/ 5 w 88"/>
                    <a:gd name="T3" fmla="*/ 1 h 189"/>
                    <a:gd name="T4" fmla="*/ 9 w 88"/>
                    <a:gd name="T5" fmla="*/ 4 h 189"/>
                    <a:gd name="T6" fmla="*/ 9 w 88"/>
                    <a:gd name="T7" fmla="*/ 9 h 189"/>
                    <a:gd name="T8" fmla="*/ 11 w 88"/>
                    <a:gd name="T9" fmla="*/ 15 h 189"/>
                    <a:gd name="T10" fmla="*/ 30 w 88"/>
                    <a:gd name="T11" fmla="*/ 173 h 189"/>
                    <a:gd name="T12" fmla="*/ 31 w 88"/>
                    <a:gd name="T13" fmla="*/ 182 h 189"/>
                    <a:gd name="T14" fmla="*/ 32 w 88"/>
                    <a:gd name="T15" fmla="*/ 185 h 189"/>
                    <a:gd name="T16" fmla="*/ 36 w 88"/>
                    <a:gd name="T17" fmla="*/ 187 h 189"/>
                    <a:gd name="T18" fmla="*/ 40 w 88"/>
                    <a:gd name="T19" fmla="*/ 188 h 189"/>
                    <a:gd name="T20" fmla="*/ 44 w 88"/>
                    <a:gd name="T21" fmla="*/ 186 h 189"/>
                    <a:gd name="T22" fmla="*/ 46 w 88"/>
                    <a:gd name="T23" fmla="*/ 182 h 189"/>
                    <a:gd name="T24" fmla="*/ 79 w 88"/>
                    <a:gd name="T25" fmla="*/ 14 h 189"/>
                    <a:gd name="T26" fmla="*/ 80 w 88"/>
                    <a:gd name="T27" fmla="*/ 10 h 189"/>
                    <a:gd name="T28" fmla="*/ 80 w 88"/>
                    <a:gd name="T29" fmla="*/ 6 h 189"/>
                    <a:gd name="T30" fmla="*/ 81 w 88"/>
                    <a:gd name="T31" fmla="*/ 4 h 189"/>
                    <a:gd name="T32" fmla="*/ 84 w 88"/>
                    <a:gd name="T33" fmla="*/ 1 h 189"/>
                    <a:gd name="T34" fmla="*/ 87 w 88"/>
                    <a:gd name="T35" fmla="*/ 1 h 1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8"/>
                    <a:gd name="T55" fmla="*/ 0 h 189"/>
                    <a:gd name="T56" fmla="*/ 88 w 88"/>
                    <a:gd name="T57" fmla="*/ 189 h 18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8" h="189">
                      <a:moveTo>
                        <a:pt x="0" y="0"/>
                      </a:moveTo>
                      <a:lnTo>
                        <a:pt x="5" y="1"/>
                      </a:lnTo>
                      <a:lnTo>
                        <a:pt x="9" y="4"/>
                      </a:lnTo>
                      <a:lnTo>
                        <a:pt x="9" y="9"/>
                      </a:lnTo>
                      <a:lnTo>
                        <a:pt x="11" y="15"/>
                      </a:lnTo>
                      <a:lnTo>
                        <a:pt x="30" y="173"/>
                      </a:lnTo>
                      <a:lnTo>
                        <a:pt x="31" y="182"/>
                      </a:lnTo>
                      <a:lnTo>
                        <a:pt x="32" y="185"/>
                      </a:lnTo>
                      <a:lnTo>
                        <a:pt x="36" y="187"/>
                      </a:lnTo>
                      <a:lnTo>
                        <a:pt x="40" y="188"/>
                      </a:lnTo>
                      <a:lnTo>
                        <a:pt x="44" y="186"/>
                      </a:lnTo>
                      <a:lnTo>
                        <a:pt x="46" y="182"/>
                      </a:lnTo>
                      <a:lnTo>
                        <a:pt x="79" y="14"/>
                      </a:lnTo>
                      <a:lnTo>
                        <a:pt x="80" y="10"/>
                      </a:lnTo>
                      <a:lnTo>
                        <a:pt x="80" y="6"/>
                      </a:lnTo>
                      <a:lnTo>
                        <a:pt x="81" y="4"/>
                      </a:lnTo>
                      <a:lnTo>
                        <a:pt x="84" y="1"/>
                      </a:lnTo>
                      <a:lnTo>
                        <a:pt x="87" y="1"/>
                      </a:lnTo>
                    </a:path>
                  </a:pathLst>
                </a:custGeom>
                <a:noFill/>
                <a:ln w="12700" cap="rnd" cmpd="sng">
                  <a:solidFill>
                    <a:srgbClr val="40FF40"/>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effectLst/>
                    <a:uLnTx/>
                    <a:uFillTx/>
                    <a:latin typeface="Figtree"/>
                    <a:ea typeface="+mn-ea"/>
                    <a:cs typeface="+mn-cs"/>
                  </a:endParaRPr>
                </a:p>
              </p:txBody>
            </p:sp>
            <p:sp>
              <p:nvSpPr>
                <p:cNvPr id="51246" name="Freeform 22"/>
                <p:cNvSpPr>
                  <a:spLocks/>
                </p:cNvSpPr>
                <p:nvPr/>
              </p:nvSpPr>
              <p:spPr bwMode="auto">
                <a:xfrm>
                  <a:off x="1900" y="1827"/>
                  <a:ext cx="86" cy="189"/>
                </a:xfrm>
                <a:custGeom>
                  <a:avLst/>
                  <a:gdLst>
                    <a:gd name="T0" fmla="*/ 0 w 86"/>
                    <a:gd name="T1" fmla="*/ 1 h 189"/>
                    <a:gd name="T2" fmla="*/ 3 w 86"/>
                    <a:gd name="T3" fmla="*/ 1 h 189"/>
                    <a:gd name="T4" fmla="*/ 6 w 86"/>
                    <a:gd name="T5" fmla="*/ 5 h 189"/>
                    <a:gd name="T6" fmla="*/ 7 w 86"/>
                    <a:gd name="T7" fmla="*/ 8 h 189"/>
                    <a:gd name="T8" fmla="*/ 7 w 86"/>
                    <a:gd name="T9" fmla="*/ 15 h 189"/>
                    <a:gd name="T10" fmla="*/ 27 w 86"/>
                    <a:gd name="T11" fmla="*/ 173 h 189"/>
                    <a:gd name="T12" fmla="*/ 29 w 86"/>
                    <a:gd name="T13" fmla="*/ 182 h 189"/>
                    <a:gd name="T14" fmla="*/ 30 w 86"/>
                    <a:gd name="T15" fmla="*/ 185 h 189"/>
                    <a:gd name="T16" fmla="*/ 33 w 86"/>
                    <a:gd name="T17" fmla="*/ 187 h 189"/>
                    <a:gd name="T18" fmla="*/ 38 w 86"/>
                    <a:gd name="T19" fmla="*/ 188 h 189"/>
                    <a:gd name="T20" fmla="*/ 41 w 86"/>
                    <a:gd name="T21" fmla="*/ 186 h 189"/>
                    <a:gd name="T22" fmla="*/ 44 w 86"/>
                    <a:gd name="T23" fmla="*/ 182 h 189"/>
                    <a:gd name="T24" fmla="*/ 77 w 86"/>
                    <a:gd name="T25" fmla="*/ 14 h 189"/>
                    <a:gd name="T26" fmla="*/ 77 w 86"/>
                    <a:gd name="T27" fmla="*/ 10 h 189"/>
                    <a:gd name="T28" fmla="*/ 78 w 86"/>
                    <a:gd name="T29" fmla="*/ 6 h 189"/>
                    <a:gd name="T30" fmla="*/ 79 w 86"/>
                    <a:gd name="T31" fmla="*/ 4 h 189"/>
                    <a:gd name="T32" fmla="*/ 82 w 86"/>
                    <a:gd name="T33" fmla="*/ 1 h 189"/>
                    <a:gd name="T34" fmla="*/ 85 w 86"/>
                    <a:gd name="T35" fmla="*/ 0 h 1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6"/>
                    <a:gd name="T55" fmla="*/ 0 h 189"/>
                    <a:gd name="T56" fmla="*/ 86 w 86"/>
                    <a:gd name="T57" fmla="*/ 189 h 18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6" h="189">
                      <a:moveTo>
                        <a:pt x="0" y="1"/>
                      </a:moveTo>
                      <a:lnTo>
                        <a:pt x="3" y="1"/>
                      </a:lnTo>
                      <a:lnTo>
                        <a:pt x="6" y="5"/>
                      </a:lnTo>
                      <a:lnTo>
                        <a:pt x="7" y="8"/>
                      </a:lnTo>
                      <a:lnTo>
                        <a:pt x="7" y="15"/>
                      </a:lnTo>
                      <a:lnTo>
                        <a:pt x="27" y="173"/>
                      </a:lnTo>
                      <a:lnTo>
                        <a:pt x="29" y="182"/>
                      </a:lnTo>
                      <a:lnTo>
                        <a:pt x="30" y="185"/>
                      </a:lnTo>
                      <a:lnTo>
                        <a:pt x="33" y="187"/>
                      </a:lnTo>
                      <a:lnTo>
                        <a:pt x="38" y="188"/>
                      </a:lnTo>
                      <a:lnTo>
                        <a:pt x="41" y="186"/>
                      </a:lnTo>
                      <a:lnTo>
                        <a:pt x="44" y="182"/>
                      </a:lnTo>
                      <a:lnTo>
                        <a:pt x="77" y="14"/>
                      </a:lnTo>
                      <a:lnTo>
                        <a:pt x="77" y="10"/>
                      </a:lnTo>
                      <a:lnTo>
                        <a:pt x="78" y="6"/>
                      </a:lnTo>
                      <a:lnTo>
                        <a:pt x="79" y="4"/>
                      </a:lnTo>
                      <a:lnTo>
                        <a:pt x="82" y="1"/>
                      </a:lnTo>
                      <a:lnTo>
                        <a:pt x="85" y="0"/>
                      </a:lnTo>
                    </a:path>
                  </a:pathLst>
                </a:custGeom>
                <a:noFill/>
                <a:ln w="12700" cap="rnd" cmpd="sng">
                  <a:solidFill>
                    <a:srgbClr val="40FF40"/>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effectLst/>
                    <a:uLnTx/>
                    <a:uFillTx/>
                    <a:latin typeface="Figtree"/>
                    <a:ea typeface="+mn-ea"/>
                    <a:cs typeface="+mn-cs"/>
                  </a:endParaRPr>
                </a:p>
              </p:txBody>
            </p:sp>
            <p:sp>
              <p:nvSpPr>
                <p:cNvPr id="51247" name="Freeform 23"/>
                <p:cNvSpPr>
                  <a:spLocks/>
                </p:cNvSpPr>
                <p:nvPr/>
              </p:nvSpPr>
              <p:spPr bwMode="auto">
                <a:xfrm>
                  <a:off x="1985" y="1827"/>
                  <a:ext cx="87" cy="189"/>
                </a:xfrm>
                <a:custGeom>
                  <a:avLst/>
                  <a:gdLst>
                    <a:gd name="T0" fmla="*/ 0 w 87"/>
                    <a:gd name="T1" fmla="*/ 0 h 189"/>
                    <a:gd name="T2" fmla="*/ 5 w 87"/>
                    <a:gd name="T3" fmla="*/ 1 h 189"/>
                    <a:gd name="T4" fmla="*/ 9 w 87"/>
                    <a:gd name="T5" fmla="*/ 4 h 189"/>
                    <a:gd name="T6" fmla="*/ 9 w 87"/>
                    <a:gd name="T7" fmla="*/ 9 h 189"/>
                    <a:gd name="T8" fmla="*/ 11 w 87"/>
                    <a:gd name="T9" fmla="*/ 15 h 189"/>
                    <a:gd name="T10" fmla="*/ 30 w 87"/>
                    <a:gd name="T11" fmla="*/ 173 h 189"/>
                    <a:gd name="T12" fmla="*/ 31 w 87"/>
                    <a:gd name="T13" fmla="*/ 182 h 189"/>
                    <a:gd name="T14" fmla="*/ 32 w 87"/>
                    <a:gd name="T15" fmla="*/ 185 h 189"/>
                    <a:gd name="T16" fmla="*/ 36 w 87"/>
                    <a:gd name="T17" fmla="*/ 187 h 189"/>
                    <a:gd name="T18" fmla="*/ 39 w 87"/>
                    <a:gd name="T19" fmla="*/ 188 h 189"/>
                    <a:gd name="T20" fmla="*/ 44 w 87"/>
                    <a:gd name="T21" fmla="*/ 186 h 189"/>
                    <a:gd name="T22" fmla="*/ 46 w 87"/>
                    <a:gd name="T23" fmla="*/ 182 h 189"/>
                    <a:gd name="T24" fmla="*/ 78 w 87"/>
                    <a:gd name="T25" fmla="*/ 14 h 189"/>
                    <a:gd name="T26" fmla="*/ 79 w 87"/>
                    <a:gd name="T27" fmla="*/ 10 h 189"/>
                    <a:gd name="T28" fmla="*/ 79 w 87"/>
                    <a:gd name="T29" fmla="*/ 6 h 189"/>
                    <a:gd name="T30" fmla="*/ 80 w 87"/>
                    <a:gd name="T31" fmla="*/ 4 h 189"/>
                    <a:gd name="T32" fmla="*/ 83 w 87"/>
                    <a:gd name="T33" fmla="*/ 1 h 189"/>
                    <a:gd name="T34" fmla="*/ 86 w 87"/>
                    <a:gd name="T35" fmla="*/ 1 h 1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7"/>
                    <a:gd name="T55" fmla="*/ 0 h 189"/>
                    <a:gd name="T56" fmla="*/ 87 w 87"/>
                    <a:gd name="T57" fmla="*/ 189 h 18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7" h="189">
                      <a:moveTo>
                        <a:pt x="0" y="0"/>
                      </a:moveTo>
                      <a:lnTo>
                        <a:pt x="5" y="1"/>
                      </a:lnTo>
                      <a:lnTo>
                        <a:pt x="9" y="4"/>
                      </a:lnTo>
                      <a:lnTo>
                        <a:pt x="9" y="9"/>
                      </a:lnTo>
                      <a:lnTo>
                        <a:pt x="11" y="15"/>
                      </a:lnTo>
                      <a:lnTo>
                        <a:pt x="30" y="173"/>
                      </a:lnTo>
                      <a:lnTo>
                        <a:pt x="31" y="182"/>
                      </a:lnTo>
                      <a:lnTo>
                        <a:pt x="32" y="185"/>
                      </a:lnTo>
                      <a:lnTo>
                        <a:pt x="36" y="187"/>
                      </a:lnTo>
                      <a:lnTo>
                        <a:pt x="39" y="188"/>
                      </a:lnTo>
                      <a:lnTo>
                        <a:pt x="44" y="186"/>
                      </a:lnTo>
                      <a:lnTo>
                        <a:pt x="46" y="182"/>
                      </a:lnTo>
                      <a:lnTo>
                        <a:pt x="78" y="14"/>
                      </a:lnTo>
                      <a:lnTo>
                        <a:pt x="79" y="10"/>
                      </a:lnTo>
                      <a:lnTo>
                        <a:pt x="79" y="6"/>
                      </a:lnTo>
                      <a:lnTo>
                        <a:pt x="80" y="4"/>
                      </a:lnTo>
                      <a:lnTo>
                        <a:pt x="83" y="1"/>
                      </a:lnTo>
                      <a:lnTo>
                        <a:pt x="86" y="1"/>
                      </a:lnTo>
                    </a:path>
                  </a:pathLst>
                </a:custGeom>
                <a:noFill/>
                <a:ln w="12700" cap="rnd" cmpd="sng">
                  <a:solidFill>
                    <a:srgbClr val="40FF40"/>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effectLst/>
                    <a:uLnTx/>
                    <a:uFillTx/>
                    <a:latin typeface="Figtree"/>
                    <a:ea typeface="+mn-ea"/>
                    <a:cs typeface="+mn-cs"/>
                  </a:endParaRPr>
                </a:p>
              </p:txBody>
            </p:sp>
            <p:sp>
              <p:nvSpPr>
                <p:cNvPr id="51248" name="Freeform 24"/>
                <p:cNvSpPr>
                  <a:spLocks/>
                </p:cNvSpPr>
                <p:nvPr/>
              </p:nvSpPr>
              <p:spPr bwMode="auto">
                <a:xfrm>
                  <a:off x="2076" y="1827"/>
                  <a:ext cx="85" cy="189"/>
                </a:xfrm>
                <a:custGeom>
                  <a:avLst/>
                  <a:gdLst>
                    <a:gd name="T0" fmla="*/ 0 w 85"/>
                    <a:gd name="T1" fmla="*/ 1 h 189"/>
                    <a:gd name="T2" fmla="*/ 3 w 85"/>
                    <a:gd name="T3" fmla="*/ 1 h 189"/>
                    <a:gd name="T4" fmla="*/ 6 w 85"/>
                    <a:gd name="T5" fmla="*/ 5 h 189"/>
                    <a:gd name="T6" fmla="*/ 7 w 85"/>
                    <a:gd name="T7" fmla="*/ 8 h 189"/>
                    <a:gd name="T8" fmla="*/ 8 w 85"/>
                    <a:gd name="T9" fmla="*/ 15 h 189"/>
                    <a:gd name="T10" fmla="*/ 26 w 85"/>
                    <a:gd name="T11" fmla="*/ 173 h 189"/>
                    <a:gd name="T12" fmla="*/ 29 w 85"/>
                    <a:gd name="T13" fmla="*/ 182 h 189"/>
                    <a:gd name="T14" fmla="*/ 30 w 85"/>
                    <a:gd name="T15" fmla="*/ 184 h 189"/>
                    <a:gd name="T16" fmla="*/ 33 w 85"/>
                    <a:gd name="T17" fmla="*/ 187 h 189"/>
                    <a:gd name="T18" fmla="*/ 37 w 85"/>
                    <a:gd name="T19" fmla="*/ 188 h 189"/>
                    <a:gd name="T20" fmla="*/ 40 w 85"/>
                    <a:gd name="T21" fmla="*/ 186 h 189"/>
                    <a:gd name="T22" fmla="*/ 44 w 85"/>
                    <a:gd name="T23" fmla="*/ 182 h 189"/>
                    <a:gd name="T24" fmla="*/ 76 w 85"/>
                    <a:gd name="T25" fmla="*/ 14 h 189"/>
                    <a:gd name="T26" fmla="*/ 76 w 85"/>
                    <a:gd name="T27" fmla="*/ 10 h 189"/>
                    <a:gd name="T28" fmla="*/ 77 w 85"/>
                    <a:gd name="T29" fmla="*/ 6 h 189"/>
                    <a:gd name="T30" fmla="*/ 78 w 85"/>
                    <a:gd name="T31" fmla="*/ 3 h 189"/>
                    <a:gd name="T32" fmla="*/ 81 w 85"/>
                    <a:gd name="T33" fmla="*/ 1 h 189"/>
                    <a:gd name="T34" fmla="*/ 84 w 85"/>
                    <a:gd name="T35" fmla="*/ 0 h 1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5"/>
                    <a:gd name="T55" fmla="*/ 0 h 189"/>
                    <a:gd name="T56" fmla="*/ 85 w 85"/>
                    <a:gd name="T57" fmla="*/ 189 h 18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5" h="189">
                      <a:moveTo>
                        <a:pt x="0" y="1"/>
                      </a:moveTo>
                      <a:lnTo>
                        <a:pt x="3" y="1"/>
                      </a:lnTo>
                      <a:lnTo>
                        <a:pt x="6" y="5"/>
                      </a:lnTo>
                      <a:lnTo>
                        <a:pt x="7" y="8"/>
                      </a:lnTo>
                      <a:lnTo>
                        <a:pt x="8" y="15"/>
                      </a:lnTo>
                      <a:lnTo>
                        <a:pt x="26" y="173"/>
                      </a:lnTo>
                      <a:lnTo>
                        <a:pt x="29" y="182"/>
                      </a:lnTo>
                      <a:lnTo>
                        <a:pt x="30" y="184"/>
                      </a:lnTo>
                      <a:lnTo>
                        <a:pt x="33" y="187"/>
                      </a:lnTo>
                      <a:lnTo>
                        <a:pt x="37" y="188"/>
                      </a:lnTo>
                      <a:lnTo>
                        <a:pt x="40" y="186"/>
                      </a:lnTo>
                      <a:lnTo>
                        <a:pt x="44" y="182"/>
                      </a:lnTo>
                      <a:lnTo>
                        <a:pt x="76" y="14"/>
                      </a:lnTo>
                      <a:lnTo>
                        <a:pt x="76" y="10"/>
                      </a:lnTo>
                      <a:lnTo>
                        <a:pt x="77" y="6"/>
                      </a:lnTo>
                      <a:lnTo>
                        <a:pt x="78" y="3"/>
                      </a:lnTo>
                      <a:lnTo>
                        <a:pt x="81" y="1"/>
                      </a:lnTo>
                      <a:lnTo>
                        <a:pt x="84" y="0"/>
                      </a:lnTo>
                    </a:path>
                  </a:pathLst>
                </a:custGeom>
                <a:noFill/>
                <a:ln w="12700" cap="rnd" cmpd="sng">
                  <a:solidFill>
                    <a:srgbClr val="40FF40"/>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effectLst/>
                    <a:uLnTx/>
                    <a:uFillTx/>
                    <a:latin typeface="Figtree"/>
                    <a:ea typeface="+mn-ea"/>
                    <a:cs typeface="+mn-cs"/>
                  </a:endParaRPr>
                </a:p>
              </p:txBody>
            </p:sp>
            <p:sp>
              <p:nvSpPr>
                <p:cNvPr id="51249" name="Freeform 25"/>
                <p:cNvSpPr>
                  <a:spLocks/>
                </p:cNvSpPr>
                <p:nvPr/>
              </p:nvSpPr>
              <p:spPr bwMode="auto">
                <a:xfrm>
                  <a:off x="2160" y="1826"/>
                  <a:ext cx="88" cy="190"/>
                </a:xfrm>
                <a:custGeom>
                  <a:avLst/>
                  <a:gdLst>
                    <a:gd name="T0" fmla="*/ 0 w 88"/>
                    <a:gd name="T1" fmla="*/ 0 h 190"/>
                    <a:gd name="T2" fmla="*/ 5 w 88"/>
                    <a:gd name="T3" fmla="*/ 1 h 190"/>
                    <a:gd name="T4" fmla="*/ 8 w 88"/>
                    <a:gd name="T5" fmla="*/ 4 h 190"/>
                    <a:gd name="T6" fmla="*/ 9 w 88"/>
                    <a:gd name="T7" fmla="*/ 9 h 190"/>
                    <a:gd name="T8" fmla="*/ 10 w 88"/>
                    <a:gd name="T9" fmla="*/ 16 h 190"/>
                    <a:gd name="T10" fmla="*/ 29 w 88"/>
                    <a:gd name="T11" fmla="*/ 174 h 190"/>
                    <a:gd name="T12" fmla="*/ 30 w 88"/>
                    <a:gd name="T13" fmla="*/ 183 h 190"/>
                    <a:gd name="T14" fmla="*/ 33 w 88"/>
                    <a:gd name="T15" fmla="*/ 185 h 190"/>
                    <a:gd name="T16" fmla="*/ 35 w 88"/>
                    <a:gd name="T17" fmla="*/ 187 h 190"/>
                    <a:gd name="T18" fmla="*/ 40 w 88"/>
                    <a:gd name="T19" fmla="*/ 189 h 190"/>
                    <a:gd name="T20" fmla="*/ 43 w 88"/>
                    <a:gd name="T21" fmla="*/ 187 h 190"/>
                    <a:gd name="T22" fmla="*/ 46 w 88"/>
                    <a:gd name="T23" fmla="*/ 183 h 190"/>
                    <a:gd name="T24" fmla="*/ 79 w 88"/>
                    <a:gd name="T25" fmla="*/ 15 h 190"/>
                    <a:gd name="T26" fmla="*/ 79 w 88"/>
                    <a:gd name="T27" fmla="*/ 10 h 190"/>
                    <a:gd name="T28" fmla="*/ 80 w 88"/>
                    <a:gd name="T29" fmla="*/ 7 h 190"/>
                    <a:gd name="T30" fmla="*/ 81 w 88"/>
                    <a:gd name="T31" fmla="*/ 4 h 190"/>
                    <a:gd name="T32" fmla="*/ 83 w 88"/>
                    <a:gd name="T33" fmla="*/ 1 h 190"/>
                    <a:gd name="T34" fmla="*/ 87 w 88"/>
                    <a:gd name="T35" fmla="*/ 1 h 19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8"/>
                    <a:gd name="T55" fmla="*/ 0 h 190"/>
                    <a:gd name="T56" fmla="*/ 88 w 88"/>
                    <a:gd name="T57" fmla="*/ 190 h 19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8" h="190">
                      <a:moveTo>
                        <a:pt x="0" y="0"/>
                      </a:moveTo>
                      <a:lnTo>
                        <a:pt x="5" y="1"/>
                      </a:lnTo>
                      <a:lnTo>
                        <a:pt x="8" y="4"/>
                      </a:lnTo>
                      <a:lnTo>
                        <a:pt x="9" y="9"/>
                      </a:lnTo>
                      <a:lnTo>
                        <a:pt x="10" y="16"/>
                      </a:lnTo>
                      <a:lnTo>
                        <a:pt x="29" y="174"/>
                      </a:lnTo>
                      <a:lnTo>
                        <a:pt x="30" y="183"/>
                      </a:lnTo>
                      <a:lnTo>
                        <a:pt x="33" y="185"/>
                      </a:lnTo>
                      <a:lnTo>
                        <a:pt x="35" y="187"/>
                      </a:lnTo>
                      <a:lnTo>
                        <a:pt x="40" y="189"/>
                      </a:lnTo>
                      <a:lnTo>
                        <a:pt x="43" y="187"/>
                      </a:lnTo>
                      <a:lnTo>
                        <a:pt x="46" y="183"/>
                      </a:lnTo>
                      <a:lnTo>
                        <a:pt x="79" y="15"/>
                      </a:lnTo>
                      <a:lnTo>
                        <a:pt x="79" y="10"/>
                      </a:lnTo>
                      <a:lnTo>
                        <a:pt x="80" y="7"/>
                      </a:lnTo>
                      <a:lnTo>
                        <a:pt x="81" y="4"/>
                      </a:lnTo>
                      <a:lnTo>
                        <a:pt x="83" y="1"/>
                      </a:lnTo>
                      <a:lnTo>
                        <a:pt x="87" y="1"/>
                      </a:lnTo>
                    </a:path>
                  </a:pathLst>
                </a:custGeom>
                <a:noFill/>
                <a:ln w="12700" cap="rnd" cmpd="sng">
                  <a:solidFill>
                    <a:srgbClr val="40FF40"/>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effectLst/>
                    <a:uLnTx/>
                    <a:uFillTx/>
                    <a:latin typeface="Figtree"/>
                    <a:ea typeface="+mn-ea"/>
                    <a:cs typeface="+mn-cs"/>
                  </a:endParaRPr>
                </a:p>
              </p:txBody>
            </p:sp>
            <p:sp>
              <p:nvSpPr>
                <p:cNvPr id="51250" name="Freeform 26"/>
                <p:cNvSpPr>
                  <a:spLocks/>
                </p:cNvSpPr>
                <p:nvPr/>
              </p:nvSpPr>
              <p:spPr bwMode="auto">
                <a:xfrm>
                  <a:off x="2248" y="1827"/>
                  <a:ext cx="86" cy="189"/>
                </a:xfrm>
                <a:custGeom>
                  <a:avLst/>
                  <a:gdLst>
                    <a:gd name="T0" fmla="*/ 0 w 86"/>
                    <a:gd name="T1" fmla="*/ 1 h 189"/>
                    <a:gd name="T2" fmla="*/ 2 w 86"/>
                    <a:gd name="T3" fmla="*/ 1 h 189"/>
                    <a:gd name="T4" fmla="*/ 5 w 86"/>
                    <a:gd name="T5" fmla="*/ 5 h 189"/>
                    <a:gd name="T6" fmla="*/ 6 w 86"/>
                    <a:gd name="T7" fmla="*/ 8 h 189"/>
                    <a:gd name="T8" fmla="*/ 7 w 86"/>
                    <a:gd name="T9" fmla="*/ 15 h 189"/>
                    <a:gd name="T10" fmla="*/ 25 w 86"/>
                    <a:gd name="T11" fmla="*/ 173 h 189"/>
                    <a:gd name="T12" fmla="*/ 27 w 86"/>
                    <a:gd name="T13" fmla="*/ 182 h 189"/>
                    <a:gd name="T14" fmla="*/ 30 w 86"/>
                    <a:gd name="T15" fmla="*/ 184 h 189"/>
                    <a:gd name="T16" fmla="*/ 33 w 86"/>
                    <a:gd name="T17" fmla="*/ 187 h 189"/>
                    <a:gd name="T18" fmla="*/ 36 w 86"/>
                    <a:gd name="T19" fmla="*/ 188 h 189"/>
                    <a:gd name="T20" fmla="*/ 40 w 86"/>
                    <a:gd name="T21" fmla="*/ 186 h 189"/>
                    <a:gd name="T22" fmla="*/ 43 w 86"/>
                    <a:gd name="T23" fmla="*/ 182 h 189"/>
                    <a:gd name="T24" fmla="*/ 75 w 86"/>
                    <a:gd name="T25" fmla="*/ 14 h 189"/>
                    <a:gd name="T26" fmla="*/ 76 w 86"/>
                    <a:gd name="T27" fmla="*/ 10 h 189"/>
                    <a:gd name="T28" fmla="*/ 77 w 86"/>
                    <a:gd name="T29" fmla="*/ 6 h 189"/>
                    <a:gd name="T30" fmla="*/ 78 w 86"/>
                    <a:gd name="T31" fmla="*/ 3 h 189"/>
                    <a:gd name="T32" fmla="*/ 80 w 86"/>
                    <a:gd name="T33" fmla="*/ 1 h 189"/>
                    <a:gd name="T34" fmla="*/ 85 w 86"/>
                    <a:gd name="T35" fmla="*/ 0 h 1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6"/>
                    <a:gd name="T55" fmla="*/ 0 h 189"/>
                    <a:gd name="T56" fmla="*/ 86 w 86"/>
                    <a:gd name="T57" fmla="*/ 189 h 18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6" h="189">
                      <a:moveTo>
                        <a:pt x="0" y="1"/>
                      </a:moveTo>
                      <a:lnTo>
                        <a:pt x="2" y="1"/>
                      </a:lnTo>
                      <a:lnTo>
                        <a:pt x="5" y="5"/>
                      </a:lnTo>
                      <a:lnTo>
                        <a:pt x="6" y="8"/>
                      </a:lnTo>
                      <a:lnTo>
                        <a:pt x="7" y="15"/>
                      </a:lnTo>
                      <a:lnTo>
                        <a:pt x="25" y="173"/>
                      </a:lnTo>
                      <a:lnTo>
                        <a:pt x="27" y="182"/>
                      </a:lnTo>
                      <a:lnTo>
                        <a:pt x="30" y="184"/>
                      </a:lnTo>
                      <a:lnTo>
                        <a:pt x="33" y="187"/>
                      </a:lnTo>
                      <a:lnTo>
                        <a:pt x="36" y="188"/>
                      </a:lnTo>
                      <a:lnTo>
                        <a:pt x="40" y="186"/>
                      </a:lnTo>
                      <a:lnTo>
                        <a:pt x="43" y="182"/>
                      </a:lnTo>
                      <a:lnTo>
                        <a:pt x="75" y="14"/>
                      </a:lnTo>
                      <a:lnTo>
                        <a:pt x="76" y="10"/>
                      </a:lnTo>
                      <a:lnTo>
                        <a:pt x="77" y="6"/>
                      </a:lnTo>
                      <a:lnTo>
                        <a:pt x="78" y="3"/>
                      </a:lnTo>
                      <a:lnTo>
                        <a:pt x="80" y="1"/>
                      </a:lnTo>
                      <a:lnTo>
                        <a:pt x="85" y="0"/>
                      </a:lnTo>
                    </a:path>
                  </a:pathLst>
                </a:custGeom>
                <a:noFill/>
                <a:ln w="12700" cap="rnd" cmpd="sng">
                  <a:solidFill>
                    <a:srgbClr val="40FF40"/>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effectLst/>
                    <a:uLnTx/>
                    <a:uFillTx/>
                    <a:latin typeface="Figtree"/>
                    <a:ea typeface="+mn-ea"/>
                    <a:cs typeface="+mn-cs"/>
                  </a:endParaRPr>
                </a:p>
              </p:txBody>
            </p:sp>
            <p:sp>
              <p:nvSpPr>
                <p:cNvPr id="51251" name="Freeform 27"/>
                <p:cNvSpPr>
                  <a:spLocks/>
                </p:cNvSpPr>
                <p:nvPr/>
              </p:nvSpPr>
              <p:spPr bwMode="auto">
                <a:xfrm>
                  <a:off x="2333" y="1826"/>
                  <a:ext cx="60" cy="190"/>
                </a:xfrm>
                <a:custGeom>
                  <a:avLst/>
                  <a:gdLst>
                    <a:gd name="T0" fmla="*/ 0 w 60"/>
                    <a:gd name="T1" fmla="*/ 0 h 190"/>
                    <a:gd name="T2" fmla="*/ 4 w 60"/>
                    <a:gd name="T3" fmla="*/ 1 h 190"/>
                    <a:gd name="T4" fmla="*/ 8 w 60"/>
                    <a:gd name="T5" fmla="*/ 4 h 190"/>
                    <a:gd name="T6" fmla="*/ 9 w 60"/>
                    <a:gd name="T7" fmla="*/ 9 h 190"/>
                    <a:gd name="T8" fmla="*/ 10 w 60"/>
                    <a:gd name="T9" fmla="*/ 16 h 190"/>
                    <a:gd name="T10" fmla="*/ 29 w 60"/>
                    <a:gd name="T11" fmla="*/ 174 h 190"/>
                    <a:gd name="T12" fmla="*/ 31 w 60"/>
                    <a:gd name="T13" fmla="*/ 183 h 190"/>
                    <a:gd name="T14" fmla="*/ 32 w 60"/>
                    <a:gd name="T15" fmla="*/ 185 h 190"/>
                    <a:gd name="T16" fmla="*/ 37 w 60"/>
                    <a:gd name="T17" fmla="*/ 187 h 190"/>
                    <a:gd name="T18" fmla="*/ 40 w 60"/>
                    <a:gd name="T19" fmla="*/ 189 h 190"/>
                    <a:gd name="T20" fmla="*/ 44 w 60"/>
                    <a:gd name="T21" fmla="*/ 187 h 190"/>
                    <a:gd name="T22" fmla="*/ 46 w 60"/>
                    <a:gd name="T23" fmla="*/ 183 h 190"/>
                    <a:gd name="T24" fmla="*/ 59 w 60"/>
                    <a:gd name="T25" fmla="*/ 102 h 1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0"/>
                    <a:gd name="T40" fmla="*/ 0 h 190"/>
                    <a:gd name="T41" fmla="*/ 60 w 60"/>
                    <a:gd name="T42" fmla="*/ 190 h 19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0" h="190">
                      <a:moveTo>
                        <a:pt x="0" y="0"/>
                      </a:moveTo>
                      <a:lnTo>
                        <a:pt x="4" y="1"/>
                      </a:lnTo>
                      <a:lnTo>
                        <a:pt x="8" y="4"/>
                      </a:lnTo>
                      <a:lnTo>
                        <a:pt x="9" y="9"/>
                      </a:lnTo>
                      <a:lnTo>
                        <a:pt x="10" y="16"/>
                      </a:lnTo>
                      <a:lnTo>
                        <a:pt x="29" y="174"/>
                      </a:lnTo>
                      <a:lnTo>
                        <a:pt x="31" y="183"/>
                      </a:lnTo>
                      <a:lnTo>
                        <a:pt x="32" y="185"/>
                      </a:lnTo>
                      <a:lnTo>
                        <a:pt x="37" y="187"/>
                      </a:lnTo>
                      <a:lnTo>
                        <a:pt x="40" y="189"/>
                      </a:lnTo>
                      <a:lnTo>
                        <a:pt x="44" y="187"/>
                      </a:lnTo>
                      <a:lnTo>
                        <a:pt x="46" y="183"/>
                      </a:lnTo>
                      <a:lnTo>
                        <a:pt x="59" y="102"/>
                      </a:lnTo>
                    </a:path>
                  </a:pathLst>
                </a:custGeom>
                <a:noFill/>
                <a:ln w="12700" cap="rnd" cmpd="sng">
                  <a:solidFill>
                    <a:srgbClr val="40FF40"/>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effectLst/>
                    <a:uLnTx/>
                    <a:uFillTx/>
                    <a:latin typeface="Figtree"/>
                    <a:ea typeface="+mn-ea"/>
                    <a:cs typeface="+mn-cs"/>
                  </a:endParaRPr>
                </a:p>
              </p:txBody>
            </p:sp>
          </p:grpSp>
          <p:sp>
            <p:nvSpPr>
              <p:cNvPr id="51239" name="Line 28"/>
              <p:cNvSpPr>
                <a:spLocks noChangeShapeType="1"/>
              </p:cNvSpPr>
              <p:nvPr/>
            </p:nvSpPr>
            <p:spPr bwMode="auto">
              <a:xfrm>
                <a:off x="1352" y="1920"/>
                <a:ext cx="1248"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effectLst/>
                  <a:uLnTx/>
                  <a:uFillTx/>
                  <a:latin typeface="Figtree"/>
                  <a:ea typeface="+mn-ea"/>
                  <a:cs typeface="+mn-cs"/>
                </a:endParaRPr>
              </a:p>
            </p:txBody>
          </p:sp>
        </p:grpSp>
        <p:sp>
          <p:nvSpPr>
            <p:cNvPr id="51237" name="Rectangle 29"/>
            <p:cNvSpPr>
              <a:spLocks noChangeArrowheads="1"/>
            </p:cNvSpPr>
            <p:nvPr/>
          </p:nvSpPr>
          <p:spPr bwMode="auto">
            <a:xfrm>
              <a:off x="1393" y="1185"/>
              <a:ext cx="1282" cy="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lnSpc>
                  <a:spcPct val="120000"/>
                </a:lnSpc>
                <a:spcBef>
                  <a:spcPct val="60000"/>
                </a:spcBef>
                <a:buClr>
                  <a:schemeClr val="bg2"/>
                </a:buClr>
                <a:buChar char="•"/>
                <a:defRPr sz="2400" b="1">
                  <a:solidFill>
                    <a:srgbClr val="134183"/>
                  </a:solidFill>
                  <a:latin typeface="Arial" panose="020B0604020202020204" pitchFamily="34" charset="0"/>
                </a:defRPr>
              </a:lvl1pPr>
              <a:lvl2pPr marL="742950" indent="-285750">
                <a:lnSpc>
                  <a:spcPct val="110000"/>
                </a:lnSpc>
                <a:spcBef>
                  <a:spcPct val="15000"/>
                </a:spcBef>
                <a:spcAft>
                  <a:spcPct val="10000"/>
                </a:spcAft>
                <a:buClr>
                  <a:schemeClr val="bg2"/>
                </a:buClr>
                <a:buChar char="•"/>
                <a:defRPr sz="2000" b="1">
                  <a:solidFill>
                    <a:srgbClr val="134183"/>
                  </a:solidFill>
                  <a:latin typeface="Arial" panose="020B0604020202020204" pitchFamily="34" charset="0"/>
                </a:defRPr>
              </a:lvl2pPr>
              <a:lvl3pPr marL="1143000" indent="-228600">
                <a:lnSpc>
                  <a:spcPct val="110000"/>
                </a:lnSpc>
                <a:spcBef>
                  <a:spcPct val="10000"/>
                </a:spcBef>
                <a:spcAft>
                  <a:spcPct val="15000"/>
                </a:spcAft>
                <a:buClr>
                  <a:schemeClr val="bg2"/>
                </a:buClr>
                <a:buChar char="•"/>
                <a:defRPr sz="2400">
                  <a:solidFill>
                    <a:srgbClr val="134183"/>
                  </a:solidFill>
                  <a:latin typeface="Arial" panose="020B0604020202020204" pitchFamily="34" charset="0"/>
                </a:defRPr>
              </a:lvl3pPr>
              <a:lvl4pPr marL="1600200" indent="-228600">
                <a:spcBef>
                  <a:spcPct val="20000"/>
                </a:spcBef>
                <a:buChar char=" "/>
                <a:defRPr sz="1200">
                  <a:solidFill>
                    <a:schemeClr val="tx1"/>
                  </a:solidFill>
                  <a:latin typeface="Arial" panose="020B0604020202020204" pitchFamily="34" charset="0"/>
                </a:defRPr>
              </a:lvl4pPr>
              <a:lvl5pPr marL="2057400" indent="-228600">
                <a:spcBef>
                  <a:spcPct val="20000"/>
                </a:spcBef>
                <a:buChar char=" "/>
                <a:defRPr sz="1000">
                  <a:solidFill>
                    <a:schemeClr val="tx1"/>
                  </a:solidFill>
                  <a:latin typeface="Arial" panose="020B0604020202020204" pitchFamily="34" charset="0"/>
                </a:defRPr>
              </a:lvl5pPr>
              <a:lvl6pPr marL="2514600" indent="-228600" eaLnBrk="0" fontAlgn="base" hangingPunct="0">
                <a:spcBef>
                  <a:spcPct val="20000"/>
                </a:spcBef>
                <a:spcAft>
                  <a:spcPct val="0"/>
                </a:spcAft>
                <a:buChar char=" "/>
                <a:defRPr sz="1000">
                  <a:solidFill>
                    <a:schemeClr val="tx1"/>
                  </a:solidFill>
                  <a:latin typeface="Arial" panose="020B0604020202020204" pitchFamily="34" charset="0"/>
                </a:defRPr>
              </a:lvl6pPr>
              <a:lvl7pPr marL="2971800" indent="-228600" eaLnBrk="0" fontAlgn="base" hangingPunct="0">
                <a:spcBef>
                  <a:spcPct val="20000"/>
                </a:spcBef>
                <a:spcAft>
                  <a:spcPct val="0"/>
                </a:spcAft>
                <a:buChar char=" "/>
                <a:defRPr sz="1000">
                  <a:solidFill>
                    <a:schemeClr val="tx1"/>
                  </a:solidFill>
                  <a:latin typeface="Arial" panose="020B0604020202020204" pitchFamily="34" charset="0"/>
                </a:defRPr>
              </a:lvl7pPr>
              <a:lvl8pPr marL="3429000" indent="-228600" eaLnBrk="0" fontAlgn="base" hangingPunct="0">
                <a:spcBef>
                  <a:spcPct val="20000"/>
                </a:spcBef>
                <a:spcAft>
                  <a:spcPct val="0"/>
                </a:spcAft>
                <a:buChar char=" "/>
                <a:defRPr sz="1000">
                  <a:solidFill>
                    <a:schemeClr val="tx1"/>
                  </a:solidFill>
                  <a:latin typeface="Arial" panose="020B0604020202020204" pitchFamily="34" charset="0"/>
                </a:defRPr>
              </a:lvl8pPr>
              <a:lvl9pPr marL="3886200" indent="-228600" eaLnBrk="0" fontAlgn="base" hangingPunct="0">
                <a:spcBef>
                  <a:spcPct val="20000"/>
                </a:spcBef>
                <a:spcAft>
                  <a:spcPct val="0"/>
                </a:spcAft>
                <a:buChar char=" "/>
                <a:defRPr sz="1000">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dirty="0">
                  <a:ln>
                    <a:noFill/>
                  </a:ln>
                  <a:solidFill>
                    <a:schemeClr val="tx1"/>
                  </a:solidFill>
                  <a:effectLst/>
                  <a:uLnTx/>
                  <a:uFillTx/>
                  <a:latin typeface="Figtree"/>
                  <a:ea typeface="+mn-ea"/>
                  <a:cs typeface="+mn-cs"/>
                </a:rPr>
                <a:t>HTTP request for script.</a:t>
              </a:r>
            </a:p>
          </p:txBody>
        </p:sp>
      </p:grpSp>
      <p:grpSp>
        <p:nvGrpSpPr>
          <p:cNvPr id="7" name="Group 30"/>
          <p:cNvGrpSpPr>
            <a:grpSpLocks/>
          </p:cNvGrpSpPr>
          <p:nvPr/>
        </p:nvGrpSpPr>
        <p:grpSpPr bwMode="auto">
          <a:xfrm>
            <a:off x="6188186" y="1651000"/>
            <a:ext cx="2240573" cy="1778000"/>
            <a:chOff x="3265" y="993"/>
            <a:chExt cx="1529" cy="1120"/>
          </a:xfrm>
        </p:grpSpPr>
        <p:sp>
          <p:nvSpPr>
            <p:cNvPr id="51234" name="Freeform 31"/>
            <p:cNvSpPr>
              <a:spLocks/>
            </p:cNvSpPr>
            <p:nvPr/>
          </p:nvSpPr>
          <p:spPr bwMode="auto">
            <a:xfrm>
              <a:off x="3380" y="1920"/>
              <a:ext cx="729" cy="193"/>
            </a:xfrm>
            <a:custGeom>
              <a:avLst/>
              <a:gdLst>
                <a:gd name="T0" fmla="*/ 0 w 729"/>
                <a:gd name="T1" fmla="*/ 0 h 193"/>
                <a:gd name="T2" fmla="*/ 728 w 729"/>
                <a:gd name="T3" fmla="*/ 0 h 193"/>
                <a:gd name="T4" fmla="*/ 728 w 729"/>
                <a:gd name="T5" fmla="*/ 192 h 193"/>
                <a:gd name="T6" fmla="*/ 0 60000 65536"/>
                <a:gd name="T7" fmla="*/ 0 60000 65536"/>
                <a:gd name="T8" fmla="*/ 0 60000 65536"/>
                <a:gd name="T9" fmla="*/ 0 w 729"/>
                <a:gd name="T10" fmla="*/ 0 h 193"/>
                <a:gd name="T11" fmla="*/ 729 w 729"/>
                <a:gd name="T12" fmla="*/ 193 h 193"/>
              </a:gdLst>
              <a:ahLst/>
              <a:cxnLst>
                <a:cxn ang="T6">
                  <a:pos x="T0" y="T1"/>
                </a:cxn>
                <a:cxn ang="T7">
                  <a:pos x="T2" y="T3"/>
                </a:cxn>
                <a:cxn ang="T8">
                  <a:pos x="T4" y="T5"/>
                </a:cxn>
              </a:cxnLst>
              <a:rect l="T9" t="T10" r="T11" b="T12"/>
              <a:pathLst>
                <a:path w="729" h="193">
                  <a:moveTo>
                    <a:pt x="0" y="0"/>
                  </a:moveTo>
                  <a:lnTo>
                    <a:pt x="728" y="0"/>
                  </a:lnTo>
                  <a:lnTo>
                    <a:pt x="728" y="192"/>
                  </a:lnTo>
                </a:path>
              </a:pathLst>
            </a:custGeom>
            <a:noFill/>
            <a:ln w="12700" cap="rnd" cmpd="sng">
              <a:solidFill>
                <a:schemeClr val="tx1"/>
              </a:solidFill>
              <a:prstDash val="solid"/>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effectLst/>
                <a:uLnTx/>
                <a:uFillTx/>
                <a:latin typeface="Figtree"/>
                <a:ea typeface="+mn-ea"/>
                <a:cs typeface="+mn-cs"/>
              </a:endParaRPr>
            </a:p>
          </p:txBody>
        </p:sp>
        <p:sp>
          <p:nvSpPr>
            <p:cNvPr id="51235" name="Rectangle 32"/>
            <p:cNvSpPr>
              <a:spLocks noChangeArrowheads="1"/>
            </p:cNvSpPr>
            <p:nvPr/>
          </p:nvSpPr>
          <p:spPr bwMode="auto">
            <a:xfrm>
              <a:off x="3265" y="993"/>
              <a:ext cx="1529" cy="7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20000"/>
                </a:lnSpc>
                <a:spcBef>
                  <a:spcPct val="60000"/>
                </a:spcBef>
                <a:buClr>
                  <a:schemeClr val="bg2"/>
                </a:buClr>
                <a:buChar char="•"/>
                <a:defRPr sz="2400" b="1">
                  <a:solidFill>
                    <a:srgbClr val="134183"/>
                  </a:solidFill>
                  <a:latin typeface="Arial" panose="020B0604020202020204" pitchFamily="34" charset="0"/>
                </a:defRPr>
              </a:lvl1pPr>
              <a:lvl2pPr marL="742950" indent="-285750">
                <a:lnSpc>
                  <a:spcPct val="110000"/>
                </a:lnSpc>
                <a:spcBef>
                  <a:spcPct val="15000"/>
                </a:spcBef>
                <a:spcAft>
                  <a:spcPct val="10000"/>
                </a:spcAft>
                <a:buClr>
                  <a:schemeClr val="bg2"/>
                </a:buClr>
                <a:buChar char="•"/>
                <a:defRPr sz="2000" b="1">
                  <a:solidFill>
                    <a:srgbClr val="134183"/>
                  </a:solidFill>
                  <a:latin typeface="Arial" panose="020B0604020202020204" pitchFamily="34" charset="0"/>
                </a:defRPr>
              </a:lvl2pPr>
              <a:lvl3pPr marL="1143000" indent="-228600">
                <a:lnSpc>
                  <a:spcPct val="110000"/>
                </a:lnSpc>
                <a:spcBef>
                  <a:spcPct val="10000"/>
                </a:spcBef>
                <a:spcAft>
                  <a:spcPct val="15000"/>
                </a:spcAft>
                <a:buClr>
                  <a:schemeClr val="bg2"/>
                </a:buClr>
                <a:buChar char="•"/>
                <a:defRPr sz="2400">
                  <a:solidFill>
                    <a:srgbClr val="134183"/>
                  </a:solidFill>
                  <a:latin typeface="Arial" panose="020B0604020202020204" pitchFamily="34" charset="0"/>
                </a:defRPr>
              </a:lvl3pPr>
              <a:lvl4pPr marL="1600200" indent="-228600">
                <a:spcBef>
                  <a:spcPct val="20000"/>
                </a:spcBef>
                <a:buChar char=" "/>
                <a:defRPr sz="1200">
                  <a:solidFill>
                    <a:schemeClr val="tx1"/>
                  </a:solidFill>
                  <a:latin typeface="Arial" panose="020B0604020202020204" pitchFamily="34" charset="0"/>
                </a:defRPr>
              </a:lvl4pPr>
              <a:lvl5pPr marL="2057400" indent="-228600">
                <a:spcBef>
                  <a:spcPct val="20000"/>
                </a:spcBef>
                <a:buChar char=" "/>
                <a:defRPr sz="1000">
                  <a:solidFill>
                    <a:schemeClr val="tx1"/>
                  </a:solidFill>
                  <a:latin typeface="Arial" panose="020B0604020202020204" pitchFamily="34" charset="0"/>
                </a:defRPr>
              </a:lvl5pPr>
              <a:lvl6pPr marL="2514600" indent="-228600" eaLnBrk="0" fontAlgn="base" hangingPunct="0">
                <a:spcBef>
                  <a:spcPct val="20000"/>
                </a:spcBef>
                <a:spcAft>
                  <a:spcPct val="0"/>
                </a:spcAft>
                <a:buChar char=" "/>
                <a:defRPr sz="1000">
                  <a:solidFill>
                    <a:schemeClr val="tx1"/>
                  </a:solidFill>
                  <a:latin typeface="Arial" panose="020B0604020202020204" pitchFamily="34" charset="0"/>
                </a:defRPr>
              </a:lvl6pPr>
              <a:lvl7pPr marL="2971800" indent="-228600" eaLnBrk="0" fontAlgn="base" hangingPunct="0">
                <a:spcBef>
                  <a:spcPct val="20000"/>
                </a:spcBef>
                <a:spcAft>
                  <a:spcPct val="0"/>
                </a:spcAft>
                <a:buChar char=" "/>
                <a:defRPr sz="1000">
                  <a:solidFill>
                    <a:schemeClr val="tx1"/>
                  </a:solidFill>
                  <a:latin typeface="Arial" panose="020B0604020202020204" pitchFamily="34" charset="0"/>
                </a:defRPr>
              </a:lvl7pPr>
              <a:lvl8pPr marL="3429000" indent="-228600" eaLnBrk="0" fontAlgn="base" hangingPunct="0">
                <a:spcBef>
                  <a:spcPct val="20000"/>
                </a:spcBef>
                <a:spcAft>
                  <a:spcPct val="0"/>
                </a:spcAft>
                <a:buChar char=" "/>
                <a:defRPr sz="1000">
                  <a:solidFill>
                    <a:schemeClr val="tx1"/>
                  </a:solidFill>
                  <a:latin typeface="Arial" panose="020B0604020202020204" pitchFamily="34" charset="0"/>
                </a:defRPr>
              </a:lvl8pPr>
              <a:lvl9pPr marL="3886200" indent="-228600" eaLnBrk="0" fontAlgn="base" hangingPunct="0">
                <a:spcBef>
                  <a:spcPct val="20000"/>
                </a:spcBef>
                <a:spcAft>
                  <a:spcPct val="0"/>
                </a:spcAft>
                <a:buChar char=" "/>
                <a:defRPr sz="1000">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dirty="0">
                  <a:ln>
                    <a:noFill/>
                  </a:ln>
                  <a:solidFill>
                    <a:schemeClr val="tx1"/>
                  </a:solidFill>
                  <a:effectLst/>
                  <a:uLnTx/>
                  <a:uFillTx/>
                  <a:latin typeface="Figtree"/>
                  <a:ea typeface="+mn-ea"/>
                  <a:cs typeface="+mn-cs"/>
                </a:rPr>
                <a:t>Script receives data</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dirty="0">
                  <a:ln>
                    <a:noFill/>
                  </a:ln>
                  <a:solidFill>
                    <a:schemeClr val="tx1"/>
                  </a:solidFill>
                  <a:effectLst/>
                  <a:uLnTx/>
                  <a:uFillTx/>
                  <a:latin typeface="Figtree"/>
                  <a:ea typeface="+mn-ea"/>
                  <a:cs typeface="+mn-cs"/>
                </a:rPr>
                <a:t>using environment</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dirty="0">
                  <a:ln>
                    <a:noFill/>
                  </a:ln>
                  <a:solidFill>
                    <a:schemeClr val="tx1"/>
                  </a:solidFill>
                  <a:effectLst/>
                  <a:uLnTx/>
                  <a:uFillTx/>
                  <a:latin typeface="Figtree"/>
                  <a:ea typeface="+mn-ea"/>
                  <a:cs typeface="+mn-cs"/>
                </a:rPr>
                <a:t>variables and</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dirty="0">
                  <a:ln>
                    <a:noFill/>
                  </a:ln>
                  <a:solidFill>
                    <a:schemeClr val="tx1"/>
                  </a:solidFill>
                  <a:effectLst/>
                  <a:uLnTx/>
                  <a:uFillTx/>
                  <a:latin typeface="Figtree"/>
                  <a:ea typeface="+mn-ea"/>
                  <a:cs typeface="+mn-cs"/>
                </a:rPr>
                <a:t>standard input.</a:t>
              </a:r>
            </a:p>
          </p:txBody>
        </p:sp>
      </p:grpSp>
      <p:grpSp>
        <p:nvGrpSpPr>
          <p:cNvPr id="8" name="Group 33"/>
          <p:cNvGrpSpPr>
            <a:grpSpLocks/>
          </p:cNvGrpSpPr>
          <p:nvPr/>
        </p:nvGrpSpPr>
        <p:grpSpPr bwMode="auto">
          <a:xfrm>
            <a:off x="7956665" y="2894012"/>
            <a:ext cx="3060880" cy="1447800"/>
            <a:chOff x="4472" y="1776"/>
            <a:chExt cx="2089" cy="912"/>
          </a:xfrm>
        </p:grpSpPr>
        <p:grpSp>
          <p:nvGrpSpPr>
            <p:cNvPr id="51229" name="Group 34"/>
            <p:cNvGrpSpPr>
              <a:grpSpLocks/>
            </p:cNvGrpSpPr>
            <p:nvPr/>
          </p:nvGrpSpPr>
          <p:grpSpPr bwMode="auto">
            <a:xfrm>
              <a:off x="4472" y="1776"/>
              <a:ext cx="624" cy="912"/>
              <a:chOff x="4472" y="1776"/>
              <a:chExt cx="624" cy="912"/>
            </a:xfrm>
          </p:grpSpPr>
          <p:sp>
            <p:nvSpPr>
              <p:cNvPr id="51231" name="Line 35"/>
              <p:cNvSpPr>
                <a:spLocks noChangeShapeType="1"/>
              </p:cNvSpPr>
              <p:nvPr/>
            </p:nvSpPr>
            <p:spPr bwMode="auto">
              <a:xfrm flipV="1">
                <a:off x="4472" y="1776"/>
                <a:ext cx="624" cy="432"/>
              </a:xfrm>
              <a:prstGeom prst="line">
                <a:avLst/>
              </a:prstGeom>
              <a:noFill/>
              <a:ln w="12700">
                <a:solidFill>
                  <a:schemeClr val="tx1"/>
                </a:solidFill>
                <a:round/>
                <a:headEnd type="stealth" w="med" len="med"/>
                <a:tailEnd type="stealth"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effectLst/>
                  <a:uLnTx/>
                  <a:uFillTx/>
                  <a:latin typeface="Figtree"/>
                  <a:ea typeface="+mn-ea"/>
                  <a:cs typeface="+mn-cs"/>
                </a:endParaRPr>
              </a:p>
            </p:txBody>
          </p:sp>
          <p:sp>
            <p:nvSpPr>
              <p:cNvPr id="51232" name="Line 36"/>
              <p:cNvSpPr>
                <a:spLocks noChangeShapeType="1"/>
              </p:cNvSpPr>
              <p:nvPr/>
            </p:nvSpPr>
            <p:spPr bwMode="auto">
              <a:xfrm>
                <a:off x="4472" y="2256"/>
                <a:ext cx="624" cy="0"/>
              </a:xfrm>
              <a:prstGeom prst="line">
                <a:avLst/>
              </a:prstGeom>
              <a:noFill/>
              <a:ln w="12700">
                <a:solidFill>
                  <a:schemeClr val="tx1"/>
                </a:solidFill>
                <a:round/>
                <a:headEnd type="stealth" w="med" len="med"/>
                <a:tailEnd type="stealth"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effectLst/>
                  <a:uLnTx/>
                  <a:uFillTx/>
                  <a:latin typeface="Figtree"/>
                  <a:ea typeface="+mn-ea"/>
                  <a:cs typeface="+mn-cs"/>
                </a:endParaRPr>
              </a:p>
            </p:txBody>
          </p:sp>
          <p:sp>
            <p:nvSpPr>
              <p:cNvPr id="51233" name="Line 37"/>
              <p:cNvSpPr>
                <a:spLocks noChangeShapeType="1"/>
              </p:cNvSpPr>
              <p:nvPr/>
            </p:nvSpPr>
            <p:spPr bwMode="auto">
              <a:xfrm>
                <a:off x="4472" y="2304"/>
                <a:ext cx="624" cy="384"/>
              </a:xfrm>
              <a:prstGeom prst="line">
                <a:avLst/>
              </a:prstGeom>
              <a:noFill/>
              <a:ln w="12700">
                <a:solidFill>
                  <a:schemeClr val="tx1"/>
                </a:solidFill>
                <a:round/>
                <a:headEnd type="stealth" w="med" len="med"/>
                <a:tailEnd type="stealth"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effectLst/>
                  <a:uLnTx/>
                  <a:uFillTx/>
                  <a:latin typeface="Figtree"/>
                  <a:ea typeface="+mn-ea"/>
                  <a:cs typeface="+mn-cs"/>
                </a:endParaRPr>
              </a:p>
            </p:txBody>
          </p:sp>
        </p:grpSp>
        <p:sp>
          <p:nvSpPr>
            <p:cNvPr id="51230" name="Rectangle 38"/>
            <p:cNvSpPr>
              <a:spLocks noChangeArrowheads="1"/>
            </p:cNvSpPr>
            <p:nvPr/>
          </p:nvSpPr>
          <p:spPr bwMode="auto">
            <a:xfrm>
              <a:off x="5137" y="1953"/>
              <a:ext cx="1424"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lnSpc>
                  <a:spcPct val="120000"/>
                </a:lnSpc>
                <a:spcBef>
                  <a:spcPct val="60000"/>
                </a:spcBef>
                <a:buClr>
                  <a:schemeClr val="bg2"/>
                </a:buClr>
                <a:buChar char="•"/>
                <a:defRPr sz="2400" b="1">
                  <a:solidFill>
                    <a:srgbClr val="134183"/>
                  </a:solidFill>
                  <a:latin typeface="Arial" panose="020B0604020202020204" pitchFamily="34" charset="0"/>
                </a:defRPr>
              </a:lvl1pPr>
              <a:lvl2pPr marL="742950" indent="-285750">
                <a:lnSpc>
                  <a:spcPct val="110000"/>
                </a:lnSpc>
                <a:spcBef>
                  <a:spcPct val="15000"/>
                </a:spcBef>
                <a:spcAft>
                  <a:spcPct val="10000"/>
                </a:spcAft>
                <a:buClr>
                  <a:schemeClr val="bg2"/>
                </a:buClr>
                <a:buChar char="•"/>
                <a:defRPr sz="2000" b="1">
                  <a:solidFill>
                    <a:srgbClr val="134183"/>
                  </a:solidFill>
                  <a:latin typeface="Arial" panose="020B0604020202020204" pitchFamily="34" charset="0"/>
                </a:defRPr>
              </a:lvl2pPr>
              <a:lvl3pPr marL="1143000" indent="-228600">
                <a:lnSpc>
                  <a:spcPct val="110000"/>
                </a:lnSpc>
                <a:spcBef>
                  <a:spcPct val="10000"/>
                </a:spcBef>
                <a:spcAft>
                  <a:spcPct val="15000"/>
                </a:spcAft>
                <a:buClr>
                  <a:schemeClr val="bg2"/>
                </a:buClr>
                <a:buChar char="•"/>
                <a:defRPr sz="2400">
                  <a:solidFill>
                    <a:srgbClr val="134183"/>
                  </a:solidFill>
                  <a:latin typeface="Arial" panose="020B0604020202020204" pitchFamily="34" charset="0"/>
                </a:defRPr>
              </a:lvl3pPr>
              <a:lvl4pPr marL="1600200" indent="-228600">
                <a:spcBef>
                  <a:spcPct val="20000"/>
                </a:spcBef>
                <a:buChar char=" "/>
                <a:defRPr sz="1200">
                  <a:solidFill>
                    <a:schemeClr val="tx1"/>
                  </a:solidFill>
                  <a:latin typeface="Arial" panose="020B0604020202020204" pitchFamily="34" charset="0"/>
                </a:defRPr>
              </a:lvl4pPr>
              <a:lvl5pPr marL="2057400" indent="-228600">
                <a:spcBef>
                  <a:spcPct val="20000"/>
                </a:spcBef>
                <a:buChar char=" "/>
                <a:defRPr sz="1000">
                  <a:solidFill>
                    <a:schemeClr val="tx1"/>
                  </a:solidFill>
                  <a:latin typeface="Arial" panose="020B0604020202020204" pitchFamily="34" charset="0"/>
                </a:defRPr>
              </a:lvl5pPr>
              <a:lvl6pPr marL="2514600" indent="-228600" eaLnBrk="0" fontAlgn="base" hangingPunct="0">
                <a:spcBef>
                  <a:spcPct val="20000"/>
                </a:spcBef>
                <a:spcAft>
                  <a:spcPct val="0"/>
                </a:spcAft>
                <a:buChar char=" "/>
                <a:defRPr sz="1000">
                  <a:solidFill>
                    <a:schemeClr val="tx1"/>
                  </a:solidFill>
                  <a:latin typeface="Arial" panose="020B0604020202020204" pitchFamily="34" charset="0"/>
                </a:defRPr>
              </a:lvl6pPr>
              <a:lvl7pPr marL="2971800" indent="-228600" eaLnBrk="0" fontAlgn="base" hangingPunct="0">
                <a:spcBef>
                  <a:spcPct val="20000"/>
                </a:spcBef>
                <a:spcAft>
                  <a:spcPct val="0"/>
                </a:spcAft>
                <a:buChar char=" "/>
                <a:defRPr sz="1000">
                  <a:solidFill>
                    <a:schemeClr val="tx1"/>
                  </a:solidFill>
                  <a:latin typeface="Arial" panose="020B0604020202020204" pitchFamily="34" charset="0"/>
                </a:defRPr>
              </a:lvl7pPr>
              <a:lvl8pPr marL="3429000" indent="-228600" eaLnBrk="0" fontAlgn="base" hangingPunct="0">
                <a:spcBef>
                  <a:spcPct val="20000"/>
                </a:spcBef>
                <a:spcAft>
                  <a:spcPct val="0"/>
                </a:spcAft>
                <a:buChar char=" "/>
                <a:defRPr sz="1000">
                  <a:solidFill>
                    <a:schemeClr val="tx1"/>
                  </a:solidFill>
                  <a:latin typeface="Arial" panose="020B0604020202020204" pitchFamily="34" charset="0"/>
                </a:defRPr>
              </a:lvl8pPr>
              <a:lvl9pPr marL="3886200" indent="-228600" eaLnBrk="0" fontAlgn="base" hangingPunct="0">
                <a:spcBef>
                  <a:spcPct val="20000"/>
                </a:spcBef>
                <a:spcAft>
                  <a:spcPct val="0"/>
                </a:spcAft>
                <a:buChar char=" "/>
                <a:defRPr sz="1000">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dirty="0">
                  <a:ln>
                    <a:noFill/>
                  </a:ln>
                  <a:solidFill>
                    <a:schemeClr val="tx1"/>
                  </a:solidFill>
                  <a:effectLst/>
                  <a:uLnTx/>
                  <a:uFillTx/>
                  <a:latin typeface="Figtree"/>
                  <a:ea typeface="+mn-ea"/>
                  <a:cs typeface="+mn-cs"/>
                </a:rPr>
                <a:t>Script can</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dirty="0">
                  <a:ln>
                    <a:noFill/>
                  </a:ln>
                  <a:solidFill>
                    <a:schemeClr val="tx1"/>
                  </a:solidFill>
                  <a:effectLst/>
                  <a:uLnTx/>
                  <a:uFillTx/>
                  <a:latin typeface="Figtree"/>
                  <a:ea typeface="+mn-ea"/>
                  <a:cs typeface="+mn-cs"/>
                </a:rPr>
                <a:t>interact with environment.</a:t>
              </a:r>
            </a:p>
          </p:txBody>
        </p:sp>
      </p:grpSp>
      <p:grpSp>
        <p:nvGrpSpPr>
          <p:cNvPr id="10" name="Group 39"/>
          <p:cNvGrpSpPr>
            <a:grpSpLocks/>
          </p:cNvGrpSpPr>
          <p:nvPr/>
        </p:nvGrpSpPr>
        <p:grpSpPr bwMode="auto">
          <a:xfrm>
            <a:off x="6264386" y="3960813"/>
            <a:ext cx="3108729" cy="1762126"/>
            <a:chOff x="3317" y="2448"/>
            <a:chExt cx="2123" cy="1110"/>
          </a:xfrm>
        </p:grpSpPr>
        <p:sp>
          <p:nvSpPr>
            <p:cNvPr id="51227" name="Freeform 40"/>
            <p:cNvSpPr>
              <a:spLocks/>
            </p:cNvSpPr>
            <p:nvPr/>
          </p:nvSpPr>
          <p:spPr bwMode="auto">
            <a:xfrm>
              <a:off x="3380" y="2448"/>
              <a:ext cx="729" cy="145"/>
            </a:xfrm>
            <a:custGeom>
              <a:avLst/>
              <a:gdLst>
                <a:gd name="T0" fmla="*/ 728 w 729"/>
                <a:gd name="T1" fmla="*/ 0 h 145"/>
                <a:gd name="T2" fmla="*/ 728 w 729"/>
                <a:gd name="T3" fmla="*/ 144 h 145"/>
                <a:gd name="T4" fmla="*/ 0 w 729"/>
                <a:gd name="T5" fmla="*/ 144 h 145"/>
                <a:gd name="T6" fmla="*/ 0 60000 65536"/>
                <a:gd name="T7" fmla="*/ 0 60000 65536"/>
                <a:gd name="T8" fmla="*/ 0 60000 65536"/>
                <a:gd name="T9" fmla="*/ 0 w 729"/>
                <a:gd name="T10" fmla="*/ 0 h 145"/>
                <a:gd name="T11" fmla="*/ 729 w 729"/>
                <a:gd name="T12" fmla="*/ 145 h 145"/>
              </a:gdLst>
              <a:ahLst/>
              <a:cxnLst>
                <a:cxn ang="T6">
                  <a:pos x="T0" y="T1"/>
                </a:cxn>
                <a:cxn ang="T7">
                  <a:pos x="T2" y="T3"/>
                </a:cxn>
                <a:cxn ang="T8">
                  <a:pos x="T4" y="T5"/>
                </a:cxn>
              </a:cxnLst>
              <a:rect l="T9" t="T10" r="T11" b="T12"/>
              <a:pathLst>
                <a:path w="729" h="145">
                  <a:moveTo>
                    <a:pt x="728" y="0"/>
                  </a:moveTo>
                  <a:lnTo>
                    <a:pt x="728" y="144"/>
                  </a:lnTo>
                  <a:lnTo>
                    <a:pt x="0" y="144"/>
                  </a:lnTo>
                </a:path>
              </a:pathLst>
            </a:custGeom>
            <a:noFill/>
            <a:ln w="12700" cap="rnd" cmpd="sng">
              <a:solidFill>
                <a:schemeClr val="tx1"/>
              </a:solidFill>
              <a:prstDash val="solid"/>
              <a:round/>
              <a:headEnd type="none" w="sm" len="sm"/>
              <a:tailEnd type="stealth" w="med" len="lg"/>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effectLst/>
                <a:uLnTx/>
                <a:uFillTx/>
                <a:latin typeface="Figtree"/>
                <a:ea typeface="+mn-ea"/>
                <a:cs typeface="+mn-cs"/>
              </a:endParaRPr>
            </a:p>
          </p:txBody>
        </p:sp>
        <p:sp>
          <p:nvSpPr>
            <p:cNvPr id="51228" name="Rectangle 41"/>
            <p:cNvSpPr>
              <a:spLocks noChangeArrowheads="1"/>
            </p:cNvSpPr>
            <p:nvPr/>
          </p:nvSpPr>
          <p:spPr bwMode="auto">
            <a:xfrm>
              <a:off x="3317" y="2976"/>
              <a:ext cx="2123"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lnSpc>
                  <a:spcPct val="120000"/>
                </a:lnSpc>
                <a:spcBef>
                  <a:spcPct val="60000"/>
                </a:spcBef>
                <a:buClr>
                  <a:schemeClr val="bg2"/>
                </a:buClr>
                <a:buChar char="•"/>
                <a:defRPr sz="2400" b="1">
                  <a:solidFill>
                    <a:srgbClr val="134183"/>
                  </a:solidFill>
                  <a:latin typeface="Arial" panose="020B0604020202020204" pitchFamily="34" charset="0"/>
                </a:defRPr>
              </a:lvl1pPr>
              <a:lvl2pPr marL="742950" indent="-285750">
                <a:lnSpc>
                  <a:spcPct val="110000"/>
                </a:lnSpc>
                <a:spcBef>
                  <a:spcPct val="15000"/>
                </a:spcBef>
                <a:spcAft>
                  <a:spcPct val="10000"/>
                </a:spcAft>
                <a:buClr>
                  <a:schemeClr val="bg2"/>
                </a:buClr>
                <a:buChar char="•"/>
                <a:defRPr sz="2000" b="1">
                  <a:solidFill>
                    <a:srgbClr val="134183"/>
                  </a:solidFill>
                  <a:latin typeface="Arial" panose="020B0604020202020204" pitchFamily="34" charset="0"/>
                </a:defRPr>
              </a:lvl2pPr>
              <a:lvl3pPr marL="1143000" indent="-228600">
                <a:lnSpc>
                  <a:spcPct val="110000"/>
                </a:lnSpc>
                <a:spcBef>
                  <a:spcPct val="10000"/>
                </a:spcBef>
                <a:spcAft>
                  <a:spcPct val="15000"/>
                </a:spcAft>
                <a:buClr>
                  <a:schemeClr val="bg2"/>
                </a:buClr>
                <a:buChar char="•"/>
                <a:defRPr sz="2400">
                  <a:solidFill>
                    <a:srgbClr val="134183"/>
                  </a:solidFill>
                  <a:latin typeface="Arial" panose="020B0604020202020204" pitchFamily="34" charset="0"/>
                </a:defRPr>
              </a:lvl3pPr>
              <a:lvl4pPr marL="1600200" indent="-228600">
                <a:spcBef>
                  <a:spcPct val="20000"/>
                </a:spcBef>
                <a:buChar char=" "/>
                <a:defRPr sz="1200">
                  <a:solidFill>
                    <a:schemeClr val="tx1"/>
                  </a:solidFill>
                  <a:latin typeface="Arial" panose="020B0604020202020204" pitchFamily="34" charset="0"/>
                </a:defRPr>
              </a:lvl4pPr>
              <a:lvl5pPr marL="2057400" indent="-228600">
                <a:spcBef>
                  <a:spcPct val="20000"/>
                </a:spcBef>
                <a:buChar char=" "/>
                <a:defRPr sz="1000">
                  <a:solidFill>
                    <a:schemeClr val="tx1"/>
                  </a:solidFill>
                  <a:latin typeface="Arial" panose="020B0604020202020204" pitchFamily="34" charset="0"/>
                </a:defRPr>
              </a:lvl5pPr>
              <a:lvl6pPr marL="2514600" indent="-228600" eaLnBrk="0" fontAlgn="base" hangingPunct="0">
                <a:spcBef>
                  <a:spcPct val="20000"/>
                </a:spcBef>
                <a:spcAft>
                  <a:spcPct val="0"/>
                </a:spcAft>
                <a:buChar char=" "/>
                <a:defRPr sz="1000">
                  <a:solidFill>
                    <a:schemeClr val="tx1"/>
                  </a:solidFill>
                  <a:latin typeface="Arial" panose="020B0604020202020204" pitchFamily="34" charset="0"/>
                </a:defRPr>
              </a:lvl6pPr>
              <a:lvl7pPr marL="2971800" indent="-228600" eaLnBrk="0" fontAlgn="base" hangingPunct="0">
                <a:spcBef>
                  <a:spcPct val="20000"/>
                </a:spcBef>
                <a:spcAft>
                  <a:spcPct val="0"/>
                </a:spcAft>
                <a:buChar char=" "/>
                <a:defRPr sz="1000">
                  <a:solidFill>
                    <a:schemeClr val="tx1"/>
                  </a:solidFill>
                  <a:latin typeface="Arial" panose="020B0604020202020204" pitchFamily="34" charset="0"/>
                </a:defRPr>
              </a:lvl7pPr>
              <a:lvl8pPr marL="3429000" indent="-228600" eaLnBrk="0" fontAlgn="base" hangingPunct="0">
                <a:spcBef>
                  <a:spcPct val="20000"/>
                </a:spcBef>
                <a:spcAft>
                  <a:spcPct val="0"/>
                </a:spcAft>
                <a:buChar char=" "/>
                <a:defRPr sz="1000">
                  <a:solidFill>
                    <a:schemeClr val="tx1"/>
                  </a:solidFill>
                  <a:latin typeface="Arial" panose="020B0604020202020204" pitchFamily="34" charset="0"/>
                </a:defRPr>
              </a:lvl8pPr>
              <a:lvl9pPr marL="3886200" indent="-228600" eaLnBrk="0" fontAlgn="base" hangingPunct="0">
                <a:spcBef>
                  <a:spcPct val="20000"/>
                </a:spcBef>
                <a:spcAft>
                  <a:spcPct val="0"/>
                </a:spcAft>
                <a:buChar char=" "/>
                <a:defRPr sz="1000">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dirty="0">
                  <a:ln>
                    <a:noFill/>
                  </a:ln>
                  <a:solidFill>
                    <a:schemeClr val="tx1"/>
                  </a:solidFill>
                  <a:effectLst/>
                  <a:uLnTx/>
                  <a:uFillTx/>
                  <a:latin typeface="Figtree"/>
                  <a:ea typeface="+mn-ea"/>
                  <a:cs typeface="+mn-cs"/>
                </a:rPr>
                <a:t>Script returns response</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dirty="0">
                  <a:ln>
                    <a:noFill/>
                  </a:ln>
                  <a:solidFill>
                    <a:schemeClr val="tx1"/>
                  </a:solidFill>
                  <a:effectLst/>
                  <a:uLnTx/>
                  <a:uFillTx/>
                  <a:latin typeface="Figtree"/>
                  <a:ea typeface="+mn-ea"/>
                  <a:cs typeface="+mn-cs"/>
                </a:rPr>
                <a:t>code and HTML or other resource.</a:t>
              </a:r>
            </a:p>
          </p:txBody>
        </p:sp>
      </p:grpSp>
      <p:grpSp>
        <p:nvGrpSpPr>
          <p:cNvPr id="11" name="Group 42"/>
          <p:cNvGrpSpPr>
            <a:grpSpLocks/>
          </p:cNvGrpSpPr>
          <p:nvPr/>
        </p:nvGrpSpPr>
        <p:grpSpPr bwMode="auto">
          <a:xfrm>
            <a:off x="2089261" y="4040188"/>
            <a:ext cx="3124200" cy="1406525"/>
            <a:chOff x="468" y="2498"/>
            <a:chExt cx="2132" cy="886"/>
          </a:xfrm>
        </p:grpSpPr>
        <p:grpSp>
          <p:nvGrpSpPr>
            <p:cNvPr id="51211" name="Group 43"/>
            <p:cNvGrpSpPr>
              <a:grpSpLocks/>
            </p:cNvGrpSpPr>
            <p:nvPr/>
          </p:nvGrpSpPr>
          <p:grpSpPr bwMode="auto">
            <a:xfrm>
              <a:off x="1352" y="2498"/>
              <a:ext cx="1248" cy="190"/>
              <a:chOff x="1352" y="2498"/>
              <a:chExt cx="1248" cy="190"/>
            </a:xfrm>
          </p:grpSpPr>
          <p:grpSp>
            <p:nvGrpSpPr>
              <p:cNvPr id="51213" name="Group 44"/>
              <p:cNvGrpSpPr>
                <a:grpSpLocks/>
              </p:cNvGrpSpPr>
              <p:nvPr/>
            </p:nvGrpSpPr>
            <p:grpSpPr bwMode="auto">
              <a:xfrm>
                <a:off x="1560" y="2498"/>
                <a:ext cx="952" cy="190"/>
                <a:chOff x="1560" y="2498"/>
                <a:chExt cx="952" cy="190"/>
              </a:xfrm>
            </p:grpSpPr>
            <p:sp>
              <p:nvSpPr>
                <p:cNvPr id="51215" name="Freeform 45"/>
                <p:cNvSpPr>
                  <a:spLocks/>
                </p:cNvSpPr>
                <p:nvPr/>
              </p:nvSpPr>
              <p:spPr bwMode="auto">
                <a:xfrm>
                  <a:off x="2488" y="2501"/>
                  <a:ext cx="24" cy="97"/>
                </a:xfrm>
                <a:custGeom>
                  <a:avLst/>
                  <a:gdLst>
                    <a:gd name="T0" fmla="*/ 23 w 24"/>
                    <a:gd name="T1" fmla="*/ 96 h 97"/>
                    <a:gd name="T2" fmla="*/ 8 w 24"/>
                    <a:gd name="T3" fmla="*/ 15 h 97"/>
                    <a:gd name="T4" fmla="*/ 7 w 24"/>
                    <a:gd name="T5" fmla="*/ 11 h 97"/>
                    <a:gd name="T6" fmla="*/ 7 w 24"/>
                    <a:gd name="T7" fmla="*/ 7 h 97"/>
                    <a:gd name="T8" fmla="*/ 5 w 24"/>
                    <a:gd name="T9" fmla="*/ 4 h 97"/>
                    <a:gd name="T10" fmla="*/ 3 w 24"/>
                    <a:gd name="T11" fmla="*/ 2 h 97"/>
                    <a:gd name="T12" fmla="*/ 0 w 24"/>
                    <a:gd name="T13" fmla="*/ 0 h 97"/>
                    <a:gd name="T14" fmla="*/ 0 60000 65536"/>
                    <a:gd name="T15" fmla="*/ 0 60000 65536"/>
                    <a:gd name="T16" fmla="*/ 0 60000 65536"/>
                    <a:gd name="T17" fmla="*/ 0 60000 65536"/>
                    <a:gd name="T18" fmla="*/ 0 60000 65536"/>
                    <a:gd name="T19" fmla="*/ 0 60000 65536"/>
                    <a:gd name="T20" fmla="*/ 0 60000 65536"/>
                    <a:gd name="T21" fmla="*/ 0 w 24"/>
                    <a:gd name="T22" fmla="*/ 0 h 97"/>
                    <a:gd name="T23" fmla="*/ 24 w 24"/>
                    <a:gd name="T24" fmla="*/ 97 h 9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97">
                      <a:moveTo>
                        <a:pt x="23" y="96"/>
                      </a:moveTo>
                      <a:lnTo>
                        <a:pt x="8" y="15"/>
                      </a:lnTo>
                      <a:lnTo>
                        <a:pt x="7" y="11"/>
                      </a:lnTo>
                      <a:lnTo>
                        <a:pt x="7" y="7"/>
                      </a:lnTo>
                      <a:lnTo>
                        <a:pt x="5" y="4"/>
                      </a:lnTo>
                      <a:lnTo>
                        <a:pt x="3" y="2"/>
                      </a:lnTo>
                      <a:lnTo>
                        <a:pt x="0" y="0"/>
                      </a:lnTo>
                    </a:path>
                  </a:pathLst>
                </a:custGeom>
                <a:noFill/>
                <a:ln w="12700" cap="rnd" cmpd="sng">
                  <a:solidFill>
                    <a:srgbClr val="40FF40"/>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effectLst/>
                    <a:uLnTx/>
                    <a:uFillTx/>
                    <a:latin typeface="Figtree"/>
                    <a:ea typeface="+mn-ea"/>
                    <a:cs typeface="+mn-cs"/>
                  </a:endParaRPr>
                </a:p>
              </p:txBody>
            </p:sp>
            <p:sp>
              <p:nvSpPr>
                <p:cNvPr id="51216" name="Freeform 46"/>
                <p:cNvSpPr>
                  <a:spLocks/>
                </p:cNvSpPr>
                <p:nvPr/>
              </p:nvSpPr>
              <p:spPr bwMode="auto">
                <a:xfrm>
                  <a:off x="2403" y="2500"/>
                  <a:ext cx="87" cy="188"/>
                </a:xfrm>
                <a:custGeom>
                  <a:avLst/>
                  <a:gdLst>
                    <a:gd name="T0" fmla="*/ 86 w 87"/>
                    <a:gd name="T1" fmla="*/ 0 h 188"/>
                    <a:gd name="T2" fmla="*/ 81 w 87"/>
                    <a:gd name="T3" fmla="*/ 1 h 188"/>
                    <a:gd name="T4" fmla="*/ 77 w 87"/>
                    <a:gd name="T5" fmla="*/ 5 h 188"/>
                    <a:gd name="T6" fmla="*/ 76 w 87"/>
                    <a:gd name="T7" fmla="*/ 9 h 188"/>
                    <a:gd name="T8" fmla="*/ 75 w 87"/>
                    <a:gd name="T9" fmla="*/ 16 h 188"/>
                    <a:gd name="T10" fmla="*/ 56 w 87"/>
                    <a:gd name="T11" fmla="*/ 172 h 188"/>
                    <a:gd name="T12" fmla="*/ 54 w 87"/>
                    <a:gd name="T13" fmla="*/ 181 h 188"/>
                    <a:gd name="T14" fmla="*/ 53 w 87"/>
                    <a:gd name="T15" fmla="*/ 184 h 188"/>
                    <a:gd name="T16" fmla="*/ 50 w 87"/>
                    <a:gd name="T17" fmla="*/ 187 h 188"/>
                    <a:gd name="T18" fmla="*/ 46 w 87"/>
                    <a:gd name="T19" fmla="*/ 187 h 188"/>
                    <a:gd name="T20" fmla="*/ 41 w 87"/>
                    <a:gd name="T21" fmla="*/ 185 h 188"/>
                    <a:gd name="T22" fmla="*/ 39 w 87"/>
                    <a:gd name="T23" fmla="*/ 181 h 188"/>
                    <a:gd name="T24" fmla="*/ 8 w 87"/>
                    <a:gd name="T25" fmla="*/ 15 h 188"/>
                    <a:gd name="T26" fmla="*/ 7 w 87"/>
                    <a:gd name="T27" fmla="*/ 11 h 188"/>
                    <a:gd name="T28" fmla="*/ 6 w 87"/>
                    <a:gd name="T29" fmla="*/ 7 h 188"/>
                    <a:gd name="T30" fmla="*/ 5 w 87"/>
                    <a:gd name="T31" fmla="*/ 5 h 188"/>
                    <a:gd name="T32" fmla="*/ 3 w 87"/>
                    <a:gd name="T33" fmla="*/ 1 h 188"/>
                    <a:gd name="T34" fmla="*/ 0 w 87"/>
                    <a:gd name="T35" fmla="*/ 1 h 18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7"/>
                    <a:gd name="T55" fmla="*/ 0 h 188"/>
                    <a:gd name="T56" fmla="*/ 87 w 87"/>
                    <a:gd name="T57" fmla="*/ 188 h 18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7" h="188">
                      <a:moveTo>
                        <a:pt x="86" y="0"/>
                      </a:moveTo>
                      <a:lnTo>
                        <a:pt x="81" y="1"/>
                      </a:lnTo>
                      <a:lnTo>
                        <a:pt x="77" y="5"/>
                      </a:lnTo>
                      <a:lnTo>
                        <a:pt x="76" y="9"/>
                      </a:lnTo>
                      <a:lnTo>
                        <a:pt x="75" y="16"/>
                      </a:lnTo>
                      <a:lnTo>
                        <a:pt x="56" y="172"/>
                      </a:lnTo>
                      <a:lnTo>
                        <a:pt x="54" y="181"/>
                      </a:lnTo>
                      <a:lnTo>
                        <a:pt x="53" y="184"/>
                      </a:lnTo>
                      <a:lnTo>
                        <a:pt x="50" y="187"/>
                      </a:lnTo>
                      <a:lnTo>
                        <a:pt x="46" y="187"/>
                      </a:lnTo>
                      <a:lnTo>
                        <a:pt x="41" y="185"/>
                      </a:lnTo>
                      <a:lnTo>
                        <a:pt x="39" y="181"/>
                      </a:lnTo>
                      <a:lnTo>
                        <a:pt x="8" y="15"/>
                      </a:lnTo>
                      <a:lnTo>
                        <a:pt x="7" y="11"/>
                      </a:lnTo>
                      <a:lnTo>
                        <a:pt x="6" y="7"/>
                      </a:lnTo>
                      <a:lnTo>
                        <a:pt x="5" y="5"/>
                      </a:lnTo>
                      <a:lnTo>
                        <a:pt x="3" y="1"/>
                      </a:lnTo>
                      <a:lnTo>
                        <a:pt x="0" y="1"/>
                      </a:lnTo>
                    </a:path>
                  </a:pathLst>
                </a:custGeom>
                <a:noFill/>
                <a:ln w="12700" cap="rnd" cmpd="sng">
                  <a:solidFill>
                    <a:srgbClr val="40FF40"/>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effectLst/>
                    <a:uLnTx/>
                    <a:uFillTx/>
                    <a:latin typeface="Figtree"/>
                    <a:ea typeface="+mn-ea"/>
                    <a:cs typeface="+mn-cs"/>
                  </a:endParaRPr>
                </a:p>
              </p:txBody>
            </p:sp>
            <p:sp>
              <p:nvSpPr>
                <p:cNvPr id="51217" name="Freeform 47"/>
                <p:cNvSpPr>
                  <a:spLocks/>
                </p:cNvSpPr>
                <p:nvPr/>
              </p:nvSpPr>
              <p:spPr bwMode="auto">
                <a:xfrm>
                  <a:off x="2317" y="2500"/>
                  <a:ext cx="84" cy="188"/>
                </a:xfrm>
                <a:custGeom>
                  <a:avLst/>
                  <a:gdLst>
                    <a:gd name="T0" fmla="*/ 83 w 84"/>
                    <a:gd name="T1" fmla="*/ 1 h 188"/>
                    <a:gd name="T2" fmla="*/ 80 w 84"/>
                    <a:gd name="T3" fmla="*/ 2 h 188"/>
                    <a:gd name="T4" fmla="*/ 77 w 84"/>
                    <a:gd name="T5" fmla="*/ 5 h 188"/>
                    <a:gd name="T6" fmla="*/ 77 w 84"/>
                    <a:gd name="T7" fmla="*/ 9 h 188"/>
                    <a:gd name="T8" fmla="*/ 75 w 84"/>
                    <a:gd name="T9" fmla="*/ 16 h 188"/>
                    <a:gd name="T10" fmla="*/ 56 w 84"/>
                    <a:gd name="T11" fmla="*/ 172 h 188"/>
                    <a:gd name="T12" fmla="*/ 55 w 84"/>
                    <a:gd name="T13" fmla="*/ 181 h 188"/>
                    <a:gd name="T14" fmla="*/ 53 w 84"/>
                    <a:gd name="T15" fmla="*/ 184 h 188"/>
                    <a:gd name="T16" fmla="*/ 50 w 84"/>
                    <a:gd name="T17" fmla="*/ 187 h 188"/>
                    <a:gd name="T18" fmla="*/ 46 w 84"/>
                    <a:gd name="T19" fmla="*/ 187 h 188"/>
                    <a:gd name="T20" fmla="*/ 42 w 84"/>
                    <a:gd name="T21" fmla="*/ 185 h 188"/>
                    <a:gd name="T22" fmla="*/ 40 w 84"/>
                    <a:gd name="T23" fmla="*/ 181 h 188"/>
                    <a:gd name="T24" fmla="*/ 7 w 84"/>
                    <a:gd name="T25" fmla="*/ 15 h 188"/>
                    <a:gd name="T26" fmla="*/ 7 w 84"/>
                    <a:gd name="T27" fmla="*/ 11 h 188"/>
                    <a:gd name="T28" fmla="*/ 6 w 84"/>
                    <a:gd name="T29" fmla="*/ 7 h 188"/>
                    <a:gd name="T30" fmla="*/ 5 w 84"/>
                    <a:gd name="T31" fmla="*/ 5 h 188"/>
                    <a:gd name="T32" fmla="*/ 3 w 84"/>
                    <a:gd name="T33" fmla="*/ 3 h 188"/>
                    <a:gd name="T34" fmla="*/ 0 w 84"/>
                    <a:gd name="T35" fmla="*/ 0 h 18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4"/>
                    <a:gd name="T55" fmla="*/ 0 h 188"/>
                    <a:gd name="T56" fmla="*/ 84 w 84"/>
                    <a:gd name="T57" fmla="*/ 188 h 18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4" h="188">
                      <a:moveTo>
                        <a:pt x="83" y="1"/>
                      </a:moveTo>
                      <a:lnTo>
                        <a:pt x="80" y="2"/>
                      </a:lnTo>
                      <a:lnTo>
                        <a:pt x="77" y="5"/>
                      </a:lnTo>
                      <a:lnTo>
                        <a:pt x="77" y="9"/>
                      </a:lnTo>
                      <a:lnTo>
                        <a:pt x="75" y="16"/>
                      </a:lnTo>
                      <a:lnTo>
                        <a:pt x="56" y="172"/>
                      </a:lnTo>
                      <a:lnTo>
                        <a:pt x="55" y="181"/>
                      </a:lnTo>
                      <a:lnTo>
                        <a:pt x="53" y="184"/>
                      </a:lnTo>
                      <a:lnTo>
                        <a:pt x="50" y="187"/>
                      </a:lnTo>
                      <a:lnTo>
                        <a:pt x="46" y="187"/>
                      </a:lnTo>
                      <a:lnTo>
                        <a:pt x="42" y="185"/>
                      </a:lnTo>
                      <a:lnTo>
                        <a:pt x="40" y="181"/>
                      </a:lnTo>
                      <a:lnTo>
                        <a:pt x="7" y="15"/>
                      </a:lnTo>
                      <a:lnTo>
                        <a:pt x="7" y="11"/>
                      </a:lnTo>
                      <a:lnTo>
                        <a:pt x="6" y="7"/>
                      </a:lnTo>
                      <a:lnTo>
                        <a:pt x="5" y="5"/>
                      </a:lnTo>
                      <a:lnTo>
                        <a:pt x="3" y="3"/>
                      </a:lnTo>
                      <a:lnTo>
                        <a:pt x="0" y="0"/>
                      </a:lnTo>
                    </a:path>
                  </a:pathLst>
                </a:custGeom>
                <a:noFill/>
                <a:ln w="12700" cap="rnd" cmpd="sng">
                  <a:solidFill>
                    <a:srgbClr val="40FF40"/>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effectLst/>
                    <a:uLnTx/>
                    <a:uFillTx/>
                    <a:latin typeface="Figtree"/>
                    <a:ea typeface="+mn-ea"/>
                    <a:cs typeface="+mn-cs"/>
                  </a:endParaRPr>
                </a:p>
              </p:txBody>
            </p:sp>
            <p:sp>
              <p:nvSpPr>
                <p:cNvPr id="51218" name="Freeform 48"/>
                <p:cNvSpPr>
                  <a:spLocks/>
                </p:cNvSpPr>
                <p:nvPr/>
              </p:nvSpPr>
              <p:spPr bwMode="auto">
                <a:xfrm>
                  <a:off x="2228" y="2500"/>
                  <a:ext cx="88" cy="188"/>
                </a:xfrm>
                <a:custGeom>
                  <a:avLst/>
                  <a:gdLst>
                    <a:gd name="T0" fmla="*/ 87 w 88"/>
                    <a:gd name="T1" fmla="*/ 0 h 188"/>
                    <a:gd name="T2" fmla="*/ 82 w 88"/>
                    <a:gd name="T3" fmla="*/ 1 h 188"/>
                    <a:gd name="T4" fmla="*/ 78 w 88"/>
                    <a:gd name="T5" fmla="*/ 5 h 188"/>
                    <a:gd name="T6" fmla="*/ 77 w 88"/>
                    <a:gd name="T7" fmla="*/ 9 h 188"/>
                    <a:gd name="T8" fmla="*/ 76 w 88"/>
                    <a:gd name="T9" fmla="*/ 16 h 188"/>
                    <a:gd name="T10" fmla="*/ 57 w 88"/>
                    <a:gd name="T11" fmla="*/ 172 h 188"/>
                    <a:gd name="T12" fmla="*/ 55 w 88"/>
                    <a:gd name="T13" fmla="*/ 181 h 188"/>
                    <a:gd name="T14" fmla="*/ 54 w 88"/>
                    <a:gd name="T15" fmla="*/ 184 h 188"/>
                    <a:gd name="T16" fmla="*/ 51 w 88"/>
                    <a:gd name="T17" fmla="*/ 187 h 188"/>
                    <a:gd name="T18" fmla="*/ 46 w 88"/>
                    <a:gd name="T19" fmla="*/ 187 h 188"/>
                    <a:gd name="T20" fmla="*/ 42 w 88"/>
                    <a:gd name="T21" fmla="*/ 185 h 188"/>
                    <a:gd name="T22" fmla="*/ 40 w 88"/>
                    <a:gd name="T23" fmla="*/ 181 h 188"/>
                    <a:gd name="T24" fmla="*/ 7 w 88"/>
                    <a:gd name="T25" fmla="*/ 15 h 188"/>
                    <a:gd name="T26" fmla="*/ 6 w 88"/>
                    <a:gd name="T27" fmla="*/ 11 h 188"/>
                    <a:gd name="T28" fmla="*/ 6 w 88"/>
                    <a:gd name="T29" fmla="*/ 7 h 188"/>
                    <a:gd name="T30" fmla="*/ 5 w 88"/>
                    <a:gd name="T31" fmla="*/ 5 h 188"/>
                    <a:gd name="T32" fmla="*/ 2 w 88"/>
                    <a:gd name="T33" fmla="*/ 1 h 188"/>
                    <a:gd name="T34" fmla="*/ 0 w 88"/>
                    <a:gd name="T35" fmla="*/ 1 h 18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8"/>
                    <a:gd name="T55" fmla="*/ 0 h 188"/>
                    <a:gd name="T56" fmla="*/ 88 w 88"/>
                    <a:gd name="T57" fmla="*/ 188 h 18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8" h="188">
                      <a:moveTo>
                        <a:pt x="87" y="0"/>
                      </a:moveTo>
                      <a:lnTo>
                        <a:pt x="82" y="1"/>
                      </a:lnTo>
                      <a:lnTo>
                        <a:pt x="78" y="5"/>
                      </a:lnTo>
                      <a:lnTo>
                        <a:pt x="77" y="9"/>
                      </a:lnTo>
                      <a:lnTo>
                        <a:pt x="76" y="16"/>
                      </a:lnTo>
                      <a:lnTo>
                        <a:pt x="57" y="172"/>
                      </a:lnTo>
                      <a:lnTo>
                        <a:pt x="55" y="181"/>
                      </a:lnTo>
                      <a:lnTo>
                        <a:pt x="54" y="184"/>
                      </a:lnTo>
                      <a:lnTo>
                        <a:pt x="51" y="187"/>
                      </a:lnTo>
                      <a:lnTo>
                        <a:pt x="46" y="187"/>
                      </a:lnTo>
                      <a:lnTo>
                        <a:pt x="42" y="185"/>
                      </a:lnTo>
                      <a:lnTo>
                        <a:pt x="40" y="181"/>
                      </a:lnTo>
                      <a:lnTo>
                        <a:pt x="7" y="15"/>
                      </a:lnTo>
                      <a:lnTo>
                        <a:pt x="6" y="11"/>
                      </a:lnTo>
                      <a:lnTo>
                        <a:pt x="6" y="7"/>
                      </a:lnTo>
                      <a:lnTo>
                        <a:pt x="5" y="5"/>
                      </a:lnTo>
                      <a:lnTo>
                        <a:pt x="2" y="1"/>
                      </a:lnTo>
                      <a:lnTo>
                        <a:pt x="0" y="1"/>
                      </a:lnTo>
                    </a:path>
                  </a:pathLst>
                </a:custGeom>
                <a:noFill/>
                <a:ln w="12700" cap="rnd" cmpd="sng">
                  <a:solidFill>
                    <a:srgbClr val="40FF40"/>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effectLst/>
                    <a:uLnTx/>
                    <a:uFillTx/>
                    <a:latin typeface="Figtree"/>
                    <a:ea typeface="+mn-ea"/>
                    <a:cs typeface="+mn-cs"/>
                  </a:endParaRPr>
                </a:p>
              </p:txBody>
            </p:sp>
            <p:sp>
              <p:nvSpPr>
                <p:cNvPr id="51219" name="Freeform 49"/>
                <p:cNvSpPr>
                  <a:spLocks/>
                </p:cNvSpPr>
                <p:nvPr/>
              </p:nvSpPr>
              <p:spPr bwMode="auto">
                <a:xfrm>
                  <a:off x="2140" y="2499"/>
                  <a:ext cx="85" cy="189"/>
                </a:xfrm>
                <a:custGeom>
                  <a:avLst/>
                  <a:gdLst>
                    <a:gd name="T0" fmla="*/ 84 w 85"/>
                    <a:gd name="T1" fmla="*/ 1 h 189"/>
                    <a:gd name="T2" fmla="*/ 81 w 85"/>
                    <a:gd name="T3" fmla="*/ 1 h 189"/>
                    <a:gd name="T4" fmla="*/ 78 w 85"/>
                    <a:gd name="T5" fmla="*/ 5 h 189"/>
                    <a:gd name="T6" fmla="*/ 76 w 85"/>
                    <a:gd name="T7" fmla="*/ 8 h 189"/>
                    <a:gd name="T8" fmla="*/ 76 w 85"/>
                    <a:gd name="T9" fmla="*/ 15 h 189"/>
                    <a:gd name="T10" fmla="*/ 57 w 85"/>
                    <a:gd name="T11" fmla="*/ 173 h 189"/>
                    <a:gd name="T12" fmla="*/ 56 w 85"/>
                    <a:gd name="T13" fmla="*/ 182 h 189"/>
                    <a:gd name="T14" fmla="*/ 53 w 85"/>
                    <a:gd name="T15" fmla="*/ 185 h 189"/>
                    <a:gd name="T16" fmla="*/ 50 w 85"/>
                    <a:gd name="T17" fmla="*/ 187 h 189"/>
                    <a:gd name="T18" fmla="*/ 47 w 85"/>
                    <a:gd name="T19" fmla="*/ 188 h 189"/>
                    <a:gd name="T20" fmla="*/ 43 w 85"/>
                    <a:gd name="T21" fmla="*/ 186 h 189"/>
                    <a:gd name="T22" fmla="*/ 40 w 85"/>
                    <a:gd name="T23" fmla="*/ 182 h 189"/>
                    <a:gd name="T24" fmla="*/ 7 w 85"/>
                    <a:gd name="T25" fmla="*/ 14 h 189"/>
                    <a:gd name="T26" fmla="*/ 7 w 85"/>
                    <a:gd name="T27" fmla="*/ 10 h 189"/>
                    <a:gd name="T28" fmla="*/ 6 w 85"/>
                    <a:gd name="T29" fmla="*/ 6 h 189"/>
                    <a:gd name="T30" fmla="*/ 5 w 85"/>
                    <a:gd name="T31" fmla="*/ 4 h 189"/>
                    <a:gd name="T32" fmla="*/ 2 w 85"/>
                    <a:gd name="T33" fmla="*/ 1 h 189"/>
                    <a:gd name="T34" fmla="*/ 0 w 85"/>
                    <a:gd name="T35" fmla="*/ 0 h 1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5"/>
                    <a:gd name="T55" fmla="*/ 0 h 189"/>
                    <a:gd name="T56" fmla="*/ 85 w 85"/>
                    <a:gd name="T57" fmla="*/ 189 h 18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5" h="189">
                      <a:moveTo>
                        <a:pt x="84" y="1"/>
                      </a:moveTo>
                      <a:lnTo>
                        <a:pt x="81" y="1"/>
                      </a:lnTo>
                      <a:lnTo>
                        <a:pt x="78" y="5"/>
                      </a:lnTo>
                      <a:lnTo>
                        <a:pt x="76" y="8"/>
                      </a:lnTo>
                      <a:lnTo>
                        <a:pt x="76" y="15"/>
                      </a:lnTo>
                      <a:lnTo>
                        <a:pt x="57" y="173"/>
                      </a:lnTo>
                      <a:lnTo>
                        <a:pt x="56" y="182"/>
                      </a:lnTo>
                      <a:lnTo>
                        <a:pt x="53" y="185"/>
                      </a:lnTo>
                      <a:lnTo>
                        <a:pt x="50" y="187"/>
                      </a:lnTo>
                      <a:lnTo>
                        <a:pt x="47" y="188"/>
                      </a:lnTo>
                      <a:lnTo>
                        <a:pt x="43" y="186"/>
                      </a:lnTo>
                      <a:lnTo>
                        <a:pt x="40" y="182"/>
                      </a:lnTo>
                      <a:lnTo>
                        <a:pt x="7" y="14"/>
                      </a:lnTo>
                      <a:lnTo>
                        <a:pt x="7" y="10"/>
                      </a:lnTo>
                      <a:lnTo>
                        <a:pt x="6" y="6"/>
                      </a:lnTo>
                      <a:lnTo>
                        <a:pt x="5" y="4"/>
                      </a:lnTo>
                      <a:lnTo>
                        <a:pt x="2" y="1"/>
                      </a:lnTo>
                      <a:lnTo>
                        <a:pt x="0" y="0"/>
                      </a:lnTo>
                    </a:path>
                  </a:pathLst>
                </a:custGeom>
                <a:noFill/>
                <a:ln w="12700" cap="rnd" cmpd="sng">
                  <a:solidFill>
                    <a:srgbClr val="40FF40"/>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effectLst/>
                    <a:uLnTx/>
                    <a:uFillTx/>
                    <a:latin typeface="Figtree"/>
                    <a:ea typeface="+mn-ea"/>
                    <a:cs typeface="+mn-cs"/>
                  </a:endParaRPr>
                </a:p>
              </p:txBody>
            </p:sp>
            <p:sp>
              <p:nvSpPr>
                <p:cNvPr id="51220" name="Freeform 50"/>
                <p:cNvSpPr>
                  <a:spLocks/>
                </p:cNvSpPr>
                <p:nvPr/>
              </p:nvSpPr>
              <p:spPr bwMode="auto">
                <a:xfrm>
                  <a:off x="2053" y="2499"/>
                  <a:ext cx="88" cy="189"/>
                </a:xfrm>
                <a:custGeom>
                  <a:avLst/>
                  <a:gdLst>
                    <a:gd name="T0" fmla="*/ 87 w 88"/>
                    <a:gd name="T1" fmla="*/ 0 h 189"/>
                    <a:gd name="T2" fmla="*/ 81 w 88"/>
                    <a:gd name="T3" fmla="*/ 1 h 189"/>
                    <a:gd name="T4" fmla="*/ 77 w 88"/>
                    <a:gd name="T5" fmla="*/ 4 h 189"/>
                    <a:gd name="T6" fmla="*/ 77 w 88"/>
                    <a:gd name="T7" fmla="*/ 9 h 189"/>
                    <a:gd name="T8" fmla="*/ 75 w 88"/>
                    <a:gd name="T9" fmla="*/ 15 h 189"/>
                    <a:gd name="T10" fmla="*/ 56 w 88"/>
                    <a:gd name="T11" fmla="*/ 173 h 189"/>
                    <a:gd name="T12" fmla="*/ 55 w 88"/>
                    <a:gd name="T13" fmla="*/ 182 h 189"/>
                    <a:gd name="T14" fmla="*/ 54 w 88"/>
                    <a:gd name="T15" fmla="*/ 185 h 189"/>
                    <a:gd name="T16" fmla="*/ 50 w 88"/>
                    <a:gd name="T17" fmla="*/ 187 h 189"/>
                    <a:gd name="T18" fmla="*/ 46 w 88"/>
                    <a:gd name="T19" fmla="*/ 188 h 189"/>
                    <a:gd name="T20" fmla="*/ 42 w 88"/>
                    <a:gd name="T21" fmla="*/ 186 h 189"/>
                    <a:gd name="T22" fmla="*/ 40 w 88"/>
                    <a:gd name="T23" fmla="*/ 182 h 189"/>
                    <a:gd name="T24" fmla="*/ 7 w 88"/>
                    <a:gd name="T25" fmla="*/ 14 h 189"/>
                    <a:gd name="T26" fmla="*/ 6 w 88"/>
                    <a:gd name="T27" fmla="*/ 10 h 189"/>
                    <a:gd name="T28" fmla="*/ 6 w 88"/>
                    <a:gd name="T29" fmla="*/ 6 h 189"/>
                    <a:gd name="T30" fmla="*/ 5 w 88"/>
                    <a:gd name="T31" fmla="*/ 4 h 189"/>
                    <a:gd name="T32" fmla="*/ 2 w 88"/>
                    <a:gd name="T33" fmla="*/ 1 h 189"/>
                    <a:gd name="T34" fmla="*/ 0 w 88"/>
                    <a:gd name="T35" fmla="*/ 1 h 1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8"/>
                    <a:gd name="T55" fmla="*/ 0 h 189"/>
                    <a:gd name="T56" fmla="*/ 88 w 88"/>
                    <a:gd name="T57" fmla="*/ 189 h 18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8" h="189">
                      <a:moveTo>
                        <a:pt x="87" y="0"/>
                      </a:moveTo>
                      <a:lnTo>
                        <a:pt x="81" y="1"/>
                      </a:lnTo>
                      <a:lnTo>
                        <a:pt x="77" y="4"/>
                      </a:lnTo>
                      <a:lnTo>
                        <a:pt x="77" y="9"/>
                      </a:lnTo>
                      <a:lnTo>
                        <a:pt x="75" y="15"/>
                      </a:lnTo>
                      <a:lnTo>
                        <a:pt x="56" y="173"/>
                      </a:lnTo>
                      <a:lnTo>
                        <a:pt x="55" y="182"/>
                      </a:lnTo>
                      <a:lnTo>
                        <a:pt x="54" y="185"/>
                      </a:lnTo>
                      <a:lnTo>
                        <a:pt x="50" y="187"/>
                      </a:lnTo>
                      <a:lnTo>
                        <a:pt x="46" y="188"/>
                      </a:lnTo>
                      <a:lnTo>
                        <a:pt x="42" y="186"/>
                      </a:lnTo>
                      <a:lnTo>
                        <a:pt x="40" y="182"/>
                      </a:lnTo>
                      <a:lnTo>
                        <a:pt x="7" y="14"/>
                      </a:lnTo>
                      <a:lnTo>
                        <a:pt x="6" y="10"/>
                      </a:lnTo>
                      <a:lnTo>
                        <a:pt x="6" y="6"/>
                      </a:lnTo>
                      <a:lnTo>
                        <a:pt x="5" y="4"/>
                      </a:lnTo>
                      <a:lnTo>
                        <a:pt x="2" y="1"/>
                      </a:lnTo>
                      <a:lnTo>
                        <a:pt x="0" y="1"/>
                      </a:lnTo>
                    </a:path>
                  </a:pathLst>
                </a:custGeom>
                <a:noFill/>
                <a:ln w="12700" cap="rnd" cmpd="sng">
                  <a:solidFill>
                    <a:srgbClr val="40FF40"/>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effectLst/>
                    <a:uLnTx/>
                    <a:uFillTx/>
                    <a:latin typeface="Figtree"/>
                    <a:ea typeface="+mn-ea"/>
                    <a:cs typeface="+mn-cs"/>
                  </a:endParaRPr>
                </a:p>
              </p:txBody>
            </p:sp>
            <p:sp>
              <p:nvSpPr>
                <p:cNvPr id="51221" name="Freeform 51"/>
                <p:cNvSpPr>
                  <a:spLocks/>
                </p:cNvSpPr>
                <p:nvPr/>
              </p:nvSpPr>
              <p:spPr bwMode="auto">
                <a:xfrm>
                  <a:off x="1967" y="2499"/>
                  <a:ext cx="86" cy="189"/>
                </a:xfrm>
                <a:custGeom>
                  <a:avLst/>
                  <a:gdLst>
                    <a:gd name="T0" fmla="*/ 85 w 86"/>
                    <a:gd name="T1" fmla="*/ 1 h 189"/>
                    <a:gd name="T2" fmla="*/ 81 w 86"/>
                    <a:gd name="T3" fmla="*/ 1 h 189"/>
                    <a:gd name="T4" fmla="*/ 78 w 86"/>
                    <a:gd name="T5" fmla="*/ 5 h 189"/>
                    <a:gd name="T6" fmla="*/ 77 w 86"/>
                    <a:gd name="T7" fmla="*/ 8 h 189"/>
                    <a:gd name="T8" fmla="*/ 77 w 86"/>
                    <a:gd name="T9" fmla="*/ 15 h 189"/>
                    <a:gd name="T10" fmla="*/ 57 w 86"/>
                    <a:gd name="T11" fmla="*/ 173 h 189"/>
                    <a:gd name="T12" fmla="*/ 55 w 86"/>
                    <a:gd name="T13" fmla="*/ 182 h 189"/>
                    <a:gd name="T14" fmla="*/ 54 w 86"/>
                    <a:gd name="T15" fmla="*/ 185 h 189"/>
                    <a:gd name="T16" fmla="*/ 51 w 86"/>
                    <a:gd name="T17" fmla="*/ 187 h 189"/>
                    <a:gd name="T18" fmla="*/ 46 w 86"/>
                    <a:gd name="T19" fmla="*/ 188 h 189"/>
                    <a:gd name="T20" fmla="*/ 43 w 86"/>
                    <a:gd name="T21" fmla="*/ 186 h 189"/>
                    <a:gd name="T22" fmla="*/ 40 w 86"/>
                    <a:gd name="T23" fmla="*/ 182 h 189"/>
                    <a:gd name="T24" fmla="*/ 7 w 86"/>
                    <a:gd name="T25" fmla="*/ 14 h 189"/>
                    <a:gd name="T26" fmla="*/ 7 w 86"/>
                    <a:gd name="T27" fmla="*/ 10 h 189"/>
                    <a:gd name="T28" fmla="*/ 6 w 86"/>
                    <a:gd name="T29" fmla="*/ 6 h 189"/>
                    <a:gd name="T30" fmla="*/ 5 w 86"/>
                    <a:gd name="T31" fmla="*/ 4 h 189"/>
                    <a:gd name="T32" fmla="*/ 2 w 86"/>
                    <a:gd name="T33" fmla="*/ 1 h 189"/>
                    <a:gd name="T34" fmla="*/ 0 w 86"/>
                    <a:gd name="T35" fmla="*/ 0 h 1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6"/>
                    <a:gd name="T55" fmla="*/ 0 h 189"/>
                    <a:gd name="T56" fmla="*/ 86 w 86"/>
                    <a:gd name="T57" fmla="*/ 189 h 18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6" h="189">
                      <a:moveTo>
                        <a:pt x="85" y="1"/>
                      </a:moveTo>
                      <a:lnTo>
                        <a:pt x="81" y="1"/>
                      </a:lnTo>
                      <a:lnTo>
                        <a:pt x="78" y="5"/>
                      </a:lnTo>
                      <a:lnTo>
                        <a:pt x="77" y="8"/>
                      </a:lnTo>
                      <a:lnTo>
                        <a:pt x="77" y="15"/>
                      </a:lnTo>
                      <a:lnTo>
                        <a:pt x="57" y="173"/>
                      </a:lnTo>
                      <a:lnTo>
                        <a:pt x="55" y="182"/>
                      </a:lnTo>
                      <a:lnTo>
                        <a:pt x="54" y="185"/>
                      </a:lnTo>
                      <a:lnTo>
                        <a:pt x="51" y="187"/>
                      </a:lnTo>
                      <a:lnTo>
                        <a:pt x="46" y="188"/>
                      </a:lnTo>
                      <a:lnTo>
                        <a:pt x="43" y="186"/>
                      </a:lnTo>
                      <a:lnTo>
                        <a:pt x="40" y="182"/>
                      </a:lnTo>
                      <a:lnTo>
                        <a:pt x="7" y="14"/>
                      </a:lnTo>
                      <a:lnTo>
                        <a:pt x="7" y="10"/>
                      </a:lnTo>
                      <a:lnTo>
                        <a:pt x="6" y="6"/>
                      </a:lnTo>
                      <a:lnTo>
                        <a:pt x="5" y="4"/>
                      </a:lnTo>
                      <a:lnTo>
                        <a:pt x="2" y="1"/>
                      </a:lnTo>
                      <a:lnTo>
                        <a:pt x="0" y="0"/>
                      </a:lnTo>
                    </a:path>
                  </a:pathLst>
                </a:custGeom>
                <a:noFill/>
                <a:ln w="12700" cap="rnd" cmpd="sng">
                  <a:solidFill>
                    <a:srgbClr val="40FF40"/>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effectLst/>
                    <a:uLnTx/>
                    <a:uFillTx/>
                    <a:latin typeface="Figtree"/>
                    <a:ea typeface="+mn-ea"/>
                    <a:cs typeface="+mn-cs"/>
                  </a:endParaRPr>
                </a:p>
              </p:txBody>
            </p:sp>
            <p:sp>
              <p:nvSpPr>
                <p:cNvPr id="51222" name="Freeform 52"/>
                <p:cNvSpPr>
                  <a:spLocks/>
                </p:cNvSpPr>
                <p:nvPr/>
              </p:nvSpPr>
              <p:spPr bwMode="auto">
                <a:xfrm>
                  <a:off x="1881" y="2499"/>
                  <a:ext cx="87" cy="189"/>
                </a:xfrm>
                <a:custGeom>
                  <a:avLst/>
                  <a:gdLst>
                    <a:gd name="T0" fmla="*/ 86 w 87"/>
                    <a:gd name="T1" fmla="*/ 0 h 189"/>
                    <a:gd name="T2" fmla="*/ 80 w 87"/>
                    <a:gd name="T3" fmla="*/ 1 h 189"/>
                    <a:gd name="T4" fmla="*/ 76 w 87"/>
                    <a:gd name="T5" fmla="*/ 4 h 189"/>
                    <a:gd name="T6" fmla="*/ 76 w 87"/>
                    <a:gd name="T7" fmla="*/ 9 h 189"/>
                    <a:gd name="T8" fmla="*/ 74 w 87"/>
                    <a:gd name="T9" fmla="*/ 15 h 189"/>
                    <a:gd name="T10" fmla="*/ 55 w 87"/>
                    <a:gd name="T11" fmla="*/ 173 h 189"/>
                    <a:gd name="T12" fmla="*/ 54 w 87"/>
                    <a:gd name="T13" fmla="*/ 182 h 189"/>
                    <a:gd name="T14" fmla="*/ 53 w 87"/>
                    <a:gd name="T15" fmla="*/ 185 h 189"/>
                    <a:gd name="T16" fmla="*/ 49 w 87"/>
                    <a:gd name="T17" fmla="*/ 187 h 189"/>
                    <a:gd name="T18" fmla="*/ 46 w 87"/>
                    <a:gd name="T19" fmla="*/ 188 h 189"/>
                    <a:gd name="T20" fmla="*/ 41 w 87"/>
                    <a:gd name="T21" fmla="*/ 186 h 189"/>
                    <a:gd name="T22" fmla="*/ 39 w 87"/>
                    <a:gd name="T23" fmla="*/ 182 h 189"/>
                    <a:gd name="T24" fmla="*/ 7 w 87"/>
                    <a:gd name="T25" fmla="*/ 14 h 189"/>
                    <a:gd name="T26" fmla="*/ 6 w 87"/>
                    <a:gd name="T27" fmla="*/ 10 h 189"/>
                    <a:gd name="T28" fmla="*/ 6 w 87"/>
                    <a:gd name="T29" fmla="*/ 6 h 189"/>
                    <a:gd name="T30" fmla="*/ 5 w 87"/>
                    <a:gd name="T31" fmla="*/ 4 h 189"/>
                    <a:gd name="T32" fmla="*/ 2 w 87"/>
                    <a:gd name="T33" fmla="*/ 1 h 189"/>
                    <a:gd name="T34" fmla="*/ 0 w 87"/>
                    <a:gd name="T35" fmla="*/ 1 h 1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7"/>
                    <a:gd name="T55" fmla="*/ 0 h 189"/>
                    <a:gd name="T56" fmla="*/ 87 w 87"/>
                    <a:gd name="T57" fmla="*/ 189 h 18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7" h="189">
                      <a:moveTo>
                        <a:pt x="86" y="0"/>
                      </a:moveTo>
                      <a:lnTo>
                        <a:pt x="80" y="1"/>
                      </a:lnTo>
                      <a:lnTo>
                        <a:pt x="76" y="4"/>
                      </a:lnTo>
                      <a:lnTo>
                        <a:pt x="76" y="9"/>
                      </a:lnTo>
                      <a:lnTo>
                        <a:pt x="74" y="15"/>
                      </a:lnTo>
                      <a:lnTo>
                        <a:pt x="55" y="173"/>
                      </a:lnTo>
                      <a:lnTo>
                        <a:pt x="54" y="182"/>
                      </a:lnTo>
                      <a:lnTo>
                        <a:pt x="53" y="185"/>
                      </a:lnTo>
                      <a:lnTo>
                        <a:pt x="49" y="187"/>
                      </a:lnTo>
                      <a:lnTo>
                        <a:pt x="46" y="188"/>
                      </a:lnTo>
                      <a:lnTo>
                        <a:pt x="41" y="186"/>
                      </a:lnTo>
                      <a:lnTo>
                        <a:pt x="39" y="182"/>
                      </a:lnTo>
                      <a:lnTo>
                        <a:pt x="7" y="14"/>
                      </a:lnTo>
                      <a:lnTo>
                        <a:pt x="6" y="10"/>
                      </a:lnTo>
                      <a:lnTo>
                        <a:pt x="6" y="6"/>
                      </a:lnTo>
                      <a:lnTo>
                        <a:pt x="5" y="4"/>
                      </a:lnTo>
                      <a:lnTo>
                        <a:pt x="2" y="1"/>
                      </a:lnTo>
                      <a:lnTo>
                        <a:pt x="0" y="1"/>
                      </a:lnTo>
                    </a:path>
                  </a:pathLst>
                </a:custGeom>
                <a:noFill/>
                <a:ln w="12700" cap="rnd" cmpd="sng">
                  <a:solidFill>
                    <a:srgbClr val="40FF40"/>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effectLst/>
                    <a:uLnTx/>
                    <a:uFillTx/>
                    <a:latin typeface="Figtree"/>
                    <a:ea typeface="+mn-ea"/>
                    <a:cs typeface="+mn-cs"/>
                  </a:endParaRPr>
                </a:p>
              </p:txBody>
            </p:sp>
            <p:sp>
              <p:nvSpPr>
                <p:cNvPr id="51223" name="Freeform 53"/>
                <p:cNvSpPr>
                  <a:spLocks/>
                </p:cNvSpPr>
                <p:nvPr/>
              </p:nvSpPr>
              <p:spPr bwMode="auto">
                <a:xfrm>
                  <a:off x="1792" y="2499"/>
                  <a:ext cx="85" cy="189"/>
                </a:xfrm>
                <a:custGeom>
                  <a:avLst/>
                  <a:gdLst>
                    <a:gd name="T0" fmla="*/ 84 w 85"/>
                    <a:gd name="T1" fmla="*/ 1 h 189"/>
                    <a:gd name="T2" fmla="*/ 80 w 85"/>
                    <a:gd name="T3" fmla="*/ 1 h 189"/>
                    <a:gd name="T4" fmla="*/ 77 w 85"/>
                    <a:gd name="T5" fmla="*/ 5 h 189"/>
                    <a:gd name="T6" fmla="*/ 76 w 85"/>
                    <a:gd name="T7" fmla="*/ 8 h 189"/>
                    <a:gd name="T8" fmla="*/ 75 w 85"/>
                    <a:gd name="T9" fmla="*/ 15 h 189"/>
                    <a:gd name="T10" fmla="*/ 57 w 85"/>
                    <a:gd name="T11" fmla="*/ 173 h 189"/>
                    <a:gd name="T12" fmla="*/ 54 w 85"/>
                    <a:gd name="T13" fmla="*/ 182 h 189"/>
                    <a:gd name="T14" fmla="*/ 53 w 85"/>
                    <a:gd name="T15" fmla="*/ 184 h 189"/>
                    <a:gd name="T16" fmla="*/ 50 w 85"/>
                    <a:gd name="T17" fmla="*/ 187 h 189"/>
                    <a:gd name="T18" fmla="*/ 46 w 85"/>
                    <a:gd name="T19" fmla="*/ 188 h 189"/>
                    <a:gd name="T20" fmla="*/ 43 w 85"/>
                    <a:gd name="T21" fmla="*/ 186 h 189"/>
                    <a:gd name="T22" fmla="*/ 39 w 85"/>
                    <a:gd name="T23" fmla="*/ 182 h 189"/>
                    <a:gd name="T24" fmla="*/ 7 w 85"/>
                    <a:gd name="T25" fmla="*/ 14 h 189"/>
                    <a:gd name="T26" fmla="*/ 7 w 85"/>
                    <a:gd name="T27" fmla="*/ 10 h 189"/>
                    <a:gd name="T28" fmla="*/ 6 w 85"/>
                    <a:gd name="T29" fmla="*/ 6 h 189"/>
                    <a:gd name="T30" fmla="*/ 5 w 85"/>
                    <a:gd name="T31" fmla="*/ 3 h 189"/>
                    <a:gd name="T32" fmla="*/ 2 w 85"/>
                    <a:gd name="T33" fmla="*/ 1 h 189"/>
                    <a:gd name="T34" fmla="*/ 0 w 85"/>
                    <a:gd name="T35" fmla="*/ 0 h 1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5"/>
                    <a:gd name="T55" fmla="*/ 0 h 189"/>
                    <a:gd name="T56" fmla="*/ 85 w 85"/>
                    <a:gd name="T57" fmla="*/ 189 h 18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5" h="189">
                      <a:moveTo>
                        <a:pt x="84" y="1"/>
                      </a:moveTo>
                      <a:lnTo>
                        <a:pt x="80" y="1"/>
                      </a:lnTo>
                      <a:lnTo>
                        <a:pt x="77" y="5"/>
                      </a:lnTo>
                      <a:lnTo>
                        <a:pt x="76" y="8"/>
                      </a:lnTo>
                      <a:lnTo>
                        <a:pt x="75" y="15"/>
                      </a:lnTo>
                      <a:lnTo>
                        <a:pt x="57" y="173"/>
                      </a:lnTo>
                      <a:lnTo>
                        <a:pt x="54" y="182"/>
                      </a:lnTo>
                      <a:lnTo>
                        <a:pt x="53" y="184"/>
                      </a:lnTo>
                      <a:lnTo>
                        <a:pt x="50" y="187"/>
                      </a:lnTo>
                      <a:lnTo>
                        <a:pt x="46" y="188"/>
                      </a:lnTo>
                      <a:lnTo>
                        <a:pt x="43" y="186"/>
                      </a:lnTo>
                      <a:lnTo>
                        <a:pt x="39" y="182"/>
                      </a:lnTo>
                      <a:lnTo>
                        <a:pt x="7" y="14"/>
                      </a:lnTo>
                      <a:lnTo>
                        <a:pt x="7" y="10"/>
                      </a:lnTo>
                      <a:lnTo>
                        <a:pt x="6" y="6"/>
                      </a:lnTo>
                      <a:lnTo>
                        <a:pt x="5" y="3"/>
                      </a:lnTo>
                      <a:lnTo>
                        <a:pt x="2" y="1"/>
                      </a:lnTo>
                      <a:lnTo>
                        <a:pt x="0" y="0"/>
                      </a:lnTo>
                    </a:path>
                  </a:pathLst>
                </a:custGeom>
                <a:noFill/>
                <a:ln w="12700" cap="rnd" cmpd="sng">
                  <a:solidFill>
                    <a:srgbClr val="40FF40"/>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effectLst/>
                    <a:uLnTx/>
                    <a:uFillTx/>
                    <a:latin typeface="Figtree"/>
                    <a:ea typeface="+mn-ea"/>
                    <a:cs typeface="+mn-cs"/>
                  </a:endParaRPr>
                </a:p>
              </p:txBody>
            </p:sp>
            <p:sp>
              <p:nvSpPr>
                <p:cNvPr id="51224" name="Freeform 54"/>
                <p:cNvSpPr>
                  <a:spLocks/>
                </p:cNvSpPr>
                <p:nvPr/>
              </p:nvSpPr>
              <p:spPr bwMode="auto">
                <a:xfrm>
                  <a:off x="1705" y="2498"/>
                  <a:ext cx="88" cy="190"/>
                </a:xfrm>
                <a:custGeom>
                  <a:avLst/>
                  <a:gdLst>
                    <a:gd name="T0" fmla="*/ 87 w 88"/>
                    <a:gd name="T1" fmla="*/ 0 h 190"/>
                    <a:gd name="T2" fmla="*/ 81 w 88"/>
                    <a:gd name="T3" fmla="*/ 1 h 190"/>
                    <a:gd name="T4" fmla="*/ 78 w 88"/>
                    <a:gd name="T5" fmla="*/ 4 h 190"/>
                    <a:gd name="T6" fmla="*/ 77 w 88"/>
                    <a:gd name="T7" fmla="*/ 9 h 190"/>
                    <a:gd name="T8" fmla="*/ 76 w 88"/>
                    <a:gd name="T9" fmla="*/ 16 h 190"/>
                    <a:gd name="T10" fmla="*/ 57 w 88"/>
                    <a:gd name="T11" fmla="*/ 174 h 190"/>
                    <a:gd name="T12" fmla="*/ 56 w 88"/>
                    <a:gd name="T13" fmla="*/ 183 h 190"/>
                    <a:gd name="T14" fmla="*/ 53 w 88"/>
                    <a:gd name="T15" fmla="*/ 185 h 190"/>
                    <a:gd name="T16" fmla="*/ 51 w 88"/>
                    <a:gd name="T17" fmla="*/ 187 h 190"/>
                    <a:gd name="T18" fmla="*/ 46 w 88"/>
                    <a:gd name="T19" fmla="*/ 189 h 190"/>
                    <a:gd name="T20" fmla="*/ 43 w 88"/>
                    <a:gd name="T21" fmla="*/ 187 h 190"/>
                    <a:gd name="T22" fmla="*/ 40 w 88"/>
                    <a:gd name="T23" fmla="*/ 183 h 190"/>
                    <a:gd name="T24" fmla="*/ 7 w 88"/>
                    <a:gd name="T25" fmla="*/ 15 h 190"/>
                    <a:gd name="T26" fmla="*/ 7 w 88"/>
                    <a:gd name="T27" fmla="*/ 10 h 190"/>
                    <a:gd name="T28" fmla="*/ 6 w 88"/>
                    <a:gd name="T29" fmla="*/ 7 h 190"/>
                    <a:gd name="T30" fmla="*/ 5 w 88"/>
                    <a:gd name="T31" fmla="*/ 4 h 190"/>
                    <a:gd name="T32" fmla="*/ 3 w 88"/>
                    <a:gd name="T33" fmla="*/ 1 h 190"/>
                    <a:gd name="T34" fmla="*/ 0 w 88"/>
                    <a:gd name="T35" fmla="*/ 1 h 19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8"/>
                    <a:gd name="T55" fmla="*/ 0 h 190"/>
                    <a:gd name="T56" fmla="*/ 88 w 88"/>
                    <a:gd name="T57" fmla="*/ 190 h 19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8" h="190">
                      <a:moveTo>
                        <a:pt x="87" y="0"/>
                      </a:moveTo>
                      <a:lnTo>
                        <a:pt x="81" y="1"/>
                      </a:lnTo>
                      <a:lnTo>
                        <a:pt x="78" y="4"/>
                      </a:lnTo>
                      <a:lnTo>
                        <a:pt x="77" y="9"/>
                      </a:lnTo>
                      <a:lnTo>
                        <a:pt x="76" y="16"/>
                      </a:lnTo>
                      <a:lnTo>
                        <a:pt x="57" y="174"/>
                      </a:lnTo>
                      <a:lnTo>
                        <a:pt x="56" y="183"/>
                      </a:lnTo>
                      <a:lnTo>
                        <a:pt x="53" y="185"/>
                      </a:lnTo>
                      <a:lnTo>
                        <a:pt x="51" y="187"/>
                      </a:lnTo>
                      <a:lnTo>
                        <a:pt x="46" y="189"/>
                      </a:lnTo>
                      <a:lnTo>
                        <a:pt x="43" y="187"/>
                      </a:lnTo>
                      <a:lnTo>
                        <a:pt x="40" y="183"/>
                      </a:lnTo>
                      <a:lnTo>
                        <a:pt x="7" y="15"/>
                      </a:lnTo>
                      <a:lnTo>
                        <a:pt x="7" y="10"/>
                      </a:lnTo>
                      <a:lnTo>
                        <a:pt x="6" y="7"/>
                      </a:lnTo>
                      <a:lnTo>
                        <a:pt x="5" y="4"/>
                      </a:lnTo>
                      <a:lnTo>
                        <a:pt x="3" y="1"/>
                      </a:lnTo>
                      <a:lnTo>
                        <a:pt x="0" y="1"/>
                      </a:lnTo>
                    </a:path>
                  </a:pathLst>
                </a:custGeom>
                <a:noFill/>
                <a:ln w="12700" cap="rnd" cmpd="sng">
                  <a:solidFill>
                    <a:srgbClr val="40FF40"/>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effectLst/>
                    <a:uLnTx/>
                    <a:uFillTx/>
                    <a:latin typeface="Figtree"/>
                    <a:ea typeface="+mn-ea"/>
                    <a:cs typeface="+mn-cs"/>
                  </a:endParaRPr>
                </a:p>
              </p:txBody>
            </p:sp>
            <p:sp>
              <p:nvSpPr>
                <p:cNvPr id="51225" name="Freeform 55"/>
                <p:cNvSpPr>
                  <a:spLocks/>
                </p:cNvSpPr>
                <p:nvPr/>
              </p:nvSpPr>
              <p:spPr bwMode="auto">
                <a:xfrm>
                  <a:off x="1618" y="2499"/>
                  <a:ext cx="87" cy="189"/>
                </a:xfrm>
                <a:custGeom>
                  <a:avLst/>
                  <a:gdLst>
                    <a:gd name="T0" fmla="*/ 86 w 87"/>
                    <a:gd name="T1" fmla="*/ 1 h 189"/>
                    <a:gd name="T2" fmla="*/ 83 w 87"/>
                    <a:gd name="T3" fmla="*/ 1 h 189"/>
                    <a:gd name="T4" fmla="*/ 80 w 87"/>
                    <a:gd name="T5" fmla="*/ 5 h 189"/>
                    <a:gd name="T6" fmla="*/ 79 w 87"/>
                    <a:gd name="T7" fmla="*/ 8 h 189"/>
                    <a:gd name="T8" fmla="*/ 78 w 87"/>
                    <a:gd name="T9" fmla="*/ 15 h 189"/>
                    <a:gd name="T10" fmla="*/ 59 w 87"/>
                    <a:gd name="T11" fmla="*/ 173 h 189"/>
                    <a:gd name="T12" fmla="*/ 57 w 87"/>
                    <a:gd name="T13" fmla="*/ 182 h 189"/>
                    <a:gd name="T14" fmla="*/ 55 w 87"/>
                    <a:gd name="T15" fmla="*/ 184 h 189"/>
                    <a:gd name="T16" fmla="*/ 52 w 87"/>
                    <a:gd name="T17" fmla="*/ 187 h 189"/>
                    <a:gd name="T18" fmla="*/ 48 w 87"/>
                    <a:gd name="T19" fmla="*/ 188 h 189"/>
                    <a:gd name="T20" fmla="*/ 44 w 87"/>
                    <a:gd name="T21" fmla="*/ 186 h 189"/>
                    <a:gd name="T22" fmla="*/ 42 w 87"/>
                    <a:gd name="T23" fmla="*/ 182 h 189"/>
                    <a:gd name="T24" fmla="*/ 9 w 87"/>
                    <a:gd name="T25" fmla="*/ 14 h 189"/>
                    <a:gd name="T26" fmla="*/ 8 w 87"/>
                    <a:gd name="T27" fmla="*/ 10 h 189"/>
                    <a:gd name="T28" fmla="*/ 7 w 87"/>
                    <a:gd name="T29" fmla="*/ 6 h 189"/>
                    <a:gd name="T30" fmla="*/ 6 w 87"/>
                    <a:gd name="T31" fmla="*/ 3 h 189"/>
                    <a:gd name="T32" fmla="*/ 4 w 87"/>
                    <a:gd name="T33" fmla="*/ 1 h 189"/>
                    <a:gd name="T34" fmla="*/ 0 w 87"/>
                    <a:gd name="T35" fmla="*/ 0 h 1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7"/>
                    <a:gd name="T55" fmla="*/ 0 h 189"/>
                    <a:gd name="T56" fmla="*/ 87 w 87"/>
                    <a:gd name="T57" fmla="*/ 189 h 18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7" h="189">
                      <a:moveTo>
                        <a:pt x="86" y="1"/>
                      </a:moveTo>
                      <a:lnTo>
                        <a:pt x="83" y="1"/>
                      </a:lnTo>
                      <a:lnTo>
                        <a:pt x="80" y="5"/>
                      </a:lnTo>
                      <a:lnTo>
                        <a:pt x="79" y="8"/>
                      </a:lnTo>
                      <a:lnTo>
                        <a:pt x="78" y="15"/>
                      </a:lnTo>
                      <a:lnTo>
                        <a:pt x="59" y="173"/>
                      </a:lnTo>
                      <a:lnTo>
                        <a:pt x="57" y="182"/>
                      </a:lnTo>
                      <a:lnTo>
                        <a:pt x="55" y="184"/>
                      </a:lnTo>
                      <a:lnTo>
                        <a:pt x="52" y="187"/>
                      </a:lnTo>
                      <a:lnTo>
                        <a:pt x="48" y="188"/>
                      </a:lnTo>
                      <a:lnTo>
                        <a:pt x="44" y="186"/>
                      </a:lnTo>
                      <a:lnTo>
                        <a:pt x="42" y="182"/>
                      </a:lnTo>
                      <a:lnTo>
                        <a:pt x="9" y="14"/>
                      </a:lnTo>
                      <a:lnTo>
                        <a:pt x="8" y="10"/>
                      </a:lnTo>
                      <a:lnTo>
                        <a:pt x="7" y="6"/>
                      </a:lnTo>
                      <a:lnTo>
                        <a:pt x="6" y="3"/>
                      </a:lnTo>
                      <a:lnTo>
                        <a:pt x="4" y="1"/>
                      </a:lnTo>
                      <a:lnTo>
                        <a:pt x="0" y="0"/>
                      </a:lnTo>
                    </a:path>
                  </a:pathLst>
                </a:custGeom>
                <a:noFill/>
                <a:ln w="12700" cap="rnd" cmpd="sng">
                  <a:solidFill>
                    <a:srgbClr val="40FF40"/>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effectLst/>
                    <a:uLnTx/>
                    <a:uFillTx/>
                    <a:latin typeface="Figtree"/>
                    <a:ea typeface="+mn-ea"/>
                    <a:cs typeface="+mn-cs"/>
                  </a:endParaRPr>
                </a:p>
              </p:txBody>
            </p:sp>
            <p:sp>
              <p:nvSpPr>
                <p:cNvPr id="51226" name="Freeform 56"/>
                <p:cNvSpPr>
                  <a:spLocks/>
                </p:cNvSpPr>
                <p:nvPr/>
              </p:nvSpPr>
              <p:spPr bwMode="auto">
                <a:xfrm>
                  <a:off x="1560" y="2498"/>
                  <a:ext cx="59" cy="190"/>
                </a:xfrm>
                <a:custGeom>
                  <a:avLst/>
                  <a:gdLst>
                    <a:gd name="T0" fmla="*/ 58 w 59"/>
                    <a:gd name="T1" fmla="*/ 0 h 190"/>
                    <a:gd name="T2" fmla="*/ 53 w 59"/>
                    <a:gd name="T3" fmla="*/ 1 h 190"/>
                    <a:gd name="T4" fmla="*/ 49 w 59"/>
                    <a:gd name="T5" fmla="*/ 4 h 190"/>
                    <a:gd name="T6" fmla="*/ 48 w 59"/>
                    <a:gd name="T7" fmla="*/ 9 h 190"/>
                    <a:gd name="T8" fmla="*/ 47 w 59"/>
                    <a:gd name="T9" fmla="*/ 16 h 190"/>
                    <a:gd name="T10" fmla="*/ 29 w 59"/>
                    <a:gd name="T11" fmla="*/ 174 h 190"/>
                    <a:gd name="T12" fmla="*/ 26 w 59"/>
                    <a:gd name="T13" fmla="*/ 183 h 190"/>
                    <a:gd name="T14" fmla="*/ 25 w 59"/>
                    <a:gd name="T15" fmla="*/ 185 h 190"/>
                    <a:gd name="T16" fmla="*/ 21 w 59"/>
                    <a:gd name="T17" fmla="*/ 187 h 190"/>
                    <a:gd name="T18" fmla="*/ 18 w 59"/>
                    <a:gd name="T19" fmla="*/ 189 h 190"/>
                    <a:gd name="T20" fmla="*/ 13 w 59"/>
                    <a:gd name="T21" fmla="*/ 187 h 190"/>
                    <a:gd name="T22" fmla="*/ 11 w 59"/>
                    <a:gd name="T23" fmla="*/ 183 h 190"/>
                    <a:gd name="T24" fmla="*/ 0 w 59"/>
                    <a:gd name="T25" fmla="*/ 102 h 1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9"/>
                    <a:gd name="T40" fmla="*/ 0 h 190"/>
                    <a:gd name="T41" fmla="*/ 59 w 59"/>
                    <a:gd name="T42" fmla="*/ 190 h 19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9" h="190">
                      <a:moveTo>
                        <a:pt x="58" y="0"/>
                      </a:moveTo>
                      <a:lnTo>
                        <a:pt x="53" y="1"/>
                      </a:lnTo>
                      <a:lnTo>
                        <a:pt x="49" y="4"/>
                      </a:lnTo>
                      <a:lnTo>
                        <a:pt x="48" y="9"/>
                      </a:lnTo>
                      <a:lnTo>
                        <a:pt x="47" y="16"/>
                      </a:lnTo>
                      <a:lnTo>
                        <a:pt x="29" y="174"/>
                      </a:lnTo>
                      <a:lnTo>
                        <a:pt x="26" y="183"/>
                      </a:lnTo>
                      <a:lnTo>
                        <a:pt x="25" y="185"/>
                      </a:lnTo>
                      <a:lnTo>
                        <a:pt x="21" y="187"/>
                      </a:lnTo>
                      <a:lnTo>
                        <a:pt x="18" y="189"/>
                      </a:lnTo>
                      <a:lnTo>
                        <a:pt x="13" y="187"/>
                      </a:lnTo>
                      <a:lnTo>
                        <a:pt x="11" y="183"/>
                      </a:lnTo>
                      <a:lnTo>
                        <a:pt x="0" y="102"/>
                      </a:lnTo>
                    </a:path>
                  </a:pathLst>
                </a:custGeom>
                <a:noFill/>
                <a:ln w="12700" cap="rnd" cmpd="sng">
                  <a:solidFill>
                    <a:srgbClr val="40FF40"/>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effectLst/>
                    <a:uLnTx/>
                    <a:uFillTx/>
                    <a:latin typeface="Figtree"/>
                    <a:ea typeface="+mn-ea"/>
                    <a:cs typeface="+mn-cs"/>
                  </a:endParaRPr>
                </a:p>
              </p:txBody>
            </p:sp>
          </p:grpSp>
          <p:sp>
            <p:nvSpPr>
              <p:cNvPr id="51214" name="Line 57"/>
              <p:cNvSpPr>
                <a:spLocks noChangeShapeType="1"/>
              </p:cNvSpPr>
              <p:nvPr/>
            </p:nvSpPr>
            <p:spPr bwMode="auto">
              <a:xfrm flipH="1">
                <a:off x="1352" y="2592"/>
                <a:ext cx="1248"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effectLst/>
                  <a:uLnTx/>
                  <a:uFillTx/>
                  <a:latin typeface="Figtree"/>
                  <a:ea typeface="+mn-ea"/>
                  <a:cs typeface="+mn-cs"/>
                </a:endParaRPr>
              </a:p>
            </p:txBody>
          </p:sp>
        </p:grpSp>
        <p:sp>
          <p:nvSpPr>
            <p:cNvPr id="51212" name="Rectangle 58"/>
            <p:cNvSpPr>
              <a:spLocks noChangeArrowheads="1"/>
            </p:cNvSpPr>
            <p:nvPr/>
          </p:nvSpPr>
          <p:spPr bwMode="auto">
            <a:xfrm>
              <a:off x="468" y="2976"/>
              <a:ext cx="1311" cy="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20000"/>
                </a:lnSpc>
                <a:spcBef>
                  <a:spcPct val="60000"/>
                </a:spcBef>
                <a:buClr>
                  <a:schemeClr val="bg2"/>
                </a:buClr>
                <a:buChar char="•"/>
                <a:defRPr sz="2400" b="1">
                  <a:solidFill>
                    <a:srgbClr val="134183"/>
                  </a:solidFill>
                  <a:latin typeface="Arial" panose="020B0604020202020204" pitchFamily="34" charset="0"/>
                </a:defRPr>
              </a:lvl1pPr>
              <a:lvl2pPr marL="742950" indent="-285750">
                <a:lnSpc>
                  <a:spcPct val="110000"/>
                </a:lnSpc>
                <a:spcBef>
                  <a:spcPct val="15000"/>
                </a:spcBef>
                <a:spcAft>
                  <a:spcPct val="10000"/>
                </a:spcAft>
                <a:buClr>
                  <a:schemeClr val="bg2"/>
                </a:buClr>
                <a:buChar char="•"/>
                <a:defRPr sz="2000" b="1">
                  <a:solidFill>
                    <a:srgbClr val="134183"/>
                  </a:solidFill>
                  <a:latin typeface="Arial" panose="020B0604020202020204" pitchFamily="34" charset="0"/>
                </a:defRPr>
              </a:lvl2pPr>
              <a:lvl3pPr marL="1143000" indent="-228600">
                <a:lnSpc>
                  <a:spcPct val="110000"/>
                </a:lnSpc>
                <a:spcBef>
                  <a:spcPct val="10000"/>
                </a:spcBef>
                <a:spcAft>
                  <a:spcPct val="15000"/>
                </a:spcAft>
                <a:buClr>
                  <a:schemeClr val="bg2"/>
                </a:buClr>
                <a:buChar char="•"/>
                <a:defRPr sz="2400">
                  <a:solidFill>
                    <a:srgbClr val="134183"/>
                  </a:solidFill>
                  <a:latin typeface="Arial" panose="020B0604020202020204" pitchFamily="34" charset="0"/>
                </a:defRPr>
              </a:lvl3pPr>
              <a:lvl4pPr marL="1600200" indent="-228600">
                <a:spcBef>
                  <a:spcPct val="20000"/>
                </a:spcBef>
                <a:buChar char=" "/>
                <a:defRPr sz="1200">
                  <a:solidFill>
                    <a:schemeClr val="tx1"/>
                  </a:solidFill>
                  <a:latin typeface="Arial" panose="020B0604020202020204" pitchFamily="34" charset="0"/>
                </a:defRPr>
              </a:lvl4pPr>
              <a:lvl5pPr marL="2057400" indent="-228600">
                <a:spcBef>
                  <a:spcPct val="20000"/>
                </a:spcBef>
                <a:buChar char=" "/>
                <a:defRPr sz="1000">
                  <a:solidFill>
                    <a:schemeClr val="tx1"/>
                  </a:solidFill>
                  <a:latin typeface="Arial" panose="020B0604020202020204" pitchFamily="34" charset="0"/>
                </a:defRPr>
              </a:lvl5pPr>
              <a:lvl6pPr marL="2514600" indent="-228600" eaLnBrk="0" fontAlgn="base" hangingPunct="0">
                <a:spcBef>
                  <a:spcPct val="20000"/>
                </a:spcBef>
                <a:spcAft>
                  <a:spcPct val="0"/>
                </a:spcAft>
                <a:buChar char=" "/>
                <a:defRPr sz="1000">
                  <a:solidFill>
                    <a:schemeClr val="tx1"/>
                  </a:solidFill>
                  <a:latin typeface="Arial" panose="020B0604020202020204" pitchFamily="34" charset="0"/>
                </a:defRPr>
              </a:lvl6pPr>
              <a:lvl7pPr marL="2971800" indent="-228600" eaLnBrk="0" fontAlgn="base" hangingPunct="0">
                <a:spcBef>
                  <a:spcPct val="20000"/>
                </a:spcBef>
                <a:spcAft>
                  <a:spcPct val="0"/>
                </a:spcAft>
                <a:buChar char=" "/>
                <a:defRPr sz="1000">
                  <a:solidFill>
                    <a:schemeClr val="tx1"/>
                  </a:solidFill>
                  <a:latin typeface="Arial" panose="020B0604020202020204" pitchFamily="34" charset="0"/>
                </a:defRPr>
              </a:lvl7pPr>
              <a:lvl8pPr marL="3429000" indent="-228600" eaLnBrk="0" fontAlgn="base" hangingPunct="0">
                <a:spcBef>
                  <a:spcPct val="20000"/>
                </a:spcBef>
                <a:spcAft>
                  <a:spcPct val="0"/>
                </a:spcAft>
                <a:buChar char=" "/>
                <a:defRPr sz="1000">
                  <a:solidFill>
                    <a:schemeClr val="tx1"/>
                  </a:solidFill>
                  <a:latin typeface="Arial" panose="020B0604020202020204" pitchFamily="34" charset="0"/>
                </a:defRPr>
              </a:lvl8pPr>
              <a:lvl9pPr marL="3886200" indent="-228600" eaLnBrk="0" fontAlgn="base" hangingPunct="0">
                <a:spcBef>
                  <a:spcPct val="20000"/>
                </a:spcBef>
                <a:spcAft>
                  <a:spcPct val="0"/>
                </a:spcAft>
                <a:buChar char=" "/>
                <a:defRPr sz="1000">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dirty="0">
                  <a:ln>
                    <a:noFill/>
                  </a:ln>
                  <a:solidFill>
                    <a:schemeClr val="tx1"/>
                  </a:solidFill>
                  <a:effectLst/>
                  <a:uLnTx/>
                  <a:uFillTx/>
                  <a:latin typeface="Figtree"/>
                  <a:ea typeface="+mn-ea"/>
                  <a:cs typeface="+mn-cs"/>
                </a:rPr>
                <a:t>Browser displays</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dirty="0">
                  <a:ln>
                    <a:noFill/>
                  </a:ln>
                  <a:solidFill>
                    <a:schemeClr val="tx1"/>
                  </a:solidFill>
                  <a:effectLst/>
                  <a:uLnTx/>
                  <a:uFillTx/>
                  <a:latin typeface="Figtree"/>
                  <a:ea typeface="+mn-ea"/>
                  <a:cs typeface="+mn-cs"/>
                </a:rPr>
                <a:t>any results.</a:t>
              </a:r>
            </a:p>
          </p:txBody>
        </p:sp>
      </p:grpSp>
      <p:sp>
        <p:nvSpPr>
          <p:cNvPr id="6" name="Slide Number Placeholder 5">
            <a:extLst>
              <a:ext uri="{FF2B5EF4-FFF2-40B4-BE49-F238E27FC236}">
                <a16:creationId xmlns:a16="http://schemas.microsoft.com/office/drawing/2014/main" id="{D86290DF-1CAD-547D-B900-BCAB5E41438A}"/>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83</a:t>
            </a:fld>
            <a:endParaRPr lang="en-GB" noProof="0" dirty="0"/>
          </a:p>
        </p:txBody>
      </p:sp>
    </p:spTree>
    <p:extLst>
      <p:ext uri="{BB962C8B-B14F-4D97-AF65-F5344CB8AC3E}">
        <p14:creationId xmlns:p14="http://schemas.microsoft.com/office/powerpoint/2010/main" val="84011051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10"/>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50" name="Picture 2"/>
          <p:cNvPicPr>
            <a:picLocks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9091800" y="3981448"/>
            <a:ext cx="882650"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1" name="Rectangle 64"/>
          <p:cNvSpPr>
            <a:spLocks noGrp="1" noChangeArrowheads="1"/>
          </p:cNvSpPr>
          <p:nvPr>
            <p:ph type="ctrTitle"/>
          </p:nvPr>
        </p:nvSpPr>
        <p:spPr>
          <a:xfrm>
            <a:off x="443921" y="500194"/>
            <a:ext cx="10800000" cy="858985"/>
          </a:xfrm>
        </p:spPr>
        <p:txBody>
          <a:bodyPr>
            <a:normAutofit/>
          </a:bodyPr>
          <a:lstStyle/>
          <a:p>
            <a:r>
              <a:rPr lang="en-GB" noProof="0" dirty="0"/>
              <a:t>Form security issues</a:t>
            </a:r>
          </a:p>
        </p:txBody>
      </p:sp>
      <p:sp>
        <p:nvSpPr>
          <p:cNvPr id="53252" name="Rectangle 65"/>
          <p:cNvSpPr>
            <a:spLocks noGrp="1" noChangeArrowheads="1"/>
          </p:cNvSpPr>
          <p:nvPr>
            <p:ph type="body" sz="quarter" idx="13"/>
          </p:nvPr>
        </p:nvSpPr>
        <p:spPr>
          <a:xfrm>
            <a:off x="444500" y="1733550"/>
            <a:ext cx="6280150" cy="4348163"/>
          </a:xfrm>
        </p:spPr>
        <p:txBody>
          <a:bodyPr/>
          <a:lstStyle/>
          <a:p>
            <a:r>
              <a:rPr lang="en-GB" noProof="0" dirty="0"/>
              <a:t>Scripts should check data received from a form.</a:t>
            </a:r>
          </a:p>
          <a:p>
            <a:pPr marL="285750" indent="-285750">
              <a:buFont typeface="Arial" panose="020B0604020202020204" pitchFamily="34" charset="0"/>
              <a:buChar char="•"/>
            </a:pPr>
            <a:r>
              <a:rPr lang="en-GB" noProof="0" dirty="0"/>
              <a:t>Validate all data carefully!</a:t>
            </a:r>
          </a:p>
          <a:p>
            <a:r>
              <a:rPr lang="en-GB" noProof="0" dirty="0"/>
              <a:t>Data sent from a form is not normally encrypted</a:t>
            </a:r>
          </a:p>
          <a:p>
            <a:pPr marL="285750" indent="-285750">
              <a:buFont typeface="Arial" panose="020B0604020202020204" pitchFamily="34" charset="0"/>
              <a:buChar char="•"/>
            </a:pPr>
            <a:r>
              <a:rPr lang="en-GB" noProof="0" dirty="0"/>
              <a:t>Unless a secure connection is made (for example, SSL).</a:t>
            </a:r>
          </a:p>
        </p:txBody>
      </p:sp>
      <p:grpSp>
        <p:nvGrpSpPr>
          <p:cNvPr id="53253" name="Group 1"/>
          <p:cNvGrpSpPr>
            <a:grpSpLocks/>
          </p:cNvGrpSpPr>
          <p:nvPr/>
        </p:nvGrpSpPr>
        <p:grpSpPr bwMode="auto">
          <a:xfrm>
            <a:off x="2103625" y="3730624"/>
            <a:ext cx="3270250" cy="2627313"/>
            <a:chOff x="690563" y="2835275"/>
            <a:chExt cx="3494087" cy="2806700"/>
          </a:xfrm>
        </p:grpSpPr>
        <p:sp>
          <p:nvSpPr>
            <p:cNvPr id="53265" name="Rectangle 66"/>
            <p:cNvSpPr>
              <a:spLocks noChangeArrowheads="1"/>
            </p:cNvSpPr>
            <p:nvPr/>
          </p:nvSpPr>
          <p:spPr bwMode="auto">
            <a:xfrm>
              <a:off x="690563" y="2835275"/>
              <a:ext cx="3494087" cy="2806700"/>
            </a:xfrm>
            <a:prstGeom prst="rect">
              <a:avLst/>
            </a:prstGeom>
            <a:solidFill>
              <a:schemeClr val="bg1"/>
            </a:solidFill>
            <a:ln w="12700">
              <a:solidFill>
                <a:schemeClr val="tx1"/>
              </a:solidFill>
              <a:miter lim="800000"/>
              <a:headEnd/>
              <a:tailEnd/>
            </a:ln>
          </p:spPr>
          <p:txBody>
            <a:bodyPr wrap="none" anchor="ctr"/>
            <a:lstStyle>
              <a:lvl1pPr>
                <a:lnSpc>
                  <a:spcPct val="120000"/>
                </a:lnSpc>
                <a:spcBef>
                  <a:spcPct val="60000"/>
                </a:spcBef>
                <a:buClr>
                  <a:schemeClr val="bg2"/>
                </a:buClr>
                <a:buChar char="•"/>
                <a:defRPr sz="2400" b="1">
                  <a:solidFill>
                    <a:srgbClr val="134183"/>
                  </a:solidFill>
                  <a:latin typeface="Arial" panose="020B0604020202020204" pitchFamily="34" charset="0"/>
                </a:defRPr>
              </a:lvl1pPr>
              <a:lvl2pPr marL="742950" indent="-285750">
                <a:lnSpc>
                  <a:spcPct val="110000"/>
                </a:lnSpc>
                <a:spcBef>
                  <a:spcPct val="15000"/>
                </a:spcBef>
                <a:spcAft>
                  <a:spcPct val="10000"/>
                </a:spcAft>
                <a:buClr>
                  <a:schemeClr val="bg2"/>
                </a:buClr>
                <a:buChar char="•"/>
                <a:defRPr sz="2000" b="1">
                  <a:solidFill>
                    <a:srgbClr val="134183"/>
                  </a:solidFill>
                  <a:latin typeface="Arial" panose="020B0604020202020204" pitchFamily="34" charset="0"/>
                </a:defRPr>
              </a:lvl2pPr>
              <a:lvl3pPr marL="1143000" indent="-228600">
                <a:lnSpc>
                  <a:spcPct val="110000"/>
                </a:lnSpc>
                <a:spcBef>
                  <a:spcPct val="10000"/>
                </a:spcBef>
                <a:spcAft>
                  <a:spcPct val="15000"/>
                </a:spcAft>
                <a:buClr>
                  <a:schemeClr val="bg2"/>
                </a:buClr>
                <a:buChar char="•"/>
                <a:defRPr sz="2400">
                  <a:solidFill>
                    <a:srgbClr val="134183"/>
                  </a:solidFill>
                  <a:latin typeface="Arial" panose="020B0604020202020204" pitchFamily="34" charset="0"/>
                </a:defRPr>
              </a:lvl3pPr>
              <a:lvl4pPr marL="1600200" indent="-228600">
                <a:spcBef>
                  <a:spcPct val="20000"/>
                </a:spcBef>
                <a:buChar char=" "/>
                <a:defRPr sz="1200">
                  <a:solidFill>
                    <a:schemeClr val="tx1"/>
                  </a:solidFill>
                  <a:latin typeface="Arial" panose="020B0604020202020204" pitchFamily="34" charset="0"/>
                </a:defRPr>
              </a:lvl4pPr>
              <a:lvl5pPr marL="2057400" indent="-228600">
                <a:spcBef>
                  <a:spcPct val="20000"/>
                </a:spcBef>
                <a:buChar char=" "/>
                <a:defRPr sz="1000">
                  <a:solidFill>
                    <a:schemeClr val="tx1"/>
                  </a:solidFill>
                  <a:latin typeface="Arial" panose="020B0604020202020204" pitchFamily="34" charset="0"/>
                </a:defRPr>
              </a:lvl5pPr>
              <a:lvl6pPr marL="2514600" indent="-228600" eaLnBrk="0" fontAlgn="base" hangingPunct="0">
                <a:spcBef>
                  <a:spcPct val="20000"/>
                </a:spcBef>
                <a:spcAft>
                  <a:spcPct val="0"/>
                </a:spcAft>
                <a:buChar char=" "/>
                <a:defRPr sz="1000">
                  <a:solidFill>
                    <a:schemeClr val="tx1"/>
                  </a:solidFill>
                  <a:latin typeface="Arial" panose="020B0604020202020204" pitchFamily="34" charset="0"/>
                </a:defRPr>
              </a:lvl6pPr>
              <a:lvl7pPr marL="2971800" indent="-228600" eaLnBrk="0" fontAlgn="base" hangingPunct="0">
                <a:spcBef>
                  <a:spcPct val="20000"/>
                </a:spcBef>
                <a:spcAft>
                  <a:spcPct val="0"/>
                </a:spcAft>
                <a:buChar char=" "/>
                <a:defRPr sz="1000">
                  <a:solidFill>
                    <a:schemeClr val="tx1"/>
                  </a:solidFill>
                  <a:latin typeface="Arial" panose="020B0604020202020204" pitchFamily="34" charset="0"/>
                </a:defRPr>
              </a:lvl7pPr>
              <a:lvl8pPr marL="3429000" indent="-228600" eaLnBrk="0" fontAlgn="base" hangingPunct="0">
                <a:spcBef>
                  <a:spcPct val="20000"/>
                </a:spcBef>
                <a:spcAft>
                  <a:spcPct val="0"/>
                </a:spcAft>
                <a:buChar char=" "/>
                <a:defRPr sz="1000">
                  <a:solidFill>
                    <a:schemeClr val="tx1"/>
                  </a:solidFill>
                  <a:latin typeface="Arial" panose="020B0604020202020204" pitchFamily="34" charset="0"/>
                </a:defRPr>
              </a:lvl8pPr>
              <a:lvl9pPr marL="3886200" indent="-228600" eaLnBrk="0" fontAlgn="base" hangingPunct="0">
                <a:spcBef>
                  <a:spcPct val="20000"/>
                </a:spcBef>
                <a:spcAft>
                  <a:spcPct val="0"/>
                </a:spcAft>
                <a:buChar char=" "/>
                <a:defRPr sz="1000">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endParaRPr kumimoji="0" lang="en-GB" sz="1000" b="0" i="0" u="none" strike="noStrike" kern="1200" cap="none" spc="0" normalizeH="0" baseline="0" noProof="0" dirty="0">
                <a:ln>
                  <a:noFill/>
                </a:ln>
                <a:solidFill>
                  <a:srgbClr val="0D0D0D"/>
                </a:solidFill>
                <a:effectLst/>
                <a:uLnTx/>
                <a:uFillTx/>
                <a:latin typeface="Arial" panose="020B0604020202020204" pitchFamily="34" charset="0"/>
                <a:ea typeface="+mn-ea"/>
                <a:cs typeface="+mn-cs"/>
              </a:endParaRPr>
            </a:p>
          </p:txBody>
        </p:sp>
        <p:sp>
          <p:nvSpPr>
            <p:cNvPr id="53266" name="Rectangle 67"/>
            <p:cNvSpPr>
              <a:spLocks noChangeArrowheads="1"/>
            </p:cNvSpPr>
            <p:nvPr/>
          </p:nvSpPr>
          <p:spPr bwMode="auto">
            <a:xfrm>
              <a:off x="820738" y="3641725"/>
              <a:ext cx="2363557" cy="39523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20000"/>
                </a:lnSpc>
                <a:spcBef>
                  <a:spcPct val="60000"/>
                </a:spcBef>
                <a:buClr>
                  <a:schemeClr val="bg2"/>
                </a:buClr>
                <a:buChar char="•"/>
                <a:defRPr sz="2400" b="1">
                  <a:solidFill>
                    <a:srgbClr val="134183"/>
                  </a:solidFill>
                  <a:latin typeface="Arial" panose="020B0604020202020204" pitchFamily="34" charset="0"/>
                </a:defRPr>
              </a:lvl1pPr>
              <a:lvl2pPr marL="742950" indent="-285750">
                <a:lnSpc>
                  <a:spcPct val="110000"/>
                </a:lnSpc>
                <a:spcBef>
                  <a:spcPct val="15000"/>
                </a:spcBef>
                <a:spcAft>
                  <a:spcPct val="10000"/>
                </a:spcAft>
                <a:buClr>
                  <a:schemeClr val="bg2"/>
                </a:buClr>
                <a:buChar char="•"/>
                <a:defRPr sz="2000" b="1">
                  <a:solidFill>
                    <a:srgbClr val="134183"/>
                  </a:solidFill>
                  <a:latin typeface="Arial" panose="020B0604020202020204" pitchFamily="34" charset="0"/>
                </a:defRPr>
              </a:lvl2pPr>
              <a:lvl3pPr marL="1143000" indent="-228600">
                <a:lnSpc>
                  <a:spcPct val="110000"/>
                </a:lnSpc>
                <a:spcBef>
                  <a:spcPct val="10000"/>
                </a:spcBef>
                <a:spcAft>
                  <a:spcPct val="15000"/>
                </a:spcAft>
                <a:buClr>
                  <a:schemeClr val="bg2"/>
                </a:buClr>
                <a:buChar char="•"/>
                <a:defRPr sz="2400">
                  <a:solidFill>
                    <a:srgbClr val="134183"/>
                  </a:solidFill>
                  <a:latin typeface="Arial" panose="020B0604020202020204" pitchFamily="34" charset="0"/>
                </a:defRPr>
              </a:lvl3pPr>
              <a:lvl4pPr marL="1600200" indent="-228600">
                <a:spcBef>
                  <a:spcPct val="20000"/>
                </a:spcBef>
                <a:buChar char=" "/>
                <a:defRPr sz="1200">
                  <a:solidFill>
                    <a:schemeClr val="tx1"/>
                  </a:solidFill>
                  <a:latin typeface="Arial" panose="020B0604020202020204" pitchFamily="34" charset="0"/>
                </a:defRPr>
              </a:lvl4pPr>
              <a:lvl5pPr marL="2057400" indent="-228600">
                <a:spcBef>
                  <a:spcPct val="20000"/>
                </a:spcBef>
                <a:buChar char=" "/>
                <a:defRPr sz="1000">
                  <a:solidFill>
                    <a:schemeClr val="tx1"/>
                  </a:solidFill>
                  <a:latin typeface="Arial" panose="020B0604020202020204" pitchFamily="34" charset="0"/>
                </a:defRPr>
              </a:lvl5pPr>
              <a:lvl6pPr marL="2514600" indent="-228600" eaLnBrk="0" fontAlgn="base" hangingPunct="0">
                <a:spcBef>
                  <a:spcPct val="20000"/>
                </a:spcBef>
                <a:spcAft>
                  <a:spcPct val="0"/>
                </a:spcAft>
                <a:buChar char=" "/>
                <a:defRPr sz="1000">
                  <a:solidFill>
                    <a:schemeClr val="tx1"/>
                  </a:solidFill>
                  <a:latin typeface="Arial" panose="020B0604020202020204" pitchFamily="34" charset="0"/>
                </a:defRPr>
              </a:lvl6pPr>
              <a:lvl7pPr marL="2971800" indent="-228600" eaLnBrk="0" fontAlgn="base" hangingPunct="0">
                <a:spcBef>
                  <a:spcPct val="20000"/>
                </a:spcBef>
                <a:spcAft>
                  <a:spcPct val="0"/>
                </a:spcAft>
                <a:buChar char=" "/>
                <a:defRPr sz="1000">
                  <a:solidFill>
                    <a:schemeClr val="tx1"/>
                  </a:solidFill>
                  <a:latin typeface="Arial" panose="020B0604020202020204" pitchFamily="34" charset="0"/>
                </a:defRPr>
              </a:lvl7pPr>
              <a:lvl8pPr marL="3429000" indent="-228600" eaLnBrk="0" fontAlgn="base" hangingPunct="0">
                <a:spcBef>
                  <a:spcPct val="20000"/>
                </a:spcBef>
                <a:spcAft>
                  <a:spcPct val="0"/>
                </a:spcAft>
                <a:buChar char=" "/>
                <a:defRPr sz="1000">
                  <a:solidFill>
                    <a:schemeClr val="tx1"/>
                  </a:solidFill>
                  <a:latin typeface="Arial" panose="020B0604020202020204" pitchFamily="34" charset="0"/>
                </a:defRPr>
              </a:lvl8pPr>
              <a:lvl9pPr marL="3886200" indent="-228600" eaLnBrk="0" fontAlgn="base" hangingPunct="0">
                <a:spcBef>
                  <a:spcPct val="20000"/>
                </a:spcBef>
                <a:spcAft>
                  <a:spcPct val="0"/>
                </a:spcAft>
                <a:buChar char=" "/>
                <a:defRPr sz="1000">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dirty="0">
                  <a:ln>
                    <a:noFill/>
                  </a:ln>
                  <a:solidFill>
                    <a:srgbClr val="0D0D0D"/>
                  </a:solidFill>
                  <a:effectLst/>
                  <a:uLnTx/>
                  <a:uFillTx/>
                  <a:latin typeface="Arial" panose="020B0604020202020204" pitchFamily="34" charset="0"/>
                  <a:ea typeface="+mn-ea"/>
                  <a:cs typeface="+mn-cs"/>
                </a:rPr>
                <a:t>Enter address here:</a:t>
              </a:r>
            </a:p>
          </p:txBody>
        </p:sp>
        <p:sp>
          <p:nvSpPr>
            <p:cNvPr id="26632" name="Rectangle 68"/>
            <p:cNvSpPr>
              <a:spLocks noChangeArrowheads="1"/>
            </p:cNvSpPr>
            <p:nvPr/>
          </p:nvSpPr>
          <p:spPr bwMode="auto">
            <a:xfrm>
              <a:off x="919544" y="4054621"/>
              <a:ext cx="1967544" cy="1053148"/>
            </a:xfrm>
            <a:prstGeom prst="rect">
              <a:avLst/>
            </a:prstGeom>
            <a:solidFill>
              <a:schemeClr val="bg1"/>
            </a:solidFill>
            <a:ln w="12700">
              <a:solidFill>
                <a:schemeClr val="tx1"/>
              </a:solidFill>
              <a:miter lim="800000"/>
              <a:headEnd/>
              <a:tailEnd/>
            </a:ln>
          </p:spPr>
          <p:txBody>
            <a:bodyPr wrap="none" lIns="92075" tIns="46038" rIns="92075" bIns="46038"/>
            <a:lstStyle>
              <a:lvl1pPr>
                <a:defRPr sz="1000">
                  <a:solidFill>
                    <a:schemeClr val="tx1"/>
                  </a:solidFill>
                  <a:latin typeface="Arial" panose="020B0604020202020204" pitchFamily="34" charset="0"/>
                </a:defRPr>
              </a:lvl1pPr>
              <a:lvl2pPr marL="742950" indent="-285750">
                <a:defRPr sz="1000">
                  <a:solidFill>
                    <a:schemeClr val="tx1"/>
                  </a:solidFill>
                  <a:latin typeface="Arial" panose="020B0604020202020204" pitchFamily="34" charset="0"/>
                </a:defRPr>
              </a:lvl2pPr>
              <a:lvl3pPr marL="1143000" indent="-228600">
                <a:defRPr sz="1000">
                  <a:solidFill>
                    <a:schemeClr val="tx1"/>
                  </a:solidFill>
                  <a:latin typeface="Arial" panose="020B0604020202020204" pitchFamily="34" charset="0"/>
                </a:defRPr>
              </a:lvl3pPr>
              <a:lvl4pPr marL="1600200" indent="-228600">
                <a:defRPr sz="1000">
                  <a:solidFill>
                    <a:schemeClr val="tx1"/>
                  </a:solidFill>
                  <a:latin typeface="Arial" panose="020B0604020202020204" pitchFamily="34" charset="0"/>
                </a:defRPr>
              </a:lvl4pPr>
              <a:lvl5pPr marL="2057400" indent="-228600">
                <a:defRPr sz="1000">
                  <a:solidFill>
                    <a:schemeClr val="tx1"/>
                  </a:solidFill>
                  <a:latin typeface="Arial" panose="020B0604020202020204" pitchFamily="34" charset="0"/>
                </a:defRPr>
              </a:lvl5pPr>
              <a:lvl6pPr marL="2514600" indent="-228600" eaLnBrk="0" fontAlgn="base" hangingPunct="0">
                <a:spcBef>
                  <a:spcPct val="50000"/>
                </a:spcBef>
                <a:spcAft>
                  <a:spcPct val="0"/>
                </a:spcAft>
                <a:defRPr sz="1000">
                  <a:solidFill>
                    <a:schemeClr val="tx1"/>
                  </a:solidFill>
                  <a:latin typeface="Arial" panose="020B0604020202020204" pitchFamily="34" charset="0"/>
                </a:defRPr>
              </a:lvl6pPr>
              <a:lvl7pPr marL="2971800" indent="-228600" eaLnBrk="0" fontAlgn="base" hangingPunct="0">
                <a:spcBef>
                  <a:spcPct val="50000"/>
                </a:spcBef>
                <a:spcAft>
                  <a:spcPct val="0"/>
                </a:spcAft>
                <a:defRPr sz="1000">
                  <a:solidFill>
                    <a:schemeClr val="tx1"/>
                  </a:solidFill>
                  <a:latin typeface="Arial" panose="020B0604020202020204" pitchFamily="34" charset="0"/>
                </a:defRPr>
              </a:lvl7pPr>
              <a:lvl8pPr marL="3429000" indent="-228600" eaLnBrk="0" fontAlgn="base" hangingPunct="0">
                <a:spcBef>
                  <a:spcPct val="50000"/>
                </a:spcBef>
                <a:spcAft>
                  <a:spcPct val="0"/>
                </a:spcAft>
                <a:defRPr sz="1000">
                  <a:solidFill>
                    <a:schemeClr val="tx1"/>
                  </a:solidFill>
                  <a:latin typeface="Arial" panose="020B0604020202020204" pitchFamily="34" charset="0"/>
                </a:defRPr>
              </a:lvl8pPr>
              <a:lvl9pPr marL="3886200" indent="-228600" eaLnBrk="0" fontAlgn="base" hangingPunct="0">
                <a:spcBef>
                  <a:spcPct val="50000"/>
                </a:spcBef>
                <a:spcAft>
                  <a:spcPct val="0"/>
                </a:spcAft>
                <a:defRPr sz="1000">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D0D0D"/>
                  </a:solidFill>
                  <a:effectLst/>
                  <a:uLnTx/>
                  <a:uFillTx/>
                  <a:latin typeface="Figtree ExtraBold"/>
                  <a:ea typeface="+mn-ea"/>
                  <a:cs typeface="+mn-cs"/>
                </a:rPr>
                <a:t>I’m here</a:t>
              </a:r>
            </a:p>
          </p:txBody>
        </p:sp>
        <p:sp>
          <p:nvSpPr>
            <p:cNvPr id="53268" name="Rectangle 69"/>
            <p:cNvSpPr>
              <a:spLocks noChangeArrowheads="1"/>
            </p:cNvSpPr>
            <p:nvPr/>
          </p:nvSpPr>
          <p:spPr bwMode="auto">
            <a:xfrm>
              <a:off x="919163" y="5195888"/>
              <a:ext cx="1055687" cy="292100"/>
            </a:xfrm>
            <a:prstGeom prst="rect">
              <a:avLst/>
            </a:prstGeom>
            <a:solidFill>
              <a:schemeClr val="accent1"/>
            </a:solidFill>
            <a:ln w="12700">
              <a:solidFill>
                <a:schemeClr val="tx1"/>
              </a:solidFill>
              <a:miter lim="800000"/>
              <a:headEnd/>
              <a:tailEnd/>
            </a:ln>
          </p:spPr>
          <p:txBody>
            <a:bodyPr wrap="none" lIns="92075" tIns="46038" rIns="92075" bIns="46038" anchor="ctr"/>
            <a:lstStyle>
              <a:lvl1pPr>
                <a:lnSpc>
                  <a:spcPct val="120000"/>
                </a:lnSpc>
                <a:spcBef>
                  <a:spcPct val="60000"/>
                </a:spcBef>
                <a:buClr>
                  <a:schemeClr val="bg2"/>
                </a:buClr>
                <a:buChar char="•"/>
                <a:defRPr sz="2400" b="1">
                  <a:solidFill>
                    <a:srgbClr val="134183"/>
                  </a:solidFill>
                  <a:latin typeface="Arial" panose="020B0604020202020204" pitchFamily="34" charset="0"/>
                </a:defRPr>
              </a:lvl1pPr>
              <a:lvl2pPr marL="742950" indent="-285750">
                <a:lnSpc>
                  <a:spcPct val="110000"/>
                </a:lnSpc>
                <a:spcBef>
                  <a:spcPct val="15000"/>
                </a:spcBef>
                <a:spcAft>
                  <a:spcPct val="10000"/>
                </a:spcAft>
                <a:buClr>
                  <a:schemeClr val="bg2"/>
                </a:buClr>
                <a:buChar char="•"/>
                <a:defRPr sz="2000" b="1">
                  <a:solidFill>
                    <a:srgbClr val="134183"/>
                  </a:solidFill>
                  <a:latin typeface="Arial" panose="020B0604020202020204" pitchFamily="34" charset="0"/>
                </a:defRPr>
              </a:lvl2pPr>
              <a:lvl3pPr marL="1143000" indent="-228600">
                <a:lnSpc>
                  <a:spcPct val="110000"/>
                </a:lnSpc>
                <a:spcBef>
                  <a:spcPct val="10000"/>
                </a:spcBef>
                <a:spcAft>
                  <a:spcPct val="15000"/>
                </a:spcAft>
                <a:buClr>
                  <a:schemeClr val="bg2"/>
                </a:buClr>
                <a:buChar char="•"/>
                <a:defRPr sz="2400">
                  <a:solidFill>
                    <a:srgbClr val="134183"/>
                  </a:solidFill>
                  <a:latin typeface="Arial" panose="020B0604020202020204" pitchFamily="34" charset="0"/>
                </a:defRPr>
              </a:lvl3pPr>
              <a:lvl4pPr marL="1600200" indent="-228600">
                <a:spcBef>
                  <a:spcPct val="20000"/>
                </a:spcBef>
                <a:buChar char=" "/>
                <a:defRPr sz="1200">
                  <a:solidFill>
                    <a:schemeClr val="tx1"/>
                  </a:solidFill>
                  <a:latin typeface="Arial" panose="020B0604020202020204" pitchFamily="34" charset="0"/>
                </a:defRPr>
              </a:lvl4pPr>
              <a:lvl5pPr marL="2057400" indent="-228600">
                <a:spcBef>
                  <a:spcPct val="20000"/>
                </a:spcBef>
                <a:buChar char=" "/>
                <a:defRPr sz="1000">
                  <a:solidFill>
                    <a:schemeClr val="tx1"/>
                  </a:solidFill>
                  <a:latin typeface="Arial" panose="020B0604020202020204" pitchFamily="34" charset="0"/>
                </a:defRPr>
              </a:lvl5pPr>
              <a:lvl6pPr marL="2514600" indent="-228600" eaLnBrk="0" fontAlgn="base" hangingPunct="0">
                <a:spcBef>
                  <a:spcPct val="20000"/>
                </a:spcBef>
                <a:spcAft>
                  <a:spcPct val="0"/>
                </a:spcAft>
                <a:buChar char=" "/>
                <a:defRPr sz="1000">
                  <a:solidFill>
                    <a:schemeClr val="tx1"/>
                  </a:solidFill>
                  <a:latin typeface="Arial" panose="020B0604020202020204" pitchFamily="34" charset="0"/>
                </a:defRPr>
              </a:lvl6pPr>
              <a:lvl7pPr marL="2971800" indent="-228600" eaLnBrk="0" fontAlgn="base" hangingPunct="0">
                <a:spcBef>
                  <a:spcPct val="20000"/>
                </a:spcBef>
                <a:spcAft>
                  <a:spcPct val="0"/>
                </a:spcAft>
                <a:buChar char=" "/>
                <a:defRPr sz="1000">
                  <a:solidFill>
                    <a:schemeClr val="tx1"/>
                  </a:solidFill>
                  <a:latin typeface="Arial" panose="020B0604020202020204" pitchFamily="34" charset="0"/>
                </a:defRPr>
              </a:lvl7pPr>
              <a:lvl8pPr marL="3429000" indent="-228600" eaLnBrk="0" fontAlgn="base" hangingPunct="0">
                <a:spcBef>
                  <a:spcPct val="20000"/>
                </a:spcBef>
                <a:spcAft>
                  <a:spcPct val="0"/>
                </a:spcAft>
                <a:buChar char=" "/>
                <a:defRPr sz="1000">
                  <a:solidFill>
                    <a:schemeClr val="tx1"/>
                  </a:solidFill>
                  <a:latin typeface="Arial" panose="020B0604020202020204" pitchFamily="34" charset="0"/>
                </a:defRPr>
              </a:lvl8pPr>
              <a:lvl9pPr marL="3886200" indent="-228600" eaLnBrk="0" fontAlgn="base" hangingPunct="0">
                <a:spcBef>
                  <a:spcPct val="20000"/>
                </a:spcBef>
                <a:spcAft>
                  <a:spcPct val="0"/>
                </a:spcAft>
                <a:buChar char=" "/>
                <a:defRPr sz="1000">
                  <a:solidFill>
                    <a:schemeClr val="tx1"/>
                  </a:solidFill>
                  <a:latin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Arial" panose="020B0604020202020204" pitchFamily="34" charset="0"/>
                  <a:ea typeface="+mn-ea"/>
                  <a:cs typeface="+mn-cs"/>
                </a:rPr>
                <a:t>OK</a:t>
              </a:r>
            </a:p>
          </p:txBody>
        </p:sp>
        <p:sp>
          <p:nvSpPr>
            <p:cNvPr id="53269" name="Rectangle 70"/>
            <p:cNvSpPr>
              <a:spLocks noChangeArrowheads="1"/>
            </p:cNvSpPr>
            <p:nvPr/>
          </p:nvSpPr>
          <p:spPr bwMode="auto">
            <a:xfrm>
              <a:off x="820738" y="2955925"/>
              <a:ext cx="2884225" cy="39523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20000"/>
                </a:lnSpc>
                <a:spcBef>
                  <a:spcPct val="60000"/>
                </a:spcBef>
                <a:buClr>
                  <a:schemeClr val="bg2"/>
                </a:buClr>
                <a:buChar char="•"/>
                <a:defRPr sz="2400" b="1">
                  <a:solidFill>
                    <a:srgbClr val="134183"/>
                  </a:solidFill>
                  <a:latin typeface="Arial" panose="020B0604020202020204" pitchFamily="34" charset="0"/>
                </a:defRPr>
              </a:lvl1pPr>
              <a:lvl2pPr marL="742950" indent="-285750">
                <a:lnSpc>
                  <a:spcPct val="110000"/>
                </a:lnSpc>
                <a:spcBef>
                  <a:spcPct val="15000"/>
                </a:spcBef>
                <a:spcAft>
                  <a:spcPct val="10000"/>
                </a:spcAft>
                <a:buClr>
                  <a:schemeClr val="bg2"/>
                </a:buClr>
                <a:buChar char="•"/>
                <a:defRPr sz="2000" b="1">
                  <a:solidFill>
                    <a:srgbClr val="134183"/>
                  </a:solidFill>
                  <a:latin typeface="Arial" panose="020B0604020202020204" pitchFamily="34" charset="0"/>
                </a:defRPr>
              </a:lvl2pPr>
              <a:lvl3pPr marL="1143000" indent="-228600">
                <a:lnSpc>
                  <a:spcPct val="110000"/>
                </a:lnSpc>
                <a:spcBef>
                  <a:spcPct val="10000"/>
                </a:spcBef>
                <a:spcAft>
                  <a:spcPct val="15000"/>
                </a:spcAft>
                <a:buClr>
                  <a:schemeClr val="bg2"/>
                </a:buClr>
                <a:buChar char="•"/>
                <a:defRPr sz="2400">
                  <a:solidFill>
                    <a:srgbClr val="134183"/>
                  </a:solidFill>
                  <a:latin typeface="Arial" panose="020B0604020202020204" pitchFamily="34" charset="0"/>
                </a:defRPr>
              </a:lvl3pPr>
              <a:lvl4pPr marL="1600200" indent="-228600">
                <a:spcBef>
                  <a:spcPct val="20000"/>
                </a:spcBef>
                <a:buChar char=" "/>
                <a:defRPr sz="1200">
                  <a:solidFill>
                    <a:schemeClr val="tx1"/>
                  </a:solidFill>
                  <a:latin typeface="Arial" panose="020B0604020202020204" pitchFamily="34" charset="0"/>
                </a:defRPr>
              </a:lvl4pPr>
              <a:lvl5pPr marL="2057400" indent="-228600">
                <a:spcBef>
                  <a:spcPct val="20000"/>
                </a:spcBef>
                <a:buChar char=" "/>
                <a:defRPr sz="1000">
                  <a:solidFill>
                    <a:schemeClr val="tx1"/>
                  </a:solidFill>
                  <a:latin typeface="Arial" panose="020B0604020202020204" pitchFamily="34" charset="0"/>
                </a:defRPr>
              </a:lvl5pPr>
              <a:lvl6pPr marL="2514600" indent="-228600" eaLnBrk="0" fontAlgn="base" hangingPunct="0">
                <a:spcBef>
                  <a:spcPct val="20000"/>
                </a:spcBef>
                <a:spcAft>
                  <a:spcPct val="0"/>
                </a:spcAft>
                <a:buChar char=" "/>
                <a:defRPr sz="1000">
                  <a:solidFill>
                    <a:schemeClr val="tx1"/>
                  </a:solidFill>
                  <a:latin typeface="Arial" panose="020B0604020202020204" pitchFamily="34" charset="0"/>
                </a:defRPr>
              </a:lvl6pPr>
              <a:lvl7pPr marL="2971800" indent="-228600" eaLnBrk="0" fontAlgn="base" hangingPunct="0">
                <a:spcBef>
                  <a:spcPct val="20000"/>
                </a:spcBef>
                <a:spcAft>
                  <a:spcPct val="0"/>
                </a:spcAft>
                <a:buChar char=" "/>
                <a:defRPr sz="1000">
                  <a:solidFill>
                    <a:schemeClr val="tx1"/>
                  </a:solidFill>
                  <a:latin typeface="Arial" panose="020B0604020202020204" pitchFamily="34" charset="0"/>
                </a:defRPr>
              </a:lvl7pPr>
              <a:lvl8pPr marL="3429000" indent="-228600" eaLnBrk="0" fontAlgn="base" hangingPunct="0">
                <a:spcBef>
                  <a:spcPct val="20000"/>
                </a:spcBef>
                <a:spcAft>
                  <a:spcPct val="0"/>
                </a:spcAft>
                <a:buChar char=" "/>
                <a:defRPr sz="1000">
                  <a:solidFill>
                    <a:schemeClr val="tx1"/>
                  </a:solidFill>
                  <a:latin typeface="Arial" panose="020B0604020202020204" pitchFamily="34" charset="0"/>
                </a:defRPr>
              </a:lvl8pPr>
              <a:lvl9pPr marL="3886200" indent="-228600" eaLnBrk="0" fontAlgn="base" hangingPunct="0">
                <a:spcBef>
                  <a:spcPct val="20000"/>
                </a:spcBef>
                <a:spcAft>
                  <a:spcPct val="0"/>
                </a:spcAft>
                <a:buChar char=" "/>
                <a:defRPr sz="1000">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1800" b="0" i="0" u="none" strike="noStrike" kern="1200" cap="none" spc="0" normalizeH="0" baseline="0" noProof="0" dirty="0">
                  <a:ln>
                    <a:noFill/>
                  </a:ln>
                  <a:solidFill>
                    <a:srgbClr val="0D0D0D"/>
                  </a:solidFill>
                  <a:effectLst/>
                  <a:uLnTx/>
                  <a:uFillTx/>
                  <a:latin typeface="Arial" panose="020B0604020202020204" pitchFamily="34" charset="0"/>
                  <a:ea typeface="+mn-ea"/>
                  <a:cs typeface="+mn-cs"/>
                </a:rPr>
                <a:t>Please enter your name:</a:t>
              </a:r>
            </a:p>
          </p:txBody>
        </p:sp>
        <p:sp>
          <p:nvSpPr>
            <p:cNvPr id="26635" name="Rectangle 71"/>
            <p:cNvSpPr>
              <a:spLocks noChangeArrowheads="1"/>
            </p:cNvSpPr>
            <p:nvPr/>
          </p:nvSpPr>
          <p:spPr bwMode="auto">
            <a:xfrm>
              <a:off x="919544" y="3291470"/>
              <a:ext cx="1967544" cy="291693"/>
            </a:xfrm>
            <a:prstGeom prst="rect">
              <a:avLst/>
            </a:prstGeom>
            <a:solidFill>
              <a:schemeClr val="bg1"/>
            </a:solidFill>
            <a:ln w="12700">
              <a:solidFill>
                <a:schemeClr val="tx1"/>
              </a:solidFill>
              <a:miter lim="800000"/>
              <a:headEnd/>
              <a:tailEnd/>
            </a:ln>
          </p:spPr>
          <p:txBody>
            <a:bodyPr wrap="none" lIns="92075" tIns="46038" rIns="92075" bIns="46038" anchor="ctr"/>
            <a:lstStyle>
              <a:lvl1pPr>
                <a:defRPr sz="1000">
                  <a:solidFill>
                    <a:schemeClr val="tx1"/>
                  </a:solidFill>
                  <a:latin typeface="Arial" panose="020B0604020202020204" pitchFamily="34" charset="0"/>
                </a:defRPr>
              </a:lvl1pPr>
              <a:lvl2pPr marL="742950" indent="-285750">
                <a:defRPr sz="1000">
                  <a:solidFill>
                    <a:schemeClr val="tx1"/>
                  </a:solidFill>
                  <a:latin typeface="Arial" panose="020B0604020202020204" pitchFamily="34" charset="0"/>
                </a:defRPr>
              </a:lvl2pPr>
              <a:lvl3pPr marL="1143000" indent="-228600">
                <a:defRPr sz="1000">
                  <a:solidFill>
                    <a:schemeClr val="tx1"/>
                  </a:solidFill>
                  <a:latin typeface="Arial" panose="020B0604020202020204" pitchFamily="34" charset="0"/>
                </a:defRPr>
              </a:lvl3pPr>
              <a:lvl4pPr marL="1600200" indent="-228600">
                <a:defRPr sz="1000">
                  <a:solidFill>
                    <a:schemeClr val="tx1"/>
                  </a:solidFill>
                  <a:latin typeface="Arial" panose="020B0604020202020204" pitchFamily="34" charset="0"/>
                </a:defRPr>
              </a:lvl4pPr>
              <a:lvl5pPr marL="2057400" indent="-228600">
                <a:defRPr sz="1000">
                  <a:solidFill>
                    <a:schemeClr val="tx1"/>
                  </a:solidFill>
                  <a:latin typeface="Arial" panose="020B0604020202020204" pitchFamily="34" charset="0"/>
                </a:defRPr>
              </a:lvl5pPr>
              <a:lvl6pPr marL="2514600" indent="-228600" eaLnBrk="0" fontAlgn="base" hangingPunct="0">
                <a:spcBef>
                  <a:spcPct val="50000"/>
                </a:spcBef>
                <a:spcAft>
                  <a:spcPct val="0"/>
                </a:spcAft>
                <a:defRPr sz="1000">
                  <a:solidFill>
                    <a:schemeClr val="tx1"/>
                  </a:solidFill>
                  <a:latin typeface="Arial" panose="020B0604020202020204" pitchFamily="34" charset="0"/>
                </a:defRPr>
              </a:lvl6pPr>
              <a:lvl7pPr marL="2971800" indent="-228600" eaLnBrk="0" fontAlgn="base" hangingPunct="0">
                <a:spcBef>
                  <a:spcPct val="50000"/>
                </a:spcBef>
                <a:spcAft>
                  <a:spcPct val="0"/>
                </a:spcAft>
                <a:defRPr sz="1000">
                  <a:solidFill>
                    <a:schemeClr val="tx1"/>
                  </a:solidFill>
                  <a:latin typeface="Arial" panose="020B0604020202020204" pitchFamily="34" charset="0"/>
                </a:defRPr>
              </a:lvl7pPr>
              <a:lvl8pPr marL="3429000" indent="-228600" eaLnBrk="0" fontAlgn="base" hangingPunct="0">
                <a:spcBef>
                  <a:spcPct val="50000"/>
                </a:spcBef>
                <a:spcAft>
                  <a:spcPct val="0"/>
                </a:spcAft>
                <a:defRPr sz="1000">
                  <a:solidFill>
                    <a:schemeClr val="tx1"/>
                  </a:solidFill>
                  <a:latin typeface="Arial" panose="020B0604020202020204" pitchFamily="34" charset="0"/>
                </a:defRPr>
              </a:lvl8pPr>
              <a:lvl9pPr marL="3886200" indent="-228600" eaLnBrk="0" fontAlgn="base" hangingPunct="0">
                <a:spcBef>
                  <a:spcPct val="50000"/>
                </a:spcBef>
                <a:spcAft>
                  <a:spcPct val="0"/>
                </a:spcAft>
                <a:defRPr sz="1000">
                  <a:solidFill>
                    <a:schemeClr val="tx1"/>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0D0D0D"/>
                  </a:solidFill>
                  <a:effectLst/>
                  <a:uLnTx/>
                  <a:uFillTx/>
                  <a:latin typeface="Figtree ExtraBold"/>
                  <a:ea typeface="+mn-ea"/>
                  <a:cs typeface="+mn-cs"/>
                </a:rPr>
                <a:t>Hello</a:t>
              </a:r>
            </a:p>
          </p:txBody>
        </p:sp>
      </p:grpSp>
      <p:grpSp>
        <p:nvGrpSpPr>
          <p:cNvPr id="53254" name="Group 72"/>
          <p:cNvGrpSpPr>
            <a:grpSpLocks/>
          </p:cNvGrpSpPr>
          <p:nvPr/>
        </p:nvGrpSpPr>
        <p:grpSpPr bwMode="auto">
          <a:xfrm>
            <a:off x="4311837" y="4257673"/>
            <a:ext cx="5049838" cy="1373188"/>
            <a:chOff x="1979" y="2543"/>
            <a:chExt cx="3446" cy="865"/>
          </a:xfrm>
        </p:grpSpPr>
        <p:grpSp>
          <p:nvGrpSpPr>
            <p:cNvPr id="53256" name="Group 73"/>
            <p:cNvGrpSpPr>
              <a:grpSpLocks/>
            </p:cNvGrpSpPr>
            <p:nvPr/>
          </p:nvGrpSpPr>
          <p:grpSpPr bwMode="auto">
            <a:xfrm>
              <a:off x="1979" y="2543"/>
              <a:ext cx="3443" cy="865"/>
              <a:chOff x="1979" y="2543"/>
              <a:chExt cx="3443" cy="865"/>
            </a:xfrm>
          </p:grpSpPr>
          <p:grpSp>
            <p:nvGrpSpPr>
              <p:cNvPr id="53258" name="Group 74"/>
              <p:cNvGrpSpPr>
                <a:grpSpLocks/>
              </p:cNvGrpSpPr>
              <p:nvPr/>
            </p:nvGrpSpPr>
            <p:grpSpPr bwMode="auto">
              <a:xfrm>
                <a:off x="1979" y="2543"/>
                <a:ext cx="3443" cy="826"/>
                <a:chOff x="1979" y="2543"/>
                <a:chExt cx="3443" cy="826"/>
              </a:xfrm>
            </p:grpSpPr>
            <p:sp>
              <p:nvSpPr>
                <p:cNvPr id="53261" name="Freeform 75"/>
                <p:cNvSpPr>
                  <a:spLocks/>
                </p:cNvSpPr>
                <p:nvPr/>
              </p:nvSpPr>
              <p:spPr bwMode="auto">
                <a:xfrm>
                  <a:off x="1979" y="2543"/>
                  <a:ext cx="3385" cy="826"/>
                </a:xfrm>
                <a:custGeom>
                  <a:avLst/>
                  <a:gdLst>
                    <a:gd name="T0" fmla="*/ 0 w 3385"/>
                    <a:gd name="T1" fmla="*/ 720 h 826"/>
                    <a:gd name="T2" fmla="*/ 329 w 3385"/>
                    <a:gd name="T3" fmla="*/ 674 h 826"/>
                    <a:gd name="T4" fmla="*/ 704 w 3385"/>
                    <a:gd name="T5" fmla="*/ 620 h 826"/>
                    <a:gd name="T6" fmla="*/ 1063 w 3385"/>
                    <a:gd name="T7" fmla="*/ 569 h 826"/>
                    <a:gd name="T8" fmla="*/ 1367 w 3385"/>
                    <a:gd name="T9" fmla="*/ 529 h 826"/>
                    <a:gd name="T10" fmla="*/ 1700 w 3385"/>
                    <a:gd name="T11" fmla="*/ 489 h 826"/>
                    <a:gd name="T12" fmla="*/ 2058 w 3385"/>
                    <a:gd name="T13" fmla="*/ 452 h 826"/>
                    <a:gd name="T14" fmla="*/ 2417 w 3385"/>
                    <a:gd name="T15" fmla="*/ 422 h 826"/>
                    <a:gd name="T16" fmla="*/ 2055 w 3385"/>
                    <a:gd name="T17" fmla="*/ 398 h 826"/>
                    <a:gd name="T18" fmla="*/ 1632 w 3385"/>
                    <a:gd name="T19" fmla="*/ 365 h 826"/>
                    <a:gd name="T20" fmla="*/ 1228 w 3385"/>
                    <a:gd name="T21" fmla="*/ 325 h 826"/>
                    <a:gd name="T22" fmla="*/ 749 w 3385"/>
                    <a:gd name="T23" fmla="*/ 263 h 826"/>
                    <a:gd name="T24" fmla="*/ 381 w 3385"/>
                    <a:gd name="T25" fmla="*/ 203 h 826"/>
                    <a:gd name="T26" fmla="*/ 0 w 3385"/>
                    <a:gd name="T27" fmla="*/ 115 h 826"/>
                    <a:gd name="T28" fmla="*/ 177 w 3385"/>
                    <a:gd name="T29" fmla="*/ 41 h 826"/>
                    <a:gd name="T30" fmla="*/ 594 w 3385"/>
                    <a:gd name="T31" fmla="*/ 118 h 826"/>
                    <a:gd name="T32" fmla="*/ 1031 w 3385"/>
                    <a:gd name="T33" fmla="*/ 189 h 826"/>
                    <a:gd name="T34" fmla="*/ 1438 w 3385"/>
                    <a:gd name="T35" fmla="*/ 244 h 826"/>
                    <a:gd name="T36" fmla="*/ 1864 w 3385"/>
                    <a:gd name="T37" fmla="*/ 288 h 826"/>
                    <a:gd name="T38" fmla="*/ 2246 w 3385"/>
                    <a:gd name="T39" fmla="*/ 320 h 826"/>
                    <a:gd name="T40" fmla="*/ 2530 w 3385"/>
                    <a:gd name="T41" fmla="*/ 341 h 826"/>
                    <a:gd name="T42" fmla="*/ 2811 w 3385"/>
                    <a:gd name="T43" fmla="*/ 357 h 826"/>
                    <a:gd name="T44" fmla="*/ 3384 w 3385"/>
                    <a:gd name="T45" fmla="*/ 407 h 826"/>
                    <a:gd name="T46" fmla="*/ 2811 w 3385"/>
                    <a:gd name="T47" fmla="*/ 465 h 826"/>
                    <a:gd name="T48" fmla="*/ 2592 w 3385"/>
                    <a:gd name="T49" fmla="*/ 478 h 826"/>
                    <a:gd name="T50" fmla="*/ 2317 w 3385"/>
                    <a:gd name="T51" fmla="*/ 505 h 826"/>
                    <a:gd name="T52" fmla="*/ 2029 w 3385"/>
                    <a:gd name="T53" fmla="*/ 539 h 826"/>
                    <a:gd name="T54" fmla="*/ 1745 w 3385"/>
                    <a:gd name="T55" fmla="*/ 574 h 826"/>
                    <a:gd name="T56" fmla="*/ 1473 w 3385"/>
                    <a:gd name="T57" fmla="*/ 608 h 826"/>
                    <a:gd name="T58" fmla="*/ 1024 w 3385"/>
                    <a:gd name="T59" fmla="*/ 670 h 826"/>
                    <a:gd name="T60" fmla="*/ 736 w 3385"/>
                    <a:gd name="T61" fmla="*/ 711 h 826"/>
                    <a:gd name="T62" fmla="*/ 365 w 3385"/>
                    <a:gd name="T63" fmla="*/ 767 h 826"/>
                    <a:gd name="T64" fmla="*/ 0 w 3385"/>
                    <a:gd name="T65" fmla="*/ 825 h 82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385"/>
                    <a:gd name="T100" fmla="*/ 0 h 826"/>
                    <a:gd name="T101" fmla="*/ 3385 w 3385"/>
                    <a:gd name="T102" fmla="*/ 826 h 82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385" h="826">
                      <a:moveTo>
                        <a:pt x="0" y="825"/>
                      </a:moveTo>
                      <a:lnTo>
                        <a:pt x="0" y="720"/>
                      </a:lnTo>
                      <a:lnTo>
                        <a:pt x="168" y="696"/>
                      </a:lnTo>
                      <a:lnTo>
                        <a:pt x="329" y="674"/>
                      </a:lnTo>
                      <a:lnTo>
                        <a:pt x="504" y="649"/>
                      </a:lnTo>
                      <a:lnTo>
                        <a:pt x="704" y="620"/>
                      </a:lnTo>
                      <a:lnTo>
                        <a:pt x="895" y="594"/>
                      </a:lnTo>
                      <a:lnTo>
                        <a:pt x="1063" y="569"/>
                      </a:lnTo>
                      <a:lnTo>
                        <a:pt x="1221" y="548"/>
                      </a:lnTo>
                      <a:lnTo>
                        <a:pt x="1367" y="529"/>
                      </a:lnTo>
                      <a:lnTo>
                        <a:pt x="1548" y="507"/>
                      </a:lnTo>
                      <a:lnTo>
                        <a:pt x="1700" y="489"/>
                      </a:lnTo>
                      <a:lnTo>
                        <a:pt x="1868" y="470"/>
                      </a:lnTo>
                      <a:lnTo>
                        <a:pt x="2058" y="452"/>
                      </a:lnTo>
                      <a:lnTo>
                        <a:pt x="2230" y="436"/>
                      </a:lnTo>
                      <a:lnTo>
                        <a:pt x="2417" y="422"/>
                      </a:lnTo>
                      <a:lnTo>
                        <a:pt x="2249" y="410"/>
                      </a:lnTo>
                      <a:lnTo>
                        <a:pt x="2055" y="398"/>
                      </a:lnTo>
                      <a:lnTo>
                        <a:pt x="1845" y="382"/>
                      </a:lnTo>
                      <a:lnTo>
                        <a:pt x="1632" y="365"/>
                      </a:lnTo>
                      <a:lnTo>
                        <a:pt x="1428" y="346"/>
                      </a:lnTo>
                      <a:lnTo>
                        <a:pt x="1228" y="325"/>
                      </a:lnTo>
                      <a:lnTo>
                        <a:pt x="1008" y="300"/>
                      </a:lnTo>
                      <a:lnTo>
                        <a:pt x="749" y="263"/>
                      </a:lnTo>
                      <a:lnTo>
                        <a:pt x="559" y="235"/>
                      </a:lnTo>
                      <a:lnTo>
                        <a:pt x="381" y="203"/>
                      </a:lnTo>
                      <a:lnTo>
                        <a:pt x="226" y="171"/>
                      </a:lnTo>
                      <a:lnTo>
                        <a:pt x="0" y="115"/>
                      </a:lnTo>
                      <a:lnTo>
                        <a:pt x="0" y="0"/>
                      </a:lnTo>
                      <a:lnTo>
                        <a:pt x="177" y="41"/>
                      </a:lnTo>
                      <a:lnTo>
                        <a:pt x="397" y="82"/>
                      </a:lnTo>
                      <a:lnTo>
                        <a:pt x="594" y="118"/>
                      </a:lnTo>
                      <a:lnTo>
                        <a:pt x="791" y="153"/>
                      </a:lnTo>
                      <a:lnTo>
                        <a:pt x="1031" y="189"/>
                      </a:lnTo>
                      <a:lnTo>
                        <a:pt x="1266" y="221"/>
                      </a:lnTo>
                      <a:lnTo>
                        <a:pt x="1438" y="244"/>
                      </a:lnTo>
                      <a:lnTo>
                        <a:pt x="1664" y="267"/>
                      </a:lnTo>
                      <a:lnTo>
                        <a:pt x="1864" y="288"/>
                      </a:lnTo>
                      <a:lnTo>
                        <a:pt x="2032" y="303"/>
                      </a:lnTo>
                      <a:lnTo>
                        <a:pt x="2246" y="320"/>
                      </a:lnTo>
                      <a:lnTo>
                        <a:pt x="2414" y="333"/>
                      </a:lnTo>
                      <a:lnTo>
                        <a:pt x="2530" y="341"/>
                      </a:lnTo>
                      <a:lnTo>
                        <a:pt x="2682" y="350"/>
                      </a:lnTo>
                      <a:lnTo>
                        <a:pt x="2811" y="357"/>
                      </a:lnTo>
                      <a:lnTo>
                        <a:pt x="2811" y="299"/>
                      </a:lnTo>
                      <a:lnTo>
                        <a:pt x="3384" y="407"/>
                      </a:lnTo>
                      <a:lnTo>
                        <a:pt x="2811" y="523"/>
                      </a:lnTo>
                      <a:lnTo>
                        <a:pt x="2811" y="465"/>
                      </a:lnTo>
                      <a:lnTo>
                        <a:pt x="2711" y="470"/>
                      </a:lnTo>
                      <a:lnTo>
                        <a:pt x="2592" y="478"/>
                      </a:lnTo>
                      <a:lnTo>
                        <a:pt x="2469" y="490"/>
                      </a:lnTo>
                      <a:lnTo>
                        <a:pt x="2317" y="505"/>
                      </a:lnTo>
                      <a:lnTo>
                        <a:pt x="2162" y="524"/>
                      </a:lnTo>
                      <a:lnTo>
                        <a:pt x="2029" y="539"/>
                      </a:lnTo>
                      <a:lnTo>
                        <a:pt x="1894" y="556"/>
                      </a:lnTo>
                      <a:lnTo>
                        <a:pt x="1745" y="574"/>
                      </a:lnTo>
                      <a:lnTo>
                        <a:pt x="1622" y="590"/>
                      </a:lnTo>
                      <a:lnTo>
                        <a:pt x="1473" y="608"/>
                      </a:lnTo>
                      <a:lnTo>
                        <a:pt x="1218" y="642"/>
                      </a:lnTo>
                      <a:lnTo>
                        <a:pt x="1024" y="670"/>
                      </a:lnTo>
                      <a:lnTo>
                        <a:pt x="869" y="691"/>
                      </a:lnTo>
                      <a:lnTo>
                        <a:pt x="736" y="711"/>
                      </a:lnTo>
                      <a:lnTo>
                        <a:pt x="542" y="741"/>
                      </a:lnTo>
                      <a:lnTo>
                        <a:pt x="365" y="767"/>
                      </a:lnTo>
                      <a:lnTo>
                        <a:pt x="187" y="796"/>
                      </a:lnTo>
                      <a:lnTo>
                        <a:pt x="0" y="825"/>
                      </a:lnTo>
                    </a:path>
                  </a:pathLst>
                </a:custGeom>
                <a:solidFill>
                  <a:srgbClr val="008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53262" name="Freeform 76"/>
                <p:cNvSpPr>
                  <a:spLocks/>
                </p:cNvSpPr>
                <p:nvPr/>
              </p:nvSpPr>
              <p:spPr bwMode="auto">
                <a:xfrm>
                  <a:off x="4794" y="2841"/>
                  <a:ext cx="56" cy="98"/>
                </a:xfrm>
                <a:custGeom>
                  <a:avLst/>
                  <a:gdLst>
                    <a:gd name="T0" fmla="*/ 55 w 56"/>
                    <a:gd name="T1" fmla="*/ 97 h 98"/>
                    <a:gd name="T2" fmla="*/ 0 w 56"/>
                    <a:gd name="T3" fmla="*/ 59 h 98"/>
                    <a:gd name="T4" fmla="*/ 0 w 56"/>
                    <a:gd name="T5" fmla="*/ 0 h 98"/>
                    <a:gd name="T6" fmla="*/ 55 w 56"/>
                    <a:gd name="T7" fmla="*/ 40 h 98"/>
                    <a:gd name="T8" fmla="*/ 55 w 56"/>
                    <a:gd name="T9" fmla="*/ 97 h 98"/>
                    <a:gd name="T10" fmla="*/ 0 60000 65536"/>
                    <a:gd name="T11" fmla="*/ 0 60000 65536"/>
                    <a:gd name="T12" fmla="*/ 0 60000 65536"/>
                    <a:gd name="T13" fmla="*/ 0 60000 65536"/>
                    <a:gd name="T14" fmla="*/ 0 60000 65536"/>
                    <a:gd name="T15" fmla="*/ 0 w 56"/>
                    <a:gd name="T16" fmla="*/ 0 h 98"/>
                    <a:gd name="T17" fmla="*/ 56 w 56"/>
                    <a:gd name="T18" fmla="*/ 98 h 98"/>
                  </a:gdLst>
                  <a:ahLst/>
                  <a:cxnLst>
                    <a:cxn ang="T10">
                      <a:pos x="T0" y="T1"/>
                    </a:cxn>
                    <a:cxn ang="T11">
                      <a:pos x="T2" y="T3"/>
                    </a:cxn>
                    <a:cxn ang="T12">
                      <a:pos x="T4" y="T5"/>
                    </a:cxn>
                    <a:cxn ang="T13">
                      <a:pos x="T6" y="T7"/>
                    </a:cxn>
                    <a:cxn ang="T14">
                      <a:pos x="T8" y="T9"/>
                    </a:cxn>
                  </a:cxnLst>
                  <a:rect l="T15" t="T16" r="T17" b="T18"/>
                  <a:pathLst>
                    <a:path w="56" h="98">
                      <a:moveTo>
                        <a:pt x="55" y="97"/>
                      </a:moveTo>
                      <a:lnTo>
                        <a:pt x="0" y="59"/>
                      </a:lnTo>
                      <a:lnTo>
                        <a:pt x="0" y="0"/>
                      </a:lnTo>
                      <a:lnTo>
                        <a:pt x="55" y="40"/>
                      </a:lnTo>
                      <a:lnTo>
                        <a:pt x="55" y="97"/>
                      </a:lnTo>
                    </a:path>
                  </a:pathLst>
                </a:custGeom>
                <a:solidFill>
                  <a:srgbClr val="008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53263" name="Freeform 77"/>
                <p:cNvSpPr>
                  <a:spLocks/>
                </p:cNvSpPr>
                <p:nvPr/>
              </p:nvSpPr>
              <p:spPr bwMode="auto">
                <a:xfrm>
                  <a:off x="4794" y="2842"/>
                  <a:ext cx="628" cy="147"/>
                </a:xfrm>
                <a:custGeom>
                  <a:avLst/>
                  <a:gdLst>
                    <a:gd name="T0" fmla="*/ 627 w 628"/>
                    <a:gd name="T1" fmla="*/ 146 h 147"/>
                    <a:gd name="T2" fmla="*/ 568 w 628"/>
                    <a:gd name="T3" fmla="*/ 107 h 147"/>
                    <a:gd name="T4" fmla="*/ 0 w 628"/>
                    <a:gd name="T5" fmla="*/ 0 h 147"/>
                    <a:gd name="T6" fmla="*/ 54 w 628"/>
                    <a:gd name="T7" fmla="*/ 39 h 147"/>
                    <a:gd name="T8" fmla="*/ 627 w 628"/>
                    <a:gd name="T9" fmla="*/ 146 h 147"/>
                    <a:gd name="T10" fmla="*/ 0 60000 65536"/>
                    <a:gd name="T11" fmla="*/ 0 60000 65536"/>
                    <a:gd name="T12" fmla="*/ 0 60000 65536"/>
                    <a:gd name="T13" fmla="*/ 0 60000 65536"/>
                    <a:gd name="T14" fmla="*/ 0 60000 65536"/>
                    <a:gd name="T15" fmla="*/ 0 w 628"/>
                    <a:gd name="T16" fmla="*/ 0 h 147"/>
                    <a:gd name="T17" fmla="*/ 628 w 628"/>
                    <a:gd name="T18" fmla="*/ 147 h 147"/>
                  </a:gdLst>
                  <a:ahLst/>
                  <a:cxnLst>
                    <a:cxn ang="T10">
                      <a:pos x="T0" y="T1"/>
                    </a:cxn>
                    <a:cxn ang="T11">
                      <a:pos x="T2" y="T3"/>
                    </a:cxn>
                    <a:cxn ang="T12">
                      <a:pos x="T4" y="T5"/>
                    </a:cxn>
                    <a:cxn ang="T13">
                      <a:pos x="T6" y="T7"/>
                    </a:cxn>
                    <a:cxn ang="T14">
                      <a:pos x="T8" y="T9"/>
                    </a:cxn>
                  </a:cxnLst>
                  <a:rect l="T15" t="T16" r="T17" b="T18"/>
                  <a:pathLst>
                    <a:path w="628" h="147">
                      <a:moveTo>
                        <a:pt x="627" y="146"/>
                      </a:moveTo>
                      <a:lnTo>
                        <a:pt x="568" y="107"/>
                      </a:lnTo>
                      <a:lnTo>
                        <a:pt x="0" y="0"/>
                      </a:lnTo>
                      <a:lnTo>
                        <a:pt x="54" y="39"/>
                      </a:lnTo>
                      <a:lnTo>
                        <a:pt x="627" y="146"/>
                      </a:lnTo>
                    </a:path>
                  </a:pathLst>
                </a:custGeom>
                <a:solidFill>
                  <a:srgbClr val="008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53264" name="Freeform 78"/>
                <p:cNvSpPr>
                  <a:spLocks/>
                </p:cNvSpPr>
                <p:nvPr/>
              </p:nvSpPr>
              <p:spPr bwMode="auto">
                <a:xfrm>
                  <a:off x="4794" y="3032"/>
                  <a:ext cx="56" cy="73"/>
                </a:xfrm>
                <a:custGeom>
                  <a:avLst/>
                  <a:gdLst>
                    <a:gd name="T0" fmla="*/ 55 w 56"/>
                    <a:gd name="T1" fmla="*/ 72 h 73"/>
                    <a:gd name="T2" fmla="*/ 55 w 56"/>
                    <a:gd name="T3" fmla="*/ 12 h 73"/>
                    <a:gd name="T4" fmla="*/ 0 w 56"/>
                    <a:gd name="T5" fmla="*/ 0 h 73"/>
                    <a:gd name="T6" fmla="*/ 0 w 56"/>
                    <a:gd name="T7" fmla="*/ 35 h 73"/>
                    <a:gd name="T8" fmla="*/ 55 w 56"/>
                    <a:gd name="T9" fmla="*/ 72 h 73"/>
                    <a:gd name="T10" fmla="*/ 0 60000 65536"/>
                    <a:gd name="T11" fmla="*/ 0 60000 65536"/>
                    <a:gd name="T12" fmla="*/ 0 60000 65536"/>
                    <a:gd name="T13" fmla="*/ 0 60000 65536"/>
                    <a:gd name="T14" fmla="*/ 0 60000 65536"/>
                    <a:gd name="T15" fmla="*/ 0 w 56"/>
                    <a:gd name="T16" fmla="*/ 0 h 73"/>
                    <a:gd name="T17" fmla="*/ 56 w 56"/>
                    <a:gd name="T18" fmla="*/ 73 h 73"/>
                  </a:gdLst>
                  <a:ahLst/>
                  <a:cxnLst>
                    <a:cxn ang="T10">
                      <a:pos x="T0" y="T1"/>
                    </a:cxn>
                    <a:cxn ang="T11">
                      <a:pos x="T2" y="T3"/>
                    </a:cxn>
                    <a:cxn ang="T12">
                      <a:pos x="T4" y="T5"/>
                    </a:cxn>
                    <a:cxn ang="T13">
                      <a:pos x="T6" y="T7"/>
                    </a:cxn>
                    <a:cxn ang="T14">
                      <a:pos x="T8" y="T9"/>
                    </a:cxn>
                  </a:cxnLst>
                  <a:rect l="T15" t="T16" r="T17" b="T18"/>
                  <a:pathLst>
                    <a:path w="56" h="73">
                      <a:moveTo>
                        <a:pt x="55" y="72"/>
                      </a:moveTo>
                      <a:lnTo>
                        <a:pt x="55" y="12"/>
                      </a:lnTo>
                      <a:lnTo>
                        <a:pt x="0" y="0"/>
                      </a:lnTo>
                      <a:lnTo>
                        <a:pt x="0" y="35"/>
                      </a:lnTo>
                      <a:lnTo>
                        <a:pt x="55" y="72"/>
                      </a:lnTo>
                    </a:path>
                  </a:pathLst>
                </a:custGeom>
                <a:solidFill>
                  <a:srgbClr val="008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latin typeface="Figtree"/>
                    <a:ea typeface="+mn-ea"/>
                    <a:cs typeface="+mn-cs"/>
                  </a:endParaRPr>
                </a:p>
              </p:txBody>
            </p:sp>
          </p:grpSp>
          <p:sp>
            <p:nvSpPr>
              <p:cNvPr id="53259" name="Freeform 79"/>
              <p:cNvSpPr>
                <a:spLocks/>
              </p:cNvSpPr>
              <p:nvPr/>
            </p:nvSpPr>
            <p:spPr bwMode="auto">
              <a:xfrm>
                <a:off x="1979" y="2544"/>
                <a:ext cx="56" cy="153"/>
              </a:xfrm>
              <a:custGeom>
                <a:avLst/>
                <a:gdLst>
                  <a:gd name="T0" fmla="*/ 55 w 56"/>
                  <a:gd name="T1" fmla="*/ 152 h 153"/>
                  <a:gd name="T2" fmla="*/ 0 w 56"/>
                  <a:gd name="T3" fmla="*/ 114 h 153"/>
                  <a:gd name="T4" fmla="*/ 0 w 56"/>
                  <a:gd name="T5" fmla="*/ 0 h 153"/>
                  <a:gd name="T6" fmla="*/ 55 w 56"/>
                  <a:gd name="T7" fmla="*/ 38 h 153"/>
                  <a:gd name="T8" fmla="*/ 55 w 56"/>
                  <a:gd name="T9" fmla="*/ 152 h 153"/>
                  <a:gd name="T10" fmla="*/ 0 60000 65536"/>
                  <a:gd name="T11" fmla="*/ 0 60000 65536"/>
                  <a:gd name="T12" fmla="*/ 0 60000 65536"/>
                  <a:gd name="T13" fmla="*/ 0 60000 65536"/>
                  <a:gd name="T14" fmla="*/ 0 60000 65536"/>
                  <a:gd name="T15" fmla="*/ 0 w 56"/>
                  <a:gd name="T16" fmla="*/ 0 h 153"/>
                  <a:gd name="T17" fmla="*/ 56 w 56"/>
                  <a:gd name="T18" fmla="*/ 153 h 153"/>
                </a:gdLst>
                <a:ahLst/>
                <a:cxnLst>
                  <a:cxn ang="T10">
                    <a:pos x="T0" y="T1"/>
                  </a:cxn>
                  <a:cxn ang="T11">
                    <a:pos x="T2" y="T3"/>
                  </a:cxn>
                  <a:cxn ang="T12">
                    <a:pos x="T4" y="T5"/>
                  </a:cxn>
                  <a:cxn ang="T13">
                    <a:pos x="T6" y="T7"/>
                  </a:cxn>
                  <a:cxn ang="T14">
                    <a:pos x="T8" y="T9"/>
                  </a:cxn>
                </a:cxnLst>
                <a:rect l="T15" t="T16" r="T17" b="T18"/>
                <a:pathLst>
                  <a:path w="56" h="153">
                    <a:moveTo>
                      <a:pt x="55" y="152"/>
                    </a:moveTo>
                    <a:lnTo>
                      <a:pt x="0" y="114"/>
                    </a:lnTo>
                    <a:lnTo>
                      <a:pt x="0" y="0"/>
                    </a:lnTo>
                    <a:lnTo>
                      <a:pt x="55" y="38"/>
                    </a:lnTo>
                    <a:lnTo>
                      <a:pt x="55" y="152"/>
                    </a:lnTo>
                  </a:path>
                </a:pathLst>
              </a:custGeom>
              <a:solidFill>
                <a:srgbClr val="008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53260" name="Freeform 80"/>
              <p:cNvSpPr>
                <a:spLocks/>
              </p:cNvSpPr>
              <p:nvPr/>
            </p:nvSpPr>
            <p:spPr bwMode="auto">
              <a:xfrm>
                <a:off x="1979" y="3264"/>
                <a:ext cx="62" cy="144"/>
              </a:xfrm>
              <a:custGeom>
                <a:avLst/>
                <a:gdLst>
                  <a:gd name="T0" fmla="*/ 54 w 62"/>
                  <a:gd name="T1" fmla="*/ 143 h 144"/>
                  <a:gd name="T2" fmla="*/ 0 w 62"/>
                  <a:gd name="T3" fmla="*/ 103 h 144"/>
                  <a:gd name="T4" fmla="*/ 0 w 62"/>
                  <a:gd name="T5" fmla="*/ 0 h 144"/>
                  <a:gd name="T6" fmla="*/ 61 w 62"/>
                  <a:gd name="T7" fmla="*/ 39 h 144"/>
                  <a:gd name="T8" fmla="*/ 54 w 62"/>
                  <a:gd name="T9" fmla="*/ 143 h 144"/>
                  <a:gd name="T10" fmla="*/ 0 60000 65536"/>
                  <a:gd name="T11" fmla="*/ 0 60000 65536"/>
                  <a:gd name="T12" fmla="*/ 0 60000 65536"/>
                  <a:gd name="T13" fmla="*/ 0 60000 65536"/>
                  <a:gd name="T14" fmla="*/ 0 60000 65536"/>
                  <a:gd name="T15" fmla="*/ 0 w 62"/>
                  <a:gd name="T16" fmla="*/ 0 h 144"/>
                  <a:gd name="T17" fmla="*/ 62 w 62"/>
                  <a:gd name="T18" fmla="*/ 144 h 144"/>
                </a:gdLst>
                <a:ahLst/>
                <a:cxnLst>
                  <a:cxn ang="T10">
                    <a:pos x="T0" y="T1"/>
                  </a:cxn>
                  <a:cxn ang="T11">
                    <a:pos x="T2" y="T3"/>
                  </a:cxn>
                  <a:cxn ang="T12">
                    <a:pos x="T4" y="T5"/>
                  </a:cxn>
                  <a:cxn ang="T13">
                    <a:pos x="T6" y="T7"/>
                  </a:cxn>
                  <a:cxn ang="T14">
                    <a:pos x="T8" y="T9"/>
                  </a:cxn>
                </a:cxnLst>
                <a:rect l="T15" t="T16" r="T17" b="T18"/>
                <a:pathLst>
                  <a:path w="62" h="144">
                    <a:moveTo>
                      <a:pt x="54" y="143"/>
                    </a:moveTo>
                    <a:lnTo>
                      <a:pt x="0" y="103"/>
                    </a:lnTo>
                    <a:lnTo>
                      <a:pt x="0" y="0"/>
                    </a:lnTo>
                    <a:lnTo>
                      <a:pt x="61" y="39"/>
                    </a:lnTo>
                    <a:lnTo>
                      <a:pt x="54" y="143"/>
                    </a:lnTo>
                  </a:path>
                </a:pathLst>
              </a:custGeom>
              <a:solidFill>
                <a:srgbClr val="008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latin typeface="Figtree"/>
                  <a:ea typeface="+mn-ea"/>
                  <a:cs typeface="+mn-cs"/>
                </a:endParaRPr>
              </a:p>
            </p:txBody>
          </p:sp>
        </p:grpSp>
        <p:sp>
          <p:nvSpPr>
            <p:cNvPr id="53257" name="Freeform 81"/>
            <p:cNvSpPr>
              <a:spLocks/>
            </p:cNvSpPr>
            <p:nvPr/>
          </p:nvSpPr>
          <p:spPr bwMode="auto">
            <a:xfrm>
              <a:off x="2037" y="2582"/>
              <a:ext cx="3388" cy="825"/>
            </a:xfrm>
            <a:custGeom>
              <a:avLst/>
              <a:gdLst>
                <a:gd name="T0" fmla="*/ 0 w 3388"/>
                <a:gd name="T1" fmla="*/ 718 h 825"/>
                <a:gd name="T2" fmla="*/ 329 w 3388"/>
                <a:gd name="T3" fmla="*/ 672 h 825"/>
                <a:gd name="T4" fmla="*/ 704 w 3388"/>
                <a:gd name="T5" fmla="*/ 619 h 825"/>
                <a:gd name="T6" fmla="*/ 1063 w 3388"/>
                <a:gd name="T7" fmla="*/ 569 h 825"/>
                <a:gd name="T8" fmla="*/ 1370 w 3388"/>
                <a:gd name="T9" fmla="*/ 528 h 825"/>
                <a:gd name="T10" fmla="*/ 1703 w 3388"/>
                <a:gd name="T11" fmla="*/ 488 h 825"/>
                <a:gd name="T12" fmla="*/ 2058 w 3388"/>
                <a:gd name="T13" fmla="*/ 451 h 825"/>
                <a:gd name="T14" fmla="*/ 2417 w 3388"/>
                <a:gd name="T15" fmla="*/ 421 h 825"/>
                <a:gd name="T16" fmla="*/ 2055 w 3388"/>
                <a:gd name="T17" fmla="*/ 396 h 825"/>
                <a:gd name="T18" fmla="*/ 1635 w 3388"/>
                <a:gd name="T19" fmla="*/ 364 h 825"/>
                <a:gd name="T20" fmla="*/ 1228 w 3388"/>
                <a:gd name="T21" fmla="*/ 325 h 825"/>
                <a:gd name="T22" fmla="*/ 753 w 3388"/>
                <a:gd name="T23" fmla="*/ 263 h 825"/>
                <a:gd name="T24" fmla="*/ 381 w 3388"/>
                <a:gd name="T25" fmla="*/ 202 h 825"/>
                <a:gd name="T26" fmla="*/ 0 w 3388"/>
                <a:gd name="T27" fmla="*/ 115 h 825"/>
                <a:gd name="T28" fmla="*/ 177 w 3388"/>
                <a:gd name="T29" fmla="*/ 40 h 825"/>
                <a:gd name="T30" fmla="*/ 594 w 3388"/>
                <a:gd name="T31" fmla="*/ 118 h 825"/>
                <a:gd name="T32" fmla="*/ 1034 w 3388"/>
                <a:gd name="T33" fmla="*/ 189 h 825"/>
                <a:gd name="T34" fmla="*/ 1441 w 3388"/>
                <a:gd name="T35" fmla="*/ 243 h 825"/>
                <a:gd name="T36" fmla="*/ 1868 w 3388"/>
                <a:gd name="T37" fmla="*/ 287 h 825"/>
                <a:gd name="T38" fmla="*/ 2246 w 3388"/>
                <a:gd name="T39" fmla="*/ 320 h 825"/>
                <a:gd name="T40" fmla="*/ 2530 w 3388"/>
                <a:gd name="T41" fmla="*/ 340 h 825"/>
                <a:gd name="T42" fmla="*/ 2811 w 3388"/>
                <a:gd name="T43" fmla="*/ 356 h 825"/>
                <a:gd name="T44" fmla="*/ 3387 w 3388"/>
                <a:gd name="T45" fmla="*/ 405 h 825"/>
                <a:gd name="T46" fmla="*/ 2811 w 3388"/>
                <a:gd name="T47" fmla="*/ 464 h 825"/>
                <a:gd name="T48" fmla="*/ 2595 w 3388"/>
                <a:gd name="T49" fmla="*/ 477 h 825"/>
                <a:gd name="T50" fmla="*/ 2317 w 3388"/>
                <a:gd name="T51" fmla="*/ 505 h 825"/>
                <a:gd name="T52" fmla="*/ 2029 w 3388"/>
                <a:gd name="T53" fmla="*/ 538 h 825"/>
                <a:gd name="T54" fmla="*/ 1745 w 3388"/>
                <a:gd name="T55" fmla="*/ 573 h 825"/>
                <a:gd name="T56" fmla="*/ 1476 w 3388"/>
                <a:gd name="T57" fmla="*/ 607 h 825"/>
                <a:gd name="T58" fmla="*/ 1024 w 3388"/>
                <a:gd name="T59" fmla="*/ 668 h 825"/>
                <a:gd name="T60" fmla="*/ 740 w 3388"/>
                <a:gd name="T61" fmla="*/ 710 h 825"/>
                <a:gd name="T62" fmla="*/ 365 w 3388"/>
                <a:gd name="T63" fmla="*/ 766 h 825"/>
                <a:gd name="T64" fmla="*/ 0 w 3388"/>
                <a:gd name="T65" fmla="*/ 824 h 82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388"/>
                <a:gd name="T100" fmla="*/ 0 h 825"/>
                <a:gd name="T101" fmla="*/ 3388 w 3388"/>
                <a:gd name="T102" fmla="*/ 825 h 825"/>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388" h="825">
                  <a:moveTo>
                    <a:pt x="0" y="824"/>
                  </a:moveTo>
                  <a:lnTo>
                    <a:pt x="0" y="718"/>
                  </a:lnTo>
                  <a:lnTo>
                    <a:pt x="168" y="695"/>
                  </a:lnTo>
                  <a:lnTo>
                    <a:pt x="329" y="672"/>
                  </a:lnTo>
                  <a:lnTo>
                    <a:pt x="507" y="648"/>
                  </a:lnTo>
                  <a:lnTo>
                    <a:pt x="704" y="619"/>
                  </a:lnTo>
                  <a:lnTo>
                    <a:pt x="895" y="593"/>
                  </a:lnTo>
                  <a:lnTo>
                    <a:pt x="1063" y="569"/>
                  </a:lnTo>
                  <a:lnTo>
                    <a:pt x="1221" y="548"/>
                  </a:lnTo>
                  <a:lnTo>
                    <a:pt x="1370" y="528"/>
                  </a:lnTo>
                  <a:lnTo>
                    <a:pt x="1548" y="505"/>
                  </a:lnTo>
                  <a:lnTo>
                    <a:pt x="1703" y="488"/>
                  </a:lnTo>
                  <a:lnTo>
                    <a:pt x="1871" y="470"/>
                  </a:lnTo>
                  <a:lnTo>
                    <a:pt x="2058" y="451"/>
                  </a:lnTo>
                  <a:lnTo>
                    <a:pt x="2233" y="436"/>
                  </a:lnTo>
                  <a:lnTo>
                    <a:pt x="2417" y="421"/>
                  </a:lnTo>
                  <a:lnTo>
                    <a:pt x="2252" y="410"/>
                  </a:lnTo>
                  <a:lnTo>
                    <a:pt x="2055" y="396"/>
                  </a:lnTo>
                  <a:lnTo>
                    <a:pt x="1845" y="381"/>
                  </a:lnTo>
                  <a:lnTo>
                    <a:pt x="1635" y="364"/>
                  </a:lnTo>
                  <a:lnTo>
                    <a:pt x="1428" y="345"/>
                  </a:lnTo>
                  <a:lnTo>
                    <a:pt x="1228" y="325"/>
                  </a:lnTo>
                  <a:lnTo>
                    <a:pt x="1008" y="299"/>
                  </a:lnTo>
                  <a:lnTo>
                    <a:pt x="753" y="263"/>
                  </a:lnTo>
                  <a:lnTo>
                    <a:pt x="562" y="234"/>
                  </a:lnTo>
                  <a:lnTo>
                    <a:pt x="381" y="202"/>
                  </a:lnTo>
                  <a:lnTo>
                    <a:pt x="229" y="171"/>
                  </a:lnTo>
                  <a:lnTo>
                    <a:pt x="0" y="115"/>
                  </a:lnTo>
                  <a:lnTo>
                    <a:pt x="0" y="0"/>
                  </a:lnTo>
                  <a:lnTo>
                    <a:pt x="177" y="40"/>
                  </a:lnTo>
                  <a:lnTo>
                    <a:pt x="397" y="81"/>
                  </a:lnTo>
                  <a:lnTo>
                    <a:pt x="594" y="118"/>
                  </a:lnTo>
                  <a:lnTo>
                    <a:pt x="791" y="152"/>
                  </a:lnTo>
                  <a:lnTo>
                    <a:pt x="1034" y="189"/>
                  </a:lnTo>
                  <a:lnTo>
                    <a:pt x="1266" y="221"/>
                  </a:lnTo>
                  <a:lnTo>
                    <a:pt x="1441" y="243"/>
                  </a:lnTo>
                  <a:lnTo>
                    <a:pt x="1667" y="267"/>
                  </a:lnTo>
                  <a:lnTo>
                    <a:pt x="1868" y="287"/>
                  </a:lnTo>
                  <a:lnTo>
                    <a:pt x="2032" y="302"/>
                  </a:lnTo>
                  <a:lnTo>
                    <a:pt x="2246" y="320"/>
                  </a:lnTo>
                  <a:lnTo>
                    <a:pt x="2414" y="332"/>
                  </a:lnTo>
                  <a:lnTo>
                    <a:pt x="2530" y="340"/>
                  </a:lnTo>
                  <a:lnTo>
                    <a:pt x="2682" y="349"/>
                  </a:lnTo>
                  <a:lnTo>
                    <a:pt x="2811" y="356"/>
                  </a:lnTo>
                  <a:lnTo>
                    <a:pt x="2811" y="298"/>
                  </a:lnTo>
                  <a:lnTo>
                    <a:pt x="3387" y="405"/>
                  </a:lnTo>
                  <a:lnTo>
                    <a:pt x="2811" y="522"/>
                  </a:lnTo>
                  <a:lnTo>
                    <a:pt x="2811" y="464"/>
                  </a:lnTo>
                  <a:lnTo>
                    <a:pt x="2711" y="469"/>
                  </a:lnTo>
                  <a:lnTo>
                    <a:pt x="2595" y="477"/>
                  </a:lnTo>
                  <a:lnTo>
                    <a:pt x="2469" y="489"/>
                  </a:lnTo>
                  <a:lnTo>
                    <a:pt x="2317" y="505"/>
                  </a:lnTo>
                  <a:lnTo>
                    <a:pt x="2162" y="522"/>
                  </a:lnTo>
                  <a:lnTo>
                    <a:pt x="2029" y="538"/>
                  </a:lnTo>
                  <a:lnTo>
                    <a:pt x="1897" y="554"/>
                  </a:lnTo>
                  <a:lnTo>
                    <a:pt x="1745" y="573"/>
                  </a:lnTo>
                  <a:lnTo>
                    <a:pt x="1622" y="589"/>
                  </a:lnTo>
                  <a:lnTo>
                    <a:pt x="1476" y="607"/>
                  </a:lnTo>
                  <a:lnTo>
                    <a:pt x="1218" y="642"/>
                  </a:lnTo>
                  <a:lnTo>
                    <a:pt x="1024" y="668"/>
                  </a:lnTo>
                  <a:lnTo>
                    <a:pt x="869" y="690"/>
                  </a:lnTo>
                  <a:lnTo>
                    <a:pt x="740" y="710"/>
                  </a:lnTo>
                  <a:lnTo>
                    <a:pt x="546" y="739"/>
                  </a:lnTo>
                  <a:lnTo>
                    <a:pt x="365" y="766"/>
                  </a:lnTo>
                  <a:lnTo>
                    <a:pt x="190" y="794"/>
                  </a:lnTo>
                  <a:lnTo>
                    <a:pt x="0" y="824"/>
                  </a:lnTo>
                </a:path>
              </a:pathLst>
            </a:custGeom>
            <a:solidFill>
              <a:srgbClr val="00FF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D0D0D"/>
                </a:solidFill>
                <a:effectLst/>
                <a:uLnTx/>
                <a:uFillTx/>
                <a:latin typeface="Figtree"/>
                <a:ea typeface="+mn-ea"/>
                <a:cs typeface="+mn-cs"/>
              </a:endParaRPr>
            </a:p>
          </p:txBody>
        </p:sp>
      </p:grpSp>
      <p:cxnSp>
        <p:nvCxnSpPr>
          <p:cNvPr id="53255" name="Straight Arrow Connector 3"/>
          <p:cNvCxnSpPr>
            <a:cxnSpLocks noChangeShapeType="1"/>
          </p:cNvCxnSpPr>
          <p:nvPr/>
        </p:nvCxnSpPr>
        <p:spPr bwMode="auto">
          <a:xfrm>
            <a:off x="4981762" y="3959223"/>
            <a:ext cx="3848100" cy="209550"/>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6" name="Slide Number Placeholder 5">
            <a:extLst>
              <a:ext uri="{FF2B5EF4-FFF2-40B4-BE49-F238E27FC236}">
                <a16:creationId xmlns:a16="http://schemas.microsoft.com/office/drawing/2014/main" id="{A49337C2-7713-FBFC-EF15-C24B05716F65}"/>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GB" noProof="0" smtClean="0"/>
              <a:pPr/>
              <a:t>84</a:t>
            </a:fld>
            <a:endParaRPr lang="en-GB" noProof="0" dirty="0"/>
          </a:p>
        </p:txBody>
      </p:sp>
    </p:spTree>
    <p:extLst>
      <p:ext uri="{BB962C8B-B14F-4D97-AF65-F5344CB8AC3E}">
        <p14:creationId xmlns:p14="http://schemas.microsoft.com/office/powerpoint/2010/main" val="342252715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3EB6C-8E2B-4C45-AD79-B7AD4A04B02C}"/>
              </a:ext>
            </a:extLst>
          </p:cNvPr>
          <p:cNvSpPr>
            <a:spLocks noGrp="1"/>
          </p:cNvSpPr>
          <p:nvPr>
            <p:ph type="ctrTitle"/>
          </p:nvPr>
        </p:nvSpPr>
        <p:spPr>
          <a:xfrm>
            <a:off x="443921" y="500194"/>
            <a:ext cx="6679721" cy="858985"/>
          </a:xfrm>
        </p:spPr>
        <p:txBody>
          <a:bodyPr>
            <a:normAutofit/>
          </a:bodyPr>
          <a:lstStyle/>
          <a:p>
            <a:r>
              <a:rPr lang="en-GB" noProof="0" dirty="0"/>
              <a:t>Quick lab 5: Forms</a:t>
            </a:r>
          </a:p>
        </p:txBody>
      </p:sp>
      <p:sp>
        <p:nvSpPr>
          <p:cNvPr id="3" name="Content Placeholder 2">
            <a:extLst>
              <a:ext uri="{FF2B5EF4-FFF2-40B4-BE49-F238E27FC236}">
                <a16:creationId xmlns:a16="http://schemas.microsoft.com/office/drawing/2014/main" id="{89563ABB-F1A8-0C4D-A107-EE47BABCCE6C}"/>
              </a:ext>
            </a:extLst>
          </p:cNvPr>
          <p:cNvSpPr>
            <a:spLocks noGrp="1"/>
          </p:cNvSpPr>
          <p:nvPr>
            <p:ph type="body" sz="quarter" idx="13"/>
          </p:nvPr>
        </p:nvSpPr>
        <p:spPr>
          <a:xfrm>
            <a:off x="443921" y="1733108"/>
            <a:ext cx="6679721" cy="4061405"/>
          </a:xfrm>
        </p:spPr>
        <p:txBody>
          <a:bodyPr lIns="91440" tIns="45720" rIns="91440" bIns="45720" anchor="t"/>
          <a:lstStyle/>
          <a:p>
            <a:r>
              <a:rPr lang="en-GB" noProof="0" dirty="0"/>
              <a:t>Create a form on your profile using different input types and in-built validation.</a:t>
            </a:r>
          </a:p>
        </p:txBody>
      </p:sp>
    </p:spTree>
    <p:extLst>
      <p:ext uri="{BB962C8B-B14F-4D97-AF65-F5344CB8AC3E}">
        <p14:creationId xmlns:p14="http://schemas.microsoft.com/office/powerpoint/2010/main" val="1628498523"/>
      </p:ext>
    </p:extLst>
  </p:cSld>
  <p:clrMapOvr>
    <a:masterClrMapping/>
  </p:clrMapOvr>
</p:sld>
</file>

<file path=ppt/theme/theme1.xml><?xml version="1.0" encoding="utf-8"?>
<a:theme xmlns:a="http://schemas.openxmlformats.org/drawingml/2006/main" name="Cover Slides - Business/Marketing">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_ILT &amp; Digital Subs_Content_template_v1.3" id="{FA396F91-9F45-45A2-8192-6260AA1BD72F}" vid="{5722997F-A978-4667-B95E-CB91761F4797}"/>
    </a:ext>
  </a:extLst>
</a:theme>
</file>

<file path=ppt/theme/theme2.xml><?xml version="1.0" encoding="utf-8"?>
<a:theme xmlns:a="http://schemas.openxmlformats.org/drawingml/2006/main" name="Intro Blu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_ILT &amp; Digital Subs_Content_template_v1.3" id="{FA396F91-9F45-45A2-8192-6260AA1BD72F}" vid="{CC5E26ED-7416-49BA-82F8-C7A082789361}"/>
    </a:ext>
  </a:extLst>
</a:theme>
</file>

<file path=ppt/theme/theme3.xml><?xml version="1.0" encoding="utf-8"?>
<a:theme xmlns:a="http://schemas.openxmlformats.org/drawingml/2006/main" name="Intro Yellow">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_ILT &amp; Digital Subs_Content_template_v1.3" id="{FA396F91-9F45-45A2-8192-6260AA1BD72F}" vid="{537F5AE3-BC86-43B9-8807-949009B3DEC6}"/>
    </a:ext>
  </a:extLst>
</a:theme>
</file>

<file path=ppt/theme/theme4.xml><?xml version="1.0" encoding="utf-8"?>
<a:theme xmlns:a="http://schemas.openxmlformats.org/drawingml/2006/main" name="Divider Slides">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_ILT &amp; Digital Subs_Content_template_v1.3" id="{FA396F91-9F45-45A2-8192-6260AA1BD72F}" vid="{5E18D2D1-A92E-4A6C-9590-ED3BAE2FD180}"/>
    </a:ext>
  </a:extLst>
</a:theme>
</file>

<file path=ppt/theme/theme5.xml><?xml version="1.0" encoding="utf-8"?>
<a:theme xmlns:a="http://schemas.openxmlformats.org/drawingml/2006/main" name="Blue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_ILT &amp; Digital Subs_Content_template_v1.3" id="{FA396F91-9F45-45A2-8192-6260AA1BD72F}" vid="{E13B6171-3284-4E17-9F6A-21DA97FA64E5}"/>
    </a:ext>
  </a:extLst>
</a:theme>
</file>

<file path=ppt/theme/theme6.xml><?xml version="1.0" encoding="utf-8"?>
<a:theme xmlns:a="http://schemas.openxmlformats.org/drawingml/2006/main" name="Yellow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_ILT &amp; Digital Subs_Content_template_v1.3" id="{FA396F91-9F45-45A2-8192-6260AA1BD72F}" vid="{EF7E6DE2-B625-44C4-8469-3926A6200EA4}"/>
    </a:ext>
  </a:extLst>
</a:theme>
</file>

<file path=ppt/theme/theme7.xml><?xml version="1.0" encoding="utf-8"?>
<a:theme xmlns:a="http://schemas.openxmlformats.org/drawingml/2006/main" name="Red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_ILT &amp; Digital Subs_Content_template_v1.3" id="{FA396F91-9F45-45A2-8192-6260AA1BD72F}" vid="{1FC96149-E324-4EB6-A0CE-742E7073FB9D}"/>
    </a:ext>
  </a:extLst>
</a:theme>
</file>

<file path=ppt/theme/theme8.xml><?xml version="1.0" encoding="utf-8"?>
<a:theme xmlns:a="http://schemas.openxmlformats.org/drawingml/2006/main" name="Purple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_ILT &amp; Digital Subs_Content_template_v1.3" id="{FA396F91-9F45-45A2-8192-6260AA1BD72F}" vid="{7C26BD62-1104-4112-873B-8688995336C0}"/>
    </a:ext>
  </a:extLst>
</a:theme>
</file>

<file path=ppt/theme/theme9.xml><?xml version="1.0" encoding="utf-8"?>
<a:theme xmlns:a="http://schemas.openxmlformats.org/drawingml/2006/main" name="Orange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_ILT &amp; Digital Subs_Content_template_v1.3" id="{FA396F91-9F45-45A2-8192-6260AA1BD72F}" vid="{104FB00C-9B73-46F6-BC68-93DAB3D0DC03}"/>
    </a:ext>
  </a:extLst>
</a:theme>
</file>

<file path=ppt/theme/theme10.xml><?xml version="1.0" encoding="utf-8"?>
<a:theme xmlns:a="http://schemas.openxmlformats.org/drawingml/2006/main" name="Green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_ILT &amp; Digital Subs_Content_template_v1.3" id="{FA396F91-9F45-45A2-8192-6260AA1BD72F}" vid="{8C59B65C-4A6F-42BC-851A-A18C1CD547F7}"/>
    </a:ext>
  </a:extLst>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74FAAA7972F9643A241C47A4640F77B" ma:contentTypeVersion="4" ma:contentTypeDescription="Create a new document." ma:contentTypeScope="" ma:versionID="48aaac1a2b1a23ffeec6ab6c97c1b7fb">
  <xsd:schema xmlns:xsd="http://www.w3.org/2001/XMLSchema" xmlns:xs="http://www.w3.org/2001/XMLSchema" xmlns:p="http://schemas.microsoft.com/office/2006/metadata/properties" xmlns:ns2="e3bcef54-3dd5-4c54-ac74-22a6c715abc5" targetNamespace="http://schemas.microsoft.com/office/2006/metadata/properties" ma:root="true" ma:fieldsID="a4e25ad5f3ebb26ea3ddc59367f35e4d" ns2:_="">
    <xsd:import namespace="e3bcef54-3dd5-4c54-ac74-22a6c715abc5"/>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3bcef54-3dd5-4c54-ac74-22a6c715abc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0CF5967-01BD-40C1-B1E3-8E6CDE2BF890}">
  <ds:schemaRefs>
    <ds:schemaRef ds:uri="http://schemas.microsoft.com/sharepoint/v3/contenttype/forms"/>
  </ds:schemaRefs>
</ds:datastoreItem>
</file>

<file path=customXml/itemProps2.xml><?xml version="1.0" encoding="utf-8"?>
<ds:datastoreItem xmlns:ds="http://schemas.openxmlformats.org/officeDocument/2006/customXml" ds:itemID="{F4CACBD3-0D8B-49B6-9CAF-41BECB59FD0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3bcef54-3dd5-4c54-ac74-22a6c715abc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AC71F1D-A98C-43DF-A986-061295C23702}">
  <ds:schemaRefs>
    <ds:schemaRef ds:uri="http://purl.org/dc/terms/"/>
    <ds:schemaRef ds:uri="9e706368-9a73-4dcc-9221-b8fc62424fbc"/>
    <ds:schemaRef ds:uri="http://purl.org/dc/elements/1.1/"/>
    <ds:schemaRef ds:uri="http://purl.org/dc/dcmitype/"/>
    <ds:schemaRef ds:uri="http://schemas.microsoft.com/office/2006/documentManagement/types"/>
    <ds:schemaRef ds:uri="http://schemas.microsoft.com/office/2006/metadata/properties"/>
    <ds:schemaRef ds:uri="http://www.w3.org/XML/1998/namespace"/>
    <ds:schemaRef ds:uri="http://schemas.microsoft.com/office/infopath/2007/PartnerControls"/>
    <ds:schemaRef ds:uri="http://schemas.openxmlformats.org/package/2006/metadata/core-properties"/>
    <ds:schemaRef ds:uri="eb7c3fc1-ccd5-477b-94a4-7b6dc96a8d59"/>
  </ds:schemaRefs>
</ds:datastoreItem>
</file>

<file path=docProps/app.xml><?xml version="1.0" encoding="utf-8"?>
<Properties xmlns="http://schemas.openxmlformats.org/officeDocument/2006/extended-properties" xmlns:vt="http://schemas.openxmlformats.org/officeDocument/2006/docPropsVTypes">
  <Template>QA_ILT &amp; Digital Subs_Content_template_v1.3</Template>
  <TotalTime>96</TotalTime>
  <Words>14694</Words>
  <Application>Microsoft Office PowerPoint</Application>
  <PresentationFormat>Widescreen</PresentationFormat>
  <Paragraphs>1239</Paragraphs>
  <Slides>85</Slides>
  <Notes>68</Notes>
  <HiddenSlides>0</HiddenSlides>
  <MMClips>0</MMClips>
  <ScaleCrop>false</ScaleCrop>
  <HeadingPairs>
    <vt:vector size="8" baseType="variant">
      <vt:variant>
        <vt:lpstr>Fonts Used</vt:lpstr>
      </vt:variant>
      <vt:variant>
        <vt:i4>9</vt:i4>
      </vt:variant>
      <vt:variant>
        <vt:lpstr>Theme</vt:lpstr>
      </vt:variant>
      <vt:variant>
        <vt:i4>10</vt:i4>
      </vt:variant>
      <vt:variant>
        <vt:lpstr>Embedded OLE Servers</vt:lpstr>
      </vt:variant>
      <vt:variant>
        <vt:i4>2</vt:i4>
      </vt:variant>
      <vt:variant>
        <vt:lpstr>Slide Titles</vt:lpstr>
      </vt:variant>
      <vt:variant>
        <vt:i4>85</vt:i4>
      </vt:variant>
    </vt:vector>
  </HeadingPairs>
  <TitlesOfParts>
    <vt:vector size="106" baseType="lpstr">
      <vt:lpstr>Arial</vt:lpstr>
      <vt:lpstr>Figtree Light</vt:lpstr>
      <vt:lpstr>Lucida Console</vt:lpstr>
      <vt:lpstr>Wingdings</vt:lpstr>
      <vt:lpstr>Figtree ExtraBold</vt:lpstr>
      <vt:lpstr>Aptos</vt:lpstr>
      <vt:lpstr>Figtree</vt:lpstr>
      <vt:lpstr>Courier New</vt:lpstr>
      <vt:lpstr>Source Code Pro</vt:lpstr>
      <vt:lpstr>Cover Slides - Business/Marketing</vt:lpstr>
      <vt:lpstr>Intro Blue</vt:lpstr>
      <vt:lpstr>Intro Yellow</vt:lpstr>
      <vt:lpstr>Divider Slides</vt:lpstr>
      <vt:lpstr>Blue Module</vt:lpstr>
      <vt:lpstr>Yellow Module</vt:lpstr>
      <vt:lpstr>Red Module</vt:lpstr>
      <vt:lpstr>Purple Module</vt:lpstr>
      <vt:lpstr>Orange Module</vt:lpstr>
      <vt:lpstr>Green Module</vt:lpstr>
      <vt:lpstr>Microsoft ClipArt Gallery</vt:lpstr>
      <vt:lpstr>Clip</vt:lpstr>
      <vt:lpstr>Web fundamentals</vt:lpstr>
      <vt:lpstr>PowerPoint Presentation</vt:lpstr>
      <vt:lpstr>How the web works</vt:lpstr>
      <vt:lpstr>How the web works</vt:lpstr>
      <vt:lpstr>Client devices</vt:lpstr>
      <vt:lpstr>Web servers</vt:lpstr>
      <vt:lpstr>Introduction to URLs</vt:lpstr>
      <vt:lpstr>URL syntax</vt:lpstr>
      <vt:lpstr>HTTP URL format</vt:lpstr>
      <vt:lpstr>Hypertext transfer protocol (HTTP)</vt:lpstr>
      <vt:lpstr>HTTP interactions</vt:lpstr>
      <vt:lpstr>HTTP client request</vt:lpstr>
      <vt:lpstr>HTTP server response</vt:lpstr>
      <vt:lpstr>MIME and HTTP</vt:lpstr>
      <vt:lpstr>Security issues</vt:lpstr>
      <vt:lpstr>Security: HTTPS</vt:lpstr>
      <vt:lpstr>Security: SSL</vt:lpstr>
      <vt:lpstr>HTML basics</vt:lpstr>
      <vt:lpstr>Basics</vt:lpstr>
      <vt:lpstr>HTML standards</vt:lpstr>
      <vt:lpstr>A simple HTML page</vt:lpstr>
      <vt:lpstr>HTML versions and DTDs</vt:lpstr>
      <vt:lpstr>Attributes of tags</vt:lpstr>
      <vt:lpstr>Comments</vt:lpstr>
      <vt:lpstr>Container tags</vt:lpstr>
      <vt:lpstr>Special characters</vt:lpstr>
      <vt:lpstr>Syntax errors and non-standard HTML</vt:lpstr>
      <vt:lpstr>Structural HTML</vt:lpstr>
      <vt:lpstr>HTML5 structural elements</vt:lpstr>
      <vt:lpstr>Headings and sectioning elements</vt:lpstr>
      <vt:lpstr>The &lt;header&gt; element</vt:lpstr>
      <vt:lpstr>The &lt;nav&gt; element</vt:lpstr>
      <vt:lpstr>The &lt;footer&gt; element</vt:lpstr>
      <vt:lpstr>The &lt;article&gt; element</vt:lpstr>
      <vt:lpstr>The &lt;aside&gt; element</vt:lpstr>
      <vt:lpstr>The &lt;section&gt; element</vt:lpstr>
      <vt:lpstr>&lt;Div&gt; is still valid: HTML5</vt:lpstr>
      <vt:lpstr>When to use what</vt:lpstr>
      <vt:lpstr>Restructuring a blog with HTML5</vt:lpstr>
      <vt:lpstr>Quick lab 1: Structural HTML</vt:lpstr>
      <vt:lpstr>Hyperlinking</vt:lpstr>
      <vt:lpstr>Hyperlinks</vt:lpstr>
      <vt:lpstr>Named anchors</vt:lpstr>
      <vt:lpstr>Relative and absolute URLs</vt:lpstr>
      <vt:lpstr>Hyperlink targeting</vt:lpstr>
      <vt:lpstr>Mailto: Links</vt:lpstr>
      <vt:lpstr>Quick lab 2: Hyperlinks</vt:lpstr>
      <vt:lpstr>Images</vt:lpstr>
      <vt:lpstr>Image file formats</vt:lpstr>
      <vt:lpstr>Inline images: The &lt;img&gt; tag</vt:lpstr>
      <vt:lpstr>Image height and width</vt:lpstr>
      <vt:lpstr>Graphical hyperlinks</vt:lpstr>
      <vt:lpstr>Thumbnail images</vt:lpstr>
      <vt:lpstr>Quick lab 3: Images</vt:lpstr>
      <vt:lpstr>Lists</vt:lpstr>
      <vt:lpstr>Lists in HTML: Ordered and unordered</vt:lpstr>
      <vt:lpstr>Lists in HTML: Description lists</vt:lpstr>
      <vt:lpstr>Tables</vt:lpstr>
      <vt:lpstr>Tables</vt:lpstr>
      <vt:lpstr>Quick lab 4: Tables</vt:lpstr>
      <vt:lpstr>Forms</vt:lpstr>
      <vt:lpstr>The &lt;form&gt; tag</vt:lpstr>
      <vt:lpstr>Text and push buttons</vt:lpstr>
      <vt:lpstr>Multi-line text input</vt:lpstr>
      <vt:lpstr>Check and radio buttons</vt:lpstr>
      <vt:lpstr>&lt;select&gt; and &lt;option&gt;</vt:lpstr>
      <vt:lpstr>HTML5 input elements</vt:lpstr>
      <vt:lpstr>Placeholder attribute</vt:lpstr>
      <vt:lpstr>Required Fields</vt:lpstr>
      <vt:lpstr>Autofocus attribute</vt:lpstr>
      <vt:lpstr>Email input type</vt:lpstr>
      <vt:lpstr>Web address input type</vt:lpstr>
      <vt:lpstr>Number input type</vt:lpstr>
      <vt:lpstr>Range input type</vt:lpstr>
      <vt:lpstr>Date input type</vt:lpstr>
      <vt:lpstr>Search input type</vt:lpstr>
      <vt:lpstr>Colour input type</vt:lpstr>
      <vt:lpstr>Pattern</vt:lpstr>
      <vt:lpstr>Datalist</vt:lpstr>
      <vt:lpstr>Form validation</vt:lpstr>
      <vt:lpstr>&lt;fieldset&gt;</vt:lpstr>
      <vt:lpstr>Submitting the form</vt:lpstr>
      <vt:lpstr>Server scripting mechanism</vt:lpstr>
      <vt:lpstr>Form security issues</vt:lpstr>
      <vt:lpstr>Quick lab 5: Forms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Feist, Ella</dc:creator>
  <cp:lastModifiedBy>Feist, Ella</cp:lastModifiedBy>
  <cp:revision>1</cp:revision>
  <dcterms:created xsi:type="dcterms:W3CDTF">2026-09-08T15:25:57Z</dcterms:created>
  <dcterms:modified xsi:type="dcterms:W3CDTF">2026-09-09T08:42:29Z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0x010100074FAAA7972F9643A241C47A4640F77B</vt:lpwstr>
  </property>
  <property fmtid="{D5CDD505-2E9C-101B-9397-08002B2CF9AE}" pid="3" name="MediaServiceImageTags">
    <vt:lpwstr/>
  </property>
</Properties>
</file>