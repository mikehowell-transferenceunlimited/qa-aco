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26" r:id="rId5"/>
    <p:sldMasterId id="2147483836" r:id="rId6"/>
    <p:sldMasterId id="2147483809" r:id="rId7"/>
    <p:sldMasterId id="2147483885" r:id="rId8"/>
  </p:sldMasterIdLst>
  <p:notesMasterIdLst>
    <p:notesMasterId r:id="rId75"/>
  </p:notesMasterIdLst>
  <p:sldIdLst>
    <p:sldId id="299" r:id="rId9"/>
    <p:sldId id="377" r:id="rId10"/>
    <p:sldId id="379" r:id="rId11"/>
    <p:sldId id="380" r:id="rId12"/>
    <p:sldId id="381" r:id="rId13"/>
    <p:sldId id="382" r:id="rId14"/>
    <p:sldId id="383" r:id="rId15"/>
    <p:sldId id="384" r:id="rId16"/>
    <p:sldId id="385" r:id="rId17"/>
    <p:sldId id="434" r:id="rId18"/>
    <p:sldId id="386" r:id="rId19"/>
    <p:sldId id="399" r:id="rId20"/>
    <p:sldId id="390" r:id="rId21"/>
    <p:sldId id="393" r:id="rId22"/>
    <p:sldId id="392" r:id="rId23"/>
    <p:sldId id="394" r:id="rId24"/>
    <p:sldId id="395" r:id="rId25"/>
    <p:sldId id="415" r:id="rId26"/>
    <p:sldId id="416" r:id="rId27"/>
    <p:sldId id="417" r:id="rId28"/>
    <p:sldId id="418" r:id="rId29"/>
    <p:sldId id="419" r:id="rId30"/>
    <p:sldId id="420" r:id="rId31"/>
    <p:sldId id="421" r:id="rId32"/>
    <p:sldId id="422" r:id="rId33"/>
    <p:sldId id="423" r:id="rId34"/>
    <p:sldId id="424" r:id="rId35"/>
    <p:sldId id="425" r:id="rId36"/>
    <p:sldId id="426" r:id="rId37"/>
    <p:sldId id="427" r:id="rId38"/>
    <p:sldId id="387" r:id="rId39"/>
    <p:sldId id="388" r:id="rId40"/>
    <p:sldId id="389" r:id="rId41"/>
    <p:sldId id="414" r:id="rId42"/>
    <p:sldId id="428" r:id="rId43"/>
    <p:sldId id="429" r:id="rId44"/>
    <p:sldId id="430" r:id="rId45"/>
    <p:sldId id="431" r:id="rId46"/>
    <p:sldId id="432" r:id="rId47"/>
    <p:sldId id="433" r:id="rId48"/>
    <p:sldId id="256" r:id="rId49"/>
    <p:sldId id="257" r:id="rId50"/>
    <p:sldId id="396" r:id="rId51"/>
    <p:sldId id="259" r:id="rId52"/>
    <p:sldId id="260" r:id="rId53"/>
    <p:sldId id="261" r:id="rId54"/>
    <p:sldId id="262" r:id="rId55"/>
    <p:sldId id="263" r:id="rId56"/>
    <p:sldId id="264" r:id="rId57"/>
    <p:sldId id="265" r:id="rId58"/>
    <p:sldId id="266" r:id="rId59"/>
    <p:sldId id="267" r:id="rId60"/>
    <p:sldId id="268" r:id="rId61"/>
    <p:sldId id="269" r:id="rId62"/>
    <p:sldId id="270" r:id="rId63"/>
    <p:sldId id="271" r:id="rId64"/>
    <p:sldId id="272" r:id="rId65"/>
    <p:sldId id="273" r:id="rId66"/>
    <p:sldId id="274" r:id="rId67"/>
    <p:sldId id="275" r:id="rId68"/>
    <p:sldId id="276" r:id="rId69"/>
    <p:sldId id="277" r:id="rId70"/>
    <p:sldId id="278" r:id="rId71"/>
    <p:sldId id="435" r:id="rId72"/>
    <p:sldId id="436" r:id="rId73"/>
    <p:sldId id="279"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Slides" id="{05C53EB9-C633-4D6D-B3BC-F573E1DB951E}">
          <p14:sldIdLst>
            <p14:sldId id="299"/>
            <p14:sldId id="377"/>
            <p14:sldId id="379"/>
            <p14:sldId id="380"/>
            <p14:sldId id="381"/>
            <p14:sldId id="382"/>
            <p14:sldId id="383"/>
            <p14:sldId id="384"/>
            <p14:sldId id="385"/>
            <p14:sldId id="434"/>
            <p14:sldId id="386"/>
            <p14:sldId id="399"/>
            <p14:sldId id="390"/>
            <p14:sldId id="393"/>
            <p14:sldId id="392"/>
            <p14:sldId id="394"/>
            <p14:sldId id="395"/>
            <p14:sldId id="415"/>
            <p14:sldId id="416"/>
            <p14:sldId id="417"/>
            <p14:sldId id="418"/>
            <p14:sldId id="419"/>
            <p14:sldId id="420"/>
            <p14:sldId id="421"/>
            <p14:sldId id="422"/>
            <p14:sldId id="423"/>
            <p14:sldId id="424"/>
            <p14:sldId id="425"/>
            <p14:sldId id="426"/>
            <p14:sldId id="427"/>
            <p14:sldId id="387"/>
            <p14:sldId id="388"/>
            <p14:sldId id="389"/>
            <p14:sldId id="414"/>
            <p14:sldId id="428"/>
            <p14:sldId id="429"/>
            <p14:sldId id="430"/>
            <p14:sldId id="431"/>
            <p14:sldId id="432"/>
            <p14:sldId id="433"/>
            <p14:sldId id="256"/>
            <p14:sldId id="257"/>
            <p14:sldId id="396"/>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435"/>
            <p14:sldId id="436"/>
            <p14:sldId id="279"/>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9BF009-A0A7-48C6-A7CB-928829E20CE6}" v="25" dt="2026-09-08T12:48:10.758"/>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47" autoAdjust="0"/>
  </p:normalViewPr>
  <p:slideViewPr>
    <p:cSldViewPr snapToGrid="0">
      <p:cViewPr>
        <p:scale>
          <a:sx n="100" d="100"/>
          <a:sy n="100" d="100"/>
        </p:scale>
        <p:origin x="954"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slide" Target="slides/slide55.xml"/><Relationship Id="rId68" Type="http://schemas.openxmlformats.org/officeDocument/2006/relationships/slide" Target="slides/slide60.xml"/><Relationship Id="rId76"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openxmlformats.org/officeDocument/2006/relationships/slide" Target="slides/slide66.xml"/><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3.xml"/><Relationship Id="rId82" Type="http://schemas.microsoft.com/office/2018/10/relationships/authors" Targe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EEEAA5E7-5892-4C22-B4B9-91834BD409A7}"/>
    <pc:docChg chg="undo redo custSel modSld">
      <pc:chgData name="Feist, Ella" userId="992bbaf2-811d-42cb-a4d6-e7fc45e325e8" providerId="ADAL" clId="{EEEAA5E7-5892-4C22-B4B9-91834BD409A7}" dt="2026-09-08T12:48:07.919" v="1307" actId="313"/>
      <pc:docMkLst>
        <pc:docMk/>
      </pc:docMkLst>
      <pc:sldChg chg="addSp delSp modSp mod modClrScheme chgLayout">
        <pc:chgData name="Feist, Ella" userId="992bbaf2-811d-42cb-a4d6-e7fc45e325e8" providerId="ADAL" clId="{EEEAA5E7-5892-4C22-B4B9-91834BD409A7}" dt="2026-09-08T12:35:21.675" v="792" actId="700"/>
        <pc:sldMkLst>
          <pc:docMk/>
          <pc:sldMk cId="2261658364" sldId="256"/>
        </pc:sldMkLst>
        <pc:spChg chg="add del mod">
          <ac:chgData name="Feist, Ella" userId="992bbaf2-811d-42cb-a4d6-e7fc45e325e8" providerId="ADAL" clId="{EEEAA5E7-5892-4C22-B4B9-91834BD409A7}" dt="2026-09-08T12:35:09.503" v="788" actId="6264"/>
          <ac:spMkLst>
            <pc:docMk/>
            <pc:sldMk cId="2261658364" sldId="256"/>
            <ac:spMk id="2" creationId="{C9D3A9B0-40EE-08F6-CFA4-DD863DE1C295}"/>
          </ac:spMkLst>
        </pc:spChg>
        <pc:spChg chg="add del mod ord">
          <ac:chgData name="Feist, Ella" userId="992bbaf2-811d-42cb-a4d6-e7fc45e325e8" providerId="ADAL" clId="{EEEAA5E7-5892-4C22-B4B9-91834BD409A7}" dt="2026-09-08T12:35:21.675" v="792" actId="700"/>
          <ac:spMkLst>
            <pc:docMk/>
            <pc:sldMk cId="2261658364" sldId="256"/>
            <ac:spMk id="3" creationId="{53C422C7-84E4-1EE1-53F1-3D2BFA502D7F}"/>
          </ac:spMkLst>
        </pc:spChg>
        <pc:spChg chg="add mod ord">
          <ac:chgData name="Feist, Ella" userId="992bbaf2-811d-42cb-a4d6-e7fc45e325e8" providerId="ADAL" clId="{EEEAA5E7-5892-4C22-B4B9-91834BD409A7}" dt="2026-09-08T12:35:21.675" v="792" actId="700"/>
          <ac:spMkLst>
            <pc:docMk/>
            <pc:sldMk cId="2261658364" sldId="256"/>
            <ac:spMk id="4" creationId="{C2A08279-63D2-2E58-E2D4-D88D7499D158}"/>
          </ac:spMkLst>
        </pc:spChg>
        <pc:spChg chg="mod ord">
          <ac:chgData name="Feist, Ella" userId="992bbaf2-811d-42cb-a4d6-e7fc45e325e8" providerId="ADAL" clId="{EEEAA5E7-5892-4C22-B4B9-91834BD409A7}" dt="2026-09-08T12:35:21.675" v="792" actId="700"/>
          <ac:spMkLst>
            <pc:docMk/>
            <pc:sldMk cId="2261658364" sldId="256"/>
            <ac:spMk id="4098" creationId="{00000000-0000-0000-0000-000000000000}"/>
          </ac:spMkLst>
        </pc:spChg>
        <pc:spChg chg="del">
          <ac:chgData name="Feist, Ella" userId="992bbaf2-811d-42cb-a4d6-e7fc45e325e8" providerId="ADAL" clId="{EEEAA5E7-5892-4C22-B4B9-91834BD409A7}" dt="2026-09-08T12:35:09.503" v="788" actId="6264"/>
          <ac:spMkLst>
            <pc:docMk/>
            <pc:sldMk cId="2261658364" sldId="256"/>
            <ac:spMk id="4099" creationId="{00000000-0000-0000-0000-000000000000}"/>
          </ac:spMkLst>
        </pc:spChg>
      </pc:sldChg>
      <pc:sldChg chg="addSp delSp modSp mod chgLayout">
        <pc:chgData name="Feist, Ella" userId="992bbaf2-811d-42cb-a4d6-e7fc45e325e8" providerId="ADAL" clId="{EEEAA5E7-5892-4C22-B4B9-91834BD409A7}" dt="2026-09-08T12:35:49.446" v="824" actId="20577"/>
        <pc:sldMkLst>
          <pc:docMk/>
          <pc:sldMk cId="4215008090" sldId="257"/>
        </pc:sldMkLst>
        <pc:spChg chg="add del mod">
          <ac:chgData name="Feist, Ella" userId="992bbaf2-811d-42cb-a4d6-e7fc45e325e8" providerId="ADAL" clId="{EEEAA5E7-5892-4C22-B4B9-91834BD409A7}" dt="2026-09-08T12:35:24.157" v="793" actId="6264"/>
          <ac:spMkLst>
            <pc:docMk/>
            <pc:sldMk cId="4215008090" sldId="257"/>
            <ac:spMk id="2" creationId="{58D28561-53CD-FF86-F8B7-E4AE1CEC336B}"/>
          </ac:spMkLst>
        </pc:spChg>
        <pc:spChg chg="del">
          <ac:chgData name="Feist, Ella" userId="992bbaf2-811d-42cb-a4d6-e7fc45e325e8" providerId="ADAL" clId="{EEEAA5E7-5892-4C22-B4B9-91834BD409A7}" dt="2026-09-08T12:27:49.417" v="610" actId="478"/>
          <ac:spMkLst>
            <pc:docMk/>
            <pc:sldMk cId="4215008090" sldId="257"/>
            <ac:spMk id="3" creationId="{48388C9B-6A2D-F787-04EB-11B8575F0CEE}"/>
          </ac:spMkLst>
        </pc:spChg>
        <pc:spChg chg="add mod">
          <ac:chgData name="Feist, Ella" userId="992bbaf2-811d-42cb-a4d6-e7fc45e325e8" providerId="ADAL" clId="{EEEAA5E7-5892-4C22-B4B9-91834BD409A7}" dt="2026-09-08T12:35:49.446" v="824" actId="20577"/>
          <ac:spMkLst>
            <pc:docMk/>
            <pc:sldMk cId="4215008090" sldId="257"/>
            <ac:spMk id="5" creationId="{14592698-1DAA-FF7A-0ED5-132ECA12D3CC}"/>
          </ac:spMkLst>
        </pc:spChg>
        <pc:spChg chg="del mod ord">
          <ac:chgData name="Feist, Ella" userId="992bbaf2-811d-42cb-a4d6-e7fc45e325e8" providerId="ADAL" clId="{EEEAA5E7-5892-4C22-B4B9-91834BD409A7}" dt="2026-09-08T12:35:27.744" v="794" actId="478"/>
          <ac:spMkLst>
            <pc:docMk/>
            <pc:sldMk cId="4215008090" sldId="257"/>
            <ac:spMk id="4099" creationId="{00000000-0000-0000-0000-000000000000}"/>
          </ac:spMkLst>
        </pc:spChg>
      </pc:sldChg>
      <pc:sldChg chg="modSp mod">
        <pc:chgData name="Feist, Ella" userId="992bbaf2-811d-42cb-a4d6-e7fc45e325e8" providerId="ADAL" clId="{EEEAA5E7-5892-4C22-B4B9-91834BD409A7}" dt="2026-09-08T12:36:55.834" v="866" actId="1035"/>
        <pc:sldMkLst>
          <pc:docMk/>
          <pc:sldMk cId="2007209376" sldId="259"/>
        </pc:sldMkLst>
        <pc:spChg chg="mod">
          <ac:chgData name="Feist, Ella" userId="992bbaf2-811d-42cb-a4d6-e7fc45e325e8" providerId="ADAL" clId="{EEEAA5E7-5892-4C22-B4B9-91834BD409A7}" dt="2026-09-08T12:36:51.354" v="860" actId="20577"/>
          <ac:spMkLst>
            <pc:docMk/>
            <pc:sldMk cId="2007209376" sldId="259"/>
            <ac:spMk id="3" creationId="{00000000-0000-0000-0000-000000000000}"/>
          </ac:spMkLst>
        </pc:spChg>
        <pc:spChg chg="mod">
          <ac:chgData name="Feist, Ella" userId="992bbaf2-811d-42cb-a4d6-e7fc45e325e8" providerId="ADAL" clId="{EEEAA5E7-5892-4C22-B4B9-91834BD409A7}" dt="2026-09-08T12:36:55.834" v="866" actId="1035"/>
          <ac:spMkLst>
            <pc:docMk/>
            <pc:sldMk cId="2007209376" sldId="259"/>
            <ac:spMk id="4" creationId="{00000000-0000-0000-0000-000000000000}"/>
          </ac:spMkLst>
        </pc:spChg>
        <pc:spChg chg="mod">
          <ac:chgData name="Feist, Ella" userId="992bbaf2-811d-42cb-a4d6-e7fc45e325e8" providerId="ADAL" clId="{EEEAA5E7-5892-4C22-B4B9-91834BD409A7}" dt="2026-09-08T12:36:55.834" v="866" actId="1035"/>
          <ac:spMkLst>
            <pc:docMk/>
            <pc:sldMk cId="2007209376" sldId="259"/>
            <ac:spMk id="8" creationId="{65E15201-72F1-4692-9E44-9377FE6C3ED8}"/>
          </ac:spMkLst>
        </pc:spChg>
      </pc:sldChg>
      <pc:sldChg chg="modSp mod">
        <pc:chgData name="Feist, Ella" userId="992bbaf2-811d-42cb-a4d6-e7fc45e325e8" providerId="ADAL" clId="{EEEAA5E7-5892-4C22-B4B9-91834BD409A7}" dt="2026-09-08T12:37:15.040" v="878" actId="1035"/>
        <pc:sldMkLst>
          <pc:docMk/>
          <pc:sldMk cId="681395157" sldId="261"/>
        </pc:sldMkLst>
        <pc:spChg chg="mod">
          <ac:chgData name="Feist, Ella" userId="992bbaf2-811d-42cb-a4d6-e7fc45e325e8" providerId="ADAL" clId="{EEEAA5E7-5892-4C22-B4B9-91834BD409A7}" dt="2026-09-08T12:37:11.218" v="868" actId="14100"/>
          <ac:spMkLst>
            <pc:docMk/>
            <pc:sldMk cId="681395157" sldId="261"/>
            <ac:spMk id="7171" creationId="{00000000-0000-0000-0000-000000000000}"/>
          </ac:spMkLst>
        </pc:spChg>
        <pc:spChg chg="mod">
          <ac:chgData name="Feist, Ella" userId="992bbaf2-811d-42cb-a4d6-e7fc45e325e8" providerId="ADAL" clId="{EEEAA5E7-5892-4C22-B4B9-91834BD409A7}" dt="2026-09-08T12:37:15.040" v="878" actId="1035"/>
          <ac:spMkLst>
            <pc:docMk/>
            <pc:sldMk cId="681395157" sldId="261"/>
            <ac:spMk id="7172" creationId="{00000000-0000-0000-0000-000000000000}"/>
          </ac:spMkLst>
        </pc:spChg>
        <pc:spChg chg="mod">
          <ac:chgData name="Feist, Ella" userId="992bbaf2-811d-42cb-a4d6-e7fc45e325e8" providerId="ADAL" clId="{EEEAA5E7-5892-4C22-B4B9-91834BD409A7}" dt="2026-09-08T12:37:15.040" v="878" actId="1035"/>
          <ac:spMkLst>
            <pc:docMk/>
            <pc:sldMk cId="681395157" sldId="261"/>
            <ac:spMk id="7173" creationId="{00000000-0000-0000-0000-000000000000}"/>
          </ac:spMkLst>
        </pc:spChg>
      </pc:sldChg>
      <pc:sldChg chg="modSp mod modClrScheme chgLayout">
        <pc:chgData name="Feist, Ella" userId="992bbaf2-811d-42cb-a4d6-e7fc45e325e8" providerId="ADAL" clId="{EEEAA5E7-5892-4C22-B4B9-91834BD409A7}" dt="2026-09-08T12:38:15.531" v="901" actId="1036"/>
        <pc:sldMkLst>
          <pc:docMk/>
          <pc:sldMk cId="3867154300" sldId="262"/>
        </pc:sldMkLst>
        <pc:spChg chg="mod ord">
          <ac:chgData name="Feist, Ella" userId="992bbaf2-811d-42cb-a4d6-e7fc45e325e8" providerId="ADAL" clId="{EEEAA5E7-5892-4C22-B4B9-91834BD409A7}" dt="2026-09-08T12:37:42.152" v="892" actId="700"/>
          <ac:spMkLst>
            <pc:docMk/>
            <pc:sldMk cId="3867154300" sldId="262"/>
            <ac:spMk id="2" creationId="{034094A3-BC9B-5E6B-1E34-F33C362D0C88}"/>
          </ac:spMkLst>
        </pc:spChg>
        <pc:spChg chg="mod ord">
          <ac:chgData name="Feist, Ella" userId="992bbaf2-811d-42cb-a4d6-e7fc45e325e8" providerId="ADAL" clId="{EEEAA5E7-5892-4C22-B4B9-91834BD409A7}" dt="2026-09-08T12:37:42.152" v="892" actId="700"/>
          <ac:spMkLst>
            <pc:docMk/>
            <pc:sldMk cId="3867154300" sldId="262"/>
            <ac:spMk id="8194" creationId="{00000000-0000-0000-0000-000000000000}"/>
          </ac:spMkLst>
        </pc:spChg>
        <pc:spChg chg="mod ord">
          <ac:chgData name="Feist, Ella" userId="992bbaf2-811d-42cb-a4d6-e7fc45e325e8" providerId="ADAL" clId="{EEEAA5E7-5892-4C22-B4B9-91834BD409A7}" dt="2026-09-08T12:38:15.531" v="901" actId="1036"/>
          <ac:spMkLst>
            <pc:docMk/>
            <pc:sldMk cId="3867154300" sldId="262"/>
            <ac:spMk id="8195" creationId="{00000000-0000-0000-0000-000000000000}"/>
          </ac:spMkLst>
        </pc:spChg>
        <pc:spChg chg="mod">
          <ac:chgData name="Feist, Ella" userId="992bbaf2-811d-42cb-a4d6-e7fc45e325e8" providerId="ADAL" clId="{EEEAA5E7-5892-4C22-B4B9-91834BD409A7}" dt="2026-09-08T12:38:07.278" v="894" actId="1076"/>
          <ac:spMkLst>
            <pc:docMk/>
            <pc:sldMk cId="3867154300" sldId="262"/>
            <ac:spMk id="8204" creationId="{00000000-0000-0000-0000-000000000000}"/>
          </ac:spMkLst>
        </pc:spChg>
        <pc:spChg chg="mod">
          <ac:chgData name="Feist, Ella" userId="992bbaf2-811d-42cb-a4d6-e7fc45e325e8" providerId="ADAL" clId="{EEEAA5E7-5892-4C22-B4B9-91834BD409A7}" dt="2026-09-08T12:38:07.278" v="894" actId="1076"/>
          <ac:spMkLst>
            <pc:docMk/>
            <pc:sldMk cId="3867154300" sldId="262"/>
            <ac:spMk id="8205" creationId="{00000000-0000-0000-0000-000000000000}"/>
          </ac:spMkLst>
        </pc:spChg>
      </pc:sldChg>
      <pc:sldChg chg="modSp mod">
        <pc:chgData name="Feist, Ella" userId="992bbaf2-811d-42cb-a4d6-e7fc45e325e8" providerId="ADAL" clId="{EEEAA5E7-5892-4C22-B4B9-91834BD409A7}" dt="2026-09-08T12:38:33.258" v="906" actId="20577"/>
        <pc:sldMkLst>
          <pc:docMk/>
          <pc:sldMk cId="2196620047" sldId="264"/>
        </pc:sldMkLst>
        <pc:spChg chg="mod">
          <ac:chgData name="Feist, Ella" userId="992bbaf2-811d-42cb-a4d6-e7fc45e325e8" providerId="ADAL" clId="{EEEAA5E7-5892-4C22-B4B9-91834BD409A7}" dt="2026-09-08T12:38:26.575" v="904" actId="20577"/>
          <ac:spMkLst>
            <pc:docMk/>
            <pc:sldMk cId="2196620047" sldId="264"/>
            <ac:spMk id="3" creationId="{55B6709B-DE73-66A6-AE05-37A76C0B3038}"/>
          </ac:spMkLst>
        </pc:spChg>
        <pc:spChg chg="mod">
          <ac:chgData name="Feist, Ella" userId="992bbaf2-811d-42cb-a4d6-e7fc45e325e8" providerId="ADAL" clId="{EEEAA5E7-5892-4C22-B4B9-91834BD409A7}" dt="2026-09-08T12:38:30.615" v="905" actId="20577"/>
          <ac:spMkLst>
            <pc:docMk/>
            <pc:sldMk cId="2196620047" sldId="264"/>
            <ac:spMk id="4" creationId="{3F58D24F-E0A5-40A6-D3A2-080E8CA3AE3D}"/>
          </ac:spMkLst>
        </pc:spChg>
        <pc:spChg chg="mod">
          <ac:chgData name="Feist, Ella" userId="992bbaf2-811d-42cb-a4d6-e7fc45e325e8" providerId="ADAL" clId="{EEEAA5E7-5892-4C22-B4B9-91834BD409A7}" dt="2026-09-08T12:38:33.258" v="906" actId="20577"/>
          <ac:spMkLst>
            <pc:docMk/>
            <pc:sldMk cId="2196620047" sldId="264"/>
            <ac:spMk id="10" creationId="{45FFBCDF-C62E-C475-2F4C-D3E79306CC85}"/>
          </ac:spMkLst>
        </pc:spChg>
      </pc:sldChg>
      <pc:sldChg chg="addSp delSp modSp mod chgLayout">
        <pc:chgData name="Feist, Ella" userId="992bbaf2-811d-42cb-a4d6-e7fc45e325e8" providerId="ADAL" clId="{EEEAA5E7-5892-4C22-B4B9-91834BD409A7}" dt="2026-09-08T12:39:26.760" v="975" actId="6549"/>
        <pc:sldMkLst>
          <pc:docMk/>
          <pc:sldMk cId="3971266129" sldId="265"/>
        </pc:sldMkLst>
        <pc:spChg chg="mod ord">
          <ac:chgData name="Feist, Ella" userId="992bbaf2-811d-42cb-a4d6-e7fc45e325e8" providerId="ADAL" clId="{EEEAA5E7-5892-4C22-B4B9-91834BD409A7}" dt="2026-09-08T12:38:51.750" v="929" actId="6264"/>
          <ac:spMkLst>
            <pc:docMk/>
            <pc:sldMk cId="3971266129" sldId="265"/>
            <ac:spMk id="2" creationId="{35910D92-1ED3-A362-741A-156CD06EBF2A}"/>
          </ac:spMkLst>
        </pc:spChg>
        <pc:spChg chg="add del mod">
          <ac:chgData name="Feist, Ella" userId="992bbaf2-811d-42cb-a4d6-e7fc45e325e8" providerId="ADAL" clId="{EEEAA5E7-5892-4C22-B4B9-91834BD409A7}" dt="2026-09-08T12:38:41.052" v="907" actId="6264"/>
          <ac:spMkLst>
            <pc:docMk/>
            <pc:sldMk cId="3971266129" sldId="265"/>
            <ac:spMk id="3" creationId="{4C0C3196-581B-7A6E-9C3F-6C52F6ABBFFF}"/>
          </ac:spMkLst>
        </pc:spChg>
        <pc:spChg chg="add del mod">
          <ac:chgData name="Feist, Ella" userId="992bbaf2-811d-42cb-a4d6-e7fc45e325e8" providerId="ADAL" clId="{EEEAA5E7-5892-4C22-B4B9-91834BD409A7}" dt="2026-09-08T12:38:41.052" v="907" actId="6264"/>
          <ac:spMkLst>
            <pc:docMk/>
            <pc:sldMk cId="3971266129" sldId="265"/>
            <ac:spMk id="4" creationId="{31F911CD-13DD-6336-AE4E-D08DF8D46FF7}"/>
          </ac:spMkLst>
        </pc:spChg>
        <pc:spChg chg="add del mod">
          <ac:chgData name="Feist, Ella" userId="992bbaf2-811d-42cb-a4d6-e7fc45e325e8" providerId="ADAL" clId="{EEEAA5E7-5892-4C22-B4B9-91834BD409A7}" dt="2026-09-08T12:38:41.052" v="907" actId="6264"/>
          <ac:spMkLst>
            <pc:docMk/>
            <pc:sldMk cId="3971266129" sldId="265"/>
            <ac:spMk id="5" creationId="{648A878A-8BB7-1457-62DA-DB078A9B874E}"/>
          </ac:spMkLst>
        </pc:spChg>
        <pc:spChg chg="add del mod">
          <ac:chgData name="Feist, Ella" userId="992bbaf2-811d-42cb-a4d6-e7fc45e325e8" providerId="ADAL" clId="{EEEAA5E7-5892-4C22-B4B9-91834BD409A7}" dt="2026-09-08T12:38:51.750" v="929" actId="6264"/>
          <ac:spMkLst>
            <pc:docMk/>
            <pc:sldMk cId="3971266129" sldId="265"/>
            <ac:spMk id="6" creationId="{A1D53D87-FF19-3C8B-D385-E2EBD5F22EDC}"/>
          </ac:spMkLst>
        </pc:spChg>
        <pc:spChg chg="add del mod">
          <ac:chgData name="Feist, Ella" userId="992bbaf2-811d-42cb-a4d6-e7fc45e325e8" providerId="ADAL" clId="{EEEAA5E7-5892-4C22-B4B9-91834BD409A7}" dt="2026-09-08T12:38:51.750" v="929" actId="6264"/>
          <ac:spMkLst>
            <pc:docMk/>
            <pc:sldMk cId="3971266129" sldId="265"/>
            <ac:spMk id="7" creationId="{06D1EF1C-890A-915F-3C63-2D29E82F5471}"/>
          </ac:spMkLst>
        </pc:spChg>
        <pc:spChg chg="add del mod">
          <ac:chgData name="Feist, Ella" userId="992bbaf2-811d-42cb-a4d6-e7fc45e325e8" providerId="ADAL" clId="{EEEAA5E7-5892-4C22-B4B9-91834BD409A7}" dt="2026-09-08T12:38:51.750" v="929" actId="6264"/>
          <ac:spMkLst>
            <pc:docMk/>
            <pc:sldMk cId="3971266129" sldId="265"/>
            <ac:spMk id="8" creationId="{F659C2F9-5C8C-68AF-D2CA-443BE8349AD0}"/>
          </ac:spMkLst>
        </pc:spChg>
        <pc:spChg chg="mod ord">
          <ac:chgData name="Feist, Ella" userId="992bbaf2-811d-42cb-a4d6-e7fc45e325e8" providerId="ADAL" clId="{EEEAA5E7-5892-4C22-B4B9-91834BD409A7}" dt="2026-09-08T12:38:51.750" v="929" actId="6264"/>
          <ac:spMkLst>
            <pc:docMk/>
            <pc:sldMk cId="3971266129" sldId="265"/>
            <ac:spMk id="11266" creationId="{00000000-0000-0000-0000-000000000000}"/>
          </ac:spMkLst>
        </pc:spChg>
        <pc:spChg chg="mod ord">
          <ac:chgData name="Feist, Ella" userId="992bbaf2-811d-42cb-a4d6-e7fc45e325e8" providerId="ADAL" clId="{EEEAA5E7-5892-4C22-B4B9-91834BD409A7}" dt="2026-09-08T12:39:26.760" v="975" actId="6549"/>
          <ac:spMkLst>
            <pc:docMk/>
            <pc:sldMk cId="3971266129" sldId="265"/>
            <ac:spMk id="11267" creationId="{00000000-0000-0000-0000-000000000000}"/>
          </ac:spMkLst>
        </pc:spChg>
        <pc:spChg chg="mod">
          <ac:chgData name="Feist, Ella" userId="992bbaf2-811d-42cb-a4d6-e7fc45e325e8" providerId="ADAL" clId="{EEEAA5E7-5892-4C22-B4B9-91834BD409A7}" dt="2026-09-08T12:39:15.496" v="967" actId="1036"/>
          <ac:spMkLst>
            <pc:docMk/>
            <pc:sldMk cId="3971266129" sldId="265"/>
            <ac:spMk id="11268" creationId="{00000000-0000-0000-0000-000000000000}"/>
          </ac:spMkLst>
        </pc:spChg>
        <pc:spChg chg="mod">
          <ac:chgData name="Feist, Ella" userId="992bbaf2-811d-42cb-a4d6-e7fc45e325e8" providerId="ADAL" clId="{EEEAA5E7-5892-4C22-B4B9-91834BD409A7}" dt="2026-09-08T12:39:15.496" v="967" actId="1036"/>
          <ac:spMkLst>
            <pc:docMk/>
            <pc:sldMk cId="3971266129" sldId="265"/>
            <ac:spMk id="11269" creationId="{00000000-0000-0000-0000-000000000000}"/>
          </ac:spMkLst>
        </pc:spChg>
      </pc:sldChg>
      <pc:sldChg chg="modSp mod">
        <pc:chgData name="Feist, Ella" userId="992bbaf2-811d-42cb-a4d6-e7fc45e325e8" providerId="ADAL" clId="{EEEAA5E7-5892-4C22-B4B9-91834BD409A7}" dt="2026-09-08T12:39:54.974" v="1004" actId="1036"/>
        <pc:sldMkLst>
          <pc:docMk/>
          <pc:sldMk cId="1732963095" sldId="266"/>
        </pc:sldMkLst>
        <pc:spChg chg="mod">
          <ac:chgData name="Feist, Ella" userId="992bbaf2-811d-42cb-a4d6-e7fc45e325e8" providerId="ADAL" clId="{EEEAA5E7-5892-4C22-B4B9-91834BD409A7}" dt="2026-09-08T12:39:44.170" v="978" actId="948"/>
          <ac:spMkLst>
            <pc:docMk/>
            <pc:sldMk cId="1732963095" sldId="266"/>
            <ac:spMk id="12291" creationId="{00000000-0000-0000-0000-000000000000}"/>
          </ac:spMkLst>
        </pc:spChg>
        <pc:spChg chg="mod">
          <ac:chgData name="Feist, Ella" userId="992bbaf2-811d-42cb-a4d6-e7fc45e325e8" providerId="ADAL" clId="{EEEAA5E7-5892-4C22-B4B9-91834BD409A7}" dt="2026-09-08T12:39:54.974" v="1004" actId="1036"/>
          <ac:spMkLst>
            <pc:docMk/>
            <pc:sldMk cId="1732963095" sldId="266"/>
            <ac:spMk id="12292" creationId="{00000000-0000-0000-0000-000000000000}"/>
          </ac:spMkLst>
        </pc:spChg>
        <pc:spChg chg="mod">
          <ac:chgData name="Feist, Ella" userId="992bbaf2-811d-42cb-a4d6-e7fc45e325e8" providerId="ADAL" clId="{EEEAA5E7-5892-4C22-B4B9-91834BD409A7}" dt="2026-09-08T12:39:50.928" v="994" actId="1036"/>
          <ac:spMkLst>
            <pc:docMk/>
            <pc:sldMk cId="1732963095" sldId="266"/>
            <ac:spMk id="12293" creationId="{00000000-0000-0000-0000-000000000000}"/>
          </ac:spMkLst>
        </pc:spChg>
        <pc:spChg chg="mod">
          <ac:chgData name="Feist, Ella" userId="992bbaf2-811d-42cb-a4d6-e7fc45e325e8" providerId="ADAL" clId="{EEEAA5E7-5892-4C22-B4B9-91834BD409A7}" dt="2026-09-08T12:39:54.974" v="1004" actId="1036"/>
          <ac:spMkLst>
            <pc:docMk/>
            <pc:sldMk cId="1732963095" sldId="266"/>
            <ac:spMk id="12294" creationId="{00000000-0000-0000-0000-000000000000}"/>
          </ac:spMkLst>
        </pc:spChg>
        <pc:spChg chg="mod">
          <ac:chgData name="Feist, Ella" userId="992bbaf2-811d-42cb-a4d6-e7fc45e325e8" providerId="ADAL" clId="{EEEAA5E7-5892-4C22-B4B9-91834BD409A7}" dt="2026-09-08T12:39:50.928" v="994" actId="1036"/>
          <ac:spMkLst>
            <pc:docMk/>
            <pc:sldMk cId="1732963095" sldId="266"/>
            <ac:spMk id="12295" creationId="{00000000-0000-0000-0000-000000000000}"/>
          </ac:spMkLst>
        </pc:spChg>
      </pc:sldChg>
      <pc:sldChg chg="modSp mod">
        <pc:chgData name="Feist, Ella" userId="992bbaf2-811d-42cb-a4d6-e7fc45e325e8" providerId="ADAL" clId="{EEEAA5E7-5892-4C22-B4B9-91834BD409A7}" dt="2026-09-08T12:41:08.726" v="1041" actId="20577"/>
        <pc:sldMkLst>
          <pc:docMk/>
          <pc:sldMk cId="1385173567" sldId="267"/>
        </pc:sldMkLst>
        <pc:spChg chg="mod">
          <ac:chgData name="Feist, Ella" userId="992bbaf2-811d-42cb-a4d6-e7fc45e325e8" providerId="ADAL" clId="{EEEAA5E7-5892-4C22-B4B9-91834BD409A7}" dt="2026-09-08T12:41:08.726" v="1041" actId="20577"/>
          <ac:spMkLst>
            <pc:docMk/>
            <pc:sldMk cId="1385173567" sldId="267"/>
            <ac:spMk id="13315" creationId="{00000000-0000-0000-0000-000000000000}"/>
          </ac:spMkLst>
        </pc:spChg>
        <pc:spChg chg="mod">
          <ac:chgData name="Feist, Ella" userId="992bbaf2-811d-42cb-a4d6-e7fc45e325e8" providerId="ADAL" clId="{EEEAA5E7-5892-4C22-B4B9-91834BD409A7}" dt="2026-09-08T12:40:51.201" v="1030" actId="1076"/>
          <ac:spMkLst>
            <pc:docMk/>
            <pc:sldMk cId="1385173567" sldId="267"/>
            <ac:spMk id="13316" creationId="{00000000-0000-0000-0000-000000000000}"/>
          </ac:spMkLst>
        </pc:spChg>
        <pc:spChg chg="mod">
          <ac:chgData name="Feist, Ella" userId="992bbaf2-811d-42cb-a4d6-e7fc45e325e8" providerId="ADAL" clId="{EEEAA5E7-5892-4C22-B4B9-91834BD409A7}" dt="2026-09-08T12:40:51.201" v="1030" actId="1076"/>
          <ac:spMkLst>
            <pc:docMk/>
            <pc:sldMk cId="1385173567" sldId="267"/>
            <ac:spMk id="13317" creationId="{00000000-0000-0000-0000-000000000000}"/>
          </ac:spMkLst>
        </pc:spChg>
        <pc:spChg chg="mod">
          <ac:chgData name="Feist, Ella" userId="992bbaf2-811d-42cb-a4d6-e7fc45e325e8" providerId="ADAL" clId="{EEEAA5E7-5892-4C22-B4B9-91834BD409A7}" dt="2026-09-08T12:40:51.201" v="1030" actId="1076"/>
          <ac:spMkLst>
            <pc:docMk/>
            <pc:sldMk cId="1385173567" sldId="267"/>
            <ac:spMk id="13318" creationId="{00000000-0000-0000-0000-000000000000}"/>
          </ac:spMkLst>
        </pc:spChg>
        <pc:spChg chg="mod">
          <ac:chgData name="Feist, Ella" userId="992bbaf2-811d-42cb-a4d6-e7fc45e325e8" providerId="ADAL" clId="{EEEAA5E7-5892-4C22-B4B9-91834BD409A7}" dt="2026-09-08T12:40:51.201" v="1030" actId="1076"/>
          <ac:spMkLst>
            <pc:docMk/>
            <pc:sldMk cId="1385173567" sldId="267"/>
            <ac:spMk id="13319" creationId="{00000000-0000-0000-0000-000000000000}"/>
          </ac:spMkLst>
        </pc:spChg>
      </pc:sldChg>
      <pc:sldChg chg="modSp mod">
        <pc:chgData name="Feist, Ella" userId="992bbaf2-811d-42cb-a4d6-e7fc45e325e8" providerId="ADAL" clId="{EEEAA5E7-5892-4C22-B4B9-91834BD409A7}" dt="2026-09-08T12:41:31.439" v="1051" actId="20577"/>
        <pc:sldMkLst>
          <pc:docMk/>
          <pc:sldMk cId="1956040698" sldId="268"/>
        </pc:sldMkLst>
        <pc:spChg chg="mod">
          <ac:chgData name="Feist, Ella" userId="992bbaf2-811d-42cb-a4d6-e7fc45e325e8" providerId="ADAL" clId="{EEEAA5E7-5892-4C22-B4B9-91834BD409A7}" dt="2026-09-08T12:41:27.374" v="1046" actId="1076"/>
          <ac:spMkLst>
            <pc:docMk/>
            <pc:sldMk cId="1956040698" sldId="268"/>
            <ac:spMk id="14343" creationId="{00000000-0000-0000-0000-000000000000}"/>
          </ac:spMkLst>
        </pc:spChg>
        <pc:spChg chg="mod">
          <ac:chgData name="Feist, Ella" userId="992bbaf2-811d-42cb-a4d6-e7fc45e325e8" providerId="ADAL" clId="{EEEAA5E7-5892-4C22-B4B9-91834BD409A7}" dt="2026-09-08T12:41:27.374" v="1046" actId="1076"/>
          <ac:spMkLst>
            <pc:docMk/>
            <pc:sldMk cId="1956040698" sldId="268"/>
            <ac:spMk id="14344" creationId="{00000000-0000-0000-0000-000000000000}"/>
          </ac:spMkLst>
        </pc:spChg>
        <pc:graphicFrameChg chg="mod modGraphic">
          <ac:chgData name="Feist, Ella" userId="992bbaf2-811d-42cb-a4d6-e7fc45e325e8" providerId="ADAL" clId="{EEEAA5E7-5892-4C22-B4B9-91834BD409A7}" dt="2026-09-08T12:41:31.439" v="1051" actId="20577"/>
          <ac:graphicFrameMkLst>
            <pc:docMk/>
            <pc:sldMk cId="1956040698" sldId="268"/>
            <ac:graphicFrameMk id="3" creationId="{921881B6-CD96-81D0-D468-40D16EC09DED}"/>
          </ac:graphicFrameMkLst>
        </pc:graphicFrameChg>
      </pc:sldChg>
      <pc:sldChg chg="addSp delSp modSp mod">
        <pc:chgData name="Feist, Ella" userId="992bbaf2-811d-42cb-a4d6-e7fc45e325e8" providerId="ADAL" clId="{EEEAA5E7-5892-4C22-B4B9-91834BD409A7}" dt="2026-09-08T12:42:04.836" v="1075" actId="20577"/>
        <pc:sldMkLst>
          <pc:docMk/>
          <pc:sldMk cId="2953509733" sldId="269"/>
        </pc:sldMkLst>
        <pc:spChg chg="del">
          <ac:chgData name="Feist, Ella" userId="992bbaf2-811d-42cb-a4d6-e7fc45e325e8" providerId="ADAL" clId="{EEEAA5E7-5892-4C22-B4B9-91834BD409A7}" dt="2026-09-08T12:41:38.941" v="1053" actId="478"/>
          <ac:spMkLst>
            <pc:docMk/>
            <pc:sldMk cId="2953509733" sldId="269"/>
            <ac:spMk id="2" creationId="{6CD4D501-7282-31CB-D7E3-18883E784F01}"/>
          </ac:spMkLst>
        </pc:spChg>
        <pc:spChg chg="del">
          <ac:chgData name="Feist, Ella" userId="992bbaf2-811d-42cb-a4d6-e7fc45e325e8" providerId="ADAL" clId="{EEEAA5E7-5892-4C22-B4B9-91834BD409A7}" dt="2026-09-08T12:27:56.395" v="611" actId="478"/>
          <ac:spMkLst>
            <pc:docMk/>
            <pc:sldMk cId="2953509733" sldId="269"/>
            <ac:spMk id="4" creationId="{68A1B052-C5CF-785C-BB54-06FB976ECB42}"/>
          </ac:spMkLst>
        </pc:spChg>
        <pc:spChg chg="mod">
          <ac:chgData name="Feist, Ella" userId="992bbaf2-811d-42cb-a4d6-e7fc45e325e8" providerId="ADAL" clId="{EEEAA5E7-5892-4C22-B4B9-91834BD409A7}" dt="2026-09-08T12:41:36.004" v="1052" actId="20577"/>
          <ac:spMkLst>
            <pc:docMk/>
            <pc:sldMk cId="2953509733" sldId="269"/>
            <ac:spMk id="5" creationId="{6CC1E94F-DD74-9969-847C-0F4F289BEC07}"/>
          </ac:spMkLst>
        </pc:spChg>
        <pc:spChg chg="add mod">
          <ac:chgData name="Feist, Ella" userId="992bbaf2-811d-42cb-a4d6-e7fc45e325e8" providerId="ADAL" clId="{EEEAA5E7-5892-4C22-B4B9-91834BD409A7}" dt="2026-09-08T12:27:57.136" v="612"/>
          <ac:spMkLst>
            <pc:docMk/>
            <pc:sldMk cId="2953509733" sldId="269"/>
            <ac:spMk id="6" creationId="{7169387F-DB0A-6A15-EFC4-7C712D5808B9}"/>
          </ac:spMkLst>
        </pc:spChg>
        <pc:graphicFrameChg chg="mod modGraphic">
          <ac:chgData name="Feist, Ella" userId="992bbaf2-811d-42cb-a4d6-e7fc45e325e8" providerId="ADAL" clId="{EEEAA5E7-5892-4C22-B4B9-91834BD409A7}" dt="2026-09-08T12:42:04.836" v="1075" actId="20577"/>
          <ac:graphicFrameMkLst>
            <pc:docMk/>
            <pc:sldMk cId="2953509733" sldId="269"/>
            <ac:graphicFrameMk id="3" creationId="{4C814A35-6572-A416-14A7-6613415A17D5}"/>
          </ac:graphicFrameMkLst>
        </pc:graphicFrameChg>
      </pc:sldChg>
      <pc:sldChg chg="modSp mod modClrScheme chgLayout">
        <pc:chgData name="Feist, Ella" userId="992bbaf2-811d-42cb-a4d6-e7fc45e325e8" providerId="ADAL" clId="{EEEAA5E7-5892-4C22-B4B9-91834BD409A7}" dt="2026-09-08T12:42:21.305" v="1079" actId="1076"/>
        <pc:sldMkLst>
          <pc:docMk/>
          <pc:sldMk cId="3704741028" sldId="270"/>
        </pc:sldMkLst>
        <pc:spChg chg="mod ord">
          <ac:chgData name="Feist, Ella" userId="992bbaf2-811d-42cb-a4d6-e7fc45e325e8" providerId="ADAL" clId="{EEEAA5E7-5892-4C22-B4B9-91834BD409A7}" dt="2026-09-08T12:42:11.205" v="1076" actId="700"/>
          <ac:spMkLst>
            <pc:docMk/>
            <pc:sldMk cId="3704741028" sldId="270"/>
            <ac:spMk id="2" creationId="{23BBC375-44D5-5B15-28D5-A580CA9CFFDB}"/>
          </ac:spMkLst>
        </pc:spChg>
        <pc:spChg chg="mod ord">
          <ac:chgData name="Feist, Ella" userId="992bbaf2-811d-42cb-a4d6-e7fc45e325e8" providerId="ADAL" clId="{EEEAA5E7-5892-4C22-B4B9-91834BD409A7}" dt="2026-09-08T12:42:11.205" v="1076" actId="700"/>
          <ac:spMkLst>
            <pc:docMk/>
            <pc:sldMk cId="3704741028" sldId="270"/>
            <ac:spMk id="16386" creationId="{00000000-0000-0000-0000-000000000000}"/>
          </ac:spMkLst>
        </pc:spChg>
        <pc:spChg chg="mod ord">
          <ac:chgData name="Feist, Ella" userId="992bbaf2-811d-42cb-a4d6-e7fc45e325e8" providerId="ADAL" clId="{EEEAA5E7-5892-4C22-B4B9-91834BD409A7}" dt="2026-09-08T12:42:15.295" v="1078" actId="114"/>
          <ac:spMkLst>
            <pc:docMk/>
            <pc:sldMk cId="3704741028" sldId="270"/>
            <ac:spMk id="16387" creationId="{00000000-0000-0000-0000-000000000000}"/>
          </ac:spMkLst>
        </pc:spChg>
        <pc:spChg chg="mod">
          <ac:chgData name="Feist, Ella" userId="992bbaf2-811d-42cb-a4d6-e7fc45e325e8" providerId="ADAL" clId="{EEEAA5E7-5892-4C22-B4B9-91834BD409A7}" dt="2026-09-08T12:42:21.305" v="1079" actId="1076"/>
          <ac:spMkLst>
            <pc:docMk/>
            <pc:sldMk cId="3704741028" sldId="270"/>
            <ac:spMk id="16388" creationId="{00000000-0000-0000-0000-000000000000}"/>
          </ac:spMkLst>
        </pc:spChg>
        <pc:spChg chg="mod">
          <ac:chgData name="Feist, Ella" userId="992bbaf2-811d-42cb-a4d6-e7fc45e325e8" providerId="ADAL" clId="{EEEAA5E7-5892-4C22-B4B9-91834BD409A7}" dt="2026-09-08T12:42:21.305" v="1079" actId="1076"/>
          <ac:spMkLst>
            <pc:docMk/>
            <pc:sldMk cId="3704741028" sldId="270"/>
            <ac:spMk id="16389" creationId="{00000000-0000-0000-0000-000000000000}"/>
          </ac:spMkLst>
        </pc:spChg>
      </pc:sldChg>
      <pc:sldChg chg="modSp mod">
        <pc:chgData name="Feist, Ella" userId="992bbaf2-811d-42cb-a4d6-e7fc45e325e8" providerId="ADAL" clId="{EEEAA5E7-5892-4C22-B4B9-91834BD409A7}" dt="2026-09-08T12:42:46.991" v="1098" actId="12385"/>
        <pc:sldMkLst>
          <pc:docMk/>
          <pc:sldMk cId="1778653565" sldId="271"/>
        </pc:sldMkLst>
        <pc:spChg chg="mod">
          <ac:chgData name="Feist, Ella" userId="992bbaf2-811d-42cb-a4d6-e7fc45e325e8" providerId="ADAL" clId="{EEEAA5E7-5892-4C22-B4B9-91834BD409A7}" dt="2026-09-08T12:42:29.771" v="1082" actId="1076"/>
          <ac:spMkLst>
            <pc:docMk/>
            <pc:sldMk cId="1778653565" sldId="271"/>
            <ac:spMk id="16387" creationId="{00000000-0000-0000-0000-000000000000}"/>
          </ac:spMkLst>
        </pc:spChg>
        <pc:spChg chg="mod">
          <ac:chgData name="Feist, Ella" userId="992bbaf2-811d-42cb-a4d6-e7fc45e325e8" providerId="ADAL" clId="{EEEAA5E7-5892-4C22-B4B9-91834BD409A7}" dt="2026-09-08T12:42:32.622" v="1089" actId="1036"/>
          <ac:spMkLst>
            <pc:docMk/>
            <pc:sldMk cId="1778653565" sldId="271"/>
            <ac:spMk id="16388" creationId="{00000000-0000-0000-0000-000000000000}"/>
          </ac:spMkLst>
        </pc:spChg>
        <pc:spChg chg="mod">
          <ac:chgData name="Feist, Ella" userId="992bbaf2-811d-42cb-a4d6-e7fc45e325e8" providerId="ADAL" clId="{EEEAA5E7-5892-4C22-B4B9-91834BD409A7}" dt="2026-09-08T12:42:32.622" v="1089" actId="1036"/>
          <ac:spMkLst>
            <pc:docMk/>
            <pc:sldMk cId="1778653565" sldId="271"/>
            <ac:spMk id="16389" creationId="{00000000-0000-0000-0000-000000000000}"/>
          </ac:spMkLst>
        </pc:spChg>
        <pc:graphicFrameChg chg="mod modGraphic">
          <ac:chgData name="Feist, Ella" userId="992bbaf2-811d-42cb-a4d6-e7fc45e325e8" providerId="ADAL" clId="{EEEAA5E7-5892-4C22-B4B9-91834BD409A7}" dt="2026-09-08T12:42:46.991" v="1098" actId="12385"/>
          <ac:graphicFrameMkLst>
            <pc:docMk/>
            <pc:sldMk cId="1778653565" sldId="271"/>
            <ac:graphicFrameMk id="3" creationId="{96A66136-DA40-E8B7-CE8F-E6921D76BE00}"/>
          </ac:graphicFrameMkLst>
        </pc:graphicFrameChg>
      </pc:sldChg>
      <pc:sldChg chg="modSp mod">
        <pc:chgData name="Feist, Ella" userId="992bbaf2-811d-42cb-a4d6-e7fc45e325e8" providerId="ADAL" clId="{EEEAA5E7-5892-4C22-B4B9-91834BD409A7}" dt="2026-09-08T12:43:12.711" v="1139" actId="20577"/>
        <pc:sldMkLst>
          <pc:docMk/>
          <pc:sldMk cId="3070294673" sldId="272"/>
        </pc:sldMkLst>
        <pc:spChg chg="mod">
          <ac:chgData name="Feist, Ella" userId="992bbaf2-811d-42cb-a4d6-e7fc45e325e8" providerId="ADAL" clId="{EEEAA5E7-5892-4C22-B4B9-91834BD409A7}" dt="2026-09-08T12:43:12.711" v="1139" actId="20577"/>
          <ac:spMkLst>
            <pc:docMk/>
            <pc:sldMk cId="3070294673" sldId="272"/>
            <ac:spMk id="3" creationId="{3BB50AF4-C377-594B-6249-6B87B100A38B}"/>
          </ac:spMkLst>
        </pc:spChg>
        <pc:spChg chg="mod">
          <ac:chgData name="Feist, Ella" userId="992bbaf2-811d-42cb-a4d6-e7fc45e325e8" providerId="ADAL" clId="{EEEAA5E7-5892-4C22-B4B9-91834BD409A7}" dt="2026-09-08T12:43:04.580" v="1126" actId="1035"/>
          <ac:spMkLst>
            <pc:docMk/>
            <pc:sldMk cId="3070294673" sldId="272"/>
            <ac:spMk id="4" creationId="{1E27CCB4-A463-2AE1-87DA-AE80DB00CC28}"/>
          </ac:spMkLst>
        </pc:spChg>
        <pc:spChg chg="mod">
          <ac:chgData name="Feist, Ella" userId="992bbaf2-811d-42cb-a4d6-e7fc45e325e8" providerId="ADAL" clId="{EEEAA5E7-5892-4C22-B4B9-91834BD409A7}" dt="2026-09-08T12:43:04.580" v="1126" actId="1035"/>
          <ac:spMkLst>
            <pc:docMk/>
            <pc:sldMk cId="3070294673" sldId="272"/>
            <ac:spMk id="5" creationId="{77BE1110-2019-9B31-FDCA-9C9A6768C8BF}"/>
          </ac:spMkLst>
        </pc:spChg>
        <pc:spChg chg="mod">
          <ac:chgData name="Feist, Ella" userId="992bbaf2-811d-42cb-a4d6-e7fc45e325e8" providerId="ADAL" clId="{EEEAA5E7-5892-4C22-B4B9-91834BD409A7}" dt="2026-09-08T12:42:56.164" v="1100" actId="948"/>
          <ac:spMkLst>
            <pc:docMk/>
            <pc:sldMk cId="3070294673" sldId="272"/>
            <ac:spMk id="17411" creationId="{00000000-0000-0000-0000-000000000000}"/>
          </ac:spMkLst>
        </pc:spChg>
        <pc:spChg chg="mod">
          <ac:chgData name="Feist, Ella" userId="992bbaf2-811d-42cb-a4d6-e7fc45e325e8" providerId="ADAL" clId="{EEEAA5E7-5892-4C22-B4B9-91834BD409A7}" dt="2026-09-08T12:43:04.580" v="1126" actId="1035"/>
          <ac:spMkLst>
            <pc:docMk/>
            <pc:sldMk cId="3070294673" sldId="272"/>
            <ac:spMk id="17412" creationId="{00000000-0000-0000-0000-000000000000}"/>
          </ac:spMkLst>
        </pc:spChg>
        <pc:spChg chg="mod">
          <ac:chgData name="Feist, Ella" userId="992bbaf2-811d-42cb-a4d6-e7fc45e325e8" providerId="ADAL" clId="{EEEAA5E7-5892-4C22-B4B9-91834BD409A7}" dt="2026-09-08T12:43:04.580" v="1126" actId="1035"/>
          <ac:spMkLst>
            <pc:docMk/>
            <pc:sldMk cId="3070294673" sldId="272"/>
            <ac:spMk id="17413" creationId="{00000000-0000-0000-0000-000000000000}"/>
          </ac:spMkLst>
        </pc:spChg>
        <pc:spChg chg="mod">
          <ac:chgData name="Feist, Ella" userId="992bbaf2-811d-42cb-a4d6-e7fc45e325e8" providerId="ADAL" clId="{EEEAA5E7-5892-4C22-B4B9-91834BD409A7}" dt="2026-09-08T12:43:10.341" v="1138" actId="1036"/>
          <ac:spMkLst>
            <pc:docMk/>
            <pc:sldMk cId="3070294673" sldId="272"/>
            <ac:spMk id="17414" creationId="{00000000-0000-0000-0000-000000000000}"/>
          </ac:spMkLst>
        </pc:spChg>
        <pc:spChg chg="mod">
          <ac:chgData name="Feist, Ella" userId="992bbaf2-811d-42cb-a4d6-e7fc45e325e8" providerId="ADAL" clId="{EEEAA5E7-5892-4C22-B4B9-91834BD409A7}" dt="2026-09-08T12:43:10.341" v="1138" actId="1036"/>
          <ac:spMkLst>
            <pc:docMk/>
            <pc:sldMk cId="3070294673" sldId="272"/>
            <ac:spMk id="17417" creationId="{00000000-0000-0000-0000-000000000000}"/>
          </ac:spMkLst>
        </pc:spChg>
        <pc:cxnChg chg="mod">
          <ac:chgData name="Feist, Ella" userId="992bbaf2-811d-42cb-a4d6-e7fc45e325e8" providerId="ADAL" clId="{EEEAA5E7-5892-4C22-B4B9-91834BD409A7}" dt="2026-09-08T12:43:04.580" v="1126" actId="1035"/>
          <ac:cxnSpMkLst>
            <pc:docMk/>
            <pc:sldMk cId="3070294673" sldId="272"/>
            <ac:cxnSpMk id="10" creationId="{549B7A49-2F65-4493-8E37-5E44CE7F8813}"/>
          </ac:cxnSpMkLst>
        </pc:cxnChg>
      </pc:sldChg>
      <pc:sldChg chg="modSp mod">
        <pc:chgData name="Feist, Ella" userId="992bbaf2-811d-42cb-a4d6-e7fc45e325e8" providerId="ADAL" clId="{EEEAA5E7-5892-4C22-B4B9-91834BD409A7}" dt="2026-09-08T12:43:53.312" v="1153" actId="20577"/>
        <pc:sldMkLst>
          <pc:docMk/>
          <pc:sldMk cId="2560560412" sldId="273"/>
        </pc:sldMkLst>
        <pc:spChg chg="mod">
          <ac:chgData name="Feist, Ella" userId="992bbaf2-811d-42cb-a4d6-e7fc45e325e8" providerId="ADAL" clId="{EEEAA5E7-5892-4C22-B4B9-91834BD409A7}" dt="2026-09-08T12:43:39.291" v="1146" actId="20577"/>
          <ac:spMkLst>
            <pc:docMk/>
            <pc:sldMk cId="2560560412" sldId="273"/>
            <ac:spMk id="18435" creationId="{00000000-0000-0000-0000-000000000000}"/>
          </ac:spMkLst>
        </pc:spChg>
        <pc:spChg chg="mod">
          <ac:chgData name="Feist, Ella" userId="992bbaf2-811d-42cb-a4d6-e7fc45e325e8" providerId="ADAL" clId="{EEEAA5E7-5892-4C22-B4B9-91834BD409A7}" dt="2026-09-08T12:43:33.256" v="1144" actId="1036"/>
          <ac:spMkLst>
            <pc:docMk/>
            <pc:sldMk cId="2560560412" sldId="273"/>
            <ac:spMk id="18462" creationId="{00000000-0000-0000-0000-000000000000}"/>
          </ac:spMkLst>
        </pc:spChg>
        <pc:spChg chg="mod">
          <ac:chgData name="Feist, Ella" userId="992bbaf2-811d-42cb-a4d6-e7fc45e325e8" providerId="ADAL" clId="{EEEAA5E7-5892-4C22-B4B9-91834BD409A7}" dt="2026-09-08T12:43:33.256" v="1144" actId="1036"/>
          <ac:spMkLst>
            <pc:docMk/>
            <pc:sldMk cId="2560560412" sldId="273"/>
            <ac:spMk id="18463" creationId="{00000000-0000-0000-0000-000000000000}"/>
          </ac:spMkLst>
        </pc:spChg>
        <pc:graphicFrameChg chg="mod modGraphic">
          <ac:chgData name="Feist, Ella" userId="992bbaf2-811d-42cb-a4d6-e7fc45e325e8" providerId="ADAL" clId="{EEEAA5E7-5892-4C22-B4B9-91834BD409A7}" dt="2026-09-08T12:43:53.312" v="1153" actId="20577"/>
          <ac:graphicFrameMkLst>
            <pc:docMk/>
            <pc:sldMk cId="2560560412" sldId="273"/>
            <ac:graphicFrameMk id="4" creationId="{818E568C-39DD-F064-5DE5-88DBFE9B777C}"/>
          </ac:graphicFrameMkLst>
        </pc:graphicFrameChg>
      </pc:sldChg>
      <pc:sldChg chg="modSp mod">
        <pc:chgData name="Feist, Ella" userId="992bbaf2-811d-42cb-a4d6-e7fc45e325e8" providerId="ADAL" clId="{EEEAA5E7-5892-4C22-B4B9-91834BD409A7}" dt="2026-09-08T12:44:28.071" v="1163" actId="1036"/>
        <pc:sldMkLst>
          <pc:docMk/>
          <pc:sldMk cId="2821195851" sldId="274"/>
        </pc:sldMkLst>
        <pc:spChg chg="mod">
          <ac:chgData name="Feist, Ella" userId="992bbaf2-811d-42cb-a4d6-e7fc45e325e8" providerId="ADAL" clId="{EEEAA5E7-5892-4C22-B4B9-91834BD409A7}" dt="2026-09-08T12:44:28.071" v="1163" actId="1036"/>
          <ac:spMkLst>
            <pc:docMk/>
            <pc:sldMk cId="2821195851" sldId="274"/>
            <ac:spMk id="6" creationId="{A2451F98-1A14-D5EE-5823-94F5364CAF9C}"/>
          </ac:spMkLst>
        </pc:spChg>
        <pc:spChg chg="mod">
          <ac:chgData name="Feist, Ella" userId="992bbaf2-811d-42cb-a4d6-e7fc45e325e8" providerId="ADAL" clId="{EEEAA5E7-5892-4C22-B4B9-91834BD409A7}" dt="2026-09-08T12:44:28.071" v="1163" actId="1036"/>
          <ac:spMkLst>
            <pc:docMk/>
            <pc:sldMk cId="2821195851" sldId="274"/>
            <ac:spMk id="7" creationId="{688ACCD2-8FDD-02DA-3092-C47B1350F9EC}"/>
          </ac:spMkLst>
        </pc:spChg>
        <pc:spChg chg="mod">
          <ac:chgData name="Feist, Ella" userId="992bbaf2-811d-42cb-a4d6-e7fc45e325e8" providerId="ADAL" clId="{EEEAA5E7-5892-4C22-B4B9-91834BD409A7}" dt="2026-09-08T12:44:25.151" v="1159" actId="1076"/>
          <ac:spMkLst>
            <pc:docMk/>
            <pc:sldMk cId="2821195851" sldId="274"/>
            <ac:spMk id="8" creationId="{4AE4A695-052C-F701-B7B9-C6F8C8963754}"/>
          </ac:spMkLst>
        </pc:spChg>
        <pc:spChg chg="mod">
          <ac:chgData name="Feist, Ella" userId="992bbaf2-811d-42cb-a4d6-e7fc45e325e8" providerId="ADAL" clId="{EEEAA5E7-5892-4C22-B4B9-91834BD409A7}" dt="2026-09-08T12:44:14.991" v="1156" actId="20577"/>
          <ac:spMkLst>
            <pc:docMk/>
            <pc:sldMk cId="2821195851" sldId="274"/>
            <ac:spMk id="19459" creationId="{00000000-0000-0000-0000-000000000000}"/>
          </ac:spMkLst>
        </pc:spChg>
        <pc:spChg chg="mod">
          <ac:chgData name="Feist, Ella" userId="992bbaf2-811d-42cb-a4d6-e7fc45e325e8" providerId="ADAL" clId="{EEEAA5E7-5892-4C22-B4B9-91834BD409A7}" dt="2026-09-08T12:44:21.092" v="1158" actId="1076"/>
          <ac:spMkLst>
            <pc:docMk/>
            <pc:sldMk cId="2821195851" sldId="274"/>
            <ac:spMk id="19460" creationId="{00000000-0000-0000-0000-000000000000}"/>
          </ac:spMkLst>
        </pc:spChg>
      </pc:sldChg>
      <pc:sldChg chg="modSp mod">
        <pc:chgData name="Feist, Ella" userId="992bbaf2-811d-42cb-a4d6-e7fc45e325e8" providerId="ADAL" clId="{EEEAA5E7-5892-4C22-B4B9-91834BD409A7}" dt="2026-09-08T12:44:42.228" v="1172" actId="5793"/>
        <pc:sldMkLst>
          <pc:docMk/>
          <pc:sldMk cId="913780748" sldId="275"/>
        </pc:sldMkLst>
        <pc:spChg chg="mod">
          <ac:chgData name="Feist, Ella" userId="992bbaf2-811d-42cb-a4d6-e7fc45e325e8" providerId="ADAL" clId="{EEEAA5E7-5892-4C22-B4B9-91834BD409A7}" dt="2026-09-08T12:44:42.228" v="1172" actId="5793"/>
          <ac:spMkLst>
            <pc:docMk/>
            <pc:sldMk cId="913780748" sldId="275"/>
            <ac:spMk id="20483" creationId="{00000000-0000-0000-0000-000000000000}"/>
          </ac:spMkLst>
        </pc:spChg>
      </pc:sldChg>
      <pc:sldChg chg="modSp mod">
        <pc:chgData name="Feist, Ella" userId="992bbaf2-811d-42cb-a4d6-e7fc45e325e8" providerId="ADAL" clId="{EEEAA5E7-5892-4C22-B4B9-91834BD409A7}" dt="2026-09-08T12:45:14.439" v="1204" actId="20577"/>
        <pc:sldMkLst>
          <pc:docMk/>
          <pc:sldMk cId="1557519623" sldId="276"/>
        </pc:sldMkLst>
        <pc:spChg chg="mod">
          <ac:chgData name="Feist, Ella" userId="992bbaf2-811d-42cb-a4d6-e7fc45e325e8" providerId="ADAL" clId="{EEEAA5E7-5892-4C22-B4B9-91834BD409A7}" dt="2026-09-08T12:45:08.732" v="1200" actId="1036"/>
          <ac:spMkLst>
            <pc:docMk/>
            <pc:sldMk cId="1557519623" sldId="276"/>
            <ac:spMk id="3" creationId="{515B4319-F869-590E-6B16-F9B00DDF00F2}"/>
          </ac:spMkLst>
        </pc:spChg>
        <pc:spChg chg="mod">
          <ac:chgData name="Feist, Ella" userId="992bbaf2-811d-42cb-a4d6-e7fc45e325e8" providerId="ADAL" clId="{EEEAA5E7-5892-4C22-B4B9-91834BD409A7}" dt="2026-09-08T12:45:08.732" v="1200" actId="1036"/>
          <ac:spMkLst>
            <pc:docMk/>
            <pc:sldMk cId="1557519623" sldId="276"/>
            <ac:spMk id="6" creationId="{0757A461-196C-E412-9C81-D6025C69C110}"/>
          </ac:spMkLst>
        </pc:spChg>
        <pc:spChg chg="mod">
          <ac:chgData name="Feist, Ella" userId="992bbaf2-811d-42cb-a4d6-e7fc45e325e8" providerId="ADAL" clId="{EEEAA5E7-5892-4C22-B4B9-91834BD409A7}" dt="2026-09-08T12:45:14.439" v="1204" actId="20577"/>
          <ac:spMkLst>
            <pc:docMk/>
            <pc:sldMk cId="1557519623" sldId="276"/>
            <ac:spMk id="21507" creationId="{00000000-0000-0000-0000-000000000000}"/>
          </ac:spMkLst>
        </pc:spChg>
      </pc:sldChg>
      <pc:sldChg chg="modSp mod">
        <pc:chgData name="Feist, Ella" userId="992bbaf2-811d-42cb-a4d6-e7fc45e325e8" providerId="ADAL" clId="{EEEAA5E7-5892-4C22-B4B9-91834BD409A7}" dt="2026-09-08T12:45:34.783" v="1223" actId="20577"/>
        <pc:sldMkLst>
          <pc:docMk/>
          <pc:sldMk cId="4197113360" sldId="277"/>
        </pc:sldMkLst>
        <pc:spChg chg="mod">
          <ac:chgData name="Feist, Ella" userId="992bbaf2-811d-42cb-a4d6-e7fc45e325e8" providerId="ADAL" clId="{EEEAA5E7-5892-4C22-B4B9-91834BD409A7}" dt="2026-09-08T12:45:18.853" v="1205" actId="20577"/>
          <ac:spMkLst>
            <pc:docMk/>
            <pc:sldMk cId="4197113360" sldId="277"/>
            <ac:spMk id="4" creationId="{978C3CEB-6579-CC65-B027-CE07FDEFBF22}"/>
          </ac:spMkLst>
        </pc:spChg>
        <pc:graphicFrameChg chg="mod modGraphic">
          <ac:chgData name="Feist, Ella" userId="992bbaf2-811d-42cb-a4d6-e7fc45e325e8" providerId="ADAL" clId="{EEEAA5E7-5892-4C22-B4B9-91834BD409A7}" dt="2026-09-08T12:45:34.783" v="1223" actId="20577"/>
          <ac:graphicFrameMkLst>
            <pc:docMk/>
            <pc:sldMk cId="4197113360" sldId="277"/>
            <ac:graphicFrameMk id="2" creationId="{47AD31D1-4B4A-1F33-D52D-047AE20A9BF1}"/>
          </ac:graphicFrameMkLst>
        </pc:graphicFrameChg>
      </pc:sldChg>
      <pc:sldChg chg="modSp mod">
        <pc:chgData name="Feist, Ella" userId="992bbaf2-811d-42cb-a4d6-e7fc45e325e8" providerId="ADAL" clId="{EEEAA5E7-5892-4C22-B4B9-91834BD409A7}" dt="2026-09-08T12:46:18.036" v="1249" actId="1036"/>
        <pc:sldMkLst>
          <pc:docMk/>
          <pc:sldMk cId="3034023920" sldId="278"/>
        </pc:sldMkLst>
        <pc:spChg chg="mod">
          <ac:chgData name="Feist, Ella" userId="992bbaf2-811d-42cb-a4d6-e7fc45e325e8" providerId="ADAL" clId="{EEEAA5E7-5892-4C22-B4B9-91834BD409A7}" dt="2026-09-08T12:45:56.410" v="1239" actId="6549"/>
          <ac:spMkLst>
            <pc:docMk/>
            <pc:sldMk cId="3034023920" sldId="278"/>
            <ac:spMk id="23554" creationId="{00000000-0000-0000-0000-000000000000}"/>
          </ac:spMkLst>
        </pc:spChg>
        <pc:spChg chg="mod">
          <ac:chgData name="Feist, Ella" userId="992bbaf2-811d-42cb-a4d6-e7fc45e325e8" providerId="ADAL" clId="{EEEAA5E7-5892-4C22-B4B9-91834BD409A7}" dt="2026-09-08T12:46:14.313" v="1245" actId="14100"/>
          <ac:spMkLst>
            <pc:docMk/>
            <pc:sldMk cId="3034023920" sldId="278"/>
            <ac:spMk id="23555" creationId="{00000000-0000-0000-0000-000000000000}"/>
          </ac:spMkLst>
        </pc:spChg>
        <pc:spChg chg="mod">
          <ac:chgData name="Feist, Ella" userId="992bbaf2-811d-42cb-a4d6-e7fc45e325e8" providerId="ADAL" clId="{EEEAA5E7-5892-4C22-B4B9-91834BD409A7}" dt="2026-09-08T12:46:18.036" v="1249" actId="1036"/>
          <ac:spMkLst>
            <pc:docMk/>
            <pc:sldMk cId="3034023920" sldId="278"/>
            <ac:spMk id="23559" creationId="{00000000-0000-0000-0000-000000000000}"/>
          </ac:spMkLst>
        </pc:spChg>
        <pc:spChg chg="mod">
          <ac:chgData name="Feist, Ella" userId="992bbaf2-811d-42cb-a4d6-e7fc45e325e8" providerId="ADAL" clId="{EEEAA5E7-5892-4C22-B4B9-91834BD409A7}" dt="2026-09-08T12:46:18.036" v="1249" actId="1036"/>
          <ac:spMkLst>
            <pc:docMk/>
            <pc:sldMk cId="3034023920" sldId="278"/>
            <ac:spMk id="23561" creationId="{00000000-0000-0000-0000-000000000000}"/>
          </ac:spMkLst>
        </pc:spChg>
      </pc:sldChg>
      <pc:sldChg chg="addSp delSp modSp mod chgLayout">
        <pc:chgData name="Feist, Ella" userId="992bbaf2-811d-42cb-a4d6-e7fc45e325e8" providerId="ADAL" clId="{EEEAA5E7-5892-4C22-B4B9-91834BD409A7}" dt="2026-09-08T12:47:56.823" v="1306" actId="20577"/>
        <pc:sldMkLst>
          <pc:docMk/>
          <pc:sldMk cId="954796845" sldId="279"/>
        </pc:sldMkLst>
        <pc:spChg chg="add del mod">
          <ac:chgData name="Feist, Ella" userId="992bbaf2-811d-42cb-a4d6-e7fc45e325e8" providerId="ADAL" clId="{EEEAA5E7-5892-4C22-B4B9-91834BD409A7}" dt="2026-09-08T12:46:45.170" v="1257" actId="6264"/>
          <ac:spMkLst>
            <pc:docMk/>
            <pc:sldMk cId="954796845" sldId="279"/>
            <ac:spMk id="2" creationId="{5410716E-1244-3FE4-C82E-1464F0411307}"/>
          </ac:spMkLst>
        </pc:spChg>
        <pc:spChg chg="mod ord">
          <ac:chgData name="Feist, Ella" userId="992bbaf2-811d-42cb-a4d6-e7fc45e325e8" providerId="ADAL" clId="{EEEAA5E7-5892-4C22-B4B9-91834BD409A7}" dt="2026-09-08T12:46:45.170" v="1257" actId="6264"/>
          <ac:spMkLst>
            <pc:docMk/>
            <pc:sldMk cId="954796845" sldId="279"/>
            <ac:spMk id="3" creationId="{8774EF11-573A-17A9-D47F-1D27B2DC1C18}"/>
          </ac:spMkLst>
        </pc:spChg>
        <pc:spChg chg="add del mod">
          <ac:chgData name="Feist, Ella" userId="992bbaf2-811d-42cb-a4d6-e7fc45e325e8" providerId="ADAL" clId="{EEEAA5E7-5892-4C22-B4B9-91834BD409A7}" dt="2026-09-08T12:46:45.170" v="1257" actId="6264"/>
          <ac:spMkLst>
            <pc:docMk/>
            <pc:sldMk cId="954796845" sldId="279"/>
            <ac:spMk id="4" creationId="{01245BA8-9B13-CD03-0A40-3EB32DA390BB}"/>
          </ac:spMkLst>
        </pc:spChg>
        <pc:spChg chg="mod ord">
          <ac:chgData name="Feist, Ella" userId="992bbaf2-811d-42cb-a4d6-e7fc45e325e8" providerId="ADAL" clId="{EEEAA5E7-5892-4C22-B4B9-91834BD409A7}" dt="2026-09-08T12:46:45.170" v="1257" actId="6264"/>
          <ac:spMkLst>
            <pc:docMk/>
            <pc:sldMk cId="954796845" sldId="279"/>
            <ac:spMk id="5" creationId="{261E62C3-F5DF-67B5-9A5C-41384C584DB3}"/>
          </ac:spMkLst>
        </pc:spChg>
        <pc:spChg chg="mod ord">
          <ac:chgData name="Feist, Ella" userId="992bbaf2-811d-42cb-a4d6-e7fc45e325e8" providerId="ADAL" clId="{EEEAA5E7-5892-4C22-B4B9-91834BD409A7}" dt="2026-09-08T12:47:56.823" v="1306" actId="20577"/>
          <ac:spMkLst>
            <pc:docMk/>
            <pc:sldMk cId="954796845" sldId="279"/>
            <ac:spMk id="6" creationId="{2D118F37-33B5-CC8E-CDBB-ED2F1030A5CD}"/>
          </ac:spMkLst>
        </pc:spChg>
      </pc:sldChg>
      <pc:sldChg chg="modSp mod">
        <pc:chgData name="Feist, Ella" userId="992bbaf2-811d-42cb-a4d6-e7fc45e325e8" providerId="ADAL" clId="{EEEAA5E7-5892-4C22-B4B9-91834BD409A7}" dt="2026-09-08T10:30:55.931" v="3" actId="20577"/>
        <pc:sldMkLst>
          <pc:docMk/>
          <pc:sldMk cId="1003932267" sldId="299"/>
        </pc:sldMkLst>
        <pc:spChg chg="mod">
          <ac:chgData name="Feist, Ella" userId="992bbaf2-811d-42cb-a4d6-e7fc45e325e8" providerId="ADAL" clId="{EEEAA5E7-5892-4C22-B4B9-91834BD409A7}" dt="2026-09-08T10:30:55.931" v="3" actId="20577"/>
          <ac:spMkLst>
            <pc:docMk/>
            <pc:sldMk cId="1003932267" sldId="299"/>
            <ac:spMk id="4" creationId="{6B10A2E5-A3AA-7BE3-7C87-983A58C15C46}"/>
          </ac:spMkLst>
        </pc:spChg>
      </pc:sldChg>
      <pc:sldChg chg="modSp mod">
        <pc:chgData name="Feist, Ella" userId="992bbaf2-811d-42cb-a4d6-e7fc45e325e8" providerId="ADAL" clId="{EEEAA5E7-5892-4C22-B4B9-91834BD409A7}" dt="2026-09-08T10:31:19.222" v="39" actId="20577"/>
        <pc:sldMkLst>
          <pc:docMk/>
          <pc:sldMk cId="1961013920" sldId="377"/>
        </pc:sldMkLst>
        <pc:spChg chg="mod">
          <ac:chgData name="Feist, Ella" userId="992bbaf2-811d-42cb-a4d6-e7fc45e325e8" providerId="ADAL" clId="{EEEAA5E7-5892-4C22-B4B9-91834BD409A7}" dt="2026-09-08T10:31:19.222" v="39" actId="20577"/>
          <ac:spMkLst>
            <pc:docMk/>
            <pc:sldMk cId="1961013920" sldId="377"/>
            <ac:spMk id="5" creationId="{CF3D17F6-A452-9FAF-389D-E9ED04A5DEB1}"/>
          </ac:spMkLst>
        </pc:spChg>
      </pc:sldChg>
      <pc:sldChg chg="addSp modSp mod">
        <pc:chgData name="Feist, Ella" userId="992bbaf2-811d-42cb-a4d6-e7fc45e325e8" providerId="ADAL" clId="{EEEAA5E7-5892-4C22-B4B9-91834BD409A7}" dt="2026-09-08T12:48:07.919" v="1307" actId="313"/>
        <pc:sldMkLst>
          <pc:docMk/>
          <pc:sldMk cId="3897894028" sldId="379"/>
        </pc:sldMkLst>
        <pc:spChg chg="add mod">
          <ac:chgData name="Feist, Ella" userId="992bbaf2-811d-42cb-a4d6-e7fc45e325e8" providerId="ADAL" clId="{EEEAA5E7-5892-4C22-B4B9-91834BD409A7}" dt="2026-09-08T12:27:26.674" v="604"/>
          <ac:spMkLst>
            <pc:docMk/>
            <pc:sldMk cId="3897894028" sldId="379"/>
            <ac:spMk id="2" creationId="{B58F6078-4FF7-E432-7F5A-B91C05038476}"/>
          </ac:spMkLst>
        </pc:spChg>
        <pc:spChg chg="mod">
          <ac:chgData name="Feist, Ella" userId="992bbaf2-811d-42cb-a4d6-e7fc45e325e8" providerId="ADAL" clId="{EEEAA5E7-5892-4C22-B4B9-91834BD409A7}" dt="2026-09-08T10:34:08.808" v="51" actId="6549"/>
          <ac:spMkLst>
            <pc:docMk/>
            <pc:sldMk cId="3897894028" sldId="379"/>
            <ac:spMk id="3" creationId="{ECB3254D-4437-AB89-F7E7-B88BA72B0F1F}"/>
          </ac:spMkLst>
        </pc:spChg>
        <pc:spChg chg="mod">
          <ac:chgData name="Feist, Ella" userId="992bbaf2-811d-42cb-a4d6-e7fc45e325e8" providerId="ADAL" clId="{EEEAA5E7-5892-4C22-B4B9-91834BD409A7}" dt="2026-09-08T10:42:26.525" v="52" actId="20577"/>
          <ac:spMkLst>
            <pc:docMk/>
            <pc:sldMk cId="3897894028" sldId="379"/>
            <ac:spMk id="5" creationId="{8E87124B-7444-2C08-48A1-9D7FE46FBE42}"/>
          </ac:spMkLst>
        </pc:spChg>
        <pc:spChg chg="mod">
          <ac:chgData name="Feist, Ella" userId="992bbaf2-811d-42cb-a4d6-e7fc45e325e8" providerId="ADAL" clId="{EEEAA5E7-5892-4C22-B4B9-91834BD409A7}" dt="2026-09-08T10:42:53.823" v="66" actId="20577"/>
          <ac:spMkLst>
            <pc:docMk/>
            <pc:sldMk cId="3897894028" sldId="379"/>
            <ac:spMk id="11" creationId="{981A95F5-0235-7581-76EB-79BD6FEB45A8}"/>
          </ac:spMkLst>
        </pc:spChg>
        <pc:spChg chg="mod">
          <ac:chgData name="Feist, Ella" userId="992bbaf2-811d-42cb-a4d6-e7fc45e325e8" providerId="ADAL" clId="{EEEAA5E7-5892-4C22-B4B9-91834BD409A7}" dt="2026-09-08T10:42:52.843" v="65" actId="20577"/>
          <ac:spMkLst>
            <pc:docMk/>
            <pc:sldMk cId="3897894028" sldId="379"/>
            <ac:spMk id="12" creationId="{ECD74926-EC8C-5591-EF28-AD73E4C8F375}"/>
          </ac:spMkLst>
        </pc:spChg>
        <pc:spChg chg="mod">
          <ac:chgData name="Feist, Ella" userId="992bbaf2-811d-42cb-a4d6-e7fc45e325e8" providerId="ADAL" clId="{EEEAA5E7-5892-4C22-B4B9-91834BD409A7}" dt="2026-09-08T12:48:07.919" v="1307" actId="313"/>
          <ac:spMkLst>
            <pc:docMk/>
            <pc:sldMk cId="3897894028" sldId="379"/>
            <ac:spMk id="17" creationId="{FEEB1132-7A4E-65FC-9B4E-4DE9ECC67620}"/>
          </ac:spMkLst>
        </pc:spChg>
      </pc:sldChg>
      <pc:sldChg chg="addSp delSp modSp mod modClrScheme chgLayout modNotesTx">
        <pc:chgData name="Feist, Ella" userId="992bbaf2-811d-42cb-a4d6-e7fc45e325e8" providerId="ADAL" clId="{EEEAA5E7-5892-4C22-B4B9-91834BD409A7}" dt="2026-09-08T10:43:54.942" v="93" actId="20577"/>
        <pc:sldMkLst>
          <pc:docMk/>
          <pc:sldMk cId="2315785880" sldId="380"/>
        </pc:sldMkLst>
        <pc:spChg chg="mod ord">
          <ac:chgData name="Feist, Ella" userId="992bbaf2-811d-42cb-a4d6-e7fc45e325e8" providerId="ADAL" clId="{EEEAA5E7-5892-4C22-B4B9-91834BD409A7}" dt="2026-09-08T10:43:18.719" v="70" actId="700"/>
          <ac:spMkLst>
            <pc:docMk/>
            <pc:sldMk cId="2315785880" sldId="380"/>
            <ac:spMk id="2" creationId="{64170871-4750-C8E8-C876-9BF4C2E842AF}"/>
          </ac:spMkLst>
        </pc:spChg>
        <pc:spChg chg="mod ord">
          <ac:chgData name="Feist, Ella" userId="992bbaf2-811d-42cb-a4d6-e7fc45e325e8" providerId="ADAL" clId="{EEEAA5E7-5892-4C22-B4B9-91834BD409A7}" dt="2026-09-08T10:43:54.942" v="93" actId="20577"/>
          <ac:spMkLst>
            <pc:docMk/>
            <pc:sldMk cId="2315785880" sldId="380"/>
            <ac:spMk id="3" creationId="{B09C0E52-F2FA-644A-6950-FE27288AE144}"/>
          </ac:spMkLst>
        </pc:spChg>
        <pc:spChg chg="mod ord">
          <ac:chgData name="Feist, Ella" userId="992bbaf2-811d-42cb-a4d6-e7fc45e325e8" providerId="ADAL" clId="{EEEAA5E7-5892-4C22-B4B9-91834BD409A7}" dt="2026-09-08T10:43:18.719" v="70" actId="700"/>
          <ac:spMkLst>
            <pc:docMk/>
            <pc:sldMk cId="2315785880" sldId="380"/>
            <ac:spMk id="4" creationId="{AE03A2D4-D3EA-40CE-035E-F3ABBEC06D60}"/>
          </ac:spMkLst>
        </pc:spChg>
        <pc:spChg chg="add del mod ord">
          <ac:chgData name="Feist, Ella" userId="992bbaf2-811d-42cb-a4d6-e7fc45e325e8" providerId="ADAL" clId="{EEEAA5E7-5892-4C22-B4B9-91834BD409A7}" dt="2026-09-08T10:43:22.344" v="72" actId="478"/>
          <ac:spMkLst>
            <pc:docMk/>
            <pc:sldMk cId="2315785880" sldId="380"/>
            <ac:spMk id="5" creationId="{AD2D2D6E-FB13-0D44-2082-175CF29DC331}"/>
          </ac:spMkLst>
        </pc:spChg>
        <pc:spChg chg="mod">
          <ac:chgData name="Feist, Ella" userId="992bbaf2-811d-42cb-a4d6-e7fc45e325e8" providerId="ADAL" clId="{EEEAA5E7-5892-4C22-B4B9-91834BD409A7}" dt="2026-09-08T10:43:12.343" v="68" actId="1076"/>
          <ac:spMkLst>
            <pc:docMk/>
            <pc:sldMk cId="2315785880" sldId="380"/>
            <ac:spMk id="8" creationId="{077EE766-0A18-AFDF-7681-66F5B74EC946}"/>
          </ac:spMkLst>
        </pc:spChg>
        <pc:picChg chg="mod">
          <ac:chgData name="Feist, Ella" userId="992bbaf2-811d-42cb-a4d6-e7fc45e325e8" providerId="ADAL" clId="{EEEAA5E7-5892-4C22-B4B9-91834BD409A7}" dt="2026-09-08T10:43:26.856" v="74" actId="1076"/>
          <ac:picMkLst>
            <pc:docMk/>
            <pc:sldMk cId="2315785880" sldId="380"/>
            <ac:picMk id="6" creationId="{3835BE42-DCCC-3768-6A83-113420A93471}"/>
          </ac:picMkLst>
        </pc:picChg>
      </pc:sldChg>
      <pc:sldChg chg="modSp mod">
        <pc:chgData name="Feist, Ella" userId="992bbaf2-811d-42cb-a4d6-e7fc45e325e8" providerId="ADAL" clId="{EEEAA5E7-5892-4C22-B4B9-91834BD409A7}" dt="2026-09-08T10:43:59.936" v="94" actId="20577"/>
        <pc:sldMkLst>
          <pc:docMk/>
          <pc:sldMk cId="658670446" sldId="381"/>
        </pc:sldMkLst>
        <pc:spChg chg="mod">
          <ac:chgData name="Feist, Ella" userId="992bbaf2-811d-42cb-a4d6-e7fc45e325e8" providerId="ADAL" clId="{EEEAA5E7-5892-4C22-B4B9-91834BD409A7}" dt="2026-09-08T10:43:59.936" v="94" actId="20577"/>
          <ac:spMkLst>
            <pc:docMk/>
            <pc:sldMk cId="658670446" sldId="381"/>
            <ac:spMk id="2" creationId="{E0F5DF23-3823-1E23-F9CD-727932724775}"/>
          </ac:spMkLst>
        </pc:spChg>
      </pc:sldChg>
      <pc:sldChg chg="modSp mod">
        <pc:chgData name="Feist, Ella" userId="992bbaf2-811d-42cb-a4d6-e7fc45e325e8" providerId="ADAL" clId="{EEEAA5E7-5892-4C22-B4B9-91834BD409A7}" dt="2026-09-08T10:44:33.786" v="130" actId="1076"/>
        <pc:sldMkLst>
          <pc:docMk/>
          <pc:sldMk cId="3832605038" sldId="382"/>
        </pc:sldMkLst>
        <pc:spChg chg="mod">
          <ac:chgData name="Feist, Ella" userId="992bbaf2-811d-42cb-a4d6-e7fc45e325e8" providerId="ADAL" clId="{EEEAA5E7-5892-4C22-B4B9-91834BD409A7}" dt="2026-09-08T10:44:07.314" v="95"/>
          <ac:spMkLst>
            <pc:docMk/>
            <pc:sldMk cId="3832605038" sldId="382"/>
            <ac:spMk id="2" creationId="{7961633C-E7C2-7D3F-087C-375DD4B39869}"/>
          </ac:spMkLst>
        </pc:spChg>
        <pc:spChg chg="mod">
          <ac:chgData name="Feist, Ella" userId="992bbaf2-811d-42cb-a4d6-e7fc45e325e8" providerId="ADAL" clId="{EEEAA5E7-5892-4C22-B4B9-91834BD409A7}" dt="2026-09-08T10:44:28.805" v="129" actId="20577"/>
          <ac:spMkLst>
            <pc:docMk/>
            <pc:sldMk cId="3832605038" sldId="382"/>
            <ac:spMk id="3" creationId="{6F765B05-B1EE-B3C5-4794-A14101526BE2}"/>
          </ac:spMkLst>
        </pc:spChg>
        <pc:spChg chg="mod">
          <ac:chgData name="Feist, Ella" userId="992bbaf2-811d-42cb-a4d6-e7fc45e325e8" providerId="ADAL" clId="{EEEAA5E7-5892-4C22-B4B9-91834BD409A7}" dt="2026-09-08T10:44:26.674" v="128" actId="1076"/>
          <ac:spMkLst>
            <pc:docMk/>
            <pc:sldMk cId="3832605038" sldId="382"/>
            <ac:spMk id="5" creationId="{9DE61012-4037-2529-52E0-6596B68CDF0A}"/>
          </ac:spMkLst>
        </pc:spChg>
        <pc:spChg chg="mod">
          <ac:chgData name="Feist, Ella" userId="992bbaf2-811d-42cb-a4d6-e7fc45e325e8" providerId="ADAL" clId="{EEEAA5E7-5892-4C22-B4B9-91834BD409A7}" dt="2026-09-08T10:44:33.786" v="130" actId="1076"/>
          <ac:spMkLst>
            <pc:docMk/>
            <pc:sldMk cId="3832605038" sldId="382"/>
            <ac:spMk id="6" creationId="{3EB43089-DBDB-BB7A-F6A5-7655F4DC35C8}"/>
          </ac:spMkLst>
        </pc:spChg>
      </pc:sldChg>
      <pc:sldChg chg="modSp mod">
        <pc:chgData name="Feist, Ella" userId="992bbaf2-811d-42cb-a4d6-e7fc45e325e8" providerId="ADAL" clId="{EEEAA5E7-5892-4C22-B4B9-91834BD409A7}" dt="2026-09-08T10:45:06.728" v="139" actId="20577"/>
        <pc:sldMkLst>
          <pc:docMk/>
          <pc:sldMk cId="530207080" sldId="383"/>
        </pc:sldMkLst>
        <pc:spChg chg="mod">
          <ac:chgData name="Feist, Ella" userId="992bbaf2-811d-42cb-a4d6-e7fc45e325e8" providerId="ADAL" clId="{EEEAA5E7-5892-4C22-B4B9-91834BD409A7}" dt="2026-09-08T10:44:46.442" v="131" actId="20577"/>
          <ac:spMkLst>
            <pc:docMk/>
            <pc:sldMk cId="530207080" sldId="383"/>
            <ac:spMk id="5" creationId="{A2641AD8-B351-C2D8-4F3A-02732CDF2A5D}"/>
          </ac:spMkLst>
        </pc:spChg>
        <pc:spChg chg="mod">
          <ac:chgData name="Feist, Ella" userId="992bbaf2-811d-42cb-a4d6-e7fc45e325e8" providerId="ADAL" clId="{EEEAA5E7-5892-4C22-B4B9-91834BD409A7}" dt="2026-09-08T10:44:53.068" v="134" actId="20577"/>
          <ac:spMkLst>
            <pc:docMk/>
            <pc:sldMk cId="530207080" sldId="383"/>
            <ac:spMk id="6" creationId="{134EDFBF-00CE-83E3-574D-A36E07667736}"/>
          </ac:spMkLst>
        </pc:spChg>
        <pc:spChg chg="mod">
          <ac:chgData name="Feist, Ella" userId="992bbaf2-811d-42cb-a4d6-e7fc45e325e8" providerId="ADAL" clId="{EEEAA5E7-5892-4C22-B4B9-91834BD409A7}" dt="2026-09-08T10:45:06.728" v="139" actId="20577"/>
          <ac:spMkLst>
            <pc:docMk/>
            <pc:sldMk cId="530207080" sldId="383"/>
            <ac:spMk id="9" creationId="{4929708C-8FE8-0ED3-0943-36E3DC5C37E0}"/>
          </ac:spMkLst>
        </pc:spChg>
        <pc:spChg chg="mod">
          <ac:chgData name="Feist, Ella" userId="992bbaf2-811d-42cb-a4d6-e7fc45e325e8" providerId="ADAL" clId="{EEEAA5E7-5892-4C22-B4B9-91834BD409A7}" dt="2026-09-08T10:45:05.625" v="138" actId="20577"/>
          <ac:spMkLst>
            <pc:docMk/>
            <pc:sldMk cId="530207080" sldId="383"/>
            <ac:spMk id="10" creationId="{2779BC39-CFCC-CECF-23EA-78268DFAD181}"/>
          </ac:spMkLst>
        </pc:spChg>
      </pc:sldChg>
      <pc:sldChg chg="modSp mod modNotesTx">
        <pc:chgData name="Feist, Ella" userId="992bbaf2-811d-42cb-a4d6-e7fc45e325e8" providerId="ADAL" clId="{EEEAA5E7-5892-4C22-B4B9-91834BD409A7}" dt="2026-09-08T10:45:25.864" v="144" actId="20577"/>
        <pc:sldMkLst>
          <pc:docMk/>
          <pc:sldMk cId="1356267907" sldId="384"/>
        </pc:sldMkLst>
        <pc:spChg chg="mod">
          <ac:chgData name="Feist, Ella" userId="992bbaf2-811d-42cb-a4d6-e7fc45e325e8" providerId="ADAL" clId="{EEEAA5E7-5892-4C22-B4B9-91834BD409A7}" dt="2026-09-08T10:45:11.028" v="140" actId="20577"/>
          <ac:spMkLst>
            <pc:docMk/>
            <pc:sldMk cId="1356267907" sldId="384"/>
            <ac:spMk id="5" creationId="{BA4D835E-C1EE-E3AB-6D9B-E7014E6F4EA7}"/>
          </ac:spMkLst>
        </pc:spChg>
        <pc:spChg chg="mod">
          <ac:chgData name="Feist, Ella" userId="992bbaf2-811d-42cb-a4d6-e7fc45e325e8" providerId="ADAL" clId="{EEEAA5E7-5892-4C22-B4B9-91834BD409A7}" dt="2026-09-08T10:45:19.943" v="142" actId="20577"/>
          <ac:spMkLst>
            <pc:docMk/>
            <pc:sldMk cId="1356267907" sldId="384"/>
            <ac:spMk id="7" creationId="{909EBEDF-E279-9566-1E96-EC11F9859FE2}"/>
          </ac:spMkLst>
        </pc:spChg>
        <pc:spChg chg="mod">
          <ac:chgData name="Feist, Ella" userId="992bbaf2-811d-42cb-a4d6-e7fc45e325e8" providerId="ADAL" clId="{EEEAA5E7-5892-4C22-B4B9-91834BD409A7}" dt="2026-09-08T10:45:25.864" v="144" actId="20577"/>
          <ac:spMkLst>
            <pc:docMk/>
            <pc:sldMk cId="1356267907" sldId="384"/>
            <ac:spMk id="18" creationId="{B8688444-AA17-0532-3739-FE6AF83D02AB}"/>
          </ac:spMkLst>
        </pc:spChg>
      </pc:sldChg>
      <pc:sldChg chg="addSp delSp modSp mod modClrScheme addAnim delAnim modAnim chgLayout modNotesTx">
        <pc:chgData name="Feist, Ella" userId="992bbaf2-811d-42cb-a4d6-e7fc45e325e8" providerId="ADAL" clId="{EEEAA5E7-5892-4C22-B4B9-91834BD409A7}" dt="2026-09-08T10:57:10.621" v="183" actId="1036"/>
        <pc:sldMkLst>
          <pc:docMk/>
          <pc:sldMk cId="1315575439" sldId="385"/>
        </pc:sldMkLst>
        <pc:spChg chg="add del mod ord">
          <ac:chgData name="Feist, Ella" userId="992bbaf2-811d-42cb-a4d6-e7fc45e325e8" providerId="ADAL" clId="{EEEAA5E7-5892-4C22-B4B9-91834BD409A7}" dt="2026-09-08T10:56:25.205" v="153" actId="700"/>
          <ac:spMkLst>
            <pc:docMk/>
            <pc:sldMk cId="1315575439" sldId="385"/>
            <ac:spMk id="3" creationId="{F3073D35-74F8-6177-C5CD-C12BA4B95F58}"/>
          </ac:spMkLst>
        </pc:spChg>
        <pc:spChg chg="add del mod ord">
          <ac:chgData name="Feist, Ella" userId="992bbaf2-811d-42cb-a4d6-e7fc45e325e8" providerId="ADAL" clId="{EEEAA5E7-5892-4C22-B4B9-91834BD409A7}" dt="2026-09-08T10:56:26.363" v="154" actId="478"/>
          <ac:spMkLst>
            <pc:docMk/>
            <pc:sldMk cId="1315575439" sldId="385"/>
            <ac:spMk id="4" creationId="{368A0A8F-DBF0-29C6-4624-C386FDC302C1}"/>
          </ac:spMkLst>
        </pc:spChg>
        <pc:spChg chg="mod ord">
          <ac:chgData name="Feist, Ella" userId="992bbaf2-811d-42cb-a4d6-e7fc45e325e8" providerId="ADAL" clId="{EEEAA5E7-5892-4C22-B4B9-91834BD409A7}" dt="2026-09-08T10:56:25.205" v="153" actId="700"/>
          <ac:spMkLst>
            <pc:docMk/>
            <pc:sldMk cId="1315575439" sldId="385"/>
            <ac:spMk id="5" creationId="{415AF8A6-CBA8-FF06-2AB9-110DB77A8291}"/>
          </ac:spMkLst>
        </pc:spChg>
        <pc:spChg chg="mod ord">
          <ac:chgData name="Feist, Ella" userId="992bbaf2-811d-42cb-a4d6-e7fc45e325e8" providerId="ADAL" clId="{EEEAA5E7-5892-4C22-B4B9-91834BD409A7}" dt="2026-09-08T10:56:38.184" v="157" actId="20577"/>
          <ac:spMkLst>
            <pc:docMk/>
            <pc:sldMk cId="1315575439" sldId="385"/>
            <ac:spMk id="6" creationId="{4C006950-6F3B-B51D-09B3-5FB9BFB7FE62}"/>
          </ac:spMkLst>
        </pc:spChg>
        <pc:spChg chg="add del mod ord">
          <ac:chgData name="Feist, Ella" userId="992bbaf2-811d-42cb-a4d6-e7fc45e325e8" providerId="ADAL" clId="{EEEAA5E7-5892-4C22-B4B9-91834BD409A7}" dt="2026-09-08T10:56:24.600" v="152" actId="478"/>
          <ac:spMkLst>
            <pc:docMk/>
            <pc:sldMk cId="1315575439" sldId="385"/>
            <ac:spMk id="7" creationId="{744C612D-1F67-B774-A897-5CE212F16980}"/>
          </ac:spMkLst>
        </pc:spChg>
        <pc:spChg chg="mod">
          <ac:chgData name="Feist, Ella" userId="992bbaf2-811d-42cb-a4d6-e7fc45e325e8" providerId="ADAL" clId="{EEEAA5E7-5892-4C22-B4B9-91834BD409A7}" dt="2026-09-08T10:56:45.110" v="159" actId="403"/>
          <ac:spMkLst>
            <pc:docMk/>
            <pc:sldMk cId="1315575439" sldId="385"/>
            <ac:spMk id="13" creationId="{9CAFD0CB-01BB-CCCC-8E8C-4D0B08CAD542}"/>
          </ac:spMkLst>
        </pc:spChg>
        <pc:spChg chg="mod">
          <ac:chgData name="Feist, Ella" userId="992bbaf2-811d-42cb-a4d6-e7fc45e325e8" providerId="ADAL" clId="{EEEAA5E7-5892-4C22-B4B9-91834BD409A7}" dt="2026-09-08T10:57:10.621" v="183" actId="1036"/>
          <ac:spMkLst>
            <pc:docMk/>
            <pc:sldMk cId="1315575439" sldId="385"/>
            <ac:spMk id="14" creationId="{2C1ED7AE-7EF4-F576-47C3-8EA6444EFD40}"/>
          </ac:spMkLst>
        </pc:spChg>
        <pc:spChg chg="mod">
          <ac:chgData name="Feist, Ella" userId="992bbaf2-811d-42cb-a4d6-e7fc45e325e8" providerId="ADAL" clId="{EEEAA5E7-5892-4C22-B4B9-91834BD409A7}" dt="2026-09-08T10:56:27.424" v="155"/>
          <ac:spMkLst>
            <pc:docMk/>
            <pc:sldMk cId="1315575439" sldId="385"/>
            <ac:spMk id="15" creationId="{5347CDC2-9256-4B3C-2A69-B50EA21D39D1}"/>
          </ac:spMkLst>
        </pc:spChg>
        <pc:spChg chg="add mod">
          <ac:chgData name="Feist, Ella" userId="992bbaf2-811d-42cb-a4d6-e7fc45e325e8" providerId="ADAL" clId="{EEEAA5E7-5892-4C22-B4B9-91834BD409A7}" dt="2026-09-08T10:57:04.844" v="174" actId="1036"/>
          <ac:spMkLst>
            <pc:docMk/>
            <pc:sldMk cId="1315575439" sldId="385"/>
            <ac:spMk id="18" creationId="{3280F9D4-9A66-A30C-0748-FCCC03302A4F}"/>
          </ac:spMkLst>
        </pc:spChg>
        <pc:spChg chg="mod">
          <ac:chgData name="Feist, Ella" userId="992bbaf2-811d-42cb-a4d6-e7fc45e325e8" providerId="ADAL" clId="{EEEAA5E7-5892-4C22-B4B9-91834BD409A7}" dt="2026-09-08T10:56:48.874" v="160" actId="14100"/>
          <ac:spMkLst>
            <pc:docMk/>
            <pc:sldMk cId="1315575439" sldId="385"/>
            <ac:spMk id="24" creationId="{956A6475-47C7-BA2A-F003-947EA945CA24}"/>
          </ac:spMkLst>
        </pc:spChg>
        <pc:spChg chg="mod">
          <ac:chgData name="Feist, Ella" userId="992bbaf2-811d-42cb-a4d6-e7fc45e325e8" providerId="ADAL" clId="{EEEAA5E7-5892-4C22-B4B9-91834BD409A7}" dt="2026-09-08T10:56:50.458" v="161" actId="14100"/>
          <ac:spMkLst>
            <pc:docMk/>
            <pc:sldMk cId="1315575439" sldId="385"/>
            <ac:spMk id="25" creationId="{F9DF7937-CFC1-0DE4-63F5-6F84EF2D76D2}"/>
          </ac:spMkLst>
        </pc:spChg>
        <pc:spChg chg="mod">
          <ac:chgData name="Feist, Ella" userId="992bbaf2-811d-42cb-a4d6-e7fc45e325e8" providerId="ADAL" clId="{EEEAA5E7-5892-4C22-B4B9-91834BD409A7}" dt="2026-09-08T10:56:27.424" v="155"/>
          <ac:spMkLst>
            <pc:docMk/>
            <pc:sldMk cId="1315575439" sldId="385"/>
            <ac:spMk id="27" creationId="{6E39E9E3-D513-244E-BAE8-97B19FAA5EB3}"/>
          </ac:spMkLst>
        </pc:spChg>
        <pc:spChg chg="mod">
          <ac:chgData name="Feist, Ella" userId="992bbaf2-811d-42cb-a4d6-e7fc45e325e8" providerId="ADAL" clId="{EEEAA5E7-5892-4C22-B4B9-91834BD409A7}" dt="2026-09-08T10:56:27.424" v="155"/>
          <ac:spMkLst>
            <pc:docMk/>
            <pc:sldMk cId="1315575439" sldId="385"/>
            <ac:spMk id="28" creationId="{01595B3E-BD81-9F59-758B-46FA04DCE935}"/>
          </ac:spMkLst>
        </pc:spChg>
        <pc:grpChg chg="add del">
          <ac:chgData name="Feist, Ella" userId="992bbaf2-811d-42cb-a4d6-e7fc45e325e8" providerId="ADAL" clId="{EEEAA5E7-5892-4C22-B4B9-91834BD409A7}" dt="2026-09-08T10:56:24.600" v="152" actId="478"/>
          <ac:grpSpMkLst>
            <pc:docMk/>
            <pc:sldMk cId="1315575439" sldId="385"/>
            <ac:grpSpMk id="8" creationId="{68406191-EAE4-4D95-A8A1-03971AC6C528}"/>
          </ac:grpSpMkLst>
        </pc:grpChg>
        <pc:grpChg chg="add mod">
          <ac:chgData name="Feist, Ella" userId="992bbaf2-811d-42cb-a4d6-e7fc45e325e8" providerId="ADAL" clId="{EEEAA5E7-5892-4C22-B4B9-91834BD409A7}" dt="2026-09-08T10:57:06.729" v="175" actId="1076"/>
          <ac:grpSpMkLst>
            <pc:docMk/>
            <pc:sldMk cId="1315575439" sldId="385"/>
            <ac:grpSpMk id="12" creationId="{BBAB4ABD-96F2-3EC6-24F2-23ABC8838759}"/>
          </ac:grpSpMkLst>
        </pc:grpChg>
        <pc:grpChg chg="add mod">
          <ac:chgData name="Feist, Ella" userId="992bbaf2-811d-42cb-a4d6-e7fc45e325e8" providerId="ADAL" clId="{EEEAA5E7-5892-4C22-B4B9-91834BD409A7}" dt="2026-09-08T10:56:32.402" v="156" actId="1076"/>
          <ac:grpSpMkLst>
            <pc:docMk/>
            <pc:sldMk cId="1315575439" sldId="385"/>
            <ac:grpSpMk id="20" creationId="{CDEB54F8-0C48-41BA-3C1D-E1F823806E06}"/>
          </ac:grpSpMkLst>
        </pc:grpChg>
        <pc:grpChg chg="add del">
          <ac:chgData name="Feist, Ella" userId="992bbaf2-811d-42cb-a4d6-e7fc45e325e8" providerId="ADAL" clId="{EEEAA5E7-5892-4C22-B4B9-91834BD409A7}" dt="2026-09-08T10:56:24.600" v="152" actId="478"/>
          <ac:grpSpMkLst>
            <pc:docMk/>
            <pc:sldMk cId="1315575439" sldId="385"/>
            <ac:grpSpMk id="23" creationId="{EB8AB366-BB37-5C2D-1662-EA4F327508A0}"/>
          </ac:grpSpMkLst>
        </pc:grpChg>
      </pc:sldChg>
      <pc:sldChg chg="modSp mod">
        <pc:chgData name="Feist, Ella" userId="992bbaf2-811d-42cb-a4d6-e7fc45e325e8" providerId="ADAL" clId="{EEEAA5E7-5892-4C22-B4B9-91834BD409A7}" dt="2026-09-08T11:00:29.418" v="200" actId="14100"/>
        <pc:sldMkLst>
          <pc:docMk/>
          <pc:sldMk cId="2444271493" sldId="386"/>
        </pc:sldMkLst>
        <pc:spChg chg="mod">
          <ac:chgData name="Feist, Ella" userId="992bbaf2-811d-42cb-a4d6-e7fc45e325e8" providerId="ADAL" clId="{EEEAA5E7-5892-4C22-B4B9-91834BD409A7}" dt="2026-09-08T10:59:59.902" v="193" actId="20577"/>
          <ac:spMkLst>
            <pc:docMk/>
            <pc:sldMk cId="2444271493" sldId="386"/>
            <ac:spMk id="5" creationId="{4293B2CC-A1FA-7E1F-DBCE-76386D3B2FFA}"/>
          </ac:spMkLst>
        </pc:spChg>
        <pc:spChg chg="mod">
          <ac:chgData name="Feist, Ella" userId="992bbaf2-811d-42cb-a4d6-e7fc45e325e8" providerId="ADAL" clId="{EEEAA5E7-5892-4C22-B4B9-91834BD409A7}" dt="2026-09-08T11:00:11.444" v="195" actId="20577"/>
          <ac:spMkLst>
            <pc:docMk/>
            <pc:sldMk cId="2444271493" sldId="386"/>
            <ac:spMk id="6" creationId="{1FE4FA66-A0FF-B494-614F-561F2CC7BEC4}"/>
          </ac:spMkLst>
        </pc:spChg>
        <pc:spChg chg="mod">
          <ac:chgData name="Feist, Ella" userId="992bbaf2-811d-42cb-a4d6-e7fc45e325e8" providerId="ADAL" clId="{EEEAA5E7-5892-4C22-B4B9-91834BD409A7}" dt="2026-09-08T11:00:26.499" v="199" actId="14100"/>
          <ac:spMkLst>
            <pc:docMk/>
            <pc:sldMk cId="2444271493" sldId="386"/>
            <ac:spMk id="10" creationId="{26FDFE7C-6A70-8D69-1FA6-0FEC1F8649AE}"/>
          </ac:spMkLst>
        </pc:spChg>
        <pc:spChg chg="mod">
          <ac:chgData name="Feist, Ella" userId="992bbaf2-811d-42cb-a4d6-e7fc45e325e8" providerId="ADAL" clId="{EEEAA5E7-5892-4C22-B4B9-91834BD409A7}" dt="2026-09-08T11:00:29.418" v="200" actId="14100"/>
          <ac:spMkLst>
            <pc:docMk/>
            <pc:sldMk cId="2444271493" sldId="386"/>
            <ac:spMk id="15" creationId="{CC7F0189-FA73-73B5-327C-78EC01D752F3}"/>
          </ac:spMkLst>
        </pc:spChg>
        <pc:spChg chg="mod">
          <ac:chgData name="Feist, Ella" userId="992bbaf2-811d-42cb-a4d6-e7fc45e325e8" providerId="ADAL" clId="{EEEAA5E7-5892-4C22-B4B9-91834BD409A7}" dt="2026-09-08T11:00:14.284" v="197" actId="20577"/>
          <ac:spMkLst>
            <pc:docMk/>
            <pc:sldMk cId="2444271493" sldId="386"/>
            <ac:spMk id="17" creationId="{95388AE4-95FB-E1E1-E9BF-73AE38B7FF1B}"/>
          </ac:spMkLst>
        </pc:spChg>
      </pc:sldChg>
      <pc:sldChg chg="modSp mod">
        <pc:chgData name="Feist, Ella" userId="992bbaf2-811d-42cb-a4d6-e7fc45e325e8" providerId="ADAL" clId="{EEEAA5E7-5892-4C22-B4B9-91834BD409A7}" dt="2026-09-08T12:29:27.717" v="643" actId="20577"/>
        <pc:sldMkLst>
          <pc:docMk/>
          <pc:sldMk cId="2579657983" sldId="387"/>
        </pc:sldMkLst>
        <pc:spChg chg="mod">
          <ac:chgData name="Feist, Ella" userId="992bbaf2-811d-42cb-a4d6-e7fc45e325e8" providerId="ADAL" clId="{EEEAA5E7-5892-4C22-B4B9-91834BD409A7}" dt="2026-09-08T12:29:26.196" v="642" actId="20577"/>
          <ac:spMkLst>
            <pc:docMk/>
            <pc:sldMk cId="2579657983" sldId="387"/>
            <ac:spMk id="2" creationId="{14A024DF-FA0B-4026-86BA-0DC641B9C46E}"/>
          </ac:spMkLst>
        </pc:spChg>
        <pc:spChg chg="mod">
          <ac:chgData name="Feist, Ella" userId="992bbaf2-811d-42cb-a4d6-e7fc45e325e8" providerId="ADAL" clId="{EEEAA5E7-5892-4C22-B4B9-91834BD409A7}" dt="2026-09-08T12:29:27.717" v="643" actId="20577"/>
          <ac:spMkLst>
            <pc:docMk/>
            <pc:sldMk cId="2579657983" sldId="387"/>
            <ac:spMk id="6" creationId="{9D2DA89B-B40E-BC45-A829-1286044E90C2}"/>
          </ac:spMkLst>
        </pc:spChg>
      </pc:sldChg>
      <pc:sldChg chg="modSp mod">
        <pc:chgData name="Feist, Ella" userId="992bbaf2-811d-42cb-a4d6-e7fc45e325e8" providerId="ADAL" clId="{EEEAA5E7-5892-4C22-B4B9-91834BD409A7}" dt="2026-09-08T12:29:45.619" v="648" actId="20577"/>
        <pc:sldMkLst>
          <pc:docMk/>
          <pc:sldMk cId="371370395" sldId="388"/>
        </pc:sldMkLst>
        <pc:spChg chg="mod">
          <ac:chgData name="Feist, Ella" userId="992bbaf2-811d-42cb-a4d6-e7fc45e325e8" providerId="ADAL" clId="{EEEAA5E7-5892-4C22-B4B9-91834BD409A7}" dt="2026-09-08T12:29:35.390" v="644" actId="20577"/>
          <ac:spMkLst>
            <pc:docMk/>
            <pc:sldMk cId="371370395" sldId="388"/>
            <ac:spMk id="5" creationId="{6D4DC77B-D328-5784-4264-1A19A6D53DD0}"/>
          </ac:spMkLst>
        </pc:spChg>
        <pc:spChg chg="mod">
          <ac:chgData name="Feist, Ella" userId="992bbaf2-811d-42cb-a4d6-e7fc45e325e8" providerId="ADAL" clId="{EEEAA5E7-5892-4C22-B4B9-91834BD409A7}" dt="2026-09-08T12:29:45.619" v="648" actId="20577"/>
          <ac:spMkLst>
            <pc:docMk/>
            <pc:sldMk cId="371370395" sldId="388"/>
            <ac:spMk id="6" creationId="{8D436760-ABE0-4D4A-A32A-D62076CBDB06}"/>
          </ac:spMkLst>
        </pc:spChg>
      </pc:sldChg>
      <pc:sldChg chg="modSp mod">
        <pc:chgData name="Feist, Ella" userId="992bbaf2-811d-42cb-a4d6-e7fc45e325e8" providerId="ADAL" clId="{EEEAA5E7-5892-4C22-B4B9-91834BD409A7}" dt="2026-09-08T12:30:05.592" v="656"/>
        <pc:sldMkLst>
          <pc:docMk/>
          <pc:sldMk cId="3633410444" sldId="389"/>
        </pc:sldMkLst>
        <pc:spChg chg="mod">
          <ac:chgData name="Feist, Ella" userId="992bbaf2-811d-42cb-a4d6-e7fc45e325e8" providerId="ADAL" clId="{EEEAA5E7-5892-4C22-B4B9-91834BD409A7}" dt="2026-09-08T12:29:52.127" v="649"/>
          <ac:spMkLst>
            <pc:docMk/>
            <pc:sldMk cId="3633410444" sldId="389"/>
            <ac:spMk id="2" creationId="{DED8801E-CB8E-1FC8-A82E-737CCABD5222}"/>
          </ac:spMkLst>
        </pc:spChg>
        <pc:spChg chg="mod">
          <ac:chgData name="Feist, Ella" userId="992bbaf2-811d-42cb-a4d6-e7fc45e325e8" providerId="ADAL" clId="{EEEAA5E7-5892-4C22-B4B9-91834BD409A7}" dt="2026-09-08T12:30:05.592" v="656"/>
          <ac:spMkLst>
            <pc:docMk/>
            <pc:sldMk cId="3633410444" sldId="389"/>
            <ac:spMk id="3" creationId="{C81DB412-C8E4-492A-DB1E-01ACDABD8443}"/>
          </ac:spMkLst>
        </pc:spChg>
      </pc:sldChg>
      <pc:sldChg chg="modSp mod">
        <pc:chgData name="Feist, Ella" userId="992bbaf2-811d-42cb-a4d6-e7fc45e325e8" providerId="ADAL" clId="{EEEAA5E7-5892-4C22-B4B9-91834BD409A7}" dt="2026-09-08T12:09:58.039" v="239" actId="20577"/>
        <pc:sldMkLst>
          <pc:docMk/>
          <pc:sldMk cId="2917445413" sldId="390"/>
        </pc:sldMkLst>
        <pc:spChg chg="mod">
          <ac:chgData name="Feist, Ella" userId="992bbaf2-811d-42cb-a4d6-e7fc45e325e8" providerId="ADAL" clId="{EEEAA5E7-5892-4C22-B4B9-91834BD409A7}" dt="2026-09-08T12:09:44.775" v="222" actId="20577"/>
          <ac:spMkLst>
            <pc:docMk/>
            <pc:sldMk cId="2917445413" sldId="390"/>
            <ac:spMk id="5" creationId="{4964D64F-00C8-4D63-E51A-DFB7A3430625}"/>
          </ac:spMkLst>
        </pc:spChg>
        <pc:spChg chg="mod">
          <ac:chgData name="Feist, Ella" userId="992bbaf2-811d-42cb-a4d6-e7fc45e325e8" providerId="ADAL" clId="{EEEAA5E7-5892-4C22-B4B9-91834BD409A7}" dt="2026-09-08T12:09:58.039" v="239" actId="20577"/>
          <ac:spMkLst>
            <pc:docMk/>
            <pc:sldMk cId="2917445413" sldId="390"/>
            <ac:spMk id="6" creationId="{9A3EAC25-A4FA-3E86-789C-3F19C3B2315B}"/>
          </ac:spMkLst>
        </pc:spChg>
      </pc:sldChg>
      <pc:sldChg chg="addSp modSp mod modClrScheme chgLayout">
        <pc:chgData name="Feist, Ella" userId="992bbaf2-811d-42cb-a4d6-e7fc45e325e8" providerId="ADAL" clId="{EEEAA5E7-5892-4C22-B4B9-91834BD409A7}" dt="2026-09-08T12:27:33.391" v="605"/>
        <pc:sldMkLst>
          <pc:docMk/>
          <pc:sldMk cId="4147090176" sldId="392"/>
        </pc:sldMkLst>
        <pc:spChg chg="mod ord">
          <ac:chgData name="Feist, Ella" userId="992bbaf2-811d-42cb-a4d6-e7fc45e325e8" providerId="ADAL" clId="{EEEAA5E7-5892-4C22-B4B9-91834BD409A7}" dt="2026-09-08T12:10:25.895" v="250" actId="700"/>
          <ac:spMkLst>
            <pc:docMk/>
            <pc:sldMk cId="4147090176" sldId="392"/>
            <ac:spMk id="2" creationId="{32734928-5BC1-8AE5-4586-E89CFE7979AC}"/>
          </ac:spMkLst>
        </pc:spChg>
        <pc:spChg chg="mod ord">
          <ac:chgData name="Feist, Ella" userId="992bbaf2-811d-42cb-a4d6-e7fc45e325e8" providerId="ADAL" clId="{EEEAA5E7-5892-4C22-B4B9-91834BD409A7}" dt="2026-09-08T12:11:17.776" v="273" actId="20577"/>
          <ac:spMkLst>
            <pc:docMk/>
            <pc:sldMk cId="4147090176" sldId="392"/>
            <ac:spMk id="3" creationId="{454A328C-3ADF-54A6-C46E-2DA907147B23}"/>
          </ac:spMkLst>
        </pc:spChg>
        <pc:spChg chg="add mod ord">
          <ac:chgData name="Feist, Ella" userId="992bbaf2-811d-42cb-a4d6-e7fc45e325e8" providerId="ADAL" clId="{EEEAA5E7-5892-4C22-B4B9-91834BD409A7}" dt="2026-09-08T12:11:33.378" v="296" actId="20577"/>
          <ac:spMkLst>
            <pc:docMk/>
            <pc:sldMk cId="4147090176" sldId="392"/>
            <ac:spMk id="4" creationId="{E8530FD8-9DD9-7B9D-1B12-EF087BC7AF5E}"/>
          </ac:spMkLst>
        </pc:spChg>
        <pc:spChg chg="add mod">
          <ac:chgData name="Feist, Ella" userId="992bbaf2-811d-42cb-a4d6-e7fc45e325e8" providerId="ADAL" clId="{EEEAA5E7-5892-4C22-B4B9-91834BD409A7}" dt="2026-09-08T12:27:33.391" v="605"/>
          <ac:spMkLst>
            <pc:docMk/>
            <pc:sldMk cId="4147090176" sldId="392"/>
            <ac:spMk id="5" creationId="{6DB604F4-0CCF-1569-8C7F-E0792F7D2034}"/>
          </ac:spMkLst>
        </pc:spChg>
      </pc:sldChg>
      <pc:sldChg chg="modSp mod">
        <pc:chgData name="Feist, Ella" userId="992bbaf2-811d-42cb-a4d6-e7fc45e325e8" providerId="ADAL" clId="{EEEAA5E7-5892-4C22-B4B9-91834BD409A7}" dt="2026-09-08T12:10:08.739" v="247" actId="6549"/>
        <pc:sldMkLst>
          <pc:docMk/>
          <pc:sldMk cId="3223880963" sldId="393"/>
        </pc:sldMkLst>
        <pc:spChg chg="mod">
          <ac:chgData name="Feist, Ella" userId="992bbaf2-811d-42cb-a4d6-e7fc45e325e8" providerId="ADAL" clId="{EEEAA5E7-5892-4C22-B4B9-91834BD409A7}" dt="2026-09-08T12:10:01.411" v="240" actId="20577"/>
          <ac:spMkLst>
            <pc:docMk/>
            <pc:sldMk cId="3223880963" sldId="393"/>
            <ac:spMk id="5" creationId="{45BDC4B9-32D9-7C9A-51A4-1D671BB98AE4}"/>
          </ac:spMkLst>
        </pc:spChg>
        <pc:spChg chg="mod">
          <ac:chgData name="Feist, Ella" userId="992bbaf2-811d-42cb-a4d6-e7fc45e325e8" providerId="ADAL" clId="{EEEAA5E7-5892-4C22-B4B9-91834BD409A7}" dt="2026-09-08T12:10:08.739" v="247" actId="6549"/>
          <ac:spMkLst>
            <pc:docMk/>
            <pc:sldMk cId="3223880963" sldId="393"/>
            <ac:spMk id="6" creationId="{645CF064-E311-738D-AB8D-525E017BB6F7}"/>
          </ac:spMkLst>
        </pc:spChg>
      </pc:sldChg>
      <pc:sldChg chg="modSp mod">
        <pc:chgData name="Feist, Ella" userId="992bbaf2-811d-42cb-a4d6-e7fc45e325e8" providerId="ADAL" clId="{EEEAA5E7-5892-4C22-B4B9-91834BD409A7}" dt="2026-09-08T12:11:45.285" v="300" actId="20577"/>
        <pc:sldMkLst>
          <pc:docMk/>
          <pc:sldMk cId="3809671091" sldId="394"/>
        </pc:sldMkLst>
        <pc:spChg chg="mod">
          <ac:chgData name="Feist, Ella" userId="992bbaf2-811d-42cb-a4d6-e7fc45e325e8" providerId="ADAL" clId="{EEEAA5E7-5892-4C22-B4B9-91834BD409A7}" dt="2026-09-08T12:11:45.285" v="300" actId="20577"/>
          <ac:spMkLst>
            <pc:docMk/>
            <pc:sldMk cId="3809671091" sldId="394"/>
            <ac:spMk id="4" creationId="{6B10A2E5-A3AA-7BE3-7C87-983A58C15C46}"/>
          </ac:spMkLst>
        </pc:spChg>
      </pc:sldChg>
      <pc:sldChg chg="addSp delSp modSp mod chgLayout">
        <pc:chgData name="Feist, Ella" userId="992bbaf2-811d-42cb-a4d6-e7fc45e325e8" providerId="ADAL" clId="{EEEAA5E7-5892-4C22-B4B9-91834BD409A7}" dt="2026-09-08T12:11:53.691" v="304" actId="6264"/>
        <pc:sldMkLst>
          <pc:docMk/>
          <pc:sldMk cId="2937095635" sldId="395"/>
        </pc:sldMkLst>
        <pc:spChg chg="mod ord">
          <ac:chgData name="Feist, Ella" userId="992bbaf2-811d-42cb-a4d6-e7fc45e325e8" providerId="ADAL" clId="{EEEAA5E7-5892-4C22-B4B9-91834BD409A7}" dt="2026-09-08T12:11:53.691" v="304" actId="6264"/>
          <ac:spMkLst>
            <pc:docMk/>
            <pc:sldMk cId="2937095635" sldId="395"/>
            <ac:spMk id="2" creationId="{3D631098-A3A8-149C-7237-526FAFD9E4CF}"/>
          </ac:spMkLst>
        </pc:spChg>
        <pc:spChg chg="add del mod">
          <ac:chgData name="Feist, Ella" userId="992bbaf2-811d-42cb-a4d6-e7fc45e325e8" providerId="ADAL" clId="{EEEAA5E7-5892-4C22-B4B9-91834BD409A7}" dt="2026-09-08T12:11:53.691" v="304" actId="6264"/>
          <ac:spMkLst>
            <pc:docMk/>
            <pc:sldMk cId="2937095635" sldId="395"/>
            <ac:spMk id="3" creationId="{74BE8C1A-D733-9703-B961-DC3B56847FDC}"/>
          </ac:spMkLst>
        </pc:spChg>
        <pc:spChg chg="add del mod">
          <ac:chgData name="Feist, Ella" userId="992bbaf2-811d-42cb-a4d6-e7fc45e325e8" providerId="ADAL" clId="{EEEAA5E7-5892-4C22-B4B9-91834BD409A7}" dt="2026-09-08T12:11:53.691" v="304" actId="6264"/>
          <ac:spMkLst>
            <pc:docMk/>
            <pc:sldMk cId="2937095635" sldId="395"/>
            <ac:spMk id="4" creationId="{4913710C-591A-2308-4A0A-8637D237CC7E}"/>
          </ac:spMkLst>
        </pc:spChg>
        <pc:spChg chg="mod ord">
          <ac:chgData name="Feist, Ella" userId="992bbaf2-811d-42cb-a4d6-e7fc45e325e8" providerId="ADAL" clId="{EEEAA5E7-5892-4C22-B4B9-91834BD409A7}" dt="2026-09-08T12:11:53.691" v="304" actId="6264"/>
          <ac:spMkLst>
            <pc:docMk/>
            <pc:sldMk cId="2937095635" sldId="395"/>
            <ac:spMk id="5" creationId="{CF3D17F6-A452-9FAF-389D-E9ED04A5DEB1}"/>
          </ac:spMkLst>
        </pc:spChg>
      </pc:sldChg>
      <pc:sldChg chg="modSp mod">
        <pc:chgData name="Feist, Ella" userId="992bbaf2-811d-42cb-a4d6-e7fc45e325e8" providerId="ADAL" clId="{EEEAA5E7-5892-4C22-B4B9-91834BD409A7}" dt="2026-09-08T12:36:14.900" v="836" actId="20577"/>
        <pc:sldMkLst>
          <pc:docMk/>
          <pc:sldMk cId="1045103893" sldId="396"/>
        </pc:sldMkLst>
        <pc:spChg chg="mod">
          <ac:chgData name="Feist, Ella" userId="992bbaf2-811d-42cb-a4d6-e7fc45e325e8" providerId="ADAL" clId="{EEEAA5E7-5892-4C22-B4B9-91834BD409A7}" dt="2026-09-08T12:35:53.845" v="831" actId="6549"/>
          <ac:spMkLst>
            <pc:docMk/>
            <pc:sldMk cId="1045103893" sldId="396"/>
            <ac:spMk id="2" creationId="{F2B12E6B-EFC5-D60D-0405-F034A689AC39}"/>
          </ac:spMkLst>
        </pc:spChg>
        <pc:spChg chg="mod">
          <ac:chgData name="Feist, Ella" userId="992bbaf2-811d-42cb-a4d6-e7fc45e325e8" providerId="ADAL" clId="{EEEAA5E7-5892-4C22-B4B9-91834BD409A7}" dt="2026-09-08T12:36:14.900" v="836" actId="20577"/>
          <ac:spMkLst>
            <pc:docMk/>
            <pc:sldMk cId="1045103893" sldId="396"/>
            <ac:spMk id="3" creationId="{91962649-4206-2FC4-2AF4-443AD80C2259}"/>
          </ac:spMkLst>
        </pc:spChg>
      </pc:sldChg>
      <pc:sldChg chg="addSp modSp mod modClrScheme chgLayout">
        <pc:chgData name="Feist, Ella" userId="992bbaf2-811d-42cb-a4d6-e7fc45e325e8" providerId="ADAL" clId="{EEEAA5E7-5892-4C22-B4B9-91834BD409A7}" dt="2026-09-08T12:09:39.808" v="221" actId="120"/>
        <pc:sldMkLst>
          <pc:docMk/>
          <pc:sldMk cId="1508686599" sldId="399"/>
        </pc:sldMkLst>
        <pc:spChg chg="mod ord">
          <ac:chgData name="Feist, Ella" userId="992bbaf2-811d-42cb-a4d6-e7fc45e325e8" providerId="ADAL" clId="{EEEAA5E7-5892-4C22-B4B9-91834BD409A7}" dt="2026-09-08T12:08:44.982" v="204" actId="700"/>
          <ac:spMkLst>
            <pc:docMk/>
            <pc:sldMk cId="1508686599" sldId="399"/>
            <ac:spMk id="2" creationId="{97FB74FE-ED6A-6BCA-EF3D-3A932A187A6B}"/>
          </ac:spMkLst>
        </pc:spChg>
        <pc:spChg chg="mod ord">
          <ac:chgData name="Feist, Ella" userId="992bbaf2-811d-42cb-a4d6-e7fc45e325e8" providerId="ADAL" clId="{EEEAA5E7-5892-4C22-B4B9-91834BD409A7}" dt="2026-09-08T12:08:51.445" v="206" actId="20577"/>
          <ac:spMkLst>
            <pc:docMk/>
            <pc:sldMk cId="1508686599" sldId="399"/>
            <ac:spMk id="3" creationId="{3AA3FBC9-8698-A09B-32B3-4A75CB62197F}"/>
          </ac:spMkLst>
        </pc:spChg>
        <pc:spChg chg="mod ord">
          <ac:chgData name="Feist, Ella" userId="992bbaf2-811d-42cb-a4d6-e7fc45e325e8" providerId="ADAL" clId="{EEEAA5E7-5892-4C22-B4B9-91834BD409A7}" dt="2026-09-08T12:08:44.982" v="204" actId="700"/>
          <ac:spMkLst>
            <pc:docMk/>
            <pc:sldMk cId="1508686599" sldId="399"/>
            <ac:spMk id="4" creationId="{2E72F448-0E33-7423-C3AB-F08AEF2E14AA}"/>
          </ac:spMkLst>
        </pc:spChg>
        <pc:spChg chg="add mod ord">
          <ac:chgData name="Feist, Ella" userId="992bbaf2-811d-42cb-a4d6-e7fc45e325e8" providerId="ADAL" clId="{EEEAA5E7-5892-4C22-B4B9-91834BD409A7}" dt="2026-09-08T12:09:04.338" v="211" actId="113"/>
          <ac:spMkLst>
            <pc:docMk/>
            <pc:sldMk cId="1508686599" sldId="399"/>
            <ac:spMk id="5" creationId="{7459AD5B-AC12-26F7-9D36-1219D63A73A4}"/>
          </ac:spMkLst>
        </pc:spChg>
        <pc:graphicFrameChg chg="mod modGraphic">
          <ac:chgData name="Feist, Ella" userId="992bbaf2-811d-42cb-a4d6-e7fc45e325e8" providerId="ADAL" clId="{EEEAA5E7-5892-4C22-B4B9-91834BD409A7}" dt="2026-09-08T12:09:32.243" v="219" actId="120"/>
          <ac:graphicFrameMkLst>
            <pc:docMk/>
            <pc:sldMk cId="1508686599" sldId="399"/>
            <ac:graphicFrameMk id="6" creationId="{73EFC2F4-3E1E-B616-18D3-A496F528D76E}"/>
          </ac:graphicFrameMkLst>
        </pc:graphicFrameChg>
        <pc:graphicFrameChg chg="mod modGraphic">
          <ac:chgData name="Feist, Ella" userId="992bbaf2-811d-42cb-a4d6-e7fc45e325e8" providerId="ADAL" clId="{EEEAA5E7-5892-4C22-B4B9-91834BD409A7}" dt="2026-09-08T12:09:39.808" v="221" actId="120"/>
          <ac:graphicFrameMkLst>
            <pc:docMk/>
            <pc:sldMk cId="1508686599" sldId="399"/>
            <ac:graphicFrameMk id="7" creationId="{D7A511FD-0CFF-CD4E-8245-C41814A9AA51}"/>
          </ac:graphicFrameMkLst>
        </pc:graphicFrameChg>
      </pc:sldChg>
      <pc:sldChg chg="addSp delSp modSp mod chgLayout">
        <pc:chgData name="Feist, Ella" userId="992bbaf2-811d-42cb-a4d6-e7fc45e325e8" providerId="ADAL" clId="{EEEAA5E7-5892-4C22-B4B9-91834BD409A7}" dt="2026-09-08T12:30:30.013" v="679" actId="20577"/>
        <pc:sldMkLst>
          <pc:docMk/>
          <pc:sldMk cId="913610647" sldId="414"/>
        </pc:sldMkLst>
        <pc:spChg chg="mod ord">
          <ac:chgData name="Feist, Ella" userId="992bbaf2-811d-42cb-a4d6-e7fc45e325e8" providerId="ADAL" clId="{EEEAA5E7-5892-4C22-B4B9-91834BD409A7}" dt="2026-09-08T12:30:25.054" v="675" actId="6264"/>
          <ac:spMkLst>
            <pc:docMk/>
            <pc:sldMk cId="913610647" sldId="414"/>
            <ac:spMk id="2" creationId="{32661375-47F3-E4C3-E72A-8D38ECEDB2D3}"/>
          </ac:spMkLst>
        </pc:spChg>
        <pc:spChg chg="mod ord">
          <ac:chgData name="Feist, Ella" userId="992bbaf2-811d-42cb-a4d6-e7fc45e325e8" providerId="ADAL" clId="{EEEAA5E7-5892-4C22-B4B9-91834BD409A7}" dt="2026-09-08T12:30:30.013" v="679" actId="20577"/>
          <ac:spMkLst>
            <pc:docMk/>
            <pc:sldMk cId="913610647" sldId="414"/>
            <ac:spMk id="3" creationId="{5B667537-6F41-46D5-6DF6-22E94EC419AB}"/>
          </ac:spMkLst>
        </pc:spChg>
        <pc:spChg chg="add del mod">
          <ac:chgData name="Feist, Ella" userId="992bbaf2-811d-42cb-a4d6-e7fc45e325e8" providerId="ADAL" clId="{EEEAA5E7-5892-4C22-B4B9-91834BD409A7}" dt="2026-09-08T12:30:25.054" v="675" actId="6264"/>
          <ac:spMkLst>
            <pc:docMk/>
            <pc:sldMk cId="913610647" sldId="414"/>
            <ac:spMk id="4" creationId="{607C9302-3CD4-C1D0-CE63-B83C857CF767}"/>
          </ac:spMkLst>
        </pc:spChg>
        <pc:spChg chg="add del mod">
          <ac:chgData name="Feist, Ella" userId="992bbaf2-811d-42cb-a4d6-e7fc45e325e8" providerId="ADAL" clId="{EEEAA5E7-5892-4C22-B4B9-91834BD409A7}" dt="2026-09-08T12:30:25.054" v="675" actId="6264"/>
          <ac:spMkLst>
            <pc:docMk/>
            <pc:sldMk cId="913610647" sldId="414"/>
            <ac:spMk id="5" creationId="{7D7E7473-E7B5-7093-C666-7DE4F14AA7BE}"/>
          </ac:spMkLst>
        </pc:spChg>
      </pc:sldChg>
      <pc:sldChg chg="modSp mod">
        <pc:chgData name="Feist, Ella" userId="992bbaf2-811d-42cb-a4d6-e7fc45e325e8" providerId="ADAL" clId="{EEEAA5E7-5892-4C22-B4B9-91834BD409A7}" dt="2026-09-08T12:12:40.801" v="330" actId="20577"/>
        <pc:sldMkLst>
          <pc:docMk/>
          <pc:sldMk cId="578103471" sldId="415"/>
        </pc:sldMkLst>
        <pc:spChg chg="mod">
          <ac:chgData name="Feist, Ella" userId="992bbaf2-811d-42cb-a4d6-e7fc45e325e8" providerId="ADAL" clId="{EEEAA5E7-5892-4C22-B4B9-91834BD409A7}" dt="2026-09-08T12:12:40.801" v="330" actId="20577"/>
          <ac:spMkLst>
            <pc:docMk/>
            <pc:sldMk cId="578103471" sldId="415"/>
            <ac:spMk id="2" creationId="{1BD4B0F1-82D2-7C9A-B4BD-F396264D487D}"/>
          </ac:spMkLst>
        </pc:spChg>
        <pc:spChg chg="mod">
          <ac:chgData name="Feist, Ella" userId="992bbaf2-811d-42cb-a4d6-e7fc45e325e8" providerId="ADAL" clId="{EEEAA5E7-5892-4C22-B4B9-91834BD409A7}" dt="2026-09-08T12:12:37.925" v="329" actId="20577"/>
          <ac:spMkLst>
            <pc:docMk/>
            <pc:sldMk cId="578103471" sldId="415"/>
            <ac:spMk id="3" creationId="{25650063-5C20-A6A3-FA3E-9E0DF06EFDB6}"/>
          </ac:spMkLst>
        </pc:spChg>
        <pc:spChg chg="mod">
          <ac:chgData name="Feist, Ella" userId="992bbaf2-811d-42cb-a4d6-e7fc45e325e8" providerId="ADAL" clId="{EEEAA5E7-5892-4C22-B4B9-91834BD409A7}" dt="2026-09-08T12:12:30.758" v="327" actId="1036"/>
          <ac:spMkLst>
            <pc:docMk/>
            <pc:sldMk cId="578103471" sldId="415"/>
            <ac:spMk id="7" creationId="{3C8DD317-D18E-B44D-75D2-CC41C0612B5F}"/>
          </ac:spMkLst>
        </pc:spChg>
        <pc:spChg chg="mod">
          <ac:chgData name="Feist, Ella" userId="992bbaf2-811d-42cb-a4d6-e7fc45e325e8" providerId="ADAL" clId="{EEEAA5E7-5892-4C22-B4B9-91834BD409A7}" dt="2026-09-08T12:12:30.758" v="327" actId="1036"/>
          <ac:spMkLst>
            <pc:docMk/>
            <pc:sldMk cId="578103471" sldId="415"/>
            <ac:spMk id="8" creationId="{9FAA2FF2-1785-1925-9DA9-802AFB6BC314}"/>
          </ac:spMkLst>
        </pc:spChg>
      </pc:sldChg>
      <pc:sldChg chg="modSp mod">
        <pc:chgData name="Feist, Ella" userId="992bbaf2-811d-42cb-a4d6-e7fc45e325e8" providerId="ADAL" clId="{EEEAA5E7-5892-4C22-B4B9-91834BD409A7}" dt="2026-09-08T12:13:46.372" v="373" actId="6549"/>
        <pc:sldMkLst>
          <pc:docMk/>
          <pc:sldMk cId="1144152680" sldId="416"/>
        </pc:sldMkLst>
        <pc:spChg chg="mod">
          <ac:chgData name="Feist, Ella" userId="992bbaf2-811d-42cb-a4d6-e7fc45e325e8" providerId="ADAL" clId="{EEEAA5E7-5892-4C22-B4B9-91834BD409A7}" dt="2026-09-08T12:12:45.707" v="331"/>
          <ac:spMkLst>
            <pc:docMk/>
            <pc:sldMk cId="1144152680" sldId="416"/>
            <ac:spMk id="2" creationId="{8DA5CD2A-885A-8502-38BD-B67D2413793F}"/>
          </ac:spMkLst>
        </pc:spChg>
        <pc:spChg chg="mod">
          <ac:chgData name="Feist, Ella" userId="992bbaf2-811d-42cb-a4d6-e7fc45e325e8" providerId="ADAL" clId="{EEEAA5E7-5892-4C22-B4B9-91834BD409A7}" dt="2026-09-08T12:13:10.776" v="346" actId="20577"/>
          <ac:spMkLst>
            <pc:docMk/>
            <pc:sldMk cId="1144152680" sldId="416"/>
            <ac:spMk id="3" creationId="{3A5FAA60-D81F-5B06-B3AF-E41B3E73DEB5}"/>
          </ac:spMkLst>
        </pc:spChg>
        <pc:graphicFrameChg chg="mod modGraphic">
          <ac:chgData name="Feist, Ella" userId="992bbaf2-811d-42cb-a4d6-e7fc45e325e8" providerId="ADAL" clId="{EEEAA5E7-5892-4C22-B4B9-91834BD409A7}" dt="2026-09-08T12:13:46.372" v="373" actId="6549"/>
          <ac:graphicFrameMkLst>
            <pc:docMk/>
            <pc:sldMk cId="1144152680" sldId="416"/>
            <ac:graphicFrameMk id="6" creationId="{04DDD09D-E86B-AF16-88A3-EEADC8711872}"/>
          </ac:graphicFrameMkLst>
        </pc:graphicFrameChg>
      </pc:sldChg>
      <pc:sldChg chg="addSp delSp modSp mod modClrScheme chgLayout">
        <pc:chgData name="Feist, Ella" userId="992bbaf2-811d-42cb-a4d6-e7fc45e325e8" providerId="ADAL" clId="{EEEAA5E7-5892-4C22-B4B9-91834BD409A7}" dt="2026-09-08T12:19:53.982" v="393" actId="1076"/>
        <pc:sldMkLst>
          <pc:docMk/>
          <pc:sldMk cId="339275151" sldId="417"/>
        </pc:sldMkLst>
        <pc:spChg chg="mod ord">
          <ac:chgData name="Feist, Ella" userId="992bbaf2-811d-42cb-a4d6-e7fc45e325e8" providerId="ADAL" clId="{EEEAA5E7-5892-4C22-B4B9-91834BD409A7}" dt="2026-09-08T12:18:54.086" v="377" actId="700"/>
          <ac:spMkLst>
            <pc:docMk/>
            <pc:sldMk cId="339275151" sldId="417"/>
            <ac:spMk id="2" creationId="{F180E330-BA31-2F43-74E0-53EDF7958DF9}"/>
          </ac:spMkLst>
        </pc:spChg>
        <pc:spChg chg="mod ord">
          <ac:chgData name="Feist, Ella" userId="992bbaf2-811d-42cb-a4d6-e7fc45e325e8" providerId="ADAL" clId="{EEEAA5E7-5892-4C22-B4B9-91834BD409A7}" dt="2026-09-08T12:19:18.743" v="382" actId="20577"/>
          <ac:spMkLst>
            <pc:docMk/>
            <pc:sldMk cId="339275151" sldId="417"/>
            <ac:spMk id="3" creationId="{884B92F2-1493-D425-45C1-12C7C837973C}"/>
          </ac:spMkLst>
        </pc:spChg>
        <pc:spChg chg="mod ord">
          <ac:chgData name="Feist, Ella" userId="992bbaf2-811d-42cb-a4d6-e7fc45e325e8" providerId="ADAL" clId="{EEEAA5E7-5892-4C22-B4B9-91834BD409A7}" dt="2026-09-08T12:18:54.086" v="377" actId="700"/>
          <ac:spMkLst>
            <pc:docMk/>
            <pc:sldMk cId="339275151" sldId="417"/>
            <ac:spMk id="4" creationId="{E085D2C9-747F-568B-499F-8601CA03E283}"/>
          </ac:spMkLst>
        </pc:spChg>
        <pc:spChg chg="add del mod ord">
          <ac:chgData name="Feist, Ella" userId="992bbaf2-811d-42cb-a4d6-e7fc45e325e8" providerId="ADAL" clId="{EEEAA5E7-5892-4C22-B4B9-91834BD409A7}" dt="2026-09-08T12:19:00.077" v="379" actId="478"/>
          <ac:spMkLst>
            <pc:docMk/>
            <pc:sldMk cId="339275151" sldId="417"/>
            <ac:spMk id="5" creationId="{4F8DD7BE-6A51-B9C5-67EF-4F5A077DC3DA}"/>
          </ac:spMkLst>
        </pc:spChg>
        <pc:spChg chg="mod">
          <ac:chgData name="Feist, Ella" userId="992bbaf2-811d-42cb-a4d6-e7fc45e325e8" providerId="ADAL" clId="{EEEAA5E7-5892-4C22-B4B9-91834BD409A7}" dt="2026-09-08T12:19:23.528" v="383" actId="1076"/>
          <ac:spMkLst>
            <pc:docMk/>
            <pc:sldMk cId="339275151" sldId="417"/>
            <ac:spMk id="6" creationId="{C345A0AF-475C-F4BD-BF76-A1F9989B3FB5}"/>
          </ac:spMkLst>
        </pc:spChg>
        <pc:spChg chg="mod">
          <ac:chgData name="Feist, Ella" userId="992bbaf2-811d-42cb-a4d6-e7fc45e325e8" providerId="ADAL" clId="{EEEAA5E7-5892-4C22-B4B9-91834BD409A7}" dt="2026-09-08T12:19:30.210" v="385" actId="1076"/>
          <ac:spMkLst>
            <pc:docMk/>
            <pc:sldMk cId="339275151" sldId="417"/>
            <ac:spMk id="7" creationId="{48025E48-C21C-A560-A72F-5C4483FA9AA1}"/>
          </ac:spMkLst>
        </pc:spChg>
        <pc:spChg chg="mod">
          <ac:chgData name="Feist, Ella" userId="992bbaf2-811d-42cb-a4d6-e7fc45e325e8" providerId="ADAL" clId="{EEEAA5E7-5892-4C22-B4B9-91834BD409A7}" dt="2026-09-08T12:19:53.982" v="393" actId="1076"/>
          <ac:spMkLst>
            <pc:docMk/>
            <pc:sldMk cId="339275151" sldId="417"/>
            <ac:spMk id="8" creationId="{44FD5825-8EC3-9056-03BC-3073797C143D}"/>
          </ac:spMkLst>
        </pc:spChg>
        <pc:spChg chg="mod">
          <ac:chgData name="Feist, Ella" userId="992bbaf2-811d-42cb-a4d6-e7fc45e325e8" providerId="ADAL" clId="{EEEAA5E7-5892-4C22-B4B9-91834BD409A7}" dt="2026-09-08T12:19:26.365" v="384" actId="14100"/>
          <ac:spMkLst>
            <pc:docMk/>
            <pc:sldMk cId="339275151" sldId="417"/>
            <ac:spMk id="10" creationId="{6DBD856B-F0AC-0164-2629-A9719413EC3C}"/>
          </ac:spMkLst>
        </pc:spChg>
        <pc:spChg chg="mod">
          <ac:chgData name="Feist, Ella" userId="992bbaf2-811d-42cb-a4d6-e7fc45e325e8" providerId="ADAL" clId="{EEEAA5E7-5892-4C22-B4B9-91834BD409A7}" dt="2026-09-08T12:19:23.528" v="383" actId="1076"/>
          <ac:spMkLst>
            <pc:docMk/>
            <pc:sldMk cId="339275151" sldId="417"/>
            <ac:spMk id="11" creationId="{7E93AF91-D613-1338-8057-06CE261210A2}"/>
          </ac:spMkLst>
        </pc:spChg>
        <pc:spChg chg="mod">
          <ac:chgData name="Feist, Ella" userId="992bbaf2-811d-42cb-a4d6-e7fc45e325e8" providerId="ADAL" clId="{EEEAA5E7-5892-4C22-B4B9-91834BD409A7}" dt="2026-09-08T12:19:23.528" v="383" actId="1076"/>
          <ac:spMkLst>
            <pc:docMk/>
            <pc:sldMk cId="339275151" sldId="417"/>
            <ac:spMk id="12" creationId="{90080994-7DC3-D2FC-FA6A-8715D276F640}"/>
          </ac:spMkLst>
        </pc:spChg>
        <pc:spChg chg="mod">
          <ac:chgData name="Feist, Ella" userId="992bbaf2-811d-42cb-a4d6-e7fc45e325e8" providerId="ADAL" clId="{EEEAA5E7-5892-4C22-B4B9-91834BD409A7}" dt="2026-09-08T12:19:53.982" v="393" actId="1076"/>
          <ac:spMkLst>
            <pc:docMk/>
            <pc:sldMk cId="339275151" sldId="417"/>
            <ac:spMk id="13" creationId="{663C20B2-9D08-7896-41B5-FA7C80218973}"/>
          </ac:spMkLst>
        </pc:spChg>
        <pc:spChg chg="mod">
          <ac:chgData name="Feist, Ella" userId="992bbaf2-811d-42cb-a4d6-e7fc45e325e8" providerId="ADAL" clId="{EEEAA5E7-5892-4C22-B4B9-91834BD409A7}" dt="2026-09-08T12:19:53.982" v="393" actId="1076"/>
          <ac:spMkLst>
            <pc:docMk/>
            <pc:sldMk cId="339275151" sldId="417"/>
            <ac:spMk id="14" creationId="{036CE30D-E50B-E05D-6AA3-305D5AA12090}"/>
          </ac:spMkLst>
        </pc:spChg>
        <pc:spChg chg="mod">
          <ac:chgData name="Feist, Ella" userId="992bbaf2-811d-42cb-a4d6-e7fc45e325e8" providerId="ADAL" clId="{EEEAA5E7-5892-4C22-B4B9-91834BD409A7}" dt="2026-09-08T12:19:53.982" v="393" actId="1076"/>
          <ac:spMkLst>
            <pc:docMk/>
            <pc:sldMk cId="339275151" sldId="417"/>
            <ac:spMk id="15" creationId="{41F73BB0-DF46-F9DF-DE3C-EEE6C6B3900C}"/>
          </ac:spMkLst>
        </pc:spChg>
        <pc:spChg chg="mod">
          <ac:chgData name="Feist, Ella" userId="992bbaf2-811d-42cb-a4d6-e7fc45e325e8" providerId="ADAL" clId="{EEEAA5E7-5892-4C22-B4B9-91834BD409A7}" dt="2026-09-08T12:19:53.982" v="393" actId="1076"/>
          <ac:spMkLst>
            <pc:docMk/>
            <pc:sldMk cId="339275151" sldId="417"/>
            <ac:spMk id="16" creationId="{AD59E351-BB59-CCF3-82AB-1B9883E80A0C}"/>
          </ac:spMkLst>
        </pc:spChg>
        <pc:picChg chg="mod">
          <ac:chgData name="Feist, Ella" userId="992bbaf2-811d-42cb-a4d6-e7fc45e325e8" providerId="ADAL" clId="{EEEAA5E7-5892-4C22-B4B9-91834BD409A7}" dt="2026-09-08T12:19:53.982" v="393" actId="1076"/>
          <ac:picMkLst>
            <pc:docMk/>
            <pc:sldMk cId="339275151" sldId="417"/>
            <ac:picMk id="9" creationId="{68EF93D8-37F8-7288-4561-2DC64E9BF8FC}"/>
          </ac:picMkLst>
        </pc:picChg>
      </pc:sldChg>
      <pc:sldChg chg="modSp mod">
        <pc:chgData name="Feist, Ella" userId="992bbaf2-811d-42cb-a4d6-e7fc45e325e8" providerId="ADAL" clId="{EEEAA5E7-5892-4C22-B4B9-91834BD409A7}" dt="2026-09-08T12:21:12.593" v="413" actId="313"/>
        <pc:sldMkLst>
          <pc:docMk/>
          <pc:sldMk cId="1181996288" sldId="418"/>
        </pc:sldMkLst>
        <pc:spChg chg="mod">
          <ac:chgData name="Feist, Ella" userId="992bbaf2-811d-42cb-a4d6-e7fc45e325e8" providerId="ADAL" clId="{EEEAA5E7-5892-4C22-B4B9-91834BD409A7}" dt="2026-09-08T12:20:05.335" v="394" actId="20577"/>
          <ac:spMkLst>
            <pc:docMk/>
            <pc:sldMk cId="1181996288" sldId="418"/>
            <ac:spMk id="2" creationId="{D0C4E7ED-C77F-F234-DE24-A6ED36F6F9BF}"/>
          </ac:spMkLst>
        </pc:spChg>
        <pc:spChg chg="mod">
          <ac:chgData name="Feist, Ella" userId="992bbaf2-811d-42cb-a4d6-e7fc45e325e8" providerId="ADAL" clId="{EEEAA5E7-5892-4C22-B4B9-91834BD409A7}" dt="2026-09-08T12:21:12.593" v="413" actId="313"/>
          <ac:spMkLst>
            <pc:docMk/>
            <pc:sldMk cId="1181996288" sldId="418"/>
            <ac:spMk id="3" creationId="{797C7F45-406C-4D12-3F96-E284F6F7198C}"/>
          </ac:spMkLst>
        </pc:spChg>
        <pc:spChg chg="mod">
          <ac:chgData name="Feist, Ella" userId="992bbaf2-811d-42cb-a4d6-e7fc45e325e8" providerId="ADAL" clId="{EEEAA5E7-5892-4C22-B4B9-91834BD409A7}" dt="2026-09-08T12:20:58.074" v="405" actId="1076"/>
          <ac:spMkLst>
            <pc:docMk/>
            <pc:sldMk cId="1181996288" sldId="418"/>
            <ac:spMk id="5" creationId="{69C2A7CD-3D1D-A4AD-BA58-F5C69B8FABE3}"/>
          </ac:spMkLst>
        </pc:spChg>
        <pc:spChg chg="mod">
          <ac:chgData name="Feist, Ella" userId="992bbaf2-811d-42cb-a4d6-e7fc45e325e8" providerId="ADAL" clId="{EEEAA5E7-5892-4C22-B4B9-91834BD409A7}" dt="2026-09-08T12:20:50.127" v="403" actId="1076"/>
          <ac:spMkLst>
            <pc:docMk/>
            <pc:sldMk cId="1181996288" sldId="418"/>
            <ac:spMk id="6" creationId="{B77762CB-E20E-078D-9903-CAF4D5AF6F6C}"/>
          </ac:spMkLst>
        </pc:spChg>
        <pc:spChg chg="mod">
          <ac:chgData name="Feist, Ella" userId="992bbaf2-811d-42cb-a4d6-e7fc45e325e8" providerId="ADAL" clId="{EEEAA5E7-5892-4C22-B4B9-91834BD409A7}" dt="2026-09-08T12:20:58.074" v="405" actId="1076"/>
          <ac:spMkLst>
            <pc:docMk/>
            <pc:sldMk cId="1181996288" sldId="418"/>
            <ac:spMk id="7" creationId="{47EF6535-FD8E-33A7-D5FD-35A1EF472175}"/>
          </ac:spMkLst>
        </pc:spChg>
        <pc:spChg chg="mod">
          <ac:chgData name="Feist, Ella" userId="992bbaf2-811d-42cb-a4d6-e7fc45e325e8" providerId="ADAL" clId="{EEEAA5E7-5892-4C22-B4B9-91834BD409A7}" dt="2026-09-08T12:20:50.127" v="403" actId="1076"/>
          <ac:spMkLst>
            <pc:docMk/>
            <pc:sldMk cId="1181996288" sldId="418"/>
            <ac:spMk id="11" creationId="{54D31335-78BD-3BB4-E8F8-D51B0EC925AC}"/>
          </ac:spMkLst>
        </pc:spChg>
        <pc:spChg chg="mod">
          <ac:chgData name="Feist, Ella" userId="992bbaf2-811d-42cb-a4d6-e7fc45e325e8" providerId="ADAL" clId="{EEEAA5E7-5892-4C22-B4B9-91834BD409A7}" dt="2026-09-08T12:21:03.758" v="409" actId="20577"/>
          <ac:spMkLst>
            <pc:docMk/>
            <pc:sldMk cId="1181996288" sldId="418"/>
            <ac:spMk id="12" creationId="{D0CF194E-F689-B9E4-3D23-300E23D50EC6}"/>
          </ac:spMkLst>
        </pc:spChg>
        <pc:spChg chg="mod">
          <ac:chgData name="Feist, Ella" userId="992bbaf2-811d-42cb-a4d6-e7fc45e325e8" providerId="ADAL" clId="{EEEAA5E7-5892-4C22-B4B9-91834BD409A7}" dt="2026-09-08T12:20:50.127" v="403" actId="1076"/>
          <ac:spMkLst>
            <pc:docMk/>
            <pc:sldMk cId="1181996288" sldId="418"/>
            <ac:spMk id="13" creationId="{BB277D88-864C-9669-072A-F449D1A2CB46}"/>
          </ac:spMkLst>
        </pc:spChg>
        <pc:grpChg chg="mod">
          <ac:chgData name="Feist, Ella" userId="992bbaf2-811d-42cb-a4d6-e7fc45e325e8" providerId="ADAL" clId="{EEEAA5E7-5892-4C22-B4B9-91834BD409A7}" dt="2026-09-08T12:20:58.074" v="405" actId="1076"/>
          <ac:grpSpMkLst>
            <pc:docMk/>
            <pc:sldMk cId="1181996288" sldId="418"/>
            <ac:grpSpMk id="10" creationId="{DEE6D53F-F32F-FBEF-D370-4478983E74C3}"/>
          </ac:grpSpMkLst>
        </pc:grpChg>
      </pc:sldChg>
      <pc:sldChg chg="modSp mod">
        <pc:chgData name="Feist, Ella" userId="992bbaf2-811d-42cb-a4d6-e7fc45e325e8" providerId="ADAL" clId="{EEEAA5E7-5892-4C22-B4B9-91834BD409A7}" dt="2026-09-08T12:22:26.370" v="453" actId="14100"/>
        <pc:sldMkLst>
          <pc:docMk/>
          <pc:sldMk cId="3122966781" sldId="419"/>
        </pc:sldMkLst>
        <pc:spChg chg="mod">
          <ac:chgData name="Feist, Ella" userId="992bbaf2-811d-42cb-a4d6-e7fc45e325e8" providerId="ADAL" clId="{EEEAA5E7-5892-4C22-B4B9-91834BD409A7}" dt="2026-09-08T12:22:18.606" v="449" actId="20577"/>
          <ac:spMkLst>
            <pc:docMk/>
            <pc:sldMk cId="3122966781" sldId="419"/>
            <ac:spMk id="11" creationId="{D7862460-ACA2-4AEB-D819-CC51C434E1C2}"/>
          </ac:spMkLst>
        </pc:spChg>
        <pc:spChg chg="mod">
          <ac:chgData name="Feist, Ella" userId="992bbaf2-811d-42cb-a4d6-e7fc45e325e8" providerId="ADAL" clId="{EEEAA5E7-5892-4C22-B4B9-91834BD409A7}" dt="2026-09-08T12:22:16.161" v="448" actId="20577"/>
          <ac:spMkLst>
            <pc:docMk/>
            <pc:sldMk cId="3122966781" sldId="419"/>
            <ac:spMk id="12" creationId="{2658BE05-66DD-AA75-09FA-5C1B0FF3B122}"/>
          </ac:spMkLst>
        </pc:spChg>
        <pc:spChg chg="mod">
          <ac:chgData name="Feist, Ella" userId="992bbaf2-811d-42cb-a4d6-e7fc45e325e8" providerId="ADAL" clId="{EEEAA5E7-5892-4C22-B4B9-91834BD409A7}" dt="2026-09-08T12:22:11.228" v="445" actId="1035"/>
          <ac:spMkLst>
            <pc:docMk/>
            <pc:sldMk cId="3122966781" sldId="419"/>
            <ac:spMk id="13" creationId="{63E35948-4525-6665-2884-5ACC7DD6582B}"/>
          </ac:spMkLst>
        </pc:spChg>
        <pc:spChg chg="mod">
          <ac:chgData name="Feist, Ella" userId="992bbaf2-811d-42cb-a4d6-e7fc45e325e8" providerId="ADAL" clId="{EEEAA5E7-5892-4C22-B4B9-91834BD409A7}" dt="2026-09-08T12:22:11.228" v="445" actId="1035"/>
          <ac:spMkLst>
            <pc:docMk/>
            <pc:sldMk cId="3122966781" sldId="419"/>
            <ac:spMk id="14" creationId="{91599004-4D37-3FD0-C831-DADF20C176C9}"/>
          </ac:spMkLst>
        </pc:spChg>
        <pc:spChg chg="mod">
          <ac:chgData name="Feist, Ella" userId="992bbaf2-811d-42cb-a4d6-e7fc45e325e8" providerId="ADAL" clId="{EEEAA5E7-5892-4C22-B4B9-91834BD409A7}" dt="2026-09-08T12:22:11.228" v="445" actId="1035"/>
          <ac:spMkLst>
            <pc:docMk/>
            <pc:sldMk cId="3122966781" sldId="419"/>
            <ac:spMk id="16" creationId="{CDE15206-8560-4309-2424-27B31FD282BB}"/>
          </ac:spMkLst>
        </pc:spChg>
        <pc:graphicFrameChg chg="mod modGraphic">
          <ac:chgData name="Feist, Ella" userId="992bbaf2-811d-42cb-a4d6-e7fc45e325e8" providerId="ADAL" clId="{EEEAA5E7-5892-4C22-B4B9-91834BD409A7}" dt="2026-09-08T12:22:26.370" v="453" actId="14100"/>
          <ac:graphicFrameMkLst>
            <pc:docMk/>
            <pc:sldMk cId="3122966781" sldId="419"/>
            <ac:graphicFrameMk id="9" creationId="{8D195A62-F985-74FF-08EC-E712E6575A23}"/>
          </ac:graphicFrameMkLst>
        </pc:graphicFrameChg>
        <pc:graphicFrameChg chg="mod modGraphic">
          <ac:chgData name="Feist, Ella" userId="992bbaf2-811d-42cb-a4d6-e7fc45e325e8" providerId="ADAL" clId="{EEEAA5E7-5892-4C22-B4B9-91834BD409A7}" dt="2026-09-08T12:22:04.332" v="435" actId="1036"/>
          <ac:graphicFrameMkLst>
            <pc:docMk/>
            <pc:sldMk cId="3122966781" sldId="419"/>
            <ac:graphicFrameMk id="10" creationId="{AFF0E722-9BF8-A6EB-AC1B-E353F1F18AC7}"/>
          </ac:graphicFrameMkLst>
        </pc:graphicFrameChg>
      </pc:sldChg>
      <pc:sldChg chg="modSp mod">
        <pc:chgData name="Feist, Ella" userId="992bbaf2-811d-42cb-a4d6-e7fc45e325e8" providerId="ADAL" clId="{EEEAA5E7-5892-4C22-B4B9-91834BD409A7}" dt="2026-09-08T12:23:52.633" v="498" actId="20577"/>
        <pc:sldMkLst>
          <pc:docMk/>
          <pc:sldMk cId="2610323637" sldId="420"/>
        </pc:sldMkLst>
        <pc:spChg chg="mod">
          <ac:chgData name="Feist, Ella" userId="992bbaf2-811d-42cb-a4d6-e7fc45e325e8" providerId="ADAL" clId="{EEEAA5E7-5892-4C22-B4B9-91834BD409A7}" dt="2026-09-08T12:22:32.206" v="454"/>
          <ac:spMkLst>
            <pc:docMk/>
            <pc:sldMk cId="2610323637" sldId="420"/>
            <ac:spMk id="5" creationId="{9B7C754A-4584-0074-BA13-623D2922CB3F}"/>
          </ac:spMkLst>
        </pc:spChg>
        <pc:spChg chg="mod">
          <ac:chgData name="Feist, Ella" userId="992bbaf2-811d-42cb-a4d6-e7fc45e325e8" providerId="ADAL" clId="{EEEAA5E7-5892-4C22-B4B9-91834BD409A7}" dt="2026-09-08T12:22:58.809" v="465" actId="20577"/>
          <ac:spMkLst>
            <pc:docMk/>
            <pc:sldMk cId="2610323637" sldId="420"/>
            <ac:spMk id="6" creationId="{24345D10-612D-CA8C-62AE-4BB4832B430B}"/>
          </ac:spMkLst>
        </pc:spChg>
        <pc:spChg chg="mod">
          <ac:chgData name="Feist, Ella" userId="992bbaf2-811d-42cb-a4d6-e7fc45e325e8" providerId="ADAL" clId="{EEEAA5E7-5892-4C22-B4B9-91834BD409A7}" dt="2026-09-08T12:22:43.273" v="458" actId="1076"/>
          <ac:spMkLst>
            <pc:docMk/>
            <pc:sldMk cId="2610323637" sldId="420"/>
            <ac:spMk id="7" creationId="{4A5F55A9-1CA3-8C6C-A906-F3620848DD85}"/>
          </ac:spMkLst>
        </pc:spChg>
        <pc:spChg chg="mod">
          <ac:chgData name="Feist, Ella" userId="992bbaf2-811d-42cb-a4d6-e7fc45e325e8" providerId="ADAL" clId="{EEEAA5E7-5892-4C22-B4B9-91834BD409A7}" dt="2026-09-08T12:23:05.519" v="479" actId="1035"/>
          <ac:spMkLst>
            <pc:docMk/>
            <pc:sldMk cId="2610323637" sldId="420"/>
            <ac:spMk id="8" creationId="{C2357097-A466-7A14-68EF-8976294A4C84}"/>
          </ac:spMkLst>
        </pc:spChg>
        <pc:spChg chg="mod">
          <ac:chgData name="Feist, Ella" userId="992bbaf2-811d-42cb-a4d6-e7fc45e325e8" providerId="ADAL" clId="{EEEAA5E7-5892-4C22-B4B9-91834BD409A7}" dt="2026-09-08T12:23:52.633" v="498" actId="20577"/>
          <ac:spMkLst>
            <pc:docMk/>
            <pc:sldMk cId="2610323637" sldId="420"/>
            <ac:spMk id="12" creationId="{820EC66F-9E36-9E80-027E-2D71374438EF}"/>
          </ac:spMkLst>
        </pc:spChg>
        <pc:spChg chg="mod">
          <ac:chgData name="Feist, Ella" userId="992bbaf2-811d-42cb-a4d6-e7fc45e325e8" providerId="ADAL" clId="{EEEAA5E7-5892-4C22-B4B9-91834BD409A7}" dt="2026-09-08T12:23:51.447" v="497" actId="20577"/>
          <ac:spMkLst>
            <pc:docMk/>
            <pc:sldMk cId="2610323637" sldId="420"/>
            <ac:spMk id="13" creationId="{7F076849-A3AC-C3EF-1137-6FFC5A65FA96}"/>
          </ac:spMkLst>
        </pc:spChg>
        <pc:spChg chg="mod">
          <ac:chgData name="Feist, Ella" userId="992bbaf2-811d-42cb-a4d6-e7fc45e325e8" providerId="ADAL" clId="{EEEAA5E7-5892-4C22-B4B9-91834BD409A7}" dt="2026-09-08T12:23:39.628" v="490" actId="20577"/>
          <ac:spMkLst>
            <pc:docMk/>
            <pc:sldMk cId="2610323637" sldId="420"/>
            <ac:spMk id="15" creationId="{C251EC60-49AE-D8EF-ACCE-6A97015BAC5C}"/>
          </ac:spMkLst>
        </pc:spChg>
        <pc:spChg chg="mod">
          <ac:chgData name="Feist, Ella" userId="992bbaf2-811d-42cb-a4d6-e7fc45e325e8" providerId="ADAL" clId="{EEEAA5E7-5892-4C22-B4B9-91834BD409A7}" dt="2026-09-08T12:23:05.519" v="479" actId="1035"/>
          <ac:spMkLst>
            <pc:docMk/>
            <pc:sldMk cId="2610323637" sldId="420"/>
            <ac:spMk id="16" creationId="{D132D2D6-F74D-86B2-E8E8-6EC202E1A338}"/>
          </ac:spMkLst>
        </pc:spChg>
        <pc:spChg chg="mod">
          <ac:chgData name="Feist, Ella" userId="992bbaf2-811d-42cb-a4d6-e7fc45e325e8" providerId="ADAL" clId="{EEEAA5E7-5892-4C22-B4B9-91834BD409A7}" dt="2026-09-08T12:23:05.519" v="479" actId="1035"/>
          <ac:spMkLst>
            <pc:docMk/>
            <pc:sldMk cId="2610323637" sldId="420"/>
            <ac:spMk id="18" creationId="{8D3F077B-D3F9-545D-18D6-EDF96702F66B}"/>
          </ac:spMkLst>
        </pc:spChg>
        <pc:spChg chg="mod">
          <ac:chgData name="Feist, Ella" userId="992bbaf2-811d-42cb-a4d6-e7fc45e325e8" providerId="ADAL" clId="{EEEAA5E7-5892-4C22-B4B9-91834BD409A7}" dt="2026-09-08T12:23:05.519" v="479" actId="1035"/>
          <ac:spMkLst>
            <pc:docMk/>
            <pc:sldMk cId="2610323637" sldId="420"/>
            <ac:spMk id="19" creationId="{96C3BAA9-CA8A-305E-8303-1309C3A69CD9}"/>
          </ac:spMkLst>
        </pc:spChg>
        <pc:spChg chg="mod">
          <ac:chgData name="Feist, Ella" userId="992bbaf2-811d-42cb-a4d6-e7fc45e325e8" providerId="ADAL" clId="{EEEAA5E7-5892-4C22-B4B9-91834BD409A7}" dt="2026-09-08T12:23:38.144" v="489" actId="14100"/>
          <ac:spMkLst>
            <pc:docMk/>
            <pc:sldMk cId="2610323637" sldId="420"/>
            <ac:spMk id="28" creationId="{2E5AD04B-F354-D74C-E728-7368917EC947}"/>
          </ac:spMkLst>
        </pc:spChg>
        <pc:spChg chg="mod">
          <ac:chgData name="Feist, Ella" userId="992bbaf2-811d-42cb-a4d6-e7fc45e325e8" providerId="ADAL" clId="{EEEAA5E7-5892-4C22-B4B9-91834BD409A7}" dt="2026-09-08T12:23:05.519" v="479" actId="1035"/>
          <ac:spMkLst>
            <pc:docMk/>
            <pc:sldMk cId="2610323637" sldId="420"/>
            <ac:spMk id="29" creationId="{E9A1725A-D020-F43D-E473-F100B1771172}"/>
          </ac:spMkLst>
        </pc:spChg>
        <pc:spChg chg="mod">
          <ac:chgData name="Feist, Ella" userId="992bbaf2-811d-42cb-a4d6-e7fc45e325e8" providerId="ADAL" clId="{EEEAA5E7-5892-4C22-B4B9-91834BD409A7}" dt="2026-09-08T12:23:05.519" v="479" actId="1035"/>
          <ac:spMkLst>
            <pc:docMk/>
            <pc:sldMk cId="2610323637" sldId="420"/>
            <ac:spMk id="30" creationId="{07C339EC-4859-7155-34AA-40013CC928B3}"/>
          </ac:spMkLst>
        </pc:spChg>
        <pc:spChg chg="mod">
          <ac:chgData name="Feist, Ella" userId="992bbaf2-811d-42cb-a4d6-e7fc45e325e8" providerId="ADAL" clId="{EEEAA5E7-5892-4C22-B4B9-91834BD409A7}" dt="2026-09-08T12:23:34.937" v="487" actId="20577"/>
          <ac:spMkLst>
            <pc:docMk/>
            <pc:sldMk cId="2610323637" sldId="420"/>
            <ac:spMk id="32" creationId="{8B57F73F-7BA7-10C3-38D7-ECABE9E4E091}"/>
          </ac:spMkLst>
        </pc:spChg>
        <pc:graphicFrameChg chg="modGraphic">
          <ac:chgData name="Feist, Ella" userId="992bbaf2-811d-42cb-a4d6-e7fc45e325e8" providerId="ADAL" clId="{EEEAA5E7-5892-4C22-B4B9-91834BD409A7}" dt="2026-09-08T12:23:09.823" v="480" actId="20577"/>
          <ac:graphicFrameMkLst>
            <pc:docMk/>
            <pc:sldMk cId="2610323637" sldId="420"/>
            <ac:graphicFrameMk id="11" creationId="{F702FE98-BA87-6E31-0618-5FB9D1B62669}"/>
          </ac:graphicFrameMkLst>
        </pc:graphicFrameChg>
      </pc:sldChg>
      <pc:sldChg chg="modSp mod">
        <pc:chgData name="Feist, Ella" userId="992bbaf2-811d-42cb-a4d6-e7fc45e325e8" providerId="ADAL" clId="{EEEAA5E7-5892-4C22-B4B9-91834BD409A7}" dt="2026-09-08T12:24:52.080" v="531" actId="1036"/>
        <pc:sldMkLst>
          <pc:docMk/>
          <pc:sldMk cId="2923171986" sldId="421"/>
        </pc:sldMkLst>
        <pc:spChg chg="mod">
          <ac:chgData name="Feist, Ella" userId="992bbaf2-811d-42cb-a4d6-e7fc45e325e8" providerId="ADAL" clId="{EEEAA5E7-5892-4C22-B4B9-91834BD409A7}" dt="2026-09-08T12:23:56.492" v="499" actId="20577"/>
          <ac:spMkLst>
            <pc:docMk/>
            <pc:sldMk cId="2923171986" sldId="421"/>
            <ac:spMk id="2" creationId="{E826C89A-71E5-30E5-D095-0772DAB4F55D}"/>
          </ac:spMkLst>
        </pc:spChg>
        <pc:spChg chg="mod">
          <ac:chgData name="Feist, Ella" userId="992bbaf2-811d-42cb-a4d6-e7fc45e325e8" providerId="ADAL" clId="{EEEAA5E7-5892-4C22-B4B9-91834BD409A7}" dt="2026-09-08T12:24:42.723" v="515" actId="20577"/>
          <ac:spMkLst>
            <pc:docMk/>
            <pc:sldMk cId="2923171986" sldId="421"/>
            <ac:spMk id="3" creationId="{D044E479-2B0D-F77B-3602-13F4ACB7441C}"/>
          </ac:spMkLst>
        </pc:spChg>
        <pc:spChg chg="mod">
          <ac:chgData name="Feist, Ella" userId="992bbaf2-811d-42cb-a4d6-e7fc45e325e8" providerId="ADAL" clId="{EEEAA5E7-5892-4C22-B4B9-91834BD409A7}" dt="2026-09-08T12:24:49.528" v="527" actId="1036"/>
          <ac:spMkLst>
            <pc:docMk/>
            <pc:sldMk cId="2923171986" sldId="421"/>
            <ac:spMk id="6" creationId="{0EC7F276-6B76-E8DA-244F-B1C0CC081E3D}"/>
          </ac:spMkLst>
        </pc:spChg>
        <pc:spChg chg="mod">
          <ac:chgData name="Feist, Ella" userId="992bbaf2-811d-42cb-a4d6-e7fc45e325e8" providerId="ADAL" clId="{EEEAA5E7-5892-4C22-B4B9-91834BD409A7}" dt="2026-09-08T12:24:52.080" v="531" actId="1036"/>
          <ac:spMkLst>
            <pc:docMk/>
            <pc:sldMk cId="2923171986" sldId="421"/>
            <ac:spMk id="7" creationId="{6CBFC358-38BB-3211-2EB7-EE81FC5370F4}"/>
          </ac:spMkLst>
        </pc:spChg>
        <pc:spChg chg="mod">
          <ac:chgData name="Feist, Ella" userId="992bbaf2-811d-42cb-a4d6-e7fc45e325e8" providerId="ADAL" clId="{EEEAA5E7-5892-4C22-B4B9-91834BD409A7}" dt="2026-09-08T12:24:47.069" v="522" actId="1036"/>
          <ac:spMkLst>
            <pc:docMk/>
            <pc:sldMk cId="2923171986" sldId="421"/>
            <ac:spMk id="8" creationId="{E52DF97E-BE80-3B44-587D-C3832EAD7B66}"/>
          </ac:spMkLst>
        </pc:spChg>
      </pc:sldChg>
      <pc:sldChg chg="addSp delSp modSp mod modClrScheme chgLayout">
        <pc:chgData name="Feist, Ella" userId="992bbaf2-811d-42cb-a4d6-e7fc45e325e8" providerId="ADAL" clId="{EEEAA5E7-5892-4C22-B4B9-91834BD409A7}" dt="2026-09-08T12:25:31.995" v="567" actId="1038"/>
        <pc:sldMkLst>
          <pc:docMk/>
          <pc:sldMk cId="4032119115" sldId="422"/>
        </pc:sldMkLst>
        <pc:spChg chg="add mod ord">
          <ac:chgData name="Feist, Ella" userId="992bbaf2-811d-42cb-a4d6-e7fc45e325e8" providerId="ADAL" clId="{EEEAA5E7-5892-4C22-B4B9-91834BD409A7}" dt="2026-09-08T12:25:16.384" v="540" actId="113"/>
          <ac:spMkLst>
            <pc:docMk/>
            <pc:sldMk cId="4032119115" sldId="422"/>
            <ac:spMk id="2" creationId="{D1CFC41B-6C1F-6D6B-F002-F66878AC5C9B}"/>
          </ac:spMkLst>
        </pc:spChg>
        <pc:spChg chg="mod ord">
          <ac:chgData name="Feist, Ella" userId="992bbaf2-811d-42cb-a4d6-e7fc45e325e8" providerId="ADAL" clId="{EEEAA5E7-5892-4C22-B4B9-91834BD409A7}" dt="2026-09-08T12:25:07.777" v="536" actId="700"/>
          <ac:spMkLst>
            <pc:docMk/>
            <pc:sldMk cId="4032119115" sldId="422"/>
            <ac:spMk id="4" creationId="{4B88D894-9A3C-6A30-28F2-085AD06E6699}"/>
          </ac:spMkLst>
        </pc:spChg>
        <pc:spChg chg="mod ord">
          <ac:chgData name="Feist, Ella" userId="992bbaf2-811d-42cb-a4d6-e7fc45e325e8" providerId="ADAL" clId="{EEEAA5E7-5892-4C22-B4B9-91834BD409A7}" dt="2026-09-08T12:25:07.777" v="536" actId="700"/>
          <ac:spMkLst>
            <pc:docMk/>
            <pc:sldMk cId="4032119115" sldId="422"/>
            <ac:spMk id="5" creationId="{52E294BB-AC8A-3C3A-EF65-95BEA23DE29F}"/>
          </ac:spMkLst>
        </pc:spChg>
        <pc:spChg chg="add del mod">
          <ac:chgData name="Feist, Ella" userId="992bbaf2-811d-42cb-a4d6-e7fc45e325e8" providerId="ADAL" clId="{EEEAA5E7-5892-4C22-B4B9-91834BD409A7}" dt="2026-09-08T12:25:18.734" v="542" actId="478"/>
          <ac:spMkLst>
            <pc:docMk/>
            <pc:sldMk cId="4032119115" sldId="422"/>
            <ac:spMk id="6" creationId="{70F8E168-FCCC-F2E1-8D61-80E18EBCA6AF}"/>
          </ac:spMkLst>
        </pc:spChg>
        <pc:spChg chg="del mod ord">
          <ac:chgData name="Feist, Ella" userId="992bbaf2-811d-42cb-a4d6-e7fc45e325e8" providerId="ADAL" clId="{EEEAA5E7-5892-4C22-B4B9-91834BD409A7}" dt="2026-09-08T12:25:11.762" v="537" actId="478"/>
          <ac:spMkLst>
            <pc:docMk/>
            <pc:sldMk cId="4032119115" sldId="422"/>
            <ac:spMk id="7" creationId="{5B1CDF38-329F-B21E-DCD8-44F9BC8B69C7}"/>
          </ac:spMkLst>
        </pc:spChg>
        <pc:spChg chg="mod">
          <ac:chgData name="Feist, Ella" userId="992bbaf2-811d-42cb-a4d6-e7fc45e325e8" providerId="ADAL" clId="{EEEAA5E7-5892-4C22-B4B9-91834BD409A7}" dt="2026-09-08T12:25:29.453" v="561" actId="1038"/>
          <ac:spMkLst>
            <pc:docMk/>
            <pc:sldMk cId="4032119115" sldId="422"/>
            <ac:spMk id="9" creationId="{B538B7A7-25CC-C983-AE53-117597CEE630}"/>
          </ac:spMkLst>
        </pc:spChg>
        <pc:spChg chg="mod">
          <ac:chgData name="Feist, Ella" userId="992bbaf2-811d-42cb-a4d6-e7fc45e325e8" providerId="ADAL" clId="{EEEAA5E7-5892-4C22-B4B9-91834BD409A7}" dt="2026-09-08T12:25:31.995" v="567" actId="1038"/>
          <ac:spMkLst>
            <pc:docMk/>
            <pc:sldMk cId="4032119115" sldId="422"/>
            <ac:spMk id="10" creationId="{27B61479-273B-39A9-5CD7-C581DE6FE8DC}"/>
          </ac:spMkLst>
        </pc:spChg>
      </pc:sldChg>
      <pc:sldChg chg="modSp mod">
        <pc:chgData name="Feist, Ella" userId="992bbaf2-811d-42cb-a4d6-e7fc45e325e8" providerId="ADAL" clId="{EEEAA5E7-5892-4C22-B4B9-91834BD409A7}" dt="2026-09-08T12:25:46.380" v="570" actId="1076"/>
        <pc:sldMkLst>
          <pc:docMk/>
          <pc:sldMk cId="2907205527" sldId="423"/>
        </pc:sldMkLst>
        <pc:spChg chg="mod">
          <ac:chgData name="Feist, Ella" userId="992bbaf2-811d-42cb-a4d6-e7fc45e325e8" providerId="ADAL" clId="{EEEAA5E7-5892-4C22-B4B9-91834BD409A7}" dt="2026-09-08T12:25:36.903" v="568" actId="20577"/>
          <ac:spMkLst>
            <pc:docMk/>
            <pc:sldMk cId="2907205527" sldId="423"/>
            <ac:spMk id="2" creationId="{11A89856-0BCA-6FC7-3F8F-38B6DF2A5D9F}"/>
          </ac:spMkLst>
        </pc:spChg>
        <pc:spChg chg="mod">
          <ac:chgData name="Feist, Ella" userId="992bbaf2-811d-42cb-a4d6-e7fc45e325e8" providerId="ADAL" clId="{EEEAA5E7-5892-4C22-B4B9-91834BD409A7}" dt="2026-09-08T12:25:46.380" v="570" actId="1076"/>
          <ac:spMkLst>
            <pc:docMk/>
            <pc:sldMk cId="2907205527" sldId="423"/>
            <ac:spMk id="7" creationId="{E57A0432-675C-3860-D5D6-47E41343834E}"/>
          </ac:spMkLst>
        </pc:spChg>
        <pc:spChg chg="mod">
          <ac:chgData name="Feist, Ella" userId="992bbaf2-811d-42cb-a4d6-e7fc45e325e8" providerId="ADAL" clId="{EEEAA5E7-5892-4C22-B4B9-91834BD409A7}" dt="2026-09-08T12:25:46.380" v="570" actId="1076"/>
          <ac:spMkLst>
            <pc:docMk/>
            <pc:sldMk cId="2907205527" sldId="423"/>
            <ac:spMk id="8" creationId="{1E64F1A7-4390-D7FD-74A2-14B60F010B19}"/>
          </ac:spMkLst>
        </pc:spChg>
        <pc:graphicFrameChg chg="mod">
          <ac:chgData name="Feist, Ella" userId="992bbaf2-811d-42cb-a4d6-e7fc45e325e8" providerId="ADAL" clId="{EEEAA5E7-5892-4C22-B4B9-91834BD409A7}" dt="2026-09-08T12:25:42.645" v="569" actId="1076"/>
          <ac:graphicFrameMkLst>
            <pc:docMk/>
            <pc:sldMk cId="2907205527" sldId="423"/>
            <ac:graphicFrameMk id="5" creationId="{F98D898B-1FF0-B9B4-5D54-E07637CFB507}"/>
          </ac:graphicFrameMkLst>
        </pc:graphicFrameChg>
      </pc:sldChg>
      <pc:sldChg chg="modSp mod modClrScheme chgLayout">
        <pc:chgData name="Feist, Ella" userId="992bbaf2-811d-42cb-a4d6-e7fc45e325e8" providerId="ADAL" clId="{EEEAA5E7-5892-4C22-B4B9-91834BD409A7}" dt="2026-09-08T12:26:26.402" v="585" actId="20577"/>
        <pc:sldMkLst>
          <pc:docMk/>
          <pc:sldMk cId="2804578266" sldId="424"/>
        </pc:sldMkLst>
        <pc:spChg chg="mod ord">
          <ac:chgData name="Feist, Ella" userId="992bbaf2-811d-42cb-a4d6-e7fc45e325e8" providerId="ADAL" clId="{EEEAA5E7-5892-4C22-B4B9-91834BD409A7}" dt="2026-09-08T12:26:07.647" v="578" actId="700"/>
          <ac:spMkLst>
            <pc:docMk/>
            <pc:sldMk cId="2804578266" sldId="424"/>
            <ac:spMk id="4" creationId="{B5736368-8C9A-C1B1-18AD-AF7378B31D1A}"/>
          </ac:spMkLst>
        </pc:spChg>
        <pc:spChg chg="mod ord">
          <ac:chgData name="Feist, Ella" userId="992bbaf2-811d-42cb-a4d6-e7fc45e325e8" providerId="ADAL" clId="{EEEAA5E7-5892-4C22-B4B9-91834BD409A7}" dt="2026-09-08T12:26:07.647" v="578" actId="700"/>
          <ac:spMkLst>
            <pc:docMk/>
            <pc:sldMk cId="2804578266" sldId="424"/>
            <ac:spMk id="5" creationId="{C4D4BBC6-F40C-87A7-A893-4576C77241E0}"/>
          </ac:spMkLst>
        </pc:spChg>
        <pc:spChg chg="mod ord">
          <ac:chgData name="Feist, Ella" userId="992bbaf2-811d-42cb-a4d6-e7fc45e325e8" providerId="ADAL" clId="{EEEAA5E7-5892-4C22-B4B9-91834BD409A7}" dt="2026-09-08T12:26:26.402" v="585" actId="20577"/>
          <ac:spMkLst>
            <pc:docMk/>
            <pc:sldMk cId="2804578266" sldId="424"/>
            <ac:spMk id="7" creationId="{09D6237A-5777-8123-AB50-9886B1E0DE9C}"/>
          </ac:spMkLst>
        </pc:spChg>
        <pc:spChg chg="mod">
          <ac:chgData name="Feist, Ella" userId="992bbaf2-811d-42cb-a4d6-e7fc45e325e8" providerId="ADAL" clId="{EEEAA5E7-5892-4C22-B4B9-91834BD409A7}" dt="2026-09-08T12:26:12.713" v="580" actId="1076"/>
          <ac:spMkLst>
            <pc:docMk/>
            <pc:sldMk cId="2804578266" sldId="424"/>
            <ac:spMk id="8" creationId="{9F1210FD-21CB-636D-4E68-7486A5B3AB73}"/>
          </ac:spMkLst>
        </pc:spChg>
        <pc:spChg chg="mod">
          <ac:chgData name="Feist, Ella" userId="992bbaf2-811d-42cb-a4d6-e7fc45e325e8" providerId="ADAL" clId="{EEEAA5E7-5892-4C22-B4B9-91834BD409A7}" dt="2026-09-08T12:26:16.519" v="581" actId="1076"/>
          <ac:spMkLst>
            <pc:docMk/>
            <pc:sldMk cId="2804578266" sldId="424"/>
            <ac:spMk id="9" creationId="{B41AA4DC-EB78-5FC1-9CE1-36AF4C6B88B4}"/>
          </ac:spMkLst>
        </pc:spChg>
      </pc:sldChg>
      <pc:sldChg chg="modSp mod">
        <pc:chgData name="Feist, Ella" userId="992bbaf2-811d-42cb-a4d6-e7fc45e325e8" providerId="ADAL" clId="{EEEAA5E7-5892-4C22-B4B9-91834BD409A7}" dt="2026-09-08T12:27:00.217" v="599" actId="20577"/>
        <pc:sldMkLst>
          <pc:docMk/>
          <pc:sldMk cId="1879324963" sldId="425"/>
        </pc:sldMkLst>
        <pc:spChg chg="mod">
          <ac:chgData name="Feist, Ella" userId="992bbaf2-811d-42cb-a4d6-e7fc45e325e8" providerId="ADAL" clId="{EEEAA5E7-5892-4C22-B4B9-91834BD409A7}" dt="2026-09-08T12:26:36.662" v="593" actId="6549"/>
          <ac:spMkLst>
            <pc:docMk/>
            <pc:sldMk cId="1879324963" sldId="425"/>
            <ac:spMk id="2" creationId="{BD3436D3-39D0-7E94-F402-664110EEC5AD}"/>
          </ac:spMkLst>
        </pc:spChg>
        <pc:spChg chg="mod">
          <ac:chgData name="Feist, Ella" userId="992bbaf2-811d-42cb-a4d6-e7fc45e325e8" providerId="ADAL" clId="{EEEAA5E7-5892-4C22-B4B9-91834BD409A7}" dt="2026-09-08T12:27:00.217" v="599" actId="20577"/>
          <ac:spMkLst>
            <pc:docMk/>
            <pc:sldMk cId="1879324963" sldId="425"/>
            <ac:spMk id="3" creationId="{BDE3E468-767F-DB6C-C55C-2424D8217CEB}"/>
          </ac:spMkLst>
        </pc:spChg>
      </pc:sldChg>
      <pc:sldChg chg="delSp modSp mod">
        <pc:chgData name="Feist, Ella" userId="992bbaf2-811d-42cb-a4d6-e7fc45e325e8" providerId="ADAL" clId="{EEEAA5E7-5892-4C22-B4B9-91834BD409A7}" dt="2026-09-08T12:28:34.002" v="615" actId="20577"/>
        <pc:sldMkLst>
          <pc:docMk/>
          <pc:sldMk cId="2978312062" sldId="426"/>
        </pc:sldMkLst>
        <pc:spChg chg="del">
          <ac:chgData name="Feist, Ella" userId="992bbaf2-811d-42cb-a4d6-e7fc45e325e8" providerId="ADAL" clId="{EEEAA5E7-5892-4C22-B4B9-91834BD409A7}" dt="2026-09-08T12:27:40.264" v="606" actId="478"/>
          <ac:spMkLst>
            <pc:docMk/>
            <pc:sldMk cId="2978312062" sldId="426"/>
            <ac:spMk id="4" creationId="{21564FF2-6775-CEA0-A125-E60E0FDF2F4B}"/>
          </ac:spMkLst>
        </pc:spChg>
        <pc:spChg chg="mod">
          <ac:chgData name="Feist, Ella" userId="992bbaf2-811d-42cb-a4d6-e7fc45e325e8" providerId="ADAL" clId="{EEEAA5E7-5892-4C22-B4B9-91834BD409A7}" dt="2026-09-08T12:27:12.184" v="603" actId="1076"/>
          <ac:spMkLst>
            <pc:docMk/>
            <pc:sldMk cId="2978312062" sldId="426"/>
            <ac:spMk id="11" creationId="{C9A8D9FE-40FB-0468-FAB5-909743256BB7}"/>
          </ac:spMkLst>
        </pc:spChg>
        <pc:spChg chg="mod">
          <ac:chgData name="Feist, Ella" userId="992bbaf2-811d-42cb-a4d6-e7fc45e325e8" providerId="ADAL" clId="{EEEAA5E7-5892-4C22-B4B9-91834BD409A7}" dt="2026-09-08T12:28:13.788" v="613" actId="14100"/>
          <ac:spMkLst>
            <pc:docMk/>
            <pc:sldMk cId="2978312062" sldId="426"/>
            <ac:spMk id="16" creationId="{7473E0F2-F000-5160-38D6-753095C5F83A}"/>
          </ac:spMkLst>
        </pc:spChg>
        <pc:spChg chg="mod">
          <ac:chgData name="Feist, Ella" userId="992bbaf2-811d-42cb-a4d6-e7fc45e325e8" providerId="ADAL" clId="{EEEAA5E7-5892-4C22-B4B9-91834BD409A7}" dt="2026-09-08T12:28:34.002" v="615" actId="20577"/>
          <ac:spMkLst>
            <pc:docMk/>
            <pc:sldMk cId="2978312062" sldId="426"/>
            <ac:spMk id="17" creationId="{BA2DAD55-F086-741D-F991-D8248A4BC504}"/>
          </ac:spMkLst>
        </pc:spChg>
      </pc:sldChg>
      <pc:sldChg chg="modSp mod">
        <pc:chgData name="Feist, Ella" userId="992bbaf2-811d-42cb-a4d6-e7fc45e325e8" providerId="ADAL" clId="{EEEAA5E7-5892-4C22-B4B9-91834BD409A7}" dt="2026-09-08T12:29:21.495" v="641" actId="20577"/>
        <pc:sldMkLst>
          <pc:docMk/>
          <pc:sldMk cId="519583760" sldId="427"/>
        </pc:sldMkLst>
        <pc:spChg chg="mod">
          <ac:chgData name="Feist, Ella" userId="992bbaf2-811d-42cb-a4d6-e7fc45e325e8" providerId="ADAL" clId="{EEEAA5E7-5892-4C22-B4B9-91834BD409A7}" dt="2026-09-08T12:28:41.703" v="616"/>
          <ac:spMkLst>
            <pc:docMk/>
            <pc:sldMk cId="519583760" sldId="427"/>
            <ac:spMk id="5" creationId="{FF78D174-FA6B-3269-63E0-07EC0A11329C}"/>
          </ac:spMkLst>
        </pc:spChg>
        <pc:spChg chg="mod">
          <ac:chgData name="Feist, Ella" userId="992bbaf2-811d-42cb-a4d6-e7fc45e325e8" providerId="ADAL" clId="{EEEAA5E7-5892-4C22-B4B9-91834BD409A7}" dt="2026-09-08T12:29:21.495" v="641" actId="20577"/>
          <ac:spMkLst>
            <pc:docMk/>
            <pc:sldMk cId="519583760" sldId="427"/>
            <ac:spMk id="6" creationId="{DA3A74DF-F77B-3119-7A3D-0F716C584119}"/>
          </ac:spMkLst>
        </pc:spChg>
      </pc:sldChg>
      <pc:sldChg chg="modSp mod">
        <pc:chgData name="Feist, Ella" userId="992bbaf2-811d-42cb-a4d6-e7fc45e325e8" providerId="ADAL" clId="{EEEAA5E7-5892-4C22-B4B9-91834BD409A7}" dt="2026-09-08T12:30:40.651" v="686" actId="20577"/>
        <pc:sldMkLst>
          <pc:docMk/>
          <pc:sldMk cId="4228118685" sldId="428"/>
        </pc:sldMkLst>
        <pc:spChg chg="mod">
          <ac:chgData name="Feist, Ella" userId="992bbaf2-811d-42cb-a4d6-e7fc45e325e8" providerId="ADAL" clId="{EEEAA5E7-5892-4C22-B4B9-91834BD409A7}" dt="2026-09-08T12:30:34.237" v="680" actId="20577"/>
          <ac:spMkLst>
            <pc:docMk/>
            <pc:sldMk cId="4228118685" sldId="428"/>
            <ac:spMk id="5" creationId="{4964D64F-00C8-4D63-E51A-DFB7A3430625}"/>
          </ac:spMkLst>
        </pc:spChg>
        <pc:spChg chg="mod">
          <ac:chgData name="Feist, Ella" userId="992bbaf2-811d-42cb-a4d6-e7fc45e325e8" providerId="ADAL" clId="{EEEAA5E7-5892-4C22-B4B9-91834BD409A7}" dt="2026-09-08T12:30:40.651" v="686" actId="20577"/>
          <ac:spMkLst>
            <pc:docMk/>
            <pc:sldMk cId="4228118685" sldId="428"/>
            <ac:spMk id="6" creationId="{9A3EAC25-A4FA-3E86-789C-3F19C3B2315B}"/>
          </ac:spMkLst>
        </pc:spChg>
      </pc:sldChg>
      <pc:sldChg chg="modSp mod">
        <pc:chgData name="Feist, Ella" userId="992bbaf2-811d-42cb-a4d6-e7fc45e325e8" providerId="ADAL" clId="{EEEAA5E7-5892-4C22-B4B9-91834BD409A7}" dt="2026-09-08T12:30:59.405" v="691" actId="20577"/>
        <pc:sldMkLst>
          <pc:docMk/>
          <pc:sldMk cId="1146823124" sldId="429"/>
        </pc:sldMkLst>
        <pc:spChg chg="mod">
          <ac:chgData name="Feist, Ella" userId="992bbaf2-811d-42cb-a4d6-e7fc45e325e8" providerId="ADAL" clId="{EEEAA5E7-5892-4C22-B4B9-91834BD409A7}" dt="2026-09-08T12:30:54.719" v="687" actId="20577"/>
          <ac:spMkLst>
            <pc:docMk/>
            <pc:sldMk cId="1146823124" sldId="429"/>
            <ac:spMk id="5" creationId="{45BDC4B9-32D9-7C9A-51A4-1D671BB98AE4}"/>
          </ac:spMkLst>
        </pc:spChg>
        <pc:spChg chg="mod">
          <ac:chgData name="Feist, Ella" userId="992bbaf2-811d-42cb-a4d6-e7fc45e325e8" providerId="ADAL" clId="{EEEAA5E7-5892-4C22-B4B9-91834BD409A7}" dt="2026-09-08T12:30:59.405" v="691" actId="20577"/>
          <ac:spMkLst>
            <pc:docMk/>
            <pc:sldMk cId="1146823124" sldId="429"/>
            <ac:spMk id="6" creationId="{645CF064-E311-738D-AB8D-525E017BB6F7}"/>
          </ac:spMkLst>
        </pc:spChg>
      </pc:sldChg>
      <pc:sldChg chg="modSp mod modClrScheme chgLayout">
        <pc:chgData name="Feist, Ella" userId="992bbaf2-811d-42cb-a4d6-e7fc45e325e8" providerId="ADAL" clId="{EEEAA5E7-5892-4C22-B4B9-91834BD409A7}" dt="2026-09-08T12:32:01.810" v="752" actId="113"/>
        <pc:sldMkLst>
          <pc:docMk/>
          <pc:sldMk cId="1155526291" sldId="430"/>
        </pc:sldMkLst>
        <pc:spChg chg="mod ord">
          <ac:chgData name="Feist, Ella" userId="992bbaf2-811d-42cb-a4d6-e7fc45e325e8" providerId="ADAL" clId="{EEEAA5E7-5892-4C22-B4B9-91834BD409A7}" dt="2026-09-08T12:31:05.105" v="692" actId="700"/>
          <ac:spMkLst>
            <pc:docMk/>
            <pc:sldMk cId="1155526291" sldId="430"/>
            <ac:spMk id="2" creationId="{32734928-5BC1-8AE5-4586-E89CFE7979AC}"/>
          </ac:spMkLst>
        </pc:spChg>
        <pc:spChg chg="mod ord">
          <ac:chgData name="Feist, Ella" userId="992bbaf2-811d-42cb-a4d6-e7fc45e325e8" providerId="ADAL" clId="{EEEAA5E7-5892-4C22-B4B9-91834BD409A7}" dt="2026-09-08T12:32:01.810" v="752" actId="113"/>
          <ac:spMkLst>
            <pc:docMk/>
            <pc:sldMk cId="1155526291" sldId="430"/>
            <ac:spMk id="3" creationId="{454A328C-3ADF-54A6-C46E-2DA907147B23}"/>
          </ac:spMkLst>
        </pc:spChg>
      </pc:sldChg>
      <pc:sldChg chg="addSp delSp modSp mod">
        <pc:chgData name="Feist, Ella" userId="992bbaf2-811d-42cb-a4d6-e7fc45e325e8" providerId="ADAL" clId="{EEEAA5E7-5892-4C22-B4B9-91834BD409A7}" dt="2026-09-08T12:32:22.979" v="766" actId="14100"/>
        <pc:sldMkLst>
          <pc:docMk/>
          <pc:sldMk cId="4111287151" sldId="431"/>
        </pc:sldMkLst>
        <pc:spChg chg="mod">
          <ac:chgData name="Feist, Ella" userId="992bbaf2-811d-42cb-a4d6-e7fc45e325e8" providerId="ADAL" clId="{EEEAA5E7-5892-4C22-B4B9-91834BD409A7}" dt="2026-09-08T12:32:08.731" v="758" actId="6549"/>
          <ac:spMkLst>
            <pc:docMk/>
            <pc:sldMk cId="4111287151" sldId="431"/>
            <ac:spMk id="2" creationId="{921A9490-FA1D-18C8-1991-ECBD6811D397}"/>
          </ac:spMkLst>
        </pc:spChg>
        <pc:spChg chg="add mod">
          <ac:chgData name="Feist, Ella" userId="992bbaf2-811d-42cb-a4d6-e7fc45e325e8" providerId="ADAL" clId="{EEEAA5E7-5892-4C22-B4B9-91834BD409A7}" dt="2026-09-08T12:27:45.015" v="607"/>
          <ac:spMkLst>
            <pc:docMk/>
            <pc:sldMk cId="4111287151" sldId="431"/>
            <ac:spMk id="3" creationId="{D8601B38-8758-7E73-C72C-49D4F1A7BDE4}"/>
          </ac:spMkLst>
        </pc:spChg>
        <pc:spChg chg="del">
          <ac:chgData name="Feist, Ella" userId="992bbaf2-811d-42cb-a4d6-e7fc45e325e8" providerId="ADAL" clId="{EEEAA5E7-5892-4C22-B4B9-91834BD409A7}" dt="2026-09-08T12:32:10.847" v="759" actId="478"/>
          <ac:spMkLst>
            <pc:docMk/>
            <pc:sldMk cId="4111287151" sldId="431"/>
            <ac:spMk id="5" creationId="{0D0875E1-A751-3976-8460-302EC1FFB500}"/>
          </ac:spMkLst>
        </pc:spChg>
        <pc:spChg chg="mod">
          <ac:chgData name="Feist, Ella" userId="992bbaf2-811d-42cb-a4d6-e7fc45e325e8" providerId="ADAL" clId="{EEEAA5E7-5892-4C22-B4B9-91834BD409A7}" dt="2026-09-08T12:32:13.382" v="760" actId="14100"/>
          <ac:spMkLst>
            <pc:docMk/>
            <pc:sldMk cId="4111287151" sldId="431"/>
            <ac:spMk id="8" creationId="{D6660512-F449-BBA9-1045-86850CB3F9DC}"/>
          </ac:spMkLst>
        </pc:spChg>
        <pc:spChg chg="mod">
          <ac:chgData name="Feist, Ella" userId="992bbaf2-811d-42cb-a4d6-e7fc45e325e8" providerId="ADAL" clId="{EEEAA5E7-5892-4C22-B4B9-91834BD409A7}" dt="2026-09-08T12:32:16.219" v="762" actId="20577"/>
          <ac:spMkLst>
            <pc:docMk/>
            <pc:sldMk cId="4111287151" sldId="431"/>
            <ac:spMk id="9" creationId="{2197B5AB-D13D-E511-7AF9-F1198C7A95BE}"/>
          </ac:spMkLst>
        </pc:spChg>
        <pc:spChg chg="mod">
          <ac:chgData name="Feist, Ella" userId="992bbaf2-811d-42cb-a4d6-e7fc45e325e8" providerId="ADAL" clId="{EEEAA5E7-5892-4C22-B4B9-91834BD409A7}" dt="2026-09-08T12:32:18.663" v="763" actId="14100"/>
          <ac:spMkLst>
            <pc:docMk/>
            <pc:sldMk cId="4111287151" sldId="431"/>
            <ac:spMk id="10" creationId="{52D218A3-377B-495B-222F-039DA0FE4D99}"/>
          </ac:spMkLst>
        </pc:spChg>
        <pc:spChg chg="mod">
          <ac:chgData name="Feist, Ella" userId="992bbaf2-811d-42cb-a4d6-e7fc45e325e8" providerId="ADAL" clId="{EEEAA5E7-5892-4C22-B4B9-91834BD409A7}" dt="2026-09-08T12:32:22.979" v="766" actId="14100"/>
          <ac:spMkLst>
            <pc:docMk/>
            <pc:sldMk cId="4111287151" sldId="431"/>
            <ac:spMk id="11" creationId="{F759955F-12A1-0A2B-6E65-93C2EB4300CF}"/>
          </ac:spMkLst>
        </pc:spChg>
      </pc:sldChg>
      <pc:sldChg chg="addSp modSp mod">
        <pc:chgData name="Feist, Ella" userId="992bbaf2-811d-42cb-a4d6-e7fc45e325e8" providerId="ADAL" clId="{EEEAA5E7-5892-4C22-B4B9-91834BD409A7}" dt="2026-09-08T12:34:51.456" v="779" actId="20577"/>
        <pc:sldMkLst>
          <pc:docMk/>
          <pc:sldMk cId="2384722997" sldId="432"/>
        </pc:sldMkLst>
        <pc:spChg chg="mod">
          <ac:chgData name="Feist, Ella" userId="992bbaf2-811d-42cb-a4d6-e7fc45e325e8" providerId="ADAL" clId="{EEEAA5E7-5892-4C22-B4B9-91834BD409A7}" dt="2026-09-08T12:32:30.010" v="769" actId="20577"/>
          <ac:spMkLst>
            <pc:docMk/>
            <pc:sldMk cId="2384722997" sldId="432"/>
            <ac:spMk id="2" creationId="{6B5DA93F-0A5A-3148-537A-64B6EF669A84}"/>
          </ac:spMkLst>
        </pc:spChg>
        <pc:spChg chg="mod">
          <ac:chgData name="Feist, Ella" userId="992bbaf2-811d-42cb-a4d6-e7fc45e325e8" providerId="ADAL" clId="{EEEAA5E7-5892-4C22-B4B9-91834BD409A7}" dt="2026-09-08T12:34:51.456" v="779" actId="20577"/>
          <ac:spMkLst>
            <pc:docMk/>
            <pc:sldMk cId="2384722997" sldId="432"/>
            <ac:spMk id="5" creationId="{8D256B09-92FE-0F79-147F-2776B341BB0B}"/>
          </ac:spMkLst>
        </pc:spChg>
        <pc:spChg chg="add mod">
          <ac:chgData name="Feist, Ella" userId="992bbaf2-811d-42cb-a4d6-e7fc45e325e8" providerId="ADAL" clId="{EEEAA5E7-5892-4C22-B4B9-91834BD409A7}" dt="2026-09-08T12:27:45.817" v="608"/>
          <ac:spMkLst>
            <pc:docMk/>
            <pc:sldMk cId="2384722997" sldId="432"/>
            <ac:spMk id="6" creationId="{B96F80BC-D5B3-7FB7-3960-A60182BEB492}"/>
          </ac:spMkLst>
        </pc:spChg>
        <pc:graphicFrameChg chg="modGraphic">
          <ac:chgData name="Feist, Ella" userId="992bbaf2-811d-42cb-a4d6-e7fc45e325e8" providerId="ADAL" clId="{EEEAA5E7-5892-4C22-B4B9-91834BD409A7}" dt="2026-09-08T12:34:38.804" v="775" actId="14100"/>
          <ac:graphicFrameMkLst>
            <pc:docMk/>
            <pc:sldMk cId="2384722997" sldId="432"/>
            <ac:graphicFrameMk id="3" creationId="{CF7D772C-64A4-932C-8E38-84EB085BA38A}"/>
          </ac:graphicFrameMkLst>
        </pc:graphicFrameChg>
      </pc:sldChg>
      <pc:sldChg chg="addSp delSp modSp mod">
        <pc:chgData name="Feist, Ella" userId="992bbaf2-811d-42cb-a4d6-e7fc45e325e8" providerId="ADAL" clId="{EEEAA5E7-5892-4C22-B4B9-91834BD409A7}" dt="2026-09-08T12:35:06.757" v="787" actId="14100"/>
        <pc:sldMkLst>
          <pc:docMk/>
          <pc:sldMk cId="587822920" sldId="433"/>
        </pc:sldMkLst>
        <pc:spChg chg="mod">
          <ac:chgData name="Feist, Ella" userId="992bbaf2-811d-42cb-a4d6-e7fc45e325e8" providerId="ADAL" clId="{EEEAA5E7-5892-4C22-B4B9-91834BD409A7}" dt="2026-09-08T12:34:58.742" v="784" actId="6549"/>
          <ac:spMkLst>
            <pc:docMk/>
            <pc:sldMk cId="587822920" sldId="433"/>
            <ac:spMk id="2" creationId="{DA986B6A-633E-01F3-F03A-F3A85C187C25}"/>
          </ac:spMkLst>
        </pc:spChg>
        <pc:spChg chg="add mod">
          <ac:chgData name="Feist, Ella" userId="992bbaf2-811d-42cb-a4d6-e7fc45e325e8" providerId="ADAL" clId="{EEEAA5E7-5892-4C22-B4B9-91834BD409A7}" dt="2026-09-08T12:27:46.480" v="609"/>
          <ac:spMkLst>
            <pc:docMk/>
            <pc:sldMk cId="587822920" sldId="433"/>
            <ac:spMk id="3" creationId="{48643D70-5330-8DFD-BE42-0AD61A82BE36}"/>
          </ac:spMkLst>
        </pc:spChg>
        <pc:spChg chg="del">
          <ac:chgData name="Feist, Ella" userId="992bbaf2-811d-42cb-a4d6-e7fc45e325e8" providerId="ADAL" clId="{EEEAA5E7-5892-4C22-B4B9-91834BD409A7}" dt="2026-09-08T12:34:55.253" v="780" actId="478"/>
          <ac:spMkLst>
            <pc:docMk/>
            <pc:sldMk cId="587822920" sldId="433"/>
            <ac:spMk id="5" creationId="{D4AE7A2D-C58F-A6B8-8F09-EE1EC602A1FC}"/>
          </ac:spMkLst>
        </pc:spChg>
        <pc:spChg chg="mod">
          <ac:chgData name="Feist, Ella" userId="992bbaf2-811d-42cb-a4d6-e7fc45e325e8" providerId="ADAL" clId="{EEEAA5E7-5892-4C22-B4B9-91834BD409A7}" dt="2026-09-08T12:35:06.757" v="787" actId="14100"/>
          <ac:spMkLst>
            <pc:docMk/>
            <pc:sldMk cId="587822920" sldId="433"/>
            <ac:spMk id="8" creationId="{29B94693-A0FB-E177-BDA0-AAA4186128DD}"/>
          </ac:spMkLst>
        </pc:spChg>
        <pc:spChg chg="mod">
          <ac:chgData name="Feist, Ella" userId="992bbaf2-811d-42cb-a4d6-e7fc45e325e8" providerId="ADAL" clId="{EEEAA5E7-5892-4C22-B4B9-91834BD409A7}" dt="2026-09-08T12:35:05.115" v="786" actId="14100"/>
          <ac:spMkLst>
            <pc:docMk/>
            <pc:sldMk cId="587822920" sldId="433"/>
            <ac:spMk id="10" creationId="{5183E062-2C74-9C3B-64ED-68BD40D14907}"/>
          </ac:spMkLst>
        </pc:spChg>
      </pc:sldChg>
      <pc:sldChg chg="modSp mod">
        <pc:chgData name="Feist, Ella" userId="992bbaf2-811d-42cb-a4d6-e7fc45e325e8" providerId="ADAL" clId="{EEEAA5E7-5892-4C22-B4B9-91834BD409A7}" dt="2026-09-08T10:59:55.021" v="192" actId="20577"/>
        <pc:sldMkLst>
          <pc:docMk/>
          <pc:sldMk cId="3768138390" sldId="434"/>
        </pc:sldMkLst>
        <pc:spChg chg="mod">
          <ac:chgData name="Feist, Ella" userId="992bbaf2-811d-42cb-a4d6-e7fc45e325e8" providerId="ADAL" clId="{EEEAA5E7-5892-4C22-B4B9-91834BD409A7}" dt="2026-09-08T10:57:16.370" v="184" actId="20577"/>
          <ac:spMkLst>
            <pc:docMk/>
            <pc:sldMk cId="3768138390" sldId="434"/>
            <ac:spMk id="5" creationId="{D6D7F398-5886-3B1C-1098-541B4F918DD3}"/>
          </ac:spMkLst>
        </pc:spChg>
        <pc:spChg chg="mod">
          <ac:chgData name="Feist, Ella" userId="992bbaf2-811d-42cb-a4d6-e7fc45e325e8" providerId="ADAL" clId="{EEEAA5E7-5892-4C22-B4B9-91834BD409A7}" dt="2026-09-08T10:59:42.005" v="186" actId="20577"/>
          <ac:spMkLst>
            <pc:docMk/>
            <pc:sldMk cId="3768138390" sldId="434"/>
            <ac:spMk id="6" creationId="{3E616854-5DF1-CB6E-0986-6949D8E8DEF2}"/>
          </ac:spMkLst>
        </pc:spChg>
        <pc:spChg chg="mod">
          <ac:chgData name="Feist, Ella" userId="992bbaf2-811d-42cb-a4d6-e7fc45e325e8" providerId="ADAL" clId="{EEEAA5E7-5892-4C22-B4B9-91834BD409A7}" dt="2026-09-08T10:59:47.448" v="189" actId="14100"/>
          <ac:spMkLst>
            <pc:docMk/>
            <pc:sldMk cId="3768138390" sldId="434"/>
            <ac:spMk id="9" creationId="{410C7C0A-28CE-0838-BB92-E4E5EFD72906}"/>
          </ac:spMkLst>
        </pc:spChg>
        <pc:spChg chg="mod">
          <ac:chgData name="Feist, Ella" userId="992bbaf2-811d-42cb-a4d6-e7fc45e325e8" providerId="ADAL" clId="{EEEAA5E7-5892-4C22-B4B9-91834BD409A7}" dt="2026-09-08T10:59:55.021" v="192" actId="20577"/>
          <ac:spMkLst>
            <pc:docMk/>
            <pc:sldMk cId="3768138390" sldId="434"/>
            <ac:spMk id="10" creationId="{9FCB1977-6532-1488-CDC1-77A6B5010BE4}"/>
          </ac:spMkLst>
        </pc:spChg>
      </pc:sldChg>
      <pc:sldChg chg="modSp mod">
        <pc:chgData name="Feist, Ella" userId="992bbaf2-811d-42cb-a4d6-e7fc45e325e8" providerId="ADAL" clId="{EEEAA5E7-5892-4C22-B4B9-91834BD409A7}" dt="2026-09-08T12:46:26.685" v="1254" actId="20577"/>
        <pc:sldMkLst>
          <pc:docMk/>
          <pc:sldMk cId="1574140541" sldId="435"/>
        </pc:sldMkLst>
        <pc:spChg chg="mod">
          <ac:chgData name="Feist, Ella" userId="992bbaf2-811d-42cb-a4d6-e7fc45e325e8" providerId="ADAL" clId="{EEEAA5E7-5892-4C22-B4B9-91834BD409A7}" dt="2026-09-08T12:46:22.722" v="1250" actId="20577"/>
          <ac:spMkLst>
            <pc:docMk/>
            <pc:sldMk cId="1574140541" sldId="435"/>
            <ac:spMk id="5" creationId="{4964D64F-00C8-4D63-E51A-DFB7A3430625}"/>
          </ac:spMkLst>
        </pc:spChg>
        <pc:spChg chg="mod">
          <ac:chgData name="Feist, Ella" userId="992bbaf2-811d-42cb-a4d6-e7fc45e325e8" providerId="ADAL" clId="{EEEAA5E7-5892-4C22-B4B9-91834BD409A7}" dt="2026-09-08T12:46:26.685" v="1254" actId="20577"/>
          <ac:spMkLst>
            <pc:docMk/>
            <pc:sldMk cId="1574140541" sldId="435"/>
            <ac:spMk id="6" creationId="{9A3EAC25-A4FA-3E86-789C-3F19C3B2315B}"/>
          </ac:spMkLst>
        </pc:spChg>
      </pc:sldChg>
      <pc:sldChg chg="modSp mod">
        <pc:chgData name="Feist, Ella" userId="992bbaf2-811d-42cb-a4d6-e7fc45e325e8" providerId="ADAL" clId="{EEEAA5E7-5892-4C22-B4B9-91834BD409A7}" dt="2026-09-08T12:46:29.495" v="1255" actId="20577"/>
        <pc:sldMkLst>
          <pc:docMk/>
          <pc:sldMk cId="3338442625" sldId="436"/>
        </pc:sldMkLst>
        <pc:spChg chg="mod">
          <ac:chgData name="Feist, Ella" userId="992bbaf2-811d-42cb-a4d6-e7fc45e325e8" providerId="ADAL" clId="{EEEAA5E7-5892-4C22-B4B9-91834BD409A7}" dt="2026-09-08T12:46:29.495" v="1255" actId="20577"/>
          <ac:spMkLst>
            <pc:docMk/>
            <pc:sldMk cId="3338442625" sldId="436"/>
            <ac:spMk id="5" creationId="{45BDC4B9-32D9-7C9A-51A4-1D671BB98AE4}"/>
          </ac:spMkLst>
        </pc:spChg>
      </pc:sldChg>
    </pc:docChg>
  </pc:docChgLst>
  <pc:docChgLst>
    <pc:chgData name="Harrison, Jordan" userId="a3194114-3b33-46a8-9fdb-2ed97568dc6f" providerId="ADAL" clId="{57C37580-DC1C-48B8-82FB-4C908C5D25B3}"/>
    <pc:docChg chg="undo custSel addSld delSld modSld delMainMaster modSection">
      <pc:chgData name="Harrison, Jordan" userId="a3194114-3b33-46a8-9fdb-2ed97568dc6f" providerId="ADAL" clId="{57C37580-DC1C-48B8-82FB-4C908C5D25B3}" dt="2026-08-18T13:51:05.688" v="34" actId="20577"/>
      <pc:docMkLst>
        <pc:docMk/>
      </pc:docMkLst>
      <pc:sldChg chg="delSp modSp mod">
        <pc:chgData name="Harrison, Jordan" userId="a3194114-3b33-46a8-9fdb-2ed97568dc6f" providerId="ADAL" clId="{57C37580-DC1C-48B8-82FB-4C908C5D25B3}" dt="2026-08-17T14:02:04.919" v="5" actId="478"/>
        <pc:sldMkLst>
          <pc:docMk/>
          <pc:sldMk cId="1003932267" sldId="299"/>
        </pc:sldMkLst>
      </pc:sldChg>
      <pc:sldChg chg="modSp mod modNotesTx">
        <pc:chgData name="Harrison, Jordan" userId="a3194114-3b33-46a8-9fdb-2ed97568dc6f" providerId="ADAL" clId="{57C37580-DC1C-48B8-82FB-4C908C5D25B3}" dt="2026-08-18T13:51:05.688" v="34" actId="20577"/>
        <pc:sldMkLst>
          <pc:docMk/>
          <pc:sldMk cId="658670446" sldId="381"/>
        </pc:sldMkLst>
        <pc:spChg chg="mod">
          <ac:chgData name="Harrison, Jordan" userId="a3194114-3b33-46a8-9fdb-2ed97568dc6f" providerId="ADAL" clId="{57C37580-DC1C-48B8-82FB-4C908C5D25B3}" dt="2026-08-18T13:51:05.688" v="34" actId="20577"/>
          <ac:spMkLst>
            <pc:docMk/>
            <pc:sldMk cId="658670446" sldId="381"/>
            <ac:spMk id="3" creationId="{8C8D063C-DFBB-0F44-E187-39C10B14043E}"/>
          </ac:spMkLst>
        </pc:spChg>
      </pc:sldChg>
      <pc:sldChg chg="add del">
        <pc:chgData name="Harrison, Jordan" userId="a3194114-3b33-46a8-9fdb-2ed97568dc6f" providerId="ADAL" clId="{57C37580-DC1C-48B8-82FB-4C908C5D25B3}" dt="2026-08-17T14:09:12.454" v="15" actId="2696"/>
        <pc:sldMkLst>
          <pc:docMk/>
          <pc:sldMk cId="1356267907" sldId="384"/>
        </pc:sldMkLst>
      </pc:sldChg>
      <pc:sldChg chg="modSp add mod modClrScheme chgLayout">
        <pc:chgData name="Harrison, Jordan" userId="a3194114-3b33-46a8-9fdb-2ed97568dc6f" providerId="ADAL" clId="{57C37580-DC1C-48B8-82FB-4C908C5D25B3}" dt="2026-08-17T14:04:38.075" v="9" actId="700"/>
        <pc:sldMkLst>
          <pc:docMk/>
          <pc:sldMk cId="2579657983" sldId="387"/>
        </pc:sldMkLst>
        <pc:spChg chg="mod ord">
          <ac:chgData name="Harrison, Jordan" userId="a3194114-3b33-46a8-9fdb-2ed97568dc6f" providerId="ADAL" clId="{57C37580-DC1C-48B8-82FB-4C908C5D25B3}" dt="2026-08-17T14:04:38.075" v="9" actId="700"/>
          <ac:spMkLst>
            <pc:docMk/>
            <pc:sldMk cId="2579657983" sldId="387"/>
            <ac:spMk id="2" creationId="{14A024DF-FA0B-4026-86BA-0DC641B9C46E}"/>
          </ac:spMkLst>
        </pc:spChg>
        <pc:spChg chg="mod ord">
          <ac:chgData name="Harrison, Jordan" userId="a3194114-3b33-46a8-9fdb-2ed97568dc6f" providerId="ADAL" clId="{57C37580-DC1C-48B8-82FB-4C908C5D25B3}" dt="2026-08-17T14:04:38.075" v="9" actId="700"/>
          <ac:spMkLst>
            <pc:docMk/>
            <pc:sldMk cId="2579657983" sldId="387"/>
            <ac:spMk id="5" creationId="{0FCB9650-8820-D449-ECFA-944049D762A0}"/>
          </ac:spMkLst>
        </pc:spChg>
        <pc:spChg chg="mod ord">
          <ac:chgData name="Harrison, Jordan" userId="a3194114-3b33-46a8-9fdb-2ed97568dc6f" providerId="ADAL" clId="{57C37580-DC1C-48B8-82FB-4C908C5D25B3}" dt="2026-08-17T14:04:38.075" v="9" actId="700"/>
          <ac:spMkLst>
            <pc:docMk/>
            <pc:sldMk cId="2579657983" sldId="387"/>
            <ac:spMk id="6" creationId="{9D2DA89B-B40E-BC45-A829-1286044E90C2}"/>
          </ac:spMkLst>
        </pc:spChg>
      </pc:sldChg>
      <pc:sldChg chg="modSp add mod modClrScheme chgLayout">
        <pc:chgData name="Harrison, Jordan" userId="a3194114-3b33-46a8-9fdb-2ed97568dc6f" providerId="ADAL" clId="{57C37580-DC1C-48B8-82FB-4C908C5D25B3}" dt="2026-08-17T14:04:46.369" v="10" actId="700"/>
        <pc:sldMkLst>
          <pc:docMk/>
          <pc:sldMk cId="371370395" sldId="388"/>
        </pc:sldMkLst>
        <pc:spChg chg="mod ord">
          <ac:chgData name="Harrison, Jordan" userId="a3194114-3b33-46a8-9fdb-2ed97568dc6f" providerId="ADAL" clId="{57C37580-DC1C-48B8-82FB-4C908C5D25B3}" dt="2026-08-17T14:04:46.369" v="10" actId="700"/>
          <ac:spMkLst>
            <pc:docMk/>
            <pc:sldMk cId="371370395" sldId="388"/>
            <ac:spMk id="4" creationId="{5E9AFE2B-9D11-51C9-1B87-2785FCFB304C}"/>
          </ac:spMkLst>
        </pc:spChg>
        <pc:spChg chg="mod ord">
          <ac:chgData name="Harrison, Jordan" userId="a3194114-3b33-46a8-9fdb-2ed97568dc6f" providerId="ADAL" clId="{57C37580-DC1C-48B8-82FB-4C908C5D25B3}" dt="2026-08-17T14:04:46.369" v="10" actId="700"/>
          <ac:spMkLst>
            <pc:docMk/>
            <pc:sldMk cId="371370395" sldId="388"/>
            <ac:spMk id="5" creationId="{6D4DC77B-D328-5784-4264-1A19A6D53DD0}"/>
          </ac:spMkLst>
        </pc:spChg>
        <pc:spChg chg="mod ord">
          <ac:chgData name="Harrison, Jordan" userId="a3194114-3b33-46a8-9fdb-2ed97568dc6f" providerId="ADAL" clId="{57C37580-DC1C-48B8-82FB-4C908C5D25B3}" dt="2026-08-17T14:04:46.369" v="10" actId="700"/>
          <ac:spMkLst>
            <pc:docMk/>
            <pc:sldMk cId="371370395" sldId="388"/>
            <ac:spMk id="6" creationId="{8D436760-ABE0-4D4A-A32A-D62076CBDB06}"/>
          </ac:spMkLst>
        </pc:spChg>
      </pc:sldChg>
      <pc:sldChg chg="addSp delSp modSp add mod modClrScheme chgLayout">
        <pc:chgData name="Harrison, Jordan" userId="a3194114-3b33-46a8-9fdb-2ed97568dc6f" providerId="ADAL" clId="{57C37580-DC1C-48B8-82FB-4C908C5D25B3}" dt="2026-08-17T14:04:58.024" v="13" actId="700"/>
        <pc:sldMkLst>
          <pc:docMk/>
          <pc:sldMk cId="3633410444" sldId="389"/>
        </pc:sldMkLst>
        <pc:spChg chg="mod ord">
          <ac:chgData name="Harrison, Jordan" userId="a3194114-3b33-46a8-9fdb-2ed97568dc6f" providerId="ADAL" clId="{57C37580-DC1C-48B8-82FB-4C908C5D25B3}" dt="2026-08-17T14:04:58.024" v="13" actId="700"/>
          <ac:spMkLst>
            <pc:docMk/>
            <pc:sldMk cId="3633410444" sldId="389"/>
            <ac:spMk id="2" creationId="{DED8801E-CB8E-1FC8-A82E-737CCABD5222}"/>
          </ac:spMkLst>
        </pc:spChg>
        <pc:spChg chg="mod ord">
          <ac:chgData name="Harrison, Jordan" userId="a3194114-3b33-46a8-9fdb-2ed97568dc6f" providerId="ADAL" clId="{57C37580-DC1C-48B8-82FB-4C908C5D25B3}" dt="2026-08-17T14:04:58.024" v="13" actId="700"/>
          <ac:spMkLst>
            <pc:docMk/>
            <pc:sldMk cId="3633410444" sldId="389"/>
            <ac:spMk id="3" creationId="{C81DB412-C8E4-492A-DB1E-01ACDABD8443}"/>
          </ac:spMkLst>
        </pc:spChg>
        <pc:spChg chg="mod ord">
          <ac:chgData name="Harrison, Jordan" userId="a3194114-3b33-46a8-9fdb-2ed97568dc6f" providerId="ADAL" clId="{57C37580-DC1C-48B8-82FB-4C908C5D25B3}" dt="2026-08-17T14:04:58.024" v="13" actId="700"/>
          <ac:spMkLst>
            <pc:docMk/>
            <pc:sldMk cId="3633410444" sldId="389"/>
            <ac:spMk id="4" creationId="{0883039B-595B-D7C5-CE49-F3CCDAEBBE74}"/>
          </ac:spMkLst>
        </pc:spChg>
      </pc:sldChg>
      <pc:sldChg chg="delSp modSp add mod">
        <pc:chgData name="Harrison, Jordan" userId="a3194114-3b33-46a8-9fdb-2ed97568dc6f" providerId="ADAL" clId="{57C37580-DC1C-48B8-82FB-4C908C5D25B3}" dt="2026-08-18T13:13:42.635" v="19" actId="478"/>
        <pc:sldMkLst>
          <pc:docMk/>
          <pc:sldMk cId="3809671091" sldId="394"/>
        </pc:sldMkLst>
        <pc:spChg chg="mod">
          <ac:chgData name="Harrison, Jordan" userId="a3194114-3b33-46a8-9fdb-2ed97568dc6f" providerId="ADAL" clId="{57C37580-DC1C-48B8-82FB-4C908C5D25B3}" dt="2026-08-18T13:13:39.950" v="18" actId="20577"/>
          <ac:spMkLst>
            <pc:docMk/>
            <pc:sldMk cId="3809671091" sldId="394"/>
            <ac:spMk id="4" creationId="{6B10A2E5-A3AA-7BE3-7C87-983A58C15C46}"/>
          </ac:spMkLst>
        </pc:spChg>
      </pc:sldChg>
      <pc:sldChg chg="modSp add del mod modClrScheme chgLayout">
        <pc:chgData name="Harrison, Jordan" userId="a3194114-3b33-46a8-9fdb-2ed97568dc6f" providerId="ADAL" clId="{57C37580-DC1C-48B8-82FB-4C908C5D25B3}" dt="2026-08-18T13:38:19.100" v="31" actId="1076"/>
        <pc:sldMkLst>
          <pc:docMk/>
          <pc:sldMk cId="1508686599" sldId="399"/>
        </pc:sldMkLst>
        <pc:spChg chg="mod ord">
          <ac:chgData name="Harrison, Jordan" userId="a3194114-3b33-46a8-9fdb-2ed97568dc6f" providerId="ADAL" clId="{57C37580-DC1C-48B8-82FB-4C908C5D25B3}" dt="2026-08-18T13:37:22.473" v="25" actId="700"/>
          <ac:spMkLst>
            <pc:docMk/>
            <pc:sldMk cId="1508686599" sldId="399"/>
            <ac:spMk id="2" creationId="{97FB74FE-ED6A-6BCA-EF3D-3A932A187A6B}"/>
          </ac:spMkLst>
        </pc:spChg>
        <pc:spChg chg="mod ord">
          <ac:chgData name="Harrison, Jordan" userId="a3194114-3b33-46a8-9fdb-2ed97568dc6f" providerId="ADAL" clId="{57C37580-DC1C-48B8-82FB-4C908C5D25B3}" dt="2026-08-18T13:37:22.473" v="25" actId="700"/>
          <ac:spMkLst>
            <pc:docMk/>
            <pc:sldMk cId="1508686599" sldId="399"/>
            <ac:spMk id="3" creationId="{3AA3FBC9-8698-A09B-32B3-4A75CB62197F}"/>
          </ac:spMkLst>
        </pc:spChg>
        <pc:spChg chg="mod ord">
          <ac:chgData name="Harrison, Jordan" userId="a3194114-3b33-46a8-9fdb-2ed97568dc6f" providerId="ADAL" clId="{57C37580-DC1C-48B8-82FB-4C908C5D25B3}" dt="2026-08-18T13:37:22.473" v="25" actId="700"/>
          <ac:spMkLst>
            <pc:docMk/>
            <pc:sldMk cId="1508686599" sldId="399"/>
            <ac:spMk id="4" creationId="{2E72F448-0E33-7423-C3AB-F08AEF2E14AA}"/>
          </ac:spMkLst>
        </pc:spChg>
        <pc:graphicFrameChg chg="mod modGraphic">
          <ac:chgData name="Harrison, Jordan" userId="a3194114-3b33-46a8-9fdb-2ed97568dc6f" providerId="ADAL" clId="{57C37580-DC1C-48B8-82FB-4C908C5D25B3}" dt="2026-08-18T13:38:05.863" v="29" actId="207"/>
          <ac:graphicFrameMkLst>
            <pc:docMk/>
            <pc:sldMk cId="1508686599" sldId="399"/>
            <ac:graphicFrameMk id="6" creationId="{73EFC2F4-3E1E-B616-18D3-A496F528D76E}"/>
          </ac:graphicFrameMkLst>
        </pc:graphicFrameChg>
        <pc:graphicFrameChg chg="mod modGraphic">
          <ac:chgData name="Harrison, Jordan" userId="a3194114-3b33-46a8-9fdb-2ed97568dc6f" providerId="ADAL" clId="{57C37580-DC1C-48B8-82FB-4C908C5D25B3}" dt="2026-08-18T13:38:19.100" v="31" actId="1076"/>
          <ac:graphicFrameMkLst>
            <pc:docMk/>
            <pc:sldMk cId="1508686599" sldId="399"/>
            <ac:graphicFrameMk id="7" creationId="{D7A511FD-0CFF-CD4E-8245-C41814A9AA51}"/>
          </ac:graphicFrameMkLst>
        </pc:graphicFrameChg>
      </pc:sldChg>
      <pc:sldChg chg="add">
        <pc:chgData name="Harrison, Jordan" userId="a3194114-3b33-46a8-9fdb-2ed97568dc6f" providerId="ADAL" clId="{57C37580-DC1C-48B8-82FB-4C908C5D25B3}" dt="2026-08-17T14:09:53.106" v="16"/>
        <pc:sldMkLst>
          <pc:docMk/>
          <pc:sldMk cId="3768138390" sldId="434"/>
        </pc:sldMkLst>
      </pc:sldChg>
    </pc:docChg>
  </pc:docChgLst>
  <pc:docChgLst>
    <pc:chgData name="Harrison, Jordan" userId="S::jharrison1@qa.com::a3194114-3b33-46a8-9fdb-2ed97568dc6f" providerId="AD" clId="Web-{0BB64F6B-FBE2-2CCD-9FAA-D97564B11A7D}"/>
    <pc:docChg chg="addSld modSld modSection">
      <pc:chgData name="Harrison, Jordan" userId="S::jharrison1@qa.com::a3194114-3b33-46a8-9fdb-2ed97568dc6f" providerId="AD" clId="Web-{0BB64F6B-FBE2-2CCD-9FAA-D97564B11A7D}" dt="2026-09-04T15:50:53.731" v="26"/>
      <pc:docMkLst>
        <pc:docMk/>
      </pc:docMkLst>
      <pc:sldChg chg="delSp add">
        <pc:chgData name="Harrison, Jordan" userId="S::jharrison1@qa.com::a3194114-3b33-46a8-9fdb-2ed97568dc6f" providerId="AD" clId="Web-{0BB64F6B-FBE2-2CCD-9FAA-D97564B11A7D}" dt="2026-09-04T15:50:53.731" v="26"/>
        <pc:sldMkLst>
          <pc:docMk/>
          <pc:sldMk cId="2261658364" sldId="256"/>
        </pc:sldMkLst>
      </pc:sldChg>
      <pc:sldChg chg="add">
        <pc:chgData name="Harrison, Jordan" userId="S::jharrison1@qa.com::a3194114-3b33-46a8-9fdb-2ed97568dc6f" providerId="AD" clId="Web-{0BB64F6B-FBE2-2CCD-9FAA-D97564B11A7D}" dt="2026-09-04T15:48:52.465" v="1"/>
        <pc:sldMkLst>
          <pc:docMk/>
          <pc:sldMk cId="4215008090" sldId="257"/>
        </pc:sldMkLst>
      </pc:sldChg>
      <pc:sldChg chg="add">
        <pc:chgData name="Harrison, Jordan" userId="S::jharrison1@qa.com::a3194114-3b33-46a8-9fdb-2ed97568dc6f" providerId="AD" clId="Web-{0BB64F6B-FBE2-2CCD-9FAA-D97564B11A7D}" dt="2026-09-04T15:48:52.668" v="3"/>
        <pc:sldMkLst>
          <pc:docMk/>
          <pc:sldMk cId="2007209376" sldId="259"/>
        </pc:sldMkLst>
      </pc:sldChg>
      <pc:sldChg chg="add">
        <pc:chgData name="Harrison, Jordan" userId="S::jharrison1@qa.com::a3194114-3b33-46a8-9fdb-2ed97568dc6f" providerId="AD" clId="Web-{0BB64F6B-FBE2-2CCD-9FAA-D97564B11A7D}" dt="2026-09-04T15:48:52.793" v="4"/>
        <pc:sldMkLst>
          <pc:docMk/>
          <pc:sldMk cId="1375785401" sldId="260"/>
        </pc:sldMkLst>
      </pc:sldChg>
      <pc:sldChg chg="add">
        <pc:chgData name="Harrison, Jordan" userId="S::jharrison1@qa.com::a3194114-3b33-46a8-9fdb-2ed97568dc6f" providerId="AD" clId="Web-{0BB64F6B-FBE2-2CCD-9FAA-D97564B11A7D}" dt="2026-09-04T15:48:52.887" v="5"/>
        <pc:sldMkLst>
          <pc:docMk/>
          <pc:sldMk cId="681395157" sldId="261"/>
        </pc:sldMkLst>
      </pc:sldChg>
      <pc:sldChg chg="add">
        <pc:chgData name="Harrison, Jordan" userId="S::jharrison1@qa.com::a3194114-3b33-46a8-9fdb-2ed97568dc6f" providerId="AD" clId="Web-{0BB64F6B-FBE2-2CCD-9FAA-D97564B11A7D}" dt="2026-09-04T15:48:53.028" v="6"/>
        <pc:sldMkLst>
          <pc:docMk/>
          <pc:sldMk cId="3867154300" sldId="262"/>
        </pc:sldMkLst>
      </pc:sldChg>
      <pc:sldChg chg="add">
        <pc:chgData name="Harrison, Jordan" userId="S::jharrison1@qa.com::a3194114-3b33-46a8-9fdb-2ed97568dc6f" providerId="AD" clId="Web-{0BB64F6B-FBE2-2CCD-9FAA-D97564B11A7D}" dt="2026-09-04T15:48:53.137" v="7"/>
        <pc:sldMkLst>
          <pc:docMk/>
          <pc:sldMk cId="1459752309" sldId="263"/>
        </pc:sldMkLst>
      </pc:sldChg>
      <pc:sldChg chg="add">
        <pc:chgData name="Harrison, Jordan" userId="S::jharrison1@qa.com::a3194114-3b33-46a8-9fdb-2ed97568dc6f" providerId="AD" clId="Web-{0BB64F6B-FBE2-2CCD-9FAA-D97564B11A7D}" dt="2026-09-04T15:48:53.246" v="8"/>
        <pc:sldMkLst>
          <pc:docMk/>
          <pc:sldMk cId="2196620047" sldId="264"/>
        </pc:sldMkLst>
      </pc:sldChg>
      <pc:sldChg chg="add">
        <pc:chgData name="Harrison, Jordan" userId="S::jharrison1@qa.com::a3194114-3b33-46a8-9fdb-2ed97568dc6f" providerId="AD" clId="Web-{0BB64F6B-FBE2-2CCD-9FAA-D97564B11A7D}" dt="2026-09-04T15:48:53.356" v="9"/>
        <pc:sldMkLst>
          <pc:docMk/>
          <pc:sldMk cId="3971266129" sldId="265"/>
        </pc:sldMkLst>
      </pc:sldChg>
      <pc:sldChg chg="add">
        <pc:chgData name="Harrison, Jordan" userId="S::jharrison1@qa.com::a3194114-3b33-46a8-9fdb-2ed97568dc6f" providerId="AD" clId="Web-{0BB64F6B-FBE2-2CCD-9FAA-D97564B11A7D}" dt="2026-09-04T15:48:53.450" v="10"/>
        <pc:sldMkLst>
          <pc:docMk/>
          <pc:sldMk cId="1732963095" sldId="266"/>
        </pc:sldMkLst>
      </pc:sldChg>
      <pc:sldChg chg="add">
        <pc:chgData name="Harrison, Jordan" userId="S::jharrison1@qa.com::a3194114-3b33-46a8-9fdb-2ed97568dc6f" providerId="AD" clId="Web-{0BB64F6B-FBE2-2CCD-9FAA-D97564B11A7D}" dt="2026-09-04T15:48:53.559" v="11"/>
        <pc:sldMkLst>
          <pc:docMk/>
          <pc:sldMk cId="1385173567" sldId="267"/>
        </pc:sldMkLst>
      </pc:sldChg>
      <pc:sldChg chg="add">
        <pc:chgData name="Harrison, Jordan" userId="S::jharrison1@qa.com::a3194114-3b33-46a8-9fdb-2ed97568dc6f" providerId="AD" clId="Web-{0BB64F6B-FBE2-2CCD-9FAA-D97564B11A7D}" dt="2026-09-04T15:48:53.637" v="12"/>
        <pc:sldMkLst>
          <pc:docMk/>
          <pc:sldMk cId="1956040698" sldId="268"/>
        </pc:sldMkLst>
      </pc:sldChg>
      <pc:sldChg chg="add">
        <pc:chgData name="Harrison, Jordan" userId="S::jharrison1@qa.com::a3194114-3b33-46a8-9fdb-2ed97568dc6f" providerId="AD" clId="Web-{0BB64F6B-FBE2-2CCD-9FAA-D97564B11A7D}" dt="2026-09-04T15:48:53.715" v="13"/>
        <pc:sldMkLst>
          <pc:docMk/>
          <pc:sldMk cId="2953509733" sldId="269"/>
        </pc:sldMkLst>
      </pc:sldChg>
      <pc:sldChg chg="add">
        <pc:chgData name="Harrison, Jordan" userId="S::jharrison1@qa.com::a3194114-3b33-46a8-9fdb-2ed97568dc6f" providerId="AD" clId="Web-{0BB64F6B-FBE2-2CCD-9FAA-D97564B11A7D}" dt="2026-09-04T15:48:53.793" v="14"/>
        <pc:sldMkLst>
          <pc:docMk/>
          <pc:sldMk cId="3704741028" sldId="270"/>
        </pc:sldMkLst>
      </pc:sldChg>
      <pc:sldChg chg="add">
        <pc:chgData name="Harrison, Jordan" userId="S::jharrison1@qa.com::a3194114-3b33-46a8-9fdb-2ed97568dc6f" providerId="AD" clId="Web-{0BB64F6B-FBE2-2CCD-9FAA-D97564B11A7D}" dt="2026-09-04T15:48:53.887" v="15"/>
        <pc:sldMkLst>
          <pc:docMk/>
          <pc:sldMk cId="1778653565" sldId="271"/>
        </pc:sldMkLst>
      </pc:sldChg>
      <pc:sldChg chg="add">
        <pc:chgData name="Harrison, Jordan" userId="S::jharrison1@qa.com::a3194114-3b33-46a8-9fdb-2ed97568dc6f" providerId="AD" clId="Web-{0BB64F6B-FBE2-2CCD-9FAA-D97564B11A7D}" dt="2026-09-04T15:48:53.996" v="16"/>
        <pc:sldMkLst>
          <pc:docMk/>
          <pc:sldMk cId="3070294673" sldId="272"/>
        </pc:sldMkLst>
      </pc:sldChg>
      <pc:sldChg chg="add">
        <pc:chgData name="Harrison, Jordan" userId="S::jharrison1@qa.com::a3194114-3b33-46a8-9fdb-2ed97568dc6f" providerId="AD" clId="Web-{0BB64F6B-FBE2-2CCD-9FAA-D97564B11A7D}" dt="2026-09-04T15:48:54.137" v="17"/>
        <pc:sldMkLst>
          <pc:docMk/>
          <pc:sldMk cId="2560560412" sldId="273"/>
        </pc:sldMkLst>
      </pc:sldChg>
      <pc:sldChg chg="add">
        <pc:chgData name="Harrison, Jordan" userId="S::jharrison1@qa.com::a3194114-3b33-46a8-9fdb-2ed97568dc6f" providerId="AD" clId="Web-{0BB64F6B-FBE2-2CCD-9FAA-D97564B11A7D}" dt="2026-09-04T15:48:54.246" v="18"/>
        <pc:sldMkLst>
          <pc:docMk/>
          <pc:sldMk cId="2821195851" sldId="274"/>
        </pc:sldMkLst>
      </pc:sldChg>
      <pc:sldChg chg="add">
        <pc:chgData name="Harrison, Jordan" userId="S::jharrison1@qa.com::a3194114-3b33-46a8-9fdb-2ed97568dc6f" providerId="AD" clId="Web-{0BB64F6B-FBE2-2CCD-9FAA-D97564B11A7D}" dt="2026-09-04T15:48:54.356" v="19"/>
        <pc:sldMkLst>
          <pc:docMk/>
          <pc:sldMk cId="913780748" sldId="275"/>
        </pc:sldMkLst>
      </pc:sldChg>
      <pc:sldChg chg="add">
        <pc:chgData name="Harrison, Jordan" userId="S::jharrison1@qa.com::a3194114-3b33-46a8-9fdb-2ed97568dc6f" providerId="AD" clId="Web-{0BB64F6B-FBE2-2CCD-9FAA-D97564B11A7D}" dt="2026-09-04T15:48:54.465" v="20"/>
        <pc:sldMkLst>
          <pc:docMk/>
          <pc:sldMk cId="1557519623" sldId="276"/>
        </pc:sldMkLst>
      </pc:sldChg>
      <pc:sldChg chg="add">
        <pc:chgData name="Harrison, Jordan" userId="S::jharrison1@qa.com::a3194114-3b33-46a8-9fdb-2ed97568dc6f" providerId="AD" clId="Web-{0BB64F6B-FBE2-2CCD-9FAA-D97564B11A7D}" dt="2026-09-04T15:48:54.559" v="21"/>
        <pc:sldMkLst>
          <pc:docMk/>
          <pc:sldMk cId="4197113360" sldId="277"/>
        </pc:sldMkLst>
      </pc:sldChg>
      <pc:sldChg chg="add">
        <pc:chgData name="Harrison, Jordan" userId="S::jharrison1@qa.com::a3194114-3b33-46a8-9fdb-2ed97568dc6f" providerId="AD" clId="Web-{0BB64F6B-FBE2-2CCD-9FAA-D97564B11A7D}" dt="2026-09-04T15:48:54.684" v="22"/>
        <pc:sldMkLst>
          <pc:docMk/>
          <pc:sldMk cId="3034023920" sldId="278"/>
        </pc:sldMkLst>
      </pc:sldChg>
      <pc:sldChg chg="add">
        <pc:chgData name="Harrison, Jordan" userId="S::jharrison1@qa.com::a3194114-3b33-46a8-9fdb-2ed97568dc6f" providerId="AD" clId="Web-{0BB64F6B-FBE2-2CCD-9FAA-D97564B11A7D}" dt="2026-09-04T15:48:54.825" v="25"/>
        <pc:sldMkLst>
          <pc:docMk/>
          <pc:sldMk cId="954796845" sldId="279"/>
        </pc:sldMkLst>
      </pc:sldChg>
      <pc:sldChg chg="add">
        <pc:chgData name="Harrison, Jordan" userId="S::jharrison1@qa.com::a3194114-3b33-46a8-9fdb-2ed97568dc6f" providerId="AD" clId="Web-{0BB64F6B-FBE2-2CCD-9FAA-D97564B11A7D}" dt="2026-09-04T15:48:52.543" v="2"/>
        <pc:sldMkLst>
          <pc:docMk/>
          <pc:sldMk cId="1045103893" sldId="396"/>
        </pc:sldMkLst>
      </pc:sldChg>
      <pc:sldChg chg="add">
        <pc:chgData name="Harrison, Jordan" userId="S::jharrison1@qa.com::a3194114-3b33-46a8-9fdb-2ed97568dc6f" providerId="AD" clId="Web-{0BB64F6B-FBE2-2CCD-9FAA-D97564B11A7D}" dt="2026-09-04T15:48:54.731" v="23"/>
        <pc:sldMkLst>
          <pc:docMk/>
          <pc:sldMk cId="1574140541" sldId="435"/>
        </pc:sldMkLst>
      </pc:sldChg>
      <pc:sldChg chg="add">
        <pc:chgData name="Harrison, Jordan" userId="S::jharrison1@qa.com::a3194114-3b33-46a8-9fdb-2ed97568dc6f" providerId="AD" clId="Web-{0BB64F6B-FBE2-2CCD-9FAA-D97564B11A7D}" dt="2026-09-04T15:48:54.778" v="24"/>
        <pc:sldMkLst>
          <pc:docMk/>
          <pc:sldMk cId="3338442625" sldId="436"/>
        </pc:sldMkLst>
      </pc:sldChg>
      <pc:sldMasterChg chg="addSldLayout">
        <pc:chgData name="Harrison, Jordan" userId="S::jharrison1@qa.com::a3194114-3b33-46a8-9fdb-2ed97568dc6f" providerId="AD" clId="Web-{0BB64F6B-FBE2-2CCD-9FAA-D97564B11A7D}" dt="2026-09-04T15:48:54.731" v="23"/>
        <pc:sldMasterMkLst>
          <pc:docMk/>
          <pc:sldMasterMk cId="1175251079" sldId="2147483885"/>
        </pc:sldMasterMkLst>
        <pc:sldLayoutChg chg="add">
          <pc:chgData name="Harrison, Jordan" userId="S::jharrison1@qa.com::a3194114-3b33-46a8-9fdb-2ed97568dc6f" providerId="AD" clId="Web-{0BB64F6B-FBE2-2CCD-9FAA-D97564B11A7D}" dt="2026-09-04T15:48:52.465" v="1"/>
          <pc:sldLayoutMkLst>
            <pc:docMk/>
            <pc:sldMasterMk cId="1175251079" sldId="2147483885"/>
            <pc:sldLayoutMk cId="3410208773" sldId="2147483963"/>
          </pc:sldLayoutMkLst>
        </pc:sldLayoutChg>
        <pc:sldLayoutChg chg="add">
          <pc:chgData name="Harrison, Jordan" userId="S::jharrison1@qa.com::a3194114-3b33-46a8-9fdb-2ed97568dc6f" providerId="AD" clId="Web-{0BB64F6B-FBE2-2CCD-9FAA-D97564B11A7D}" dt="2026-09-04T15:48:52.543" v="2"/>
          <pc:sldLayoutMkLst>
            <pc:docMk/>
            <pc:sldMasterMk cId="1175251079" sldId="2147483885"/>
            <pc:sldLayoutMk cId="648095125" sldId="2147483964"/>
          </pc:sldLayoutMkLst>
        </pc:sldLayoutChg>
        <pc:sldLayoutChg chg="add">
          <pc:chgData name="Harrison, Jordan" userId="S::jharrison1@qa.com::a3194114-3b33-46a8-9fdb-2ed97568dc6f" providerId="AD" clId="Web-{0BB64F6B-FBE2-2CCD-9FAA-D97564B11A7D}" dt="2026-09-04T15:48:52.793" v="4"/>
          <pc:sldLayoutMkLst>
            <pc:docMk/>
            <pc:sldMasterMk cId="1175251079" sldId="2147483885"/>
            <pc:sldLayoutMk cId="2655344014" sldId="2147483965"/>
          </pc:sldLayoutMkLst>
        </pc:sldLayoutChg>
        <pc:sldLayoutChg chg="add">
          <pc:chgData name="Harrison, Jordan" userId="S::jharrison1@qa.com::a3194114-3b33-46a8-9fdb-2ed97568dc6f" providerId="AD" clId="Web-{0BB64F6B-FBE2-2CCD-9FAA-D97564B11A7D}" dt="2026-09-04T15:48:54.731" v="23"/>
          <pc:sldLayoutMkLst>
            <pc:docMk/>
            <pc:sldMasterMk cId="1175251079" sldId="2147483885"/>
            <pc:sldLayoutMk cId="1440082070" sldId="214748396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08/09/2026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dirty="0"/>
          </a:p>
        </p:txBody>
      </p:sp>
    </p:spTree>
    <p:extLst>
      <p:ext uri="{BB962C8B-B14F-4D97-AF65-F5344CB8AC3E}">
        <p14:creationId xmlns:p14="http://schemas.microsoft.com/office/powerpoint/2010/main" val="4102883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This chapter introduces learners to how Python handles </a:t>
            </a:r>
            <a:r>
              <a:rPr lang="en-GB" b="1" dirty="0"/>
              <a:t>data and variables</a:t>
            </a:r>
            <a:r>
              <a:rPr lang="en-GB" dirty="0"/>
              <a:t>, emphasising its </a:t>
            </a:r>
            <a:r>
              <a:rPr lang="en-GB" b="1" dirty="0"/>
              <a:t>object-oriented nature</a:t>
            </a:r>
            <a:r>
              <a:rPr lang="en-GB" dirty="0"/>
              <a:t>, </a:t>
            </a:r>
            <a:r>
              <a:rPr lang="en-GB" b="1" dirty="0"/>
              <a:t>dynamic typing</a:t>
            </a:r>
            <a:r>
              <a:rPr lang="en-GB" dirty="0"/>
              <a:t>, and </a:t>
            </a:r>
            <a:r>
              <a:rPr lang="en-GB" b="1" dirty="0"/>
              <a:t>core data types</a:t>
            </a:r>
            <a:r>
              <a:rPr lang="en-GB" dirty="0"/>
              <a:t>.</a:t>
            </a:r>
          </a:p>
          <a:p>
            <a:br>
              <a:rPr lang="en-GB" dirty="0"/>
            </a:br>
            <a:r>
              <a:rPr lang="en-GB" dirty="0"/>
              <a:t>By the end, learners will understand how to </a:t>
            </a:r>
            <a:r>
              <a:rPr lang="en-GB" b="1" dirty="0"/>
              <a:t>store, manipulate, and organise data</a:t>
            </a:r>
            <a:r>
              <a:rPr lang="en-GB" dirty="0"/>
              <a:t> efficiently using Python’s built-in tools.</a:t>
            </a:r>
          </a:p>
        </p:txBody>
      </p:sp>
      <p:sp>
        <p:nvSpPr>
          <p:cNvPr id="4" name="Slide Number Placeholder 3"/>
          <p:cNvSpPr>
            <a:spLocks noGrp="1"/>
          </p:cNvSpPr>
          <p:nvPr>
            <p:ph type="sldNum" sz="quarter" idx="5"/>
          </p:nvPr>
        </p:nvSpPr>
        <p:spPr/>
        <p:txBody>
          <a:bodyPr/>
          <a:lstStyle/>
          <a:p>
            <a:fld id="{35BE1F5F-BEC2-48D5-A890-C07C79853E26}" type="slidenum">
              <a:rPr lang="en-GB" smtClean="0"/>
              <a:t>2</a:t>
            </a:fld>
            <a:endParaRPr lang="en-GB" dirty="0"/>
          </a:p>
        </p:txBody>
      </p:sp>
    </p:spTree>
    <p:extLst>
      <p:ext uri="{BB962C8B-B14F-4D97-AF65-F5344CB8AC3E}">
        <p14:creationId xmlns:p14="http://schemas.microsoft.com/office/powerpoint/2010/main" val="2201024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Object orientation is central to Python, and understanding its principles is key—even if you don’t plan to write object-oriented (OO) code yourself. In Python, </a:t>
            </a:r>
            <a:r>
              <a:rPr lang="en-GB" b="1" dirty="0"/>
              <a:t>everything is an object</a:t>
            </a:r>
            <a:r>
              <a:rPr lang="en-GB" dirty="0"/>
              <a:t>, and </a:t>
            </a:r>
            <a:r>
              <a:rPr lang="en-GB" b="1" dirty="0"/>
              <a:t>variables are simply names that reference those objects</a:t>
            </a:r>
            <a:r>
              <a:rPr lang="en-GB" dirty="0"/>
              <a:t> in memory. The idea of a "type" in many programming languages is roughly analogous to a class in Python—it defines what kind of object you’re dealing with and how it behaves. While we don’t need to worry about how objects are laid out in memory, Python does—knowing the size and format is essential for it to manage memory properly.</a:t>
            </a:r>
          </a:p>
          <a:p>
            <a:endParaRPr lang="en-GB" dirty="0"/>
          </a:p>
          <a:p>
            <a:r>
              <a:rPr lang="en-GB" dirty="0"/>
              <a:t>Fortunately, Python provides many built-in classes, such as strings, files, and exceptions, so we don’t always need to define our own. When we create an object, it is an instance of a class, which gives it structure and behaviour. The object is stored in memory, and we typically assign it to a variable for reuse. You can check an object’s class using </a:t>
            </a:r>
            <a:r>
              <a:rPr lang="en-GB" b="1" dirty="0"/>
              <a:t>isinstance() </a:t>
            </a:r>
            <a:r>
              <a:rPr lang="en-GB" dirty="0"/>
              <a:t>or type(). For example, </a:t>
            </a:r>
            <a:r>
              <a:rPr lang="en-GB" b="1" dirty="0"/>
              <a:t>isinstance(name, str) </a:t>
            </a:r>
            <a:r>
              <a:rPr lang="en-GB" dirty="0"/>
              <a:t>will return True if name is a string. The unique identity of an object can be obtained with </a:t>
            </a:r>
            <a:r>
              <a:rPr lang="en-GB" b="1" dirty="0"/>
              <a:t>id()</a:t>
            </a:r>
            <a:r>
              <a:rPr lang="en-GB" dirty="0"/>
              <a:t>, though this is rarely needed. </a:t>
            </a:r>
          </a:p>
          <a:p>
            <a:endParaRPr lang="en-GB" dirty="0"/>
          </a:p>
          <a:p>
            <a:r>
              <a:rPr lang="en-GB" dirty="0"/>
              <a:t>As for whether classes and types are the same—that’s a bit nuanced, and we’ll revisit the idea later when we explore duck typing.</a:t>
            </a:r>
          </a:p>
        </p:txBody>
      </p:sp>
      <p:sp>
        <p:nvSpPr>
          <p:cNvPr id="4" name="Slide Number Placeholder 3"/>
          <p:cNvSpPr>
            <a:spLocks noGrp="1"/>
          </p:cNvSpPr>
          <p:nvPr>
            <p:ph type="sldNum" sz="quarter" idx="5"/>
          </p:nvPr>
        </p:nvSpPr>
        <p:spPr/>
        <p:txBody>
          <a:bodyPr/>
          <a:lstStyle/>
          <a:p>
            <a:fld id="{35BE1F5F-BEC2-48D5-A890-C07C79853E26}" type="slidenum">
              <a:rPr lang="en-GB" smtClean="0"/>
              <a:t>3</a:t>
            </a:fld>
            <a:endParaRPr lang="en-GB" dirty="0"/>
          </a:p>
        </p:txBody>
      </p:sp>
    </p:spTree>
    <p:extLst>
      <p:ext uri="{BB962C8B-B14F-4D97-AF65-F5344CB8AC3E}">
        <p14:creationId xmlns:p14="http://schemas.microsoft.com/office/powerpoint/2010/main" val="473275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Like many scripting languages, Python defines variables automatically and without explicit type declarations—they are untyped until assigned. In reality, variables are references to objects. Assigning a string to a variable, for example, means that variable now points to a string object. </a:t>
            </a:r>
            <a:r>
              <a:rPr lang="en-GB" dirty="0" err="1"/>
              <a:t>Uninitialised</a:t>
            </a:r>
            <a:r>
              <a:rPr lang="en-GB" dirty="0"/>
              <a:t> variables reference a special object called </a:t>
            </a:r>
            <a:r>
              <a:rPr lang="en-GB" b="1" dirty="0"/>
              <a:t>None</a:t>
            </a:r>
            <a:r>
              <a:rPr lang="en-GB" dirty="0"/>
              <a:t> (similar to </a:t>
            </a:r>
            <a:r>
              <a:rPr lang="en-GB" b="1" dirty="0"/>
              <a:t>NULL</a:t>
            </a:r>
            <a:r>
              <a:rPr lang="en-GB" dirty="0"/>
              <a:t> or </a:t>
            </a:r>
            <a:r>
              <a:rPr lang="en-GB" b="1" dirty="0" err="1"/>
              <a:t>undef</a:t>
            </a:r>
            <a:r>
              <a:rPr lang="en-GB" dirty="0"/>
              <a:t> in other languages).</a:t>
            </a:r>
          </a:p>
          <a:p>
            <a:endParaRPr lang="en-GB" dirty="0"/>
          </a:p>
          <a:p>
            <a:r>
              <a:rPr lang="en-GB" dirty="0"/>
              <a:t>Since everything in Python is an object, class-specific functionality—such as changing the case of a string—is accessed via method calls on the object itself. A method call works like a function call, but with the object automatically passed in as context. We’ll see examples of this soon.</a:t>
            </a:r>
          </a:p>
          <a:p>
            <a:endParaRPr lang="en-GB" dirty="0"/>
          </a:p>
          <a:p>
            <a:r>
              <a:rPr lang="en-GB" dirty="0"/>
              <a:t>For immutable objects (like strings and numbers), multiple variables can reference the same underlying value without conflict.</a:t>
            </a:r>
          </a:p>
          <a:p>
            <a:endParaRPr lang="en-GB" dirty="0"/>
          </a:p>
          <a:p>
            <a:r>
              <a:rPr lang="en-GB" dirty="0"/>
              <a:t>Unlike many scripting languages, Python variables defined inside a function are local by default. If you want to modify a global variable inside a function, you must declare it explicitly using the global keyword—this helps avoid accidental side effects.</a:t>
            </a:r>
          </a:p>
          <a:p>
            <a:endParaRPr lang="en-GB" dirty="0"/>
          </a:p>
          <a:p>
            <a:r>
              <a:rPr lang="en-GB" dirty="0"/>
              <a:t>Finally, deleting a variable removes its name and decreases the object's reference count. When no more references exist, Python can reclaim the memory.</a:t>
            </a:r>
          </a:p>
        </p:txBody>
      </p:sp>
      <p:sp>
        <p:nvSpPr>
          <p:cNvPr id="4" name="Slide Number Placeholder 3"/>
          <p:cNvSpPr>
            <a:spLocks noGrp="1"/>
          </p:cNvSpPr>
          <p:nvPr>
            <p:ph type="sldNum" sz="quarter" idx="5"/>
          </p:nvPr>
        </p:nvSpPr>
        <p:spPr/>
        <p:txBody>
          <a:bodyPr/>
          <a:lstStyle/>
          <a:p>
            <a:fld id="{35BE1F5F-BEC2-48D5-A890-C07C79853E26}" type="slidenum">
              <a:rPr lang="en-GB" smtClean="0"/>
              <a:t>4</a:t>
            </a:fld>
            <a:endParaRPr lang="en-GB"/>
          </a:p>
        </p:txBody>
      </p:sp>
    </p:spTree>
    <p:extLst>
      <p:ext uri="{BB962C8B-B14F-4D97-AF65-F5344CB8AC3E}">
        <p14:creationId xmlns:p14="http://schemas.microsoft.com/office/powerpoint/2010/main" val="3793868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Variable names in Python follow standard naming rules familiar from many programming languages. Names are case-sensitive and must not conflict with Python keywords (help('keywords’)). </a:t>
            </a:r>
          </a:p>
        </p:txBody>
      </p:sp>
      <p:sp>
        <p:nvSpPr>
          <p:cNvPr id="4" name="Slide Number Placeholder 3"/>
          <p:cNvSpPr>
            <a:spLocks noGrp="1"/>
          </p:cNvSpPr>
          <p:nvPr>
            <p:ph type="sldNum" sz="quarter" idx="5"/>
          </p:nvPr>
        </p:nvSpPr>
        <p:spPr/>
        <p:txBody>
          <a:bodyPr/>
          <a:lstStyle/>
          <a:p>
            <a:fld id="{35BE1F5F-BEC2-48D5-A890-C07C79853E26}" type="slidenum">
              <a:rPr lang="en-GB" smtClean="0"/>
              <a:t>5</a:t>
            </a:fld>
            <a:endParaRPr lang="en-GB"/>
          </a:p>
        </p:txBody>
      </p:sp>
    </p:spTree>
    <p:extLst>
      <p:ext uri="{BB962C8B-B14F-4D97-AF65-F5344CB8AC3E}">
        <p14:creationId xmlns:p14="http://schemas.microsoft.com/office/powerpoint/2010/main" val="4894615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Nearly everything in Python is an object, and operations or attribute queries are typically performed by calling </a:t>
            </a:r>
            <a:r>
              <a:rPr lang="en-GB" b="1"/>
              <a:t>methods</a:t>
            </a:r>
            <a:r>
              <a:rPr lang="en-GB"/>
              <a:t>—functions associated with objects—directly from the object itself. This approach has key advantages: for example, it ensures you're operating on the correct type, as there’s no other way to access that method.</a:t>
            </a:r>
          </a:p>
          <a:p>
            <a:endParaRPr lang="en-GB"/>
          </a:p>
          <a:p>
            <a:r>
              <a:rPr lang="en-GB"/>
              <a:t>In the following examples, assume the variables are:</a:t>
            </a:r>
          </a:p>
          <a:p>
            <a:pPr marL="628650" lvl="1" indent="-171450">
              <a:buFont typeface="Arial" panose="020B0604020202020204" pitchFamily="34" charset="0"/>
              <a:buChar char="•"/>
            </a:pPr>
            <a:r>
              <a:rPr lang="en-GB" b="1"/>
              <a:t>name</a:t>
            </a:r>
            <a:r>
              <a:rPr lang="en-GB"/>
              <a:t>: a string object</a:t>
            </a:r>
          </a:p>
          <a:p>
            <a:pPr marL="628650" lvl="1" indent="-171450">
              <a:buFont typeface="Arial" panose="020B0604020202020204" pitchFamily="34" charset="0"/>
              <a:buChar char="•"/>
            </a:pPr>
            <a:r>
              <a:rPr lang="en-GB" b="1"/>
              <a:t>names</a:t>
            </a:r>
            <a:r>
              <a:rPr lang="en-GB"/>
              <a:t>: a list object</a:t>
            </a:r>
          </a:p>
          <a:p>
            <a:pPr marL="628650" lvl="1" indent="-171450">
              <a:buFont typeface="Arial" panose="020B0604020202020204" pitchFamily="34" charset="0"/>
              <a:buChar char="•"/>
            </a:pPr>
            <a:r>
              <a:rPr lang="en-GB" b="1" err="1"/>
              <a:t>mydict</a:t>
            </a:r>
            <a:r>
              <a:rPr lang="en-GB"/>
              <a:t>: a dictionary object</a:t>
            </a:r>
          </a:p>
          <a:p>
            <a:pPr marL="628650" lvl="1" indent="-171450">
              <a:buFont typeface="Arial" panose="020B0604020202020204" pitchFamily="34" charset="0"/>
              <a:buChar char="•"/>
            </a:pPr>
            <a:r>
              <a:rPr lang="en-GB" b="1" err="1"/>
              <a:t>myfile</a:t>
            </a:r>
            <a:r>
              <a:rPr lang="en-GB"/>
              <a:t>: a file object</a:t>
            </a:r>
          </a:p>
          <a:p>
            <a:endParaRPr lang="en-GB"/>
          </a:p>
          <a:p>
            <a:r>
              <a:rPr lang="en-GB"/>
              <a:t>The method names used are mostly self-explanatory, but full documentation is available via Python’s online help. You can use </a:t>
            </a:r>
            <a:r>
              <a:rPr lang="en-GB" b="1"/>
              <a:t>help(object)</a:t>
            </a:r>
            <a:r>
              <a:rPr lang="en-GB"/>
              <a:t> to view the docstring and all methods of the object’s class. Alternatively, </a:t>
            </a:r>
            <a:r>
              <a:rPr lang="en-GB" b="1"/>
              <a:t>print(</a:t>
            </a:r>
            <a:r>
              <a:rPr lang="en-GB" b="1" err="1"/>
              <a:t>object.__doc</a:t>
            </a:r>
            <a:r>
              <a:rPr lang="en-GB" b="1"/>
              <a:t>__) </a:t>
            </a:r>
            <a:r>
              <a:rPr lang="en-GB"/>
              <a:t>displays just the class-level docstring.</a:t>
            </a:r>
          </a:p>
        </p:txBody>
      </p:sp>
      <p:sp>
        <p:nvSpPr>
          <p:cNvPr id="4" name="Slide Number Placeholder 3"/>
          <p:cNvSpPr>
            <a:spLocks noGrp="1"/>
          </p:cNvSpPr>
          <p:nvPr>
            <p:ph type="sldNum" sz="quarter" idx="5"/>
          </p:nvPr>
        </p:nvSpPr>
        <p:spPr/>
        <p:txBody>
          <a:bodyPr/>
          <a:lstStyle/>
          <a:p>
            <a:fld id="{35BE1F5F-BEC2-48D5-A890-C07C79853E26}" type="slidenum">
              <a:rPr lang="en-GB" smtClean="0"/>
              <a:t>6</a:t>
            </a:fld>
            <a:endParaRPr lang="en-GB"/>
          </a:p>
        </p:txBody>
      </p:sp>
    </p:spTree>
    <p:extLst>
      <p:ext uri="{BB962C8B-B14F-4D97-AF65-F5344CB8AC3E}">
        <p14:creationId xmlns:p14="http://schemas.microsoft.com/office/powerpoint/2010/main" val="1856592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An </a:t>
            </a:r>
            <a:r>
              <a:rPr lang="en-GB" b="1"/>
              <a:t>operator</a:t>
            </a:r>
            <a:r>
              <a:rPr lang="en-GB"/>
              <a:t> is typically a symbol (see the slide after the summary) that performs an operation on one object (</a:t>
            </a:r>
            <a:r>
              <a:rPr lang="en-GB" b="1"/>
              <a:t>unary</a:t>
            </a:r>
            <a:r>
              <a:rPr lang="en-GB"/>
              <a:t>) or between two objects (</a:t>
            </a:r>
            <a:r>
              <a:rPr lang="en-GB" b="1"/>
              <a:t>binary</a:t>
            </a:r>
            <a:r>
              <a:rPr lang="en-GB"/>
              <a:t>). The result is a value that can be passed to a function (like print) or used in an assignment.</a:t>
            </a:r>
          </a:p>
          <a:p>
            <a:endParaRPr lang="en-GB"/>
          </a:p>
          <a:p>
            <a:r>
              <a:rPr lang="en-GB"/>
              <a:t>Arithmetic operators such as </a:t>
            </a:r>
            <a:r>
              <a:rPr lang="en-GB" b="1"/>
              <a:t>+</a:t>
            </a:r>
            <a:r>
              <a:rPr lang="en-GB"/>
              <a:t>, </a:t>
            </a:r>
            <a:r>
              <a:rPr lang="en-GB" b="1"/>
              <a:t>-,</a:t>
            </a:r>
            <a:r>
              <a:rPr lang="en-GB"/>
              <a:t> </a:t>
            </a:r>
            <a:r>
              <a:rPr lang="en-GB" b="1"/>
              <a:t>*,</a:t>
            </a:r>
            <a:r>
              <a:rPr lang="en-GB"/>
              <a:t> </a:t>
            </a:r>
            <a:r>
              <a:rPr lang="en-GB" b="1"/>
              <a:t>/,</a:t>
            </a:r>
            <a:r>
              <a:rPr lang="en-GB"/>
              <a:t> and </a:t>
            </a:r>
            <a:r>
              <a:rPr lang="en-GB" b="1"/>
              <a:t>%</a:t>
            </a:r>
            <a:r>
              <a:rPr lang="en-GB"/>
              <a:t> have familiar meanings with numbers. But what do they do with other types—like strings?</a:t>
            </a:r>
          </a:p>
          <a:p>
            <a:endParaRPr lang="en-GB"/>
          </a:p>
          <a:p>
            <a:r>
              <a:rPr lang="en-GB"/>
              <a:t>In Python, operators can behave differently depending on the </a:t>
            </a:r>
            <a:r>
              <a:rPr lang="en-GB" b="1"/>
              <a:t>type</a:t>
            </a:r>
            <a:r>
              <a:rPr lang="en-GB"/>
              <a:t> of object they’re working with. Some meanings may be unexpected—for instance, % performs string formatting when used with strings. That’s why it’s essential to know the object type you're working with, and the </a:t>
            </a:r>
            <a:r>
              <a:rPr lang="en-GB" b="1"/>
              <a:t>type() </a:t>
            </a:r>
            <a:r>
              <a:rPr lang="en-GB"/>
              <a:t>function helps with that.</a:t>
            </a:r>
          </a:p>
        </p:txBody>
      </p:sp>
      <p:sp>
        <p:nvSpPr>
          <p:cNvPr id="4" name="Slide Number Placeholder 3"/>
          <p:cNvSpPr>
            <a:spLocks noGrp="1"/>
          </p:cNvSpPr>
          <p:nvPr>
            <p:ph type="sldNum" sz="quarter" idx="5"/>
          </p:nvPr>
        </p:nvSpPr>
        <p:spPr/>
        <p:txBody>
          <a:bodyPr/>
          <a:lstStyle/>
          <a:p>
            <a:fld id="{35BE1F5F-BEC2-48D5-A890-C07C79853E26}" type="slidenum">
              <a:rPr lang="en-GB" smtClean="0"/>
              <a:t>7</a:t>
            </a:fld>
            <a:endParaRPr lang="en-GB"/>
          </a:p>
        </p:txBody>
      </p:sp>
    </p:spTree>
    <p:extLst>
      <p:ext uri="{BB962C8B-B14F-4D97-AF65-F5344CB8AC3E}">
        <p14:creationId xmlns:p14="http://schemas.microsoft.com/office/powerpoint/2010/main" val="467818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1" dirty="0"/>
              <a:t>Augmented assignments </a:t>
            </a:r>
            <a:r>
              <a:rPr lang="en-GB" dirty="0"/>
              <a:t>(also known as </a:t>
            </a:r>
            <a:r>
              <a:rPr lang="en-GB" b="1" dirty="0"/>
              <a:t>compound assignments</a:t>
            </a:r>
            <a:r>
              <a:rPr lang="en-GB" dirty="0"/>
              <a:t> in some languages) originate from C. The expression a += b means "increment a by the value of b".</a:t>
            </a:r>
          </a:p>
          <a:p>
            <a:endParaRPr lang="en-GB" dirty="0"/>
          </a:p>
          <a:p>
            <a:r>
              <a:rPr lang="en-GB" dirty="0"/>
              <a:t>For example:</a:t>
            </a:r>
          </a:p>
          <a:p>
            <a:pPr lvl="1"/>
            <a:r>
              <a:rPr lang="en-GB" dirty="0"/>
              <a:t>&gt;&gt;&gt; stein = 1  </a:t>
            </a:r>
          </a:p>
          <a:p>
            <a:pPr lvl="1"/>
            <a:r>
              <a:rPr lang="en-GB" dirty="0"/>
              <a:t>&gt;&gt;&gt; pint = 1  </a:t>
            </a:r>
          </a:p>
          <a:p>
            <a:pPr lvl="1"/>
            <a:r>
              <a:rPr lang="en-GB" dirty="0"/>
              <a:t>&gt;&gt;&gt; stein += pint  # stein becomes 2, pint remains 1  </a:t>
            </a:r>
          </a:p>
          <a:p>
            <a:r>
              <a:rPr lang="en-GB" dirty="0"/>
              <a:t>These operators are a concise alternative to writing:</a:t>
            </a:r>
          </a:p>
          <a:p>
            <a:pPr lvl="1"/>
            <a:r>
              <a:rPr lang="en-GB" dirty="0"/>
              <a:t>&gt;&gt;&gt; total = total + subtotal  </a:t>
            </a:r>
          </a:p>
          <a:p>
            <a:pPr lvl="1"/>
            <a:r>
              <a:rPr lang="en-GB" dirty="0"/>
              <a:t>&gt;&gt;&gt; geometric = geometric * progression  </a:t>
            </a:r>
          </a:p>
          <a:p>
            <a:r>
              <a:rPr lang="en-GB" dirty="0"/>
              <a:t>Instead, we use:</a:t>
            </a:r>
          </a:p>
          <a:p>
            <a:pPr lvl="1"/>
            <a:r>
              <a:rPr lang="en-GB" dirty="0"/>
              <a:t>&gt;&gt;&gt; total += subtotal  </a:t>
            </a:r>
          </a:p>
          <a:p>
            <a:pPr lvl="1"/>
            <a:r>
              <a:rPr lang="en-GB" dirty="0"/>
              <a:t>&gt;&gt;&gt; geometric *= progression  </a:t>
            </a:r>
          </a:p>
          <a:p>
            <a:r>
              <a:rPr lang="en-GB" dirty="0"/>
              <a:t>The meaning of these operators depends on the object </a:t>
            </a:r>
            <a:r>
              <a:rPr lang="en-GB" dirty="0" err="1"/>
              <a:t>type.e.g</a:t>
            </a:r>
            <a:r>
              <a:rPr lang="en-GB" dirty="0"/>
              <a:t>., for strings:</a:t>
            </a:r>
          </a:p>
          <a:p>
            <a:pPr lvl="1"/>
            <a:r>
              <a:rPr lang="en-GB" dirty="0"/>
              <a:t>&gt;&gt;&gt; a = 'Hello ‘  </a:t>
            </a:r>
          </a:p>
          <a:p>
            <a:pPr lvl="1"/>
            <a:r>
              <a:rPr lang="en-GB" dirty="0"/>
              <a:t>&gt;&gt;&gt; b = 'World!’  </a:t>
            </a:r>
          </a:p>
          <a:p>
            <a:pPr lvl="1"/>
            <a:r>
              <a:rPr lang="en-GB" dirty="0"/>
              <a:t>&gt;&gt;&gt; a += b  # Result: 'Hello World!’  </a:t>
            </a:r>
          </a:p>
          <a:p>
            <a:r>
              <a:rPr lang="en-GB" dirty="0"/>
              <a:t>This creates a new string object (optimised in </a:t>
            </a:r>
            <a:r>
              <a:rPr lang="en-GB" dirty="0" err="1"/>
              <a:t>CPython</a:t>
            </a:r>
            <a:r>
              <a:rPr lang="en-GB" dirty="0"/>
              <a:t>). Python does not support the ++ or -- operators like C. Instead use += 1 or -= 1.</a:t>
            </a:r>
          </a:p>
        </p:txBody>
      </p:sp>
      <p:sp>
        <p:nvSpPr>
          <p:cNvPr id="4" name="Slide Number Placeholder 3"/>
          <p:cNvSpPr>
            <a:spLocks noGrp="1"/>
          </p:cNvSpPr>
          <p:nvPr>
            <p:ph type="sldNum" sz="quarter" idx="5"/>
          </p:nvPr>
        </p:nvSpPr>
        <p:spPr/>
        <p:txBody>
          <a:bodyPr/>
          <a:lstStyle/>
          <a:p>
            <a:fld id="{35BE1F5F-BEC2-48D5-A890-C07C79853E26}" type="slidenum">
              <a:rPr lang="en-GB" smtClean="0"/>
              <a:t>8</a:t>
            </a:fld>
            <a:endParaRPr lang="en-GB"/>
          </a:p>
        </p:txBody>
      </p:sp>
    </p:spTree>
    <p:extLst>
      <p:ext uri="{BB962C8B-B14F-4D97-AF65-F5344CB8AC3E}">
        <p14:creationId xmlns:p14="http://schemas.microsoft.com/office/powerpoint/2010/main" val="2444622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Some Python types are intuitive, but others need explanation. For instance, octal (base-8) numbers used to begin with a leading 0o prefix (zero, lowercase "o"). Hexadecimal (base-16)  has a leading 0x, and binary (base-2) 0b.</a:t>
            </a:r>
          </a:p>
          <a:p>
            <a:endParaRPr lang="en-GB" dirty="0"/>
          </a:p>
          <a:p>
            <a:r>
              <a:rPr lang="en-GB" dirty="0"/>
              <a:t>Strings are text objects, and once a string variable is created, its methods can be called directly. Numbers, strings, and tuples are immutable—their values can't be changed, though the reference to them can. This allows Python to optimise memory by reusing literal values.</a:t>
            </a:r>
          </a:p>
          <a:p>
            <a:endParaRPr lang="en-GB" dirty="0"/>
          </a:p>
          <a:p>
            <a:r>
              <a:rPr lang="en-GB" dirty="0"/>
              <a:t>Strings, lists, and tuples are </a:t>
            </a:r>
            <a:r>
              <a:rPr lang="en-GB" b="1" dirty="0"/>
              <a:t>ordered collections</a:t>
            </a:r>
            <a:r>
              <a:rPr lang="en-GB" dirty="0"/>
              <a:t> (or sequences), and are covered in later chapters.</a:t>
            </a:r>
          </a:p>
          <a:p>
            <a:endParaRPr lang="en-GB" dirty="0"/>
          </a:p>
          <a:p>
            <a:r>
              <a:rPr lang="en-GB" b="1" dirty="0"/>
              <a:t>Dictionaries</a:t>
            </a:r>
            <a:r>
              <a:rPr lang="en-GB" dirty="0"/>
              <a:t> are key-value collections, similar to associative arrays in awk/PHP, or hashes in Perl/Ruby.</a:t>
            </a:r>
          </a:p>
          <a:p>
            <a:endParaRPr lang="en-GB" dirty="0"/>
          </a:p>
          <a:p>
            <a:r>
              <a:rPr lang="en-GB" b="1" dirty="0"/>
              <a:t>Sets</a:t>
            </a:r>
            <a:r>
              <a:rPr lang="en-GB" dirty="0"/>
              <a:t>, introduced in Python 2.4, are collections of unique values. There's also an immutable version called </a:t>
            </a:r>
            <a:r>
              <a:rPr lang="en-GB" dirty="0" err="1"/>
              <a:t>frozenset</a:t>
            </a:r>
            <a:r>
              <a:rPr lang="en-GB" dirty="0"/>
              <a:t>.</a:t>
            </a:r>
          </a:p>
          <a:p>
            <a:endParaRPr lang="en-GB" dirty="0"/>
          </a:p>
          <a:p>
            <a:r>
              <a:rPr lang="en-GB" b="1" dirty="0"/>
              <a:t>Bytes</a:t>
            </a:r>
            <a:r>
              <a:rPr lang="en-GB" dirty="0"/>
              <a:t> are immutable sequences of 8-bit values; </a:t>
            </a:r>
            <a:r>
              <a:rPr lang="en-GB" dirty="0" err="1"/>
              <a:t>bytearray</a:t>
            </a:r>
            <a:r>
              <a:rPr lang="en-GB" dirty="0"/>
              <a:t> is the mutable version. Lists, tuples, dictionaries, and sets are all considered part of Python's </a:t>
            </a:r>
            <a:r>
              <a:rPr lang="en-GB" b="1" dirty="0"/>
              <a:t>collections</a:t>
            </a:r>
            <a:r>
              <a:rPr lang="en-GB" dirty="0"/>
              <a:t>, and are explored in detail in their own chapter.</a:t>
            </a:r>
          </a:p>
        </p:txBody>
      </p:sp>
      <p:sp>
        <p:nvSpPr>
          <p:cNvPr id="4" name="Slide Number Placeholder 3"/>
          <p:cNvSpPr>
            <a:spLocks noGrp="1"/>
          </p:cNvSpPr>
          <p:nvPr>
            <p:ph type="sldNum" sz="quarter" idx="5"/>
          </p:nvPr>
        </p:nvSpPr>
        <p:spPr/>
        <p:txBody>
          <a:bodyPr/>
          <a:lstStyle/>
          <a:p>
            <a:fld id="{35BE1F5F-BEC2-48D5-A890-C07C79853E26}" type="slidenum">
              <a:rPr lang="en-GB" smtClean="0"/>
              <a:t>9</a:t>
            </a:fld>
            <a:endParaRPr lang="en-GB"/>
          </a:p>
        </p:txBody>
      </p:sp>
    </p:spTree>
    <p:extLst>
      <p:ext uri="{BB962C8B-B14F-4D97-AF65-F5344CB8AC3E}">
        <p14:creationId xmlns:p14="http://schemas.microsoft.com/office/powerpoint/2010/main" val="223908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0C275-792A-95B0-2F8F-D60EDDC2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746EA-A899-690C-B710-1F7EE5D0CAC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EE9E6AB-98C7-9202-96A4-EC0FB9445905}"/>
              </a:ext>
            </a:extLst>
          </p:cNvPr>
          <p:cNvSpPr>
            <a:spLocks noGrp="1"/>
          </p:cNvSpPr>
          <p:nvPr>
            <p:ph type="body" idx="1"/>
          </p:nvPr>
        </p:nvSpPr>
        <p:spPr/>
        <p:txBody>
          <a:bodyPr/>
          <a:lstStyle/>
          <a:p>
            <a:r>
              <a:rPr lang="en-GB"/>
              <a:t>An </a:t>
            </a:r>
            <a:r>
              <a:rPr lang="en-GB" b="1"/>
              <a:t>operator</a:t>
            </a:r>
            <a:r>
              <a:rPr lang="en-GB"/>
              <a:t> is typically a symbol (see the slide after the summary) that performs an operation on one object (</a:t>
            </a:r>
            <a:r>
              <a:rPr lang="en-GB" b="1"/>
              <a:t>unary</a:t>
            </a:r>
            <a:r>
              <a:rPr lang="en-GB"/>
              <a:t>) or between two objects (</a:t>
            </a:r>
            <a:r>
              <a:rPr lang="en-GB" b="1"/>
              <a:t>binary</a:t>
            </a:r>
            <a:r>
              <a:rPr lang="en-GB"/>
              <a:t>). The result is a value that can be passed to a function (like print) or used in an assignment.</a:t>
            </a:r>
          </a:p>
          <a:p>
            <a:endParaRPr lang="en-GB"/>
          </a:p>
          <a:p>
            <a:r>
              <a:rPr lang="en-GB"/>
              <a:t>Arithmetic operators such as </a:t>
            </a:r>
            <a:r>
              <a:rPr lang="en-GB" b="1"/>
              <a:t>+</a:t>
            </a:r>
            <a:r>
              <a:rPr lang="en-GB"/>
              <a:t>, </a:t>
            </a:r>
            <a:r>
              <a:rPr lang="en-GB" b="1"/>
              <a:t>-,</a:t>
            </a:r>
            <a:r>
              <a:rPr lang="en-GB"/>
              <a:t> </a:t>
            </a:r>
            <a:r>
              <a:rPr lang="en-GB" b="1"/>
              <a:t>*,</a:t>
            </a:r>
            <a:r>
              <a:rPr lang="en-GB"/>
              <a:t> </a:t>
            </a:r>
            <a:r>
              <a:rPr lang="en-GB" b="1"/>
              <a:t>/,</a:t>
            </a:r>
            <a:r>
              <a:rPr lang="en-GB"/>
              <a:t> and </a:t>
            </a:r>
            <a:r>
              <a:rPr lang="en-GB" b="1"/>
              <a:t>%</a:t>
            </a:r>
            <a:r>
              <a:rPr lang="en-GB"/>
              <a:t> have familiar meanings with numbers. But what do they do with other types—like strings?</a:t>
            </a:r>
          </a:p>
          <a:p>
            <a:endParaRPr lang="en-GB"/>
          </a:p>
          <a:p>
            <a:r>
              <a:rPr lang="en-GB"/>
              <a:t>In Python, operators can behave differently depending on the </a:t>
            </a:r>
            <a:r>
              <a:rPr lang="en-GB" b="1"/>
              <a:t>type</a:t>
            </a:r>
            <a:r>
              <a:rPr lang="en-GB"/>
              <a:t> of object they’re working with. Some meanings may be unexpected—for instance, % performs string formatting when used with strings. That’s why it’s essential to know the object type you're working with, and the </a:t>
            </a:r>
            <a:r>
              <a:rPr lang="en-GB" b="1"/>
              <a:t>type() </a:t>
            </a:r>
            <a:r>
              <a:rPr lang="en-GB"/>
              <a:t>function helps with that.</a:t>
            </a:r>
          </a:p>
        </p:txBody>
      </p:sp>
      <p:sp>
        <p:nvSpPr>
          <p:cNvPr id="4" name="Slide Number Placeholder 3">
            <a:extLst>
              <a:ext uri="{FF2B5EF4-FFF2-40B4-BE49-F238E27FC236}">
                <a16:creationId xmlns:a16="http://schemas.microsoft.com/office/drawing/2014/main" id="{9A074192-EE18-9BEB-4EDF-A6739E2362F9}"/>
              </a:ext>
            </a:extLst>
          </p:cNvPr>
          <p:cNvSpPr>
            <a:spLocks noGrp="1"/>
          </p:cNvSpPr>
          <p:nvPr>
            <p:ph type="sldNum" sz="quarter" idx="5"/>
          </p:nvPr>
        </p:nvSpPr>
        <p:spPr/>
        <p:txBody>
          <a:bodyPr/>
          <a:lstStyle/>
          <a:p>
            <a:fld id="{35BE1F5F-BEC2-48D5-A890-C07C79853E26}" type="slidenum">
              <a:rPr lang="en-GB" smtClean="0"/>
              <a:t>10</a:t>
            </a:fld>
            <a:endParaRPr lang="en-GB"/>
          </a:p>
        </p:txBody>
      </p:sp>
    </p:spTree>
    <p:extLst>
      <p:ext uri="{BB962C8B-B14F-4D97-AF65-F5344CB8AC3E}">
        <p14:creationId xmlns:p14="http://schemas.microsoft.com/office/powerpoint/2010/main" val="1513985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Like many modern languages, Python automatically converts between numeric types—typically from narrower to wider types (e.g., int to float). To force integer division (truncated result), use the // operator. With other types, especially when mixing strings and numbers, conversions must be explicit.</a:t>
            </a:r>
          </a:p>
          <a:p>
            <a:endParaRPr lang="en-GB" dirty="0"/>
          </a:p>
          <a:p>
            <a:r>
              <a:rPr lang="en-GB" dirty="0"/>
              <a:t>A common beginner mistake is mixing incompatible types, like trying to add a string and a number. Python doesn't assume your intent—+ could mean addition or string concatenation—so it throws a </a:t>
            </a:r>
            <a:r>
              <a:rPr lang="en-GB" dirty="0" err="1"/>
              <a:t>TypeError</a:t>
            </a:r>
            <a:r>
              <a:rPr lang="en-GB" dirty="0"/>
              <a:t>. You must tell Python what conversion to perform using functions like </a:t>
            </a:r>
            <a:r>
              <a:rPr lang="en-GB" b="1" dirty="0"/>
              <a:t>str()</a:t>
            </a:r>
            <a:r>
              <a:rPr lang="en-GB" dirty="0"/>
              <a:t>, </a:t>
            </a:r>
            <a:r>
              <a:rPr lang="en-GB" b="1" dirty="0"/>
              <a:t>int()</a:t>
            </a:r>
            <a:r>
              <a:rPr lang="en-GB" dirty="0"/>
              <a:t>, or </a:t>
            </a:r>
            <a:r>
              <a:rPr lang="en-GB" b="1" dirty="0"/>
              <a:t>float()</a:t>
            </a:r>
            <a:r>
              <a:rPr lang="en-GB" dirty="0"/>
              <a:t>.</a:t>
            </a:r>
          </a:p>
          <a:p>
            <a:endParaRPr lang="en-GB" dirty="0"/>
          </a:p>
          <a:p>
            <a:r>
              <a:rPr lang="en-GB" dirty="0"/>
              <a:t>Some developers adopt naming conventions (e.g., Hungarian notation) to hint at types—prefixing strings with s, integers with i, and lists with l (e.g., </a:t>
            </a:r>
            <a:r>
              <a:rPr lang="en-GB" dirty="0" err="1"/>
              <a:t>sName</a:t>
            </a:r>
            <a:r>
              <a:rPr lang="en-GB" dirty="0"/>
              <a:t>, </a:t>
            </a:r>
            <a:r>
              <a:rPr lang="en-GB" dirty="0" err="1"/>
              <a:t>iCount</a:t>
            </a:r>
            <a:r>
              <a:rPr lang="en-GB" dirty="0"/>
              <a:t>, </a:t>
            </a:r>
            <a:r>
              <a:rPr lang="en-GB" dirty="0" err="1"/>
              <a:t>lNames</a:t>
            </a:r>
            <a:r>
              <a:rPr lang="en-GB" dirty="0"/>
              <a:t>). This can help, but it’s not common practice in Pythonic code.</a:t>
            </a:r>
          </a:p>
          <a:p>
            <a:endParaRPr lang="en-GB" dirty="0"/>
          </a:p>
          <a:p>
            <a:r>
              <a:rPr lang="en-GB" dirty="0"/>
              <a:t>When calling str(), int(), or float(), you're actually invoking constructors for those classes—creating new objects of the specified type. To check memory usage, use </a:t>
            </a:r>
            <a:r>
              <a:rPr lang="en-GB" b="1" dirty="0" err="1"/>
              <a:t>sys.getsizeof</a:t>
            </a:r>
            <a:r>
              <a:rPr lang="en-GB" b="1" dirty="0"/>
              <a:t>()</a:t>
            </a:r>
            <a:r>
              <a:rPr lang="en-GB" dirty="0"/>
              <a:t>:</a:t>
            </a:r>
          </a:p>
          <a:p>
            <a:r>
              <a:rPr lang="en-GB" dirty="0"/>
              <a:t>	import sys</a:t>
            </a:r>
          </a:p>
          <a:p>
            <a:r>
              <a:rPr lang="en-GB" dirty="0"/>
              <a:t>	print("Size of count:", </a:t>
            </a:r>
            <a:r>
              <a:rPr lang="en-GB" dirty="0" err="1"/>
              <a:t>sys.getsizeof</a:t>
            </a:r>
            <a:r>
              <a:rPr lang="en-GB" dirty="0"/>
              <a:t>(count), "bytes")</a:t>
            </a:r>
          </a:p>
          <a:p>
            <a:r>
              <a:rPr lang="en-GB" dirty="0"/>
              <a:t>	print("Size of str(count):", </a:t>
            </a:r>
            <a:r>
              <a:rPr lang="en-GB" dirty="0" err="1"/>
              <a:t>sys.getsizeof</a:t>
            </a:r>
            <a:r>
              <a:rPr lang="en-GB" dirty="0"/>
              <a:t>(str(count)), "bytes")</a:t>
            </a:r>
          </a:p>
        </p:txBody>
      </p:sp>
      <p:sp>
        <p:nvSpPr>
          <p:cNvPr id="4" name="Slide Number Placeholder 3"/>
          <p:cNvSpPr>
            <a:spLocks noGrp="1"/>
          </p:cNvSpPr>
          <p:nvPr>
            <p:ph type="sldNum" sz="quarter" idx="5"/>
          </p:nvPr>
        </p:nvSpPr>
        <p:spPr/>
        <p:txBody>
          <a:bodyPr/>
          <a:lstStyle/>
          <a:p>
            <a:fld id="{35BE1F5F-BEC2-48D5-A890-C07C79853E26}" type="slidenum">
              <a:rPr lang="en-GB" smtClean="0"/>
              <a:t>11</a:t>
            </a:fld>
            <a:endParaRPr lang="en-GB"/>
          </a:p>
        </p:txBody>
      </p:sp>
    </p:spTree>
    <p:extLst>
      <p:ext uri="{BB962C8B-B14F-4D97-AF65-F5344CB8AC3E}">
        <p14:creationId xmlns:p14="http://schemas.microsoft.com/office/powerpoint/2010/main" val="2559751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Python’s </a:t>
            </a:r>
            <a:r>
              <a:rPr lang="en-GB" b="1"/>
              <a:t>comparison and logical operators</a:t>
            </a:r>
            <a:r>
              <a:rPr lang="en-GB"/>
              <a:t> behave much as in other languages, but comparisons are </a:t>
            </a:r>
            <a:r>
              <a:rPr lang="en-GB" b="1"/>
              <a:t>type-aware</a:t>
            </a:r>
            <a:r>
              <a:rPr lang="en-GB"/>
              <a:t>: operators like ==, !=, &lt;, &gt;, &lt;=, &gt;=, and in work with numbers, strings, lists, dictionaries, and most custom classes via their rich-comparison methods. </a:t>
            </a:r>
          </a:p>
          <a:p>
            <a:endParaRPr lang="en-GB"/>
          </a:p>
          <a:p>
            <a:r>
              <a:rPr lang="en-GB"/>
              <a:t>In Python 3, </a:t>
            </a:r>
            <a:r>
              <a:rPr lang="en-GB" b="1"/>
              <a:t>ordering comparisons</a:t>
            </a:r>
            <a:r>
              <a:rPr lang="en-GB"/>
              <a:t> between unrelated types (e.g., list &lt; </a:t>
            </a:r>
            <a:r>
              <a:rPr lang="en-GB" err="1"/>
              <a:t>dict</a:t>
            </a:r>
            <a:r>
              <a:rPr lang="en-GB"/>
              <a:t>) raise a </a:t>
            </a:r>
            <a:r>
              <a:rPr lang="en-GB" err="1"/>
              <a:t>TypeError</a:t>
            </a:r>
            <a:r>
              <a:rPr lang="en-GB"/>
              <a:t>, while equality across different types is allowed but usually </a:t>
            </a:r>
            <a:r>
              <a:rPr lang="en-GB" b="1"/>
              <a:t>returns False</a:t>
            </a:r>
            <a:r>
              <a:rPr lang="en-GB"/>
              <a:t> (with numeric types interoperating as expected, e.g., 1 == 1.0). The odd one out is </a:t>
            </a:r>
            <a:r>
              <a:rPr lang="en-GB" b="1" err="1"/>
              <a:t>is</a:t>
            </a:r>
            <a:r>
              <a:rPr lang="en-GB"/>
              <a:t>, which checks </a:t>
            </a:r>
            <a:r>
              <a:rPr lang="en-GB" b="1"/>
              <a:t>object identity</a:t>
            </a:r>
            <a:r>
              <a:rPr lang="en-GB"/>
              <a:t> (same object in memory), not value equality—use == for values, is for identity. </a:t>
            </a:r>
          </a:p>
          <a:p>
            <a:endParaRPr lang="en-GB"/>
          </a:p>
          <a:p>
            <a:r>
              <a:rPr lang="en-GB"/>
              <a:t>For history: Python 2 supported the &lt;&gt; not-equal operator and a </a:t>
            </a:r>
            <a:r>
              <a:rPr lang="en-GB" err="1"/>
              <a:t>cmp</a:t>
            </a:r>
            <a:r>
              <a:rPr lang="en-GB"/>
              <a:t>() built-in; both are gone in Python 3 - use != and rich comparisons instead.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407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Answers on next page..</a:t>
            </a:r>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13</a:t>
            </a:fld>
            <a:endParaRPr lang="en-GB"/>
          </a:p>
        </p:txBody>
      </p:sp>
    </p:spTree>
    <p:extLst>
      <p:ext uri="{BB962C8B-B14F-4D97-AF65-F5344CB8AC3E}">
        <p14:creationId xmlns:p14="http://schemas.microsoft.com/office/powerpoint/2010/main" val="34040279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E557-85F2-FA00-224B-2F67A4FFF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A2988-4E4D-BCFD-9E18-EE62B1B62E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C3E5D-0AB0-892E-EC67-990CEF24FDD7}"/>
              </a:ext>
            </a:extLst>
          </p:cNvPr>
          <p:cNvSpPr>
            <a:spLocks noGrp="1"/>
          </p:cNvSpPr>
          <p:nvPr>
            <p:ph type="body" idx="1"/>
          </p:nvPr>
        </p:nvSpPr>
        <p:spPr/>
        <p:txBody>
          <a:bodyPr/>
          <a:lstStyle/>
          <a:p>
            <a:r>
              <a:rPr lang="en-GB"/>
              <a:t>Correct answers: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What is the correct statement about Python variables?</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b="0"/>
              <a:t>They are references to objects in memory </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endParaRPr lang="en-GB" b="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Which of the following types is immutable in Python?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4"/>
              <a:tabLst/>
              <a:defRPr/>
            </a:pPr>
            <a:r>
              <a:rPr lang="en-GB"/>
              <a:t>Tuple</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4"/>
              <a:tabLst/>
              <a:defRPr/>
            </a:pPr>
            <a:endParaRPr lang="en-GB" b="1"/>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What does the += operator do in Python?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b="0"/>
              <a:t>Combines addition and assignment in one step </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endParaRPr lang="en-GB" b="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1"/>
              <a:t>4. What will type("Hello") return?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a:t>&lt;class 'str’&gt; </a:t>
            </a:r>
          </a:p>
          <a:p>
            <a:endParaRPr lang="en-GB"/>
          </a:p>
        </p:txBody>
      </p:sp>
      <p:sp>
        <p:nvSpPr>
          <p:cNvPr id="4" name="Slide Number Placeholder 3">
            <a:extLst>
              <a:ext uri="{FF2B5EF4-FFF2-40B4-BE49-F238E27FC236}">
                <a16:creationId xmlns:a16="http://schemas.microsoft.com/office/drawing/2014/main" id="{C6F11B4E-BA52-54C2-F837-2BCBFCA7EF5E}"/>
              </a:ext>
            </a:extLst>
          </p:cNvPr>
          <p:cNvSpPr>
            <a:spLocks noGrp="1"/>
          </p:cNvSpPr>
          <p:nvPr>
            <p:ph type="sldNum" sz="quarter" idx="5"/>
          </p:nvPr>
        </p:nvSpPr>
        <p:spPr/>
        <p:txBody>
          <a:bodyPr/>
          <a:lstStyle/>
          <a:p>
            <a:fld id="{35BE1F5F-BEC2-48D5-A890-C07C79853E26}" type="slidenum">
              <a:rPr lang="en-GB" smtClean="0"/>
              <a:t>14</a:t>
            </a:fld>
            <a:endParaRPr lang="en-GB"/>
          </a:p>
        </p:txBody>
      </p:sp>
    </p:spTree>
    <p:extLst>
      <p:ext uri="{BB962C8B-B14F-4D97-AF65-F5344CB8AC3E}">
        <p14:creationId xmlns:p14="http://schemas.microsoft.com/office/powerpoint/2010/main" val="235865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15</a:t>
            </a:fld>
            <a:endParaRPr lang="en-GB"/>
          </a:p>
        </p:txBody>
      </p:sp>
    </p:spTree>
    <p:extLst>
      <p:ext uri="{BB962C8B-B14F-4D97-AF65-F5344CB8AC3E}">
        <p14:creationId xmlns:p14="http://schemas.microsoft.com/office/powerpoint/2010/main" val="1320365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16</a:t>
            </a:fld>
            <a:endParaRPr lang="en-GB"/>
          </a:p>
        </p:txBody>
      </p:sp>
    </p:spTree>
    <p:extLst>
      <p:ext uri="{BB962C8B-B14F-4D97-AF65-F5344CB8AC3E}">
        <p14:creationId xmlns:p14="http://schemas.microsoft.com/office/powerpoint/2010/main" val="4102883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17</a:t>
            </a:fld>
            <a:endParaRPr lang="en-GB"/>
          </a:p>
        </p:txBody>
      </p:sp>
    </p:spTree>
    <p:extLst>
      <p:ext uri="{BB962C8B-B14F-4D97-AF65-F5344CB8AC3E}">
        <p14:creationId xmlns:p14="http://schemas.microsoft.com/office/powerpoint/2010/main" val="2201024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The built-in print() function is one of the most frequently used functions in Python. It first appeared in Python 2.6, replacing the old print statement in Python 3.0 (so both forms existed in 2.6 and 2.7). Unlike the old statement, the function form always requires parentheses, and it also introduced several useful named arguments.</a:t>
            </a:r>
          </a:p>
          <a:p>
            <a:endParaRPr lang="en-GB"/>
          </a:p>
          <a:p>
            <a:r>
              <a:rPr lang="en-GB"/>
              <a:t>The flush argument was added in Python 3.3.</a:t>
            </a:r>
          </a:p>
          <a:p>
            <a:endParaRPr lang="en-GB"/>
          </a:p>
          <a:p>
            <a:r>
              <a:rPr lang="en-GB"/>
              <a:t>When we say that objects are stringified, we mean they are converted to strings in the same way as the str() built-in function. As we’ll see later, classes can override this behaviour by defining their own method for string conversion.</a:t>
            </a:r>
          </a:p>
          <a:p>
            <a:endParaRPr lang="en-GB"/>
          </a:p>
          <a:p>
            <a:r>
              <a:rPr lang="en-GB"/>
              <a:t>Finally, print() can also send output to a file-like object, which we will cover in a later chapter.</a:t>
            </a:r>
          </a:p>
        </p:txBody>
      </p:sp>
      <p:sp>
        <p:nvSpPr>
          <p:cNvPr id="4" name="Slide Number Placeholder 3"/>
          <p:cNvSpPr>
            <a:spLocks noGrp="1"/>
          </p:cNvSpPr>
          <p:nvPr>
            <p:ph type="sldNum" sz="quarter" idx="5"/>
          </p:nvPr>
        </p:nvSpPr>
        <p:spPr/>
        <p:txBody>
          <a:bodyPr/>
          <a:lstStyle/>
          <a:p>
            <a:fld id="{35BE1F5F-BEC2-48D5-A890-C07C79853E26}" type="slidenum">
              <a:rPr lang="en-GB" smtClean="0"/>
              <a:t>18</a:t>
            </a:fld>
            <a:endParaRPr lang="en-GB"/>
          </a:p>
        </p:txBody>
      </p:sp>
    </p:spTree>
    <p:extLst>
      <p:ext uri="{BB962C8B-B14F-4D97-AF65-F5344CB8AC3E}">
        <p14:creationId xmlns:p14="http://schemas.microsoft.com/office/powerpoint/2010/main" val="23306758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Python supports a wide range of escape sequences for representing special characters – see table in slide.</a:t>
            </a:r>
          </a:p>
          <a:p>
            <a:endParaRPr lang="en-GB" dirty="0"/>
          </a:p>
          <a:p>
            <a:r>
              <a:rPr lang="en-GB" dirty="0"/>
              <a:t>Triple-quoted strings ("""...""") will be discussed later.</a:t>
            </a:r>
          </a:p>
          <a:p>
            <a:endParaRPr lang="en-GB" dirty="0"/>
          </a:p>
          <a:p>
            <a:r>
              <a:rPr lang="en-GB" dirty="0"/>
              <a:t>Raw strings (r"...") are especially useful when you don’t want escape sequences processed.</a:t>
            </a:r>
          </a:p>
          <a:p>
            <a:pPr marL="628650" lvl="1" indent="-171450">
              <a:buFont typeface="Arial" panose="020B0604020202020204" pitchFamily="34" charset="0"/>
              <a:buChar char="•"/>
            </a:pPr>
            <a:r>
              <a:rPr lang="en-GB" dirty="0"/>
              <a:t>Example: in regular expressions, \1, \2, etc. are used for back-references. Without a raw string, these might be misinterpreted as \x01, \x02, etc.</a:t>
            </a:r>
          </a:p>
          <a:p>
            <a:pPr marL="628650" lvl="1" indent="-171450">
              <a:buFont typeface="Arial" panose="020B0604020202020204" pitchFamily="34" charset="0"/>
              <a:buChar char="•"/>
            </a:pPr>
            <a:r>
              <a:rPr lang="en-GB" dirty="0"/>
              <a:t>Note: the last character inside a raw string cannot be a lone backslash (\).</a:t>
            </a:r>
          </a:p>
        </p:txBody>
      </p:sp>
      <p:sp>
        <p:nvSpPr>
          <p:cNvPr id="4" name="Slide Number Placeholder 3"/>
          <p:cNvSpPr>
            <a:spLocks noGrp="1"/>
          </p:cNvSpPr>
          <p:nvPr>
            <p:ph type="sldNum" sz="quarter" idx="5"/>
          </p:nvPr>
        </p:nvSpPr>
        <p:spPr/>
        <p:txBody>
          <a:bodyPr/>
          <a:lstStyle/>
          <a:p>
            <a:fld id="{35BE1F5F-BEC2-48D5-A890-C07C79853E26}" type="slidenum">
              <a:rPr lang="en-GB" smtClean="0"/>
              <a:t>19</a:t>
            </a:fld>
            <a:endParaRPr lang="en-GB"/>
          </a:p>
        </p:txBody>
      </p:sp>
    </p:spTree>
    <p:extLst>
      <p:ext uri="{BB962C8B-B14F-4D97-AF65-F5344CB8AC3E}">
        <p14:creationId xmlns:p14="http://schemas.microsoft.com/office/powerpoint/2010/main" val="41536969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Much like </a:t>
            </a:r>
            <a:r>
              <a:rPr lang="en-GB" b="1"/>
              <a:t>awk</a:t>
            </a:r>
            <a:r>
              <a:rPr lang="en-GB"/>
              <a:t>, string literals in Python can be implicitly joined simply by placing them next to each other. Whitespace between them is optional. This is useful for splitting long string literals across multiple lines. However, if the split involves a line break in your code, you must escape the newline with a backslash to prevent it from being treated as the end of the statement.</a:t>
            </a:r>
          </a:p>
          <a:p>
            <a:endParaRPr lang="en-GB"/>
          </a:p>
          <a:p>
            <a:r>
              <a:rPr lang="en-GB"/>
              <a:t>Unlike awk, this technique does not work with variables - an operator must be used. Python, like C++ and Java, </a:t>
            </a:r>
            <a:r>
              <a:rPr lang="en-GB" b="1"/>
              <a:t>overloads the + operator </a:t>
            </a:r>
            <a:r>
              <a:rPr lang="en-GB"/>
              <a:t>for string concatenation.</a:t>
            </a:r>
          </a:p>
          <a:p>
            <a:endParaRPr lang="en-GB"/>
          </a:p>
          <a:p>
            <a:r>
              <a:rPr lang="en-GB"/>
              <a:t>Although using + for concatenation is convenient, it should not be overused, especially inside loops. Each + operation </a:t>
            </a:r>
            <a:r>
              <a:rPr lang="en-GB" b="1"/>
              <a:t>creates a new string object</a:t>
            </a:r>
            <a:r>
              <a:rPr lang="en-GB"/>
              <a:t>, copying the contents each time, which can be inefficient. A more efficient approach for building larger strings is the join() method, which we’ll cover later.</a:t>
            </a:r>
          </a:p>
        </p:txBody>
      </p:sp>
      <p:sp>
        <p:nvSpPr>
          <p:cNvPr id="4" name="Slide Number Placeholder 3"/>
          <p:cNvSpPr>
            <a:spLocks noGrp="1"/>
          </p:cNvSpPr>
          <p:nvPr>
            <p:ph type="sldNum" sz="quarter" idx="5"/>
          </p:nvPr>
        </p:nvSpPr>
        <p:spPr/>
        <p:txBody>
          <a:bodyPr/>
          <a:lstStyle/>
          <a:p>
            <a:fld id="{35BE1F5F-BEC2-48D5-A890-C07C79853E26}" type="slidenum">
              <a:rPr lang="en-GB" smtClean="0"/>
              <a:t>20</a:t>
            </a:fld>
            <a:endParaRPr lang="en-GB"/>
          </a:p>
        </p:txBody>
      </p:sp>
    </p:spTree>
    <p:extLst>
      <p:ext uri="{BB962C8B-B14F-4D97-AF65-F5344CB8AC3E}">
        <p14:creationId xmlns:p14="http://schemas.microsoft.com/office/powerpoint/2010/main" val="26422499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buNone/>
            </a:pPr>
            <a:r>
              <a:rPr lang="en-GB"/>
              <a:t>In Python, </a:t>
            </a:r>
            <a:r>
              <a:rPr lang="en-GB" b="1"/>
              <a:t>single (') and double (") quotes have no difference in meaning</a:t>
            </a:r>
            <a:r>
              <a:rPr lang="en-GB"/>
              <a:t> - both can contain special characters. The choice usually depends on the content of the string:</a:t>
            </a:r>
          </a:p>
          <a:p>
            <a:pPr marL="628650" lvl="1" indent="-171450">
              <a:buFont typeface="Arial" panose="020B0604020202020204" pitchFamily="34" charset="0"/>
              <a:buChar char="•"/>
            </a:pPr>
            <a:r>
              <a:rPr lang="en-GB"/>
              <a:t>If the string contains </a:t>
            </a:r>
            <a:r>
              <a:rPr lang="en-GB" b="1"/>
              <a:t>single quotes</a:t>
            </a:r>
            <a:r>
              <a:rPr lang="en-GB"/>
              <a:t> (e.g. SQL statements), wrap it in double quotes.</a:t>
            </a:r>
          </a:p>
          <a:p>
            <a:pPr marL="628650" lvl="1" indent="-171450">
              <a:buFont typeface="Arial" panose="020B0604020202020204" pitchFamily="34" charset="0"/>
              <a:buChar char="•"/>
            </a:pPr>
            <a:r>
              <a:rPr lang="en-GB"/>
              <a:t>If the string contains </a:t>
            </a:r>
            <a:r>
              <a:rPr lang="en-GB" b="1"/>
              <a:t>double quotes</a:t>
            </a:r>
            <a:r>
              <a:rPr lang="en-GB"/>
              <a:t> (e.g. HTML attributes), wrap it in single quotes.</a:t>
            </a:r>
          </a:p>
          <a:p>
            <a:pPr marL="628650" lvl="1" indent="-171450">
              <a:buFont typeface="Arial" panose="020B0604020202020204" pitchFamily="34" charset="0"/>
              <a:buChar char="•"/>
            </a:pPr>
            <a:r>
              <a:rPr lang="en-GB"/>
              <a:t>If the string contains </a:t>
            </a:r>
            <a:r>
              <a:rPr lang="en-GB" b="1"/>
              <a:t>both quotes</a:t>
            </a:r>
            <a:r>
              <a:rPr lang="en-GB"/>
              <a:t>, or spans multiple lines with whitespace characters such as tabs and newlines, use </a:t>
            </a:r>
            <a:r>
              <a:rPr lang="en-GB" b="1"/>
              <a:t>triple quotes</a:t>
            </a:r>
            <a:r>
              <a:rPr lang="en-GB"/>
              <a:t> (''' or """).</a:t>
            </a:r>
          </a:p>
          <a:p>
            <a:pPr>
              <a:buNone/>
            </a:pPr>
            <a:endParaRPr lang="en-GB"/>
          </a:p>
          <a:p>
            <a:pPr>
              <a:buNone/>
            </a:pPr>
            <a:r>
              <a:rPr lang="en-GB"/>
              <a:t>Triple-quoted strings automatically handle embedded newlines and quotes. This makes them especially useful when dealing with </a:t>
            </a:r>
            <a:r>
              <a:rPr lang="en-GB" b="1"/>
              <a:t>user-provided data</a:t>
            </a:r>
            <a:r>
              <a:rPr lang="en-GB"/>
              <a:t> (e.g. from forms) that may include unexpected characters or even malicious content such as SQL injection attempts.</a:t>
            </a:r>
          </a:p>
          <a:p>
            <a:pPr>
              <a:buNone/>
            </a:pPr>
            <a:endParaRPr lang="en-GB"/>
          </a:p>
          <a:p>
            <a:pPr>
              <a:buNone/>
            </a:pPr>
            <a:r>
              <a:rPr lang="en-GB"/>
              <a:t>With triple quotes, be cautious of </a:t>
            </a:r>
            <a:r>
              <a:rPr lang="en-GB" b="1"/>
              <a:t>trailing special characters</a:t>
            </a:r>
            <a:r>
              <a:rPr lang="en-GB"/>
              <a:t>, especially backslashes and quotes. For example: file = """C:\QA\Python\PYTHB</a:t>
            </a:r>
            <a:r>
              <a:rPr lang="en-GB" b="1"/>
              <a:t>\"</a:t>
            </a:r>
            <a:r>
              <a:rPr lang="en-GB"/>
              <a:t>"“ does not work since the final backslash escapes the quote. Use a double backslash instead - """C:\QA\Python\PYTHB</a:t>
            </a:r>
            <a:r>
              <a:rPr lang="en-GB" b="1"/>
              <a:t>\\</a:t>
            </a:r>
            <a:r>
              <a:rPr lang="en-GB"/>
              <a:t>"""</a:t>
            </a:r>
          </a:p>
          <a:p>
            <a:pPr>
              <a:buNone/>
            </a:pPr>
            <a:r>
              <a:rPr lang="en-GB"/>
              <a:t> !</a:t>
            </a:r>
          </a:p>
          <a:p>
            <a:pPr>
              <a:buNone/>
            </a:pPr>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21</a:t>
            </a:fld>
            <a:endParaRPr lang="en-GB"/>
          </a:p>
        </p:txBody>
      </p:sp>
    </p:spTree>
    <p:extLst>
      <p:ext uri="{BB962C8B-B14F-4D97-AF65-F5344CB8AC3E}">
        <p14:creationId xmlns:p14="http://schemas.microsoft.com/office/powerpoint/2010/main" val="498210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Python provides a wide range of </a:t>
            </a:r>
            <a:r>
              <a:rPr lang="en-GB" b="1"/>
              <a:t>built-in functions and methods</a:t>
            </a:r>
            <a:r>
              <a:rPr lang="en-GB"/>
              <a:t> for working with strings. These tools make it easy to analyse, transform, and format text. Some of the most useful </a:t>
            </a:r>
            <a:r>
              <a:rPr lang="en-GB" b="1"/>
              <a:t>built-in functions</a:t>
            </a:r>
            <a:r>
              <a:rPr lang="en-GB"/>
              <a:t> include </a:t>
            </a:r>
            <a:r>
              <a:rPr lang="en-GB" sz="1200" kern="1200" err="1">
                <a:solidFill>
                  <a:schemeClr val="tx1"/>
                </a:solidFill>
                <a:latin typeface="+mn-lt"/>
                <a:ea typeface="+mn-ea"/>
                <a:cs typeface="+mn-cs"/>
              </a:rPr>
              <a:t>len</a:t>
            </a:r>
            <a:r>
              <a:rPr lang="en-GB" sz="1200" kern="1200">
                <a:solidFill>
                  <a:schemeClr val="tx1"/>
                </a:solidFill>
                <a:latin typeface="+mn-lt"/>
                <a:ea typeface="+mn-ea"/>
                <a:cs typeface="+mn-cs"/>
              </a:rPr>
              <a:t>()</a:t>
            </a:r>
            <a:r>
              <a:rPr lang="en-GB"/>
              <a:t>, which returns the number of characters in a string, and </a:t>
            </a:r>
            <a:r>
              <a:rPr lang="en-GB" sz="1200" kern="1200">
                <a:solidFill>
                  <a:schemeClr val="tx1"/>
                </a:solidFill>
                <a:latin typeface="+mn-lt"/>
                <a:ea typeface="+mn-ea"/>
                <a:cs typeface="+mn-cs"/>
              </a:rPr>
              <a:t>sorted()</a:t>
            </a:r>
            <a:r>
              <a:rPr lang="en-GB"/>
              <a:t>, which lists the characters in order. The </a:t>
            </a:r>
            <a:r>
              <a:rPr lang="en-GB" sz="1200" kern="1200">
                <a:solidFill>
                  <a:schemeClr val="tx1"/>
                </a:solidFill>
                <a:latin typeface="+mn-lt"/>
                <a:ea typeface="+mn-ea"/>
                <a:cs typeface="+mn-cs"/>
              </a:rPr>
              <a:t>min()</a:t>
            </a:r>
            <a:r>
              <a:rPr lang="en-GB"/>
              <a:t> and </a:t>
            </a:r>
            <a:r>
              <a:rPr lang="en-GB" sz="1200" kern="1200">
                <a:solidFill>
                  <a:schemeClr val="tx1"/>
                </a:solidFill>
                <a:latin typeface="+mn-lt"/>
                <a:ea typeface="+mn-ea"/>
                <a:cs typeface="+mn-cs"/>
              </a:rPr>
              <a:t>max()</a:t>
            </a:r>
            <a:r>
              <a:rPr lang="en-GB"/>
              <a:t> functions can be used to find the smallest and largest characters based on their Unicode values, while </a:t>
            </a:r>
            <a:r>
              <a:rPr lang="en-GB" sz="1200" kern="1200" err="1">
                <a:solidFill>
                  <a:schemeClr val="tx1"/>
                </a:solidFill>
                <a:latin typeface="+mn-lt"/>
                <a:ea typeface="+mn-ea"/>
                <a:cs typeface="+mn-cs"/>
              </a:rPr>
              <a:t>ord</a:t>
            </a:r>
            <a:r>
              <a:rPr lang="en-GB" sz="1200" kern="1200">
                <a:solidFill>
                  <a:schemeClr val="tx1"/>
                </a:solidFill>
                <a:latin typeface="+mn-lt"/>
                <a:ea typeface="+mn-ea"/>
                <a:cs typeface="+mn-cs"/>
              </a:rPr>
              <a:t>()</a:t>
            </a:r>
            <a:r>
              <a:rPr lang="en-GB"/>
              <a:t> and </a:t>
            </a:r>
            <a:r>
              <a:rPr lang="en-GB" sz="1200" kern="1200">
                <a:solidFill>
                  <a:schemeClr val="tx1"/>
                </a:solidFill>
                <a:latin typeface="+mn-lt"/>
                <a:ea typeface="+mn-ea"/>
                <a:cs typeface="+mn-cs"/>
              </a:rPr>
              <a:t>chr()</a:t>
            </a:r>
            <a:r>
              <a:rPr lang="en-GB"/>
              <a:t> convert between characters and their numeric codes. These are general functions that work on many data types, but they are particularly handy for understanding how Python represents and compares text internally.</a:t>
            </a:r>
          </a:p>
          <a:p>
            <a:endParaRPr lang="en-GB"/>
          </a:p>
          <a:p>
            <a:r>
              <a:rPr lang="en-GB"/>
              <a:t>In addition to these functions, strings also have a rich set of </a:t>
            </a:r>
            <a:r>
              <a:rPr lang="en-GB" b="1"/>
              <a:t>methods</a:t>
            </a:r>
            <a:r>
              <a:rPr lang="en-GB"/>
              <a:t> that act directly on string objects. Common examples include </a:t>
            </a:r>
            <a:r>
              <a:rPr lang="en-GB" sz="1200" kern="1200">
                <a:solidFill>
                  <a:schemeClr val="tx1"/>
                </a:solidFill>
                <a:latin typeface="+mn-lt"/>
                <a:ea typeface="+mn-ea"/>
                <a:cs typeface="+mn-cs"/>
              </a:rPr>
              <a:t>upper()</a:t>
            </a:r>
            <a:r>
              <a:rPr lang="en-GB"/>
              <a:t>, </a:t>
            </a:r>
            <a:r>
              <a:rPr lang="en-GB" sz="1200" kern="1200">
                <a:solidFill>
                  <a:schemeClr val="tx1"/>
                </a:solidFill>
                <a:latin typeface="+mn-lt"/>
                <a:ea typeface="+mn-ea"/>
                <a:cs typeface="+mn-cs"/>
              </a:rPr>
              <a:t>lower()</a:t>
            </a:r>
            <a:r>
              <a:rPr lang="en-GB"/>
              <a:t>, and </a:t>
            </a:r>
            <a:r>
              <a:rPr lang="en-GB" sz="1200" kern="1200">
                <a:solidFill>
                  <a:schemeClr val="tx1"/>
                </a:solidFill>
                <a:latin typeface="+mn-lt"/>
                <a:ea typeface="+mn-ea"/>
                <a:cs typeface="+mn-cs"/>
              </a:rPr>
              <a:t>title()</a:t>
            </a:r>
            <a:r>
              <a:rPr lang="en-GB"/>
              <a:t> for changing the case of text, and </a:t>
            </a:r>
            <a:r>
              <a:rPr lang="en-GB" sz="1200" kern="1200">
                <a:solidFill>
                  <a:schemeClr val="tx1"/>
                </a:solidFill>
                <a:latin typeface="+mn-lt"/>
                <a:ea typeface="+mn-ea"/>
                <a:cs typeface="+mn-cs"/>
              </a:rPr>
              <a:t>strip()</a:t>
            </a:r>
            <a:r>
              <a:rPr lang="en-GB"/>
              <a:t> for removing extra spaces from the start or end. The </a:t>
            </a:r>
            <a:r>
              <a:rPr lang="en-GB" sz="1200" kern="1200">
                <a:solidFill>
                  <a:schemeClr val="tx1"/>
                </a:solidFill>
                <a:latin typeface="+mn-lt"/>
                <a:ea typeface="+mn-ea"/>
                <a:cs typeface="+mn-cs"/>
              </a:rPr>
              <a:t>replace()</a:t>
            </a:r>
            <a:r>
              <a:rPr lang="en-GB"/>
              <a:t> method substitutes one substring for another, while </a:t>
            </a:r>
            <a:r>
              <a:rPr lang="en-GB" sz="1200" kern="1200">
                <a:solidFill>
                  <a:schemeClr val="tx1"/>
                </a:solidFill>
                <a:latin typeface="+mn-lt"/>
                <a:ea typeface="+mn-ea"/>
                <a:cs typeface="+mn-cs"/>
              </a:rPr>
              <a:t>split()</a:t>
            </a:r>
            <a:r>
              <a:rPr lang="en-GB"/>
              <a:t> and </a:t>
            </a:r>
            <a:r>
              <a:rPr lang="en-GB" sz="1200" kern="1200">
                <a:solidFill>
                  <a:schemeClr val="tx1"/>
                </a:solidFill>
                <a:latin typeface="+mn-lt"/>
                <a:ea typeface="+mn-ea"/>
                <a:cs typeface="+mn-cs"/>
              </a:rPr>
              <a:t>join()</a:t>
            </a:r>
            <a:r>
              <a:rPr lang="en-GB"/>
              <a:t> are powerful for breaking text into lists and re-combining it. Searching within strings is easy using </a:t>
            </a:r>
            <a:r>
              <a:rPr lang="en-GB" sz="1200" kern="1200">
                <a:solidFill>
                  <a:schemeClr val="tx1"/>
                </a:solidFill>
                <a:latin typeface="+mn-lt"/>
                <a:ea typeface="+mn-ea"/>
                <a:cs typeface="+mn-cs"/>
              </a:rPr>
              <a:t>find()</a:t>
            </a:r>
            <a:r>
              <a:rPr lang="en-GB"/>
              <a:t> or </a:t>
            </a:r>
            <a:r>
              <a:rPr lang="en-GB" sz="1200" kern="1200">
                <a:solidFill>
                  <a:schemeClr val="tx1"/>
                </a:solidFill>
                <a:latin typeface="+mn-lt"/>
                <a:ea typeface="+mn-ea"/>
                <a:cs typeface="+mn-cs"/>
              </a:rPr>
              <a:t>count()</a:t>
            </a:r>
            <a:r>
              <a:rPr lang="en-GB"/>
              <a:t>, and methods like </a:t>
            </a:r>
            <a:r>
              <a:rPr lang="en-GB" sz="1200" kern="1200" err="1">
                <a:solidFill>
                  <a:schemeClr val="tx1"/>
                </a:solidFill>
                <a:latin typeface="+mn-lt"/>
                <a:ea typeface="+mn-ea"/>
                <a:cs typeface="+mn-cs"/>
              </a:rPr>
              <a:t>startswith</a:t>
            </a:r>
            <a:r>
              <a:rPr lang="en-GB" sz="1200" kern="1200">
                <a:solidFill>
                  <a:schemeClr val="tx1"/>
                </a:solidFill>
                <a:latin typeface="+mn-lt"/>
                <a:ea typeface="+mn-ea"/>
                <a:cs typeface="+mn-cs"/>
              </a:rPr>
              <a:t>()</a:t>
            </a:r>
            <a:r>
              <a:rPr lang="en-GB"/>
              <a:t> and </a:t>
            </a:r>
            <a:r>
              <a:rPr lang="en-GB" sz="1200" kern="1200" err="1">
                <a:solidFill>
                  <a:schemeClr val="tx1"/>
                </a:solidFill>
                <a:latin typeface="+mn-lt"/>
                <a:ea typeface="+mn-ea"/>
                <a:cs typeface="+mn-cs"/>
              </a:rPr>
              <a:t>endswith</a:t>
            </a:r>
            <a:r>
              <a:rPr lang="en-GB" sz="1200" kern="1200">
                <a:solidFill>
                  <a:schemeClr val="tx1"/>
                </a:solidFill>
                <a:latin typeface="+mn-lt"/>
                <a:ea typeface="+mn-ea"/>
                <a:cs typeface="+mn-cs"/>
              </a:rPr>
              <a:t>()</a:t>
            </a:r>
            <a:r>
              <a:rPr lang="en-GB"/>
              <a:t> help validate user input or file types.</a:t>
            </a:r>
          </a:p>
          <a:p>
            <a:endParaRPr lang="en-GB"/>
          </a:p>
          <a:p>
            <a:r>
              <a:rPr lang="en-GB"/>
              <a:t>Together, these functions and methods allow Python programmers to clean, manipulate, and analyse text efficiently. Understanding how and when to use them forms a core part of writing readable and effective Python programs.</a:t>
            </a:r>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22</a:t>
            </a:fld>
            <a:endParaRPr lang="en-GB"/>
          </a:p>
        </p:txBody>
      </p:sp>
    </p:spTree>
    <p:extLst>
      <p:ext uri="{BB962C8B-B14F-4D97-AF65-F5344CB8AC3E}">
        <p14:creationId xmlns:p14="http://schemas.microsoft.com/office/powerpoint/2010/main" val="350257553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Several built-in methods are available in Python for testing the content or type of a string. Most of these return a Boolean value (</a:t>
            </a:r>
            <a:r>
              <a:rPr lang="en-GB" sz="1200" kern="1200" dirty="0">
                <a:solidFill>
                  <a:schemeClr val="tx1"/>
                </a:solidFill>
                <a:latin typeface="+mn-lt"/>
                <a:ea typeface="+mn-ea"/>
                <a:cs typeface="+mn-cs"/>
              </a:rPr>
              <a:t>True</a:t>
            </a:r>
            <a:r>
              <a:rPr lang="en-GB" dirty="0"/>
              <a:t> or </a:t>
            </a:r>
            <a:r>
              <a:rPr lang="en-GB" sz="1200" kern="1200" dirty="0">
                <a:solidFill>
                  <a:schemeClr val="tx1"/>
                </a:solidFill>
                <a:latin typeface="+mn-lt"/>
                <a:ea typeface="+mn-ea"/>
                <a:cs typeface="+mn-cs"/>
              </a:rPr>
              <a:t>False</a:t>
            </a:r>
            <a:r>
              <a:rPr lang="en-GB" dirty="0"/>
              <a:t>), although some, such as </a:t>
            </a:r>
            <a:r>
              <a:rPr lang="en-GB" sz="1200" kern="1200" dirty="0">
                <a:solidFill>
                  <a:schemeClr val="tx1"/>
                </a:solidFill>
                <a:latin typeface="+mn-lt"/>
                <a:ea typeface="+mn-ea"/>
                <a:cs typeface="+mn-cs"/>
              </a:rPr>
              <a:t>count()</a:t>
            </a:r>
            <a:r>
              <a:rPr lang="en-GB" dirty="0"/>
              <a:t>, return a number instead. While many of these checks could be written in other ways, one common alternative is to use </a:t>
            </a:r>
            <a:r>
              <a:rPr lang="en-GB" b="1" dirty="0"/>
              <a:t>Regular Expressions (REs)</a:t>
            </a:r>
            <a:r>
              <a:rPr lang="en-GB" dirty="0"/>
              <a:t>. However, regular expressions are often slower and rarely easier to read than Python’s built-in methods.</a:t>
            </a:r>
          </a:p>
          <a:p>
            <a:endParaRPr lang="en-GB" dirty="0"/>
          </a:p>
          <a:p>
            <a:r>
              <a:rPr lang="en-GB" dirty="0"/>
              <a:t>Here’s an example of equivalent code using Regular Expressions - we’ll explore the details later:</a:t>
            </a:r>
          </a:p>
          <a:p>
            <a:pPr lvl="1"/>
            <a:r>
              <a:rPr lang="en-GB" dirty="0"/>
              <a:t>import re</a:t>
            </a:r>
          </a:p>
          <a:p>
            <a:pPr lvl="1"/>
            <a:r>
              <a:rPr lang="en-GB" dirty="0"/>
              <a:t>text = 'hello world'</a:t>
            </a:r>
          </a:p>
          <a:p>
            <a:pPr lvl="1"/>
            <a:r>
              <a:rPr lang="en-GB" dirty="0"/>
              <a:t>print(</a:t>
            </a:r>
            <a:r>
              <a:rPr lang="en-GB" dirty="0" err="1"/>
              <a:t>len</a:t>
            </a:r>
            <a:r>
              <a:rPr lang="en-GB" dirty="0"/>
              <a:t>(</a:t>
            </a:r>
            <a:r>
              <a:rPr lang="en-GB" dirty="0" err="1"/>
              <a:t>re.findall</a:t>
            </a:r>
            <a:r>
              <a:rPr lang="en-GB" dirty="0"/>
              <a:t>(r"(o)", text)))</a:t>
            </a:r>
          </a:p>
          <a:p>
            <a:pPr lvl="1"/>
            <a:r>
              <a:rPr lang="en-GB" dirty="0"/>
              <a:t>print(</a:t>
            </a:r>
            <a:r>
              <a:rPr lang="en-GB" dirty="0" err="1"/>
              <a:t>len</a:t>
            </a:r>
            <a:r>
              <a:rPr lang="en-GB" dirty="0"/>
              <a:t>(</a:t>
            </a:r>
            <a:r>
              <a:rPr lang="en-GB" dirty="0" err="1"/>
              <a:t>re.findall</a:t>
            </a:r>
            <a:r>
              <a:rPr lang="en-GB" dirty="0"/>
              <a:t>(r"(o)", text[5:])))</a:t>
            </a:r>
          </a:p>
          <a:p>
            <a:pPr lvl="1"/>
            <a:endParaRPr lang="en-GB" dirty="0"/>
          </a:p>
          <a:p>
            <a:pPr lvl="1"/>
            <a:r>
              <a:rPr lang="en-GB" dirty="0"/>
              <a:t>if </a:t>
            </a:r>
            <a:r>
              <a:rPr lang="en-GB" dirty="0" err="1"/>
              <a:t>re.match</a:t>
            </a:r>
            <a:r>
              <a:rPr lang="en-GB" dirty="0"/>
              <a:t>(</a:t>
            </a:r>
            <a:r>
              <a:rPr lang="en-GB" dirty="0" err="1"/>
              <a:t>r"^hell</a:t>
            </a:r>
            <a:r>
              <a:rPr lang="en-GB" dirty="0"/>
              <a:t>", text):</a:t>
            </a:r>
          </a:p>
          <a:p>
            <a:pPr lvl="1"/>
            <a:r>
              <a:rPr lang="en-GB" dirty="0"/>
              <a:t>    print("It's hell in there")</a:t>
            </a:r>
          </a:p>
          <a:p>
            <a:pPr lvl="1"/>
            <a:r>
              <a:rPr lang="en-GB" dirty="0"/>
              <a:t>if </a:t>
            </a:r>
            <a:r>
              <a:rPr lang="en-GB" dirty="0" err="1"/>
              <a:t>re.match</a:t>
            </a:r>
            <a:r>
              <a:rPr lang="en-GB" dirty="0"/>
              <a:t>(r"^[A-Za-z]+$", text):</a:t>
            </a:r>
          </a:p>
          <a:p>
            <a:pPr lvl="1"/>
            <a:r>
              <a:rPr lang="en-GB" dirty="0"/>
              <a:t>    print("String is all alpha")</a:t>
            </a:r>
          </a:p>
          <a:p>
            <a:pPr lvl="1"/>
            <a:r>
              <a:rPr lang="en-GB" dirty="0"/>
              <a:t>text = ' \t\r\n'</a:t>
            </a:r>
          </a:p>
          <a:p>
            <a:pPr lvl="1"/>
            <a:r>
              <a:rPr lang="en-GB" dirty="0"/>
              <a:t>if </a:t>
            </a:r>
            <a:r>
              <a:rPr lang="en-GB" dirty="0" err="1"/>
              <a:t>re.match</a:t>
            </a:r>
            <a:r>
              <a:rPr lang="en-GB" dirty="0"/>
              <a:t>(r"^\s+$", text):</a:t>
            </a:r>
          </a:p>
          <a:p>
            <a:pPr lvl="1"/>
            <a:r>
              <a:rPr lang="en-GB" dirty="0"/>
              <a:t>    print("Text is whitespace")</a:t>
            </a:r>
          </a:p>
        </p:txBody>
      </p:sp>
      <p:sp>
        <p:nvSpPr>
          <p:cNvPr id="4" name="Slide Number Placeholder 3"/>
          <p:cNvSpPr>
            <a:spLocks noGrp="1"/>
          </p:cNvSpPr>
          <p:nvPr>
            <p:ph type="sldNum" sz="quarter" idx="5"/>
          </p:nvPr>
        </p:nvSpPr>
        <p:spPr/>
        <p:txBody>
          <a:bodyPr/>
          <a:lstStyle/>
          <a:p>
            <a:fld id="{35BE1F5F-BEC2-48D5-A890-C07C79853E26}" type="slidenum">
              <a:rPr lang="en-GB" smtClean="0"/>
              <a:t>23</a:t>
            </a:fld>
            <a:endParaRPr lang="en-GB"/>
          </a:p>
        </p:txBody>
      </p:sp>
    </p:spTree>
    <p:extLst>
      <p:ext uri="{BB962C8B-B14F-4D97-AF65-F5344CB8AC3E}">
        <p14:creationId xmlns:p14="http://schemas.microsoft.com/office/powerpoint/2010/main" val="18477936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Many languages use </a:t>
            </a:r>
            <a:r>
              <a:rPr lang="en-GB" sz="1200" kern="1200" dirty="0" err="1">
                <a:solidFill>
                  <a:schemeClr val="tx1"/>
                </a:solidFill>
                <a:latin typeface="+mn-lt"/>
                <a:ea typeface="+mn-ea"/>
                <a:cs typeface="+mn-cs"/>
              </a:rPr>
              <a:t>printf</a:t>
            </a:r>
            <a:r>
              <a:rPr lang="en-GB" dirty="0"/>
              <a:t> or </a:t>
            </a:r>
            <a:r>
              <a:rPr lang="en-GB" sz="1200" kern="1200" dirty="0" err="1">
                <a:solidFill>
                  <a:schemeClr val="tx1"/>
                </a:solidFill>
                <a:latin typeface="+mn-lt"/>
                <a:ea typeface="+mn-ea"/>
                <a:cs typeface="+mn-cs"/>
              </a:rPr>
              <a:t>sprintf</a:t>
            </a:r>
            <a:r>
              <a:rPr lang="en-GB" dirty="0"/>
              <a:t>; Python instead provides </a:t>
            </a:r>
            <a:r>
              <a:rPr lang="en-GB" b="1" dirty="0"/>
              <a:t>string formatting</a:t>
            </a:r>
            <a:r>
              <a:rPr lang="en-GB" dirty="0"/>
              <a:t>.</a:t>
            </a:r>
            <a:br>
              <a:rPr lang="en-GB" dirty="0"/>
            </a:br>
            <a:r>
              <a:rPr lang="en-GB" dirty="0"/>
              <a:t>Python 3 introduced a new, clearer formatting style (also available from Python 2.6). For the older style, see the slides after the summary.</a:t>
            </a:r>
          </a:p>
          <a:p>
            <a:endParaRPr lang="en-GB" dirty="0"/>
          </a:p>
          <a:p>
            <a:r>
              <a:rPr lang="en-GB" dirty="0"/>
              <a:t>The </a:t>
            </a:r>
            <a:r>
              <a:rPr lang="en-GB" b="1" dirty="0"/>
              <a:t>format specification fields</a:t>
            </a:r>
            <a:r>
              <a:rPr lang="en-GB" dirty="0"/>
              <a:t> have the following meanings:</a:t>
            </a:r>
          </a:p>
          <a:p>
            <a:pPr lvl="1"/>
            <a:r>
              <a:rPr lang="en-GB" b="1" dirty="0"/>
              <a:t>Field		Description</a:t>
            </a:r>
          </a:p>
          <a:p>
            <a:pPr lvl="1"/>
            <a:r>
              <a:rPr lang="en-GB" dirty="0"/>
              <a:t>f</a:t>
            </a:r>
            <a:r>
              <a:rPr lang="en-GB" kern="1200" dirty="0">
                <a:solidFill>
                  <a:schemeClr val="tx1"/>
                </a:solidFill>
                <a:latin typeface="+mn-lt"/>
                <a:ea typeface="+mn-ea"/>
                <a:cs typeface="+mn-cs"/>
              </a:rPr>
              <a:t>ill		</a:t>
            </a:r>
            <a:r>
              <a:rPr lang="en-GB" dirty="0"/>
              <a:t>Any character except </a:t>
            </a:r>
            <a:r>
              <a:rPr lang="en-GB" kern="1200" dirty="0">
                <a:solidFill>
                  <a:schemeClr val="tx1"/>
                </a:solidFill>
                <a:latin typeface="+mn-lt"/>
                <a:ea typeface="+mn-ea"/>
                <a:cs typeface="+mn-cs"/>
              </a:rPr>
              <a:t>{</a:t>
            </a:r>
          </a:p>
          <a:p>
            <a:pPr lvl="1"/>
            <a:r>
              <a:rPr lang="en-GB" dirty="0"/>
              <a:t>a</a:t>
            </a:r>
            <a:r>
              <a:rPr lang="en-GB" kern="1200" dirty="0">
                <a:solidFill>
                  <a:schemeClr val="tx1"/>
                </a:solidFill>
                <a:latin typeface="+mn-lt"/>
                <a:ea typeface="+mn-ea"/>
                <a:cs typeface="+mn-cs"/>
              </a:rPr>
              <a:t>lign		&lt;</a:t>
            </a:r>
            <a:r>
              <a:rPr lang="en-GB" dirty="0"/>
              <a:t> left, </a:t>
            </a:r>
            <a:r>
              <a:rPr lang="en-GB" kern="1200" dirty="0">
                <a:solidFill>
                  <a:schemeClr val="tx1"/>
                </a:solidFill>
                <a:latin typeface="+mn-lt"/>
                <a:ea typeface="+mn-ea"/>
                <a:cs typeface="+mn-cs"/>
              </a:rPr>
              <a:t>&gt;</a:t>
            </a:r>
            <a:r>
              <a:rPr lang="en-GB" dirty="0"/>
              <a:t> right, </a:t>
            </a:r>
            <a:r>
              <a:rPr lang="en-GB" kern="1200" dirty="0">
                <a:solidFill>
                  <a:schemeClr val="tx1"/>
                </a:solidFill>
                <a:latin typeface="+mn-lt"/>
                <a:ea typeface="+mn-ea"/>
                <a:cs typeface="+mn-cs"/>
              </a:rPr>
              <a:t>^</a:t>
            </a:r>
            <a:r>
              <a:rPr lang="en-GB" dirty="0"/>
              <a:t> centre, </a:t>
            </a:r>
            <a:r>
              <a:rPr lang="en-GB" kern="1200" dirty="0">
                <a:solidFill>
                  <a:schemeClr val="tx1"/>
                </a:solidFill>
                <a:latin typeface="+mn-lt"/>
                <a:ea typeface="+mn-ea"/>
                <a:cs typeface="+mn-cs"/>
              </a:rPr>
              <a:t>=</a:t>
            </a:r>
            <a:r>
              <a:rPr lang="en-GB" dirty="0"/>
              <a:t> pad </a:t>
            </a:r>
          </a:p>
          <a:p>
            <a:pPr lvl="1"/>
            <a:r>
              <a:rPr lang="en-GB" dirty="0"/>
              <a:t>sign		</a:t>
            </a:r>
            <a:r>
              <a:rPr lang="en-GB" kern="1200" dirty="0">
                <a:solidFill>
                  <a:schemeClr val="tx1"/>
                </a:solidFill>
                <a:latin typeface="+mn-lt"/>
                <a:ea typeface="+mn-ea"/>
                <a:cs typeface="+mn-cs"/>
              </a:rPr>
              <a:t>sign+</a:t>
            </a:r>
            <a:r>
              <a:rPr lang="en-GB" dirty="0"/>
              <a:t> force sign, space for negatives only</a:t>
            </a:r>
          </a:p>
          <a:p>
            <a:pPr lvl="1"/>
            <a:r>
              <a:rPr lang="en-GB" kern="1200" dirty="0">
                <a:solidFill>
                  <a:schemeClr val="tx1"/>
                </a:solidFill>
                <a:latin typeface="+mn-lt"/>
                <a:ea typeface="+mn-ea"/>
                <a:cs typeface="+mn-cs"/>
              </a:rPr>
              <a:t>#		</a:t>
            </a:r>
            <a:r>
              <a:rPr lang="en-GB" dirty="0"/>
              <a:t>Prefix integers with </a:t>
            </a:r>
            <a:r>
              <a:rPr lang="en-GB" kern="1200" dirty="0">
                <a:solidFill>
                  <a:schemeClr val="tx1"/>
                </a:solidFill>
                <a:latin typeface="+mn-lt"/>
                <a:ea typeface="+mn-ea"/>
                <a:cs typeface="+mn-cs"/>
              </a:rPr>
              <a:t>0b</a:t>
            </a:r>
            <a:r>
              <a:rPr lang="en-GB" dirty="0"/>
              <a:t>, </a:t>
            </a:r>
            <a:r>
              <a:rPr lang="en-GB" kern="1200" dirty="0">
                <a:solidFill>
                  <a:schemeClr val="tx1"/>
                </a:solidFill>
                <a:latin typeface="+mn-lt"/>
                <a:ea typeface="+mn-ea"/>
                <a:cs typeface="+mn-cs"/>
              </a:rPr>
              <a:t>0o</a:t>
            </a:r>
            <a:r>
              <a:rPr lang="en-GB" dirty="0"/>
              <a:t>, or </a:t>
            </a:r>
            <a:r>
              <a:rPr lang="en-GB" kern="1200" dirty="0">
                <a:solidFill>
                  <a:schemeClr val="tx1"/>
                </a:solidFill>
                <a:latin typeface="+mn-lt"/>
                <a:ea typeface="+mn-ea"/>
                <a:cs typeface="+mn-cs"/>
              </a:rPr>
              <a:t>0x</a:t>
            </a:r>
          </a:p>
          <a:p>
            <a:pPr lvl="1"/>
            <a:r>
              <a:rPr lang="en-GB" kern="1200" dirty="0">
                <a:solidFill>
                  <a:schemeClr val="tx1"/>
                </a:solidFill>
                <a:latin typeface="+mn-lt"/>
                <a:ea typeface="+mn-ea"/>
                <a:cs typeface="+mn-cs"/>
              </a:rPr>
              <a:t>0		</a:t>
            </a:r>
            <a:r>
              <a:rPr lang="en-GB" dirty="0"/>
              <a:t>Pad numbers with zeros</a:t>
            </a:r>
          </a:p>
          <a:p>
            <a:pPr lvl="1"/>
            <a:r>
              <a:rPr lang="en-GB" kern="1200" dirty="0">
                <a:solidFill>
                  <a:schemeClr val="tx1"/>
                </a:solidFill>
                <a:latin typeface="+mn-lt"/>
                <a:ea typeface="+mn-ea"/>
                <a:cs typeface="+mn-cs"/>
              </a:rPr>
              <a:t>width		</a:t>
            </a:r>
            <a:r>
              <a:rPr lang="en-GB" dirty="0"/>
              <a:t>Minimum field width</a:t>
            </a:r>
          </a:p>
          <a:p>
            <a:pPr lvl="1"/>
            <a:r>
              <a:rPr lang="en-GB" kern="1200" dirty="0">
                <a:solidFill>
                  <a:schemeClr val="tx1"/>
                </a:solidFill>
                <a:latin typeface="+mn-lt"/>
                <a:ea typeface="+mn-ea"/>
                <a:cs typeface="+mn-cs"/>
              </a:rPr>
              <a:t>.precision	</a:t>
            </a:r>
            <a:r>
              <a:rPr lang="en-GB" dirty="0"/>
              <a:t>Max width (strings) / decimal places (numbers)</a:t>
            </a:r>
          </a:p>
          <a:p>
            <a:pPr lvl="1"/>
            <a:r>
              <a:rPr lang="en-GB" kern="1200" dirty="0">
                <a:solidFill>
                  <a:schemeClr val="tx1"/>
                </a:solidFill>
                <a:latin typeface="+mn-lt"/>
                <a:ea typeface="+mn-ea"/>
                <a:cs typeface="+mn-cs"/>
              </a:rPr>
              <a:t>type		</a:t>
            </a:r>
            <a:r>
              <a:rPr lang="en-GB" dirty="0"/>
              <a:t>Integers: </a:t>
            </a:r>
            <a:r>
              <a:rPr lang="en-GB" kern="1200" dirty="0">
                <a:solidFill>
                  <a:schemeClr val="tx1"/>
                </a:solidFill>
                <a:latin typeface="+mn-lt"/>
                <a:ea typeface="+mn-ea"/>
                <a:cs typeface="+mn-cs"/>
              </a:rPr>
              <a:t>b, c, d, n, o, x, X</a:t>
            </a:r>
            <a:r>
              <a:rPr lang="en-GB" dirty="0"/>
              <a:t> Floats: </a:t>
            </a:r>
            <a:r>
              <a:rPr lang="en-GB" kern="1200" dirty="0">
                <a:solidFill>
                  <a:schemeClr val="tx1"/>
                </a:solidFill>
                <a:latin typeface="+mn-lt"/>
                <a:ea typeface="+mn-ea"/>
                <a:cs typeface="+mn-cs"/>
              </a:rPr>
              <a:t>e, E, f, g, G</a:t>
            </a:r>
            <a:endParaRPr lang="en-GB" dirty="0"/>
          </a:p>
          <a:p>
            <a:r>
              <a:rPr lang="en-GB" dirty="0"/>
              <a:t>All fields are optional - by default, the type is a string.</a:t>
            </a:r>
          </a:p>
          <a:p>
            <a:r>
              <a:rPr lang="en-GB" dirty="0"/>
              <a:t>Named fields can also be used for substitution:</a:t>
            </a:r>
          </a:p>
          <a:p>
            <a:r>
              <a:rPr lang="en-GB" dirty="0"/>
              <a:t>var1 = 42</a:t>
            </a:r>
          </a:p>
          <a:p>
            <a:r>
              <a:rPr lang="en-GB" dirty="0"/>
              <a:t>var2 = "hello"</a:t>
            </a:r>
          </a:p>
          <a:p>
            <a:r>
              <a:rPr lang="en-GB" dirty="0"/>
              <a:t>print("{name} {value}".format(</a:t>
            </a:r>
            <a:r>
              <a:rPr lang="en-GB" b="1" dirty="0"/>
              <a:t>value</a:t>
            </a:r>
            <a:r>
              <a:rPr lang="en-GB" dirty="0"/>
              <a:t>=var1, </a:t>
            </a:r>
            <a:r>
              <a:rPr lang="en-GB" b="1" dirty="0"/>
              <a:t>name</a:t>
            </a:r>
            <a:r>
              <a:rPr lang="en-GB" dirty="0"/>
              <a:t>=var2))</a:t>
            </a:r>
          </a:p>
        </p:txBody>
      </p:sp>
      <p:sp>
        <p:nvSpPr>
          <p:cNvPr id="4" name="Slide Number Placeholder 3"/>
          <p:cNvSpPr>
            <a:spLocks noGrp="1"/>
          </p:cNvSpPr>
          <p:nvPr>
            <p:ph type="sldNum" sz="quarter" idx="5"/>
          </p:nvPr>
        </p:nvSpPr>
        <p:spPr/>
        <p:txBody>
          <a:bodyPr/>
          <a:lstStyle/>
          <a:p>
            <a:fld id="{35BE1F5F-BEC2-48D5-A890-C07C79853E26}" type="slidenum">
              <a:rPr lang="en-GB" smtClean="0"/>
              <a:t>24</a:t>
            </a:fld>
            <a:endParaRPr lang="en-GB"/>
          </a:p>
        </p:txBody>
      </p:sp>
    </p:spTree>
    <p:extLst>
      <p:ext uri="{BB962C8B-B14F-4D97-AF65-F5344CB8AC3E}">
        <p14:creationId xmlns:p14="http://schemas.microsoft.com/office/powerpoint/2010/main" val="29731303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The format specifiers shown in the slides are type specifiers - they define how each argument should be displayed.</a:t>
            </a:r>
          </a:p>
          <a:p>
            <a:endParaRPr lang="en-GB" dirty="0"/>
          </a:p>
          <a:p>
            <a:r>
              <a:rPr lang="en-GB" dirty="0"/>
              <a:t>The example format string uses the following specifiers: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	Specifier 	Meaning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	{2d}</a:t>
            </a:r>
            <a:r>
              <a:rPr lang="en-GB" dirty="0"/>
              <a:t> 	Right-justified, at least two digits, space-padded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	{&lt;10s}</a:t>
            </a:r>
            <a:r>
              <a:rPr lang="en-GB" dirty="0"/>
              <a:t> 	Left-justified string, at least 10 characters wide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latin typeface="+mn-lt"/>
                <a:ea typeface="+mn-ea"/>
                <a:cs typeface="+mn-cs"/>
              </a:rPr>
              <a:t>	{06.2f}</a:t>
            </a:r>
            <a:r>
              <a:rPr lang="en-GB" dirty="0"/>
              <a:t> 	Right-justified, at least six characters, zero-padded.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		One of the six is the decimal point, and the value is 		rounded to two decimal places </a:t>
            </a:r>
          </a:p>
          <a:p>
            <a:r>
              <a:rPr lang="en-GB" dirty="0"/>
              <a:t>The second parameter in enumerate(…, 1) sets the </a:t>
            </a:r>
            <a:r>
              <a:rPr lang="en-GB" b="1" dirty="0"/>
              <a:t>starting index</a:t>
            </a:r>
            <a:r>
              <a:rPr lang="en-GB" dirty="0"/>
              <a:t> for enumeration (default is 0).</a:t>
            </a:r>
          </a:p>
          <a:p>
            <a:endParaRPr lang="en-GB" dirty="0"/>
          </a:p>
          <a:p>
            <a:r>
              <a:rPr lang="en-GB" dirty="0"/>
              <a:t>Example using field names:</a:t>
            </a:r>
          </a:p>
          <a:p>
            <a:r>
              <a:rPr lang="en-GB" dirty="0"/>
              <a:t>for i, key in enumerate(</a:t>
            </a:r>
            <a:r>
              <a:rPr lang="en-GB" dirty="0" err="1"/>
              <a:t>planets.keys</a:t>
            </a:r>
            <a:r>
              <a:rPr lang="en-GB" dirty="0"/>
              <a:t>(), 1):</a:t>
            </a:r>
          </a:p>
          <a:p>
            <a:r>
              <a:rPr lang="en-GB" dirty="0"/>
              <a:t>    print("{pos:2d} {planet:&lt;10s} {distance:06.2f} Gm"</a:t>
            </a:r>
          </a:p>
          <a:p>
            <a:r>
              <a:rPr lang="en-GB" dirty="0"/>
              <a:t>          .format(</a:t>
            </a:r>
            <a:r>
              <a:rPr lang="en-GB" dirty="0" err="1"/>
              <a:t>pos</a:t>
            </a:r>
            <a:r>
              <a:rPr lang="en-GB" dirty="0"/>
              <a:t>=i, planet=key, distance=planets[key]))</a:t>
            </a:r>
          </a:p>
          <a:p>
            <a:endParaRPr lang="en-GB" dirty="0"/>
          </a:p>
          <a:p>
            <a:r>
              <a:rPr lang="en-GB" b="1" dirty="0"/>
              <a:t>Gm</a:t>
            </a:r>
            <a:r>
              <a:rPr lang="en-GB" dirty="0"/>
              <a:t> (gigametre) is a lesser-used metric unit equal to one million kilometres. In this example, it represents each planet’s </a:t>
            </a:r>
            <a:r>
              <a:rPr lang="en-GB" b="1" dirty="0"/>
              <a:t>mean distance from the Sun</a:t>
            </a:r>
            <a:r>
              <a:rPr lang="en-GB" dirty="0"/>
              <a:t>.</a:t>
            </a:r>
          </a:p>
        </p:txBody>
      </p:sp>
      <p:sp>
        <p:nvSpPr>
          <p:cNvPr id="4" name="Slide Number Placeholder 3"/>
          <p:cNvSpPr>
            <a:spLocks noGrp="1"/>
          </p:cNvSpPr>
          <p:nvPr>
            <p:ph type="sldNum" sz="quarter" idx="5"/>
          </p:nvPr>
        </p:nvSpPr>
        <p:spPr/>
        <p:txBody>
          <a:bodyPr/>
          <a:lstStyle/>
          <a:p>
            <a:fld id="{35BE1F5F-BEC2-48D5-A890-C07C79853E26}" type="slidenum">
              <a:rPr lang="en-GB" smtClean="0"/>
              <a:t>25</a:t>
            </a:fld>
            <a:endParaRPr lang="en-GB"/>
          </a:p>
        </p:txBody>
      </p:sp>
    </p:spTree>
    <p:extLst>
      <p:ext uri="{BB962C8B-B14F-4D97-AF65-F5344CB8AC3E}">
        <p14:creationId xmlns:p14="http://schemas.microsoft.com/office/powerpoint/2010/main" val="2646972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In many cases, explicit format strings aren’t needed - the standard string formatting methods are often sufficient. The examples shown should be largely self-explanatory.</a:t>
            </a:r>
          </a:p>
          <a:p>
            <a:endParaRPr lang="en-GB"/>
          </a:p>
          <a:p>
            <a:r>
              <a:rPr lang="en-GB"/>
              <a:t>Python also provides numerous other string methods. For example, </a:t>
            </a:r>
            <a:r>
              <a:rPr lang="en-GB" sz="1200" kern="1200" err="1">
                <a:solidFill>
                  <a:schemeClr val="tx1"/>
                </a:solidFill>
                <a:latin typeface="+mn-lt"/>
                <a:ea typeface="+mn-ea"/>
                <a:cs typeface="+mn-cs"/>
              </a:rPr>
              <a:t>string.title</a:t>
            </a:r>
            <a:r>
              <a:rPr lang="en-GB" sz="1200" kern="1200">
                <a:solidFill>
                  <a:schemeClr val="tx1"/>
                </a:solidFill>
                <a:latin typeface="+mn-lt"/>
                <a:ea typeface="+mn-ea"/>
                <a:cs typeface="+mn-cs"/>
              </a:rPr>
              <a:t>()</a:t>
            </a:r>
            <a:r>
              <a:rPr lang="en-GB"/>
              <a:t> converts text to </a:t>
            </a:r>
            <a:r>
              <a:rPr lang="en-GB" b="1"/>
              <a:t>title case</a:t>
            </a:r>
            <a:r>
              <a:rPr lang="en-GB"/>
              <a:t>, capitalising the first letter of each word.</a:t>
            </a:r>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26</a:t>
            </a:fld>
            <a:endParaRPr lang="en-GB"/>
          </a:p>
        </p:txBody>
      </p:sp>
    </p:spTree>
    <p:extLst>
      <p:ext uri="{BB962C8B-B14F-4D97-AF65-F5344CB8AC3E}">
        <p14:creationId xmlns:p14="http://schemas.microsoft.com/office/powerpoint/2010/main" val="5268498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A new and more powerful system, defined in </a:t>
            </a:r>
            <a:r>
              <a:rPr lang="en-GB" b="1"/>
              <a:t>PEP 498</a:t>
            </a:r>
            <a:r>
              <a:rPr lang="en-GB"/>
              <a:t> and introduced in </a:t>
            </a:r>
            <a:r>
              <a:rPr lang="en-GB" b="1"/>
              <a:t>Python 3.6</a:t>
            </a:r>
            <a:r>
              <a:rPr lang="en-GB"/>
              <a:t>, provides a cleaner approach - similar to Ruby’s syntax.</a:t>
            </a:r>
          </a:p>
          <a:p>
            <a:endParaRPr lang="en-GB"/>
          </a:p>
          <a:p>
            <a:r>
              <a:rPr lang="en-GB"/>
              <a:t>Single or double quotes can be used, and even triple quotes for multi-line strings. You simply place a Python expression (typically a variable) inside </a:t>
            </a:r>
            <a:r>
              <a:rPr lang="en-GB" b="1"/>
              <a:t>curly braces</a:t>
            </a:r>
            <a:r>
              <a:rPr lang="en-GB"/>
              <a:t> </a:t>
            </a:r>
            <a:r>
              <a:rPr lang="en-GB" sz="1200" kern="1200">
                <a:solidFill>
                  <a:schemeClr val="tx1"/>
                </a:solidFill>
                <a:latin typeface="+mn-lt"/>
                <a:ea typeface="+mn-ea"/>
                <a:cs typeface="+mn-cs"/>
              </a:rPr>
              <a:t>{}</a:t>
            </a:r>
            <a:r>
              <a:rPr lang="en-GB"/>
              <a:t> within the string. </a:t>
            </a:r>
          </a:p>
          <a:p>
            <a:endParaRPr lang="en-GB"/>
          </a:p>
          <a:p>
            <a:r>
              <a:rPr lang="en-GB"/>
              <a:t>This is known as an </a:t>
            </a:r>
            <a:r>
              <a:rPr lang="en-GB" b="1"/>
              <a:t>f-string</a:t>
            </a:r>
            <a:r>
              <a:rPr lang="en-GB"/>
              <a:t>, or </a:t>
            </a:r>
            <a:r>
              <a:rPr lang="en-GB" i="1"/>
              <a:t>formatted string literal</a:t>
            </a:r>
            <a:r>
              <a:rPr lang="en-GB"/>
              <a:t>.</a:t>
            </a:r>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27</a:t>
            </a:fld>
            <a:endParaRPr lang="en-GB"/>
          </a:p>
        </p:txBody>
      </p:sp>
    </p:spTree>
    <p:extLst>
      <p:ext uri="{BB962C8B-B14F-4D97-AF65-F5344CB8AC3E}">
        <p14:creationId xmlns:p14="http://schemas.microsoft.com/office/powerpoint/2010/main" val="7051301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Function calls, arithmetic operations, and any valid Python expressions can be placed inside the braces of an f-string. However, it’s best to Keep It Simple — complex expressions inside strings can be hard to read and even harder to debug. In practice, f-strings are most effective when used with short, clear expressions.</a:t>
            </a:r>
          </a:p>
          <a:p>
            <a:endParaRPr lang="en-GB"/>
          </a:p>
          <a:p>
            <a:r>
              <a:rPr lang="en-GB"/>
              <a:t>A raw string can be combined with an f-string by using either the </a:t>
            </a:r>
            <a:r>
              <a:rPr lang="en-GB" err="1"/>
              <a:t>fr</a:t>
            </a:r>
            <a:r>
              <a:rPr lang="en-GB"/>
              <a:t> or rf prefix. This is useful when working with patterns that include backslashes, such as regular expressions or file paths. </a:t>
            </a:r>
          </a:p>
          <a:p>
            <a:endParaRPr lang="en-GB"/>
          </a:p>
          <a:p>
            <a:r>
              <a:rPr lang="en-GB"/>
              <a:t>The </a:t>
            </a:r>
            <a:r>
              <a:rPr lang="en-GB" err="1"/>
              <a:t>fr</a:t>
            </a:r>
            <a:r>
              <a:rPr lang="en-GB"/>
              <a:t>' ' example simply demonstrates the syntax; in real code, you should use </a:t>
            </a:r>
            <a:r>
              <a:rPr lang="en-GB" err="1"/>
              <a:t>os.path.join</a:t>
            </a:r>
            <a:r>
              <a:rPr lang="en-GB"/>
              <a:t>() to construct file paths correctly. Raw and f-strings are most commonly encountered in regular expression work, which we’ll explore later in the course.</a:t>
            </a:r>
          </a:p>
        </p:txBody>
      </p:sp>
      <p:sp>
        <p:nvSpPr>
          <p:cNvPr id="4" name="Slide Number Placeholder 3"/>
          <p:cNvSpPr>
            <a:spLocks noGrp="1"/>
          </p:cNvSpPr>
          <p:nvPr>
            <p:ph type="sldNum" sz="quarter" idx="5"/>
          </p:nvPr>
        </p:nvSpPr>
        <p:spPr/>
        <p:txBody>
          <a:bodyPr/>
          <a:lstStyle/>
          <a:p>
            <a:fld id="{35BE1F5F-BEC2-48D5-A890-C07C79853E26}" type="slidenum">
              <a:rPr lang="en-GB" smtClean="0"/>
              <a:t>28</a:t>
            </a:fld>
            <a:endParaRPr lang="en-GB"/>
          </a:p>
        </p:txBody>
      </p:sp>
    </p:spTree>
    <p:extLst>
      <p:ext uri="{BB962C8B-B14F-4D97-AF65-F5344CB8AC3E}">
        <p14:creationId xmlns:p14="http://schemas.microsoft.com/office/powerpoint/2010/main" val="3858362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Sequential objects like </a:t>
            </a:r>
            <a:r>
              <a:rPr lang="en-GB" b="1" dirty="0"/>
              <a:t>strings</a:t>
            </a:r>
            <a:r>
              <a:rPr lang="en-GB" dirty="0"/>
              <a:t>, </a:t>
            </a:r>
            <a:r>
              <a:rPr lang="en-GB" b="1" dirty="0"/>
              <a:t>tuples</a:t>
            </a:r>
            <a:r>
              <a:rPr lang="en-GB" dirty="0"/>
              <a:t>, and </a:t>
            </a:r>
            <a:r>
              <a:rPr lang="en-GB" b="1" dirty="0"/>
              <a:t>lists</a:t>
            </a:r>
            <a:r>
              <a:rPr lang="en-GB" dirty="0"/>
              <a:t> can be </a:t>
            </a:r>
            <a:r>
              <a:rPr lang="en-GB" i="1" dirty="0"/>
              <a:t>sliced</a:t>
            </a:r>
            <a:r>
              <a:rPr lang="en-GB" dirty="0"/>
              <a:t> to extract portions of data. To access a single element, use </a:t>
            </a:r>
            <a:r>
              <a:rPr lang="en-GB" b="1" dirty="0"/>
              <a:t>square brackets</a:t>
            </a:r>
            <a:r>
              <a:rPr lang="en-GB" dirty="0"/>
              <a:t> with the index inside. Indexing starts at </a:t>
            </a:r>
            <a:r>
              <a:rPr lang="en-GB" b="1" dirty="0"/>
              <a:t>0</a:t>
            </a:r>
            <a:r>
              <a:rPr lang="en-GB" dirty="0"/>
              <a:t> from the left, or </a:t>
            </a:r>
            <a:r>
              <a:rPr lang="en-GB" b="1" dirty="0"/>
              <a:t>-1</a:t>
            </a:r>
            <a:r>
              <a:rPr lang="en-GB" dirty="0"/>
              <a:t> from the right for negative indexing. </a:t>
            </a:r>
          </a:p>
          <a:p>
            <a:endParaRPr lang="en-GB" dirty="0"/>
          </a:p>
          <a:p>
            <a:r>
              <a:rPr lang="en-GB" dirty="0"/>
              <a:t>To extract a range, specify the </a:t>
            </a:r>
            <a:r>
              <a:rPr lang="en-GB" b="1" dirty="0"/>
              <a:t>start</a:t>
            </a:r>
            <a:r>
              <a:rPr lang="en-GB" dirty="0"/>
              <a:t> and </a:t>
            </a:r>
            <a:r>
              <a:rPr lang="en-GB" b="1" dirty="0"/>
              <a:t>end</a:t>
            </a:r>
            <a:r>
              <a:rPr lang="en-GB" dirty="0"/>
              <a:t> indices separated by a colon:</a:t>
            </a:r>
          </a:p>
          <a:p>
            <a:r>
              <a:rPr lang="en-GB" dirty="0"/>
              <a:t>	sequence[</a:t>
            </a:r>
            <a:r>
              <a:rPr lang="en-GB" dirty="0" err="1"/>
              <a:t>start:end</a:t>
            </a:r>
            <a:r>
              <a:rPr lang="en-GB" dirty="0"/>
              <a:t>]</a:t>
            </a:r>
          </a:p>
          <a:p>
            <a:endParaRPr lang="en-GB" dirty="0"/>
          </a:p>
          <a:p>
            <a:r>
              <a:rPr lang="en-GB" dirty="0"/>
              <a:t>The slice includes elements up to but not including the end index.</a:t>
            </a:r>
            <a:br>
              <a:rPr lang="en-GB" dirty="0"/>
            </a:br>
            <a:r>
              <a:rPr lang="en-GB" dirty="0"/>
              <a:t>If the start index is omitted, Python begins at the first element.</a:t>
            </a:r>
            <a:br>
              <a:rPr lang="en-GB" dirty="0"/>
            </a:br>
            <a:r>
              <a:rPr lang="en-GB" dirty="0"/>
              <a:t>If the end index is omitted, it slices to the end.</a:t>
            </a:r>
            <a:br>
              <a:rPr lang="en-GB" dirty="0"/>
            </a:br>
            <a:r>
              <a:rPr lang="en-GB" dirty="0"/>
              <a:t>Example: string[:-1]    # removes the last character</a:t>
            </a:r>
          </a:p>
          <a:p>
            <a:endParaRPr lang="en-GB" dirty="0"/>
          </a:p>
          <a:p>
            <a:r>
              <a:rPr lang="en-GB" dirty="0"/>
              <a:t>Python 2.3 introduced an optional </a:t>
            </a:r>
            <a:r>
              <a:rPr lang="en-GB" b="1" dirty="0"/>
              <a:t>third index</a:t>
            </a:r>
            <a:r>
              <a:rPr lang="en-GB" dirty="0"/>
              <a:t>, the </a:t>
            </a:r>
            <a:r>
              <a:rPr lang="en-GB" i="1" dirty="0"/>
              <a:t>step</a:t>
            </a:r>
            <a:r>
              <a:rPr lang="en-GB" dirty="0"/>
              <a:t>, allowing you to skip elements:</a:t>
            </a:r>
          </a:p>
          <a:p>
            <a:pPr lvl="2"/>
            <a:r>
              <a:rPr lang="en-GB" dirty="0"/>
              <a:t>text = "Now that's what I call a dead parrot."</a:t>
            </a:r>
          </a:p>
          <a:p>
            <a:pPr lvl="2"/>
            <a:r>
              <a:rPr lang="en-GB" dirty="0"/>
              <a:t>print(text[5:15:2]) # </a:t>
            </a:r>
            <a:r>
              <a:rPr lang="en-GB" dirty="0" err="1"/>
              <a:t>htswa</a:t>
            </a:r>
            <a:endParaRPr lang="en-GB" dirty="0"/>
          </a:p>
          <a:p>
            <a:endParaRPr lang="en-GB" dirty="0"/>
          </a:p>
          <a:p>
            <a:r>
              <a:rPr lang="en-GB" dirty="0"/>
              <a:t>What do you think this does? </a:t>
            </a:r>
            <a:r>
              <a:rPr lang="en-GB" i="1" dirty="0"/>
              <a:t>(Try it!) </a:t>
            </a:r>
          </a:p>
          <a:p>
            <a:r>
              <a:rPr lang="en-GB" dirty="0"/>
              <a:t>	print(name[::-1].upper())</a:t>
            </a:r>
          </a:p>
          <a:p>
            <a:endParaRPr lang="en-GB" dirty="0"/>
          </a:p>
        </p:txBody>
      </p:sp>
      <p:sp>
        <p:nvSpPr>
          <p:cNvPr id="4" name="Slide Number Placeholder 3"/>
          <p:cNvSpPr>
            <a:spLocks noGrp="1"/>
          </p:cNvSpPr>
          <p:nvPr>
            <p:ph type="sldNum" sz="quarter" idx="5"/>
          </p:nvPr>
        </p:nvSpPr>
        <p:spPr/>
        <p:txBody>
          <a:bodyPr/>
          <a:lstStyle/>
          <a:p>
            <a:fld id="{35BE1F5F-BEC2-48D5-A890-C07C79853E26}" type="slidenum">
              <a:rPr lang="en-GB" smtClean="0"/>
              <a:t>29</a:t>
            </a:fld>
            <a:endParaRPr lang="en-GB"/>
          </a:p>
        </p:txBody>
      </p:sp>
    </p:spTree>
    <p:extLst>
      <p:ext uri="{BB962C8B-B14F-4D97-AF65-F5344CB8AC3E}">
        <p14:creationId xmlns:p14="http://schemas.microsoft.com/office/powerpoint/2010/main" val="11476786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30</a:t>
            </a:fld>
            <a:endParaRPr lang="en-GB"/>
          </a:p>
        </p:txBody>
      </p:sp>
    </p:spTree>
    <p:extLst>
      <p:ext uri="{BB962C8B-B14F-4D97-AF65-F5344CB8AC3E}">
        <p14:creationId xmlns:p14="http://schemas.microsoft.com/office/powerpoint/2010/main" val="35797780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Lists in Python are objects that hold a sequential collection of other objects, known as elements. Elements are accessed using square brackets [ ], with positions starting from zero—a convention shared by most programming languages. This zero-based indexing likely stems from early languages like BCPL and C, where memory addressing began at zero. Mathematicians might simply call it natural!</a:t>
            </a:r>
          </a:p>
          <a:p>
            <a:endParaRPr lang="en-GB" dirty="0"/>
          </a:p>
          <a:p>
            <a:r>
              <a:rPr lang="en-GB" dirty="0"/>
              <a:t>Python lists are </a:t>
            </a:r>
            <a:r>
              <a:rPr lang="en-GB" b="1" dirty="0"/>
              <a:t>mutable</a:t>
            </a:r>
            <a:r>
              <a:rPr lang="en-GB" dirty="0"/>
              <a:t>, meaning they can be modified—unlike tuples or strings. They’re also dynamic, allowing elements to be added or removed at any position.</a:t>
            </a:r>
          </a:p>
          <a:p>
            <a:endParaRPr lang="en-GB" dirty="0"/>
          </a:p>
          <a:p>
            <a:r>
              <a:rPr lang="en-GB" dirty="0"/>
              <a:t>We’ll explore lists in more detail in the Collections chapter.</a:t>
            </a:r>
          </a:p>
        </p:txBody>
      </p:sp>
      <p:sp>
        <p:nvSpPr>
          <p:cNvPr id="4" name="Slide Number Placeholder 3"/>
          <p:cNvSpPr>
            <a:spLocks noGrp="1"/>
          </p:cNvSpPr>
          <p:nvPr>
            <p:ph type="sldNum" sz="quarter" idx="5"/>
          </p:nvPr>
        </p:nvSpPr>
        <p:spPr/>
        <p:txBody>
          <a:bodyPr/>
          <a:lstStyle/>
          <a:p>
            <a:fld id="{35BE1F5F-BEC2-48D5-A890-C07C79853E26}" type="slidenum">
              <a:rPr lang="en-GB" smtClean="0"/>
              <a:t>31</a:t>
            </a:fld>
            <a:endParaRPr lang="en-GB"/>
          </a:p>
        </p:txBody>
      </p:sp>
    </p:spTree>
    <p:extLst>
      <p:ext uri="{BB962C8B-B14F-4D97-AF65-F5344CB8AC3E}">
        <p14:creationId xmlns:p14="http://schemas.microsoft.com/office/powerpoint/2010/main" val="40981487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Tuples are </a:t>
            </a:r>
            <a:r>
              <a:rPr lang="en-GB" b="1" dirty="0"/>
              <a:t>immutable</a:t>
            </a:r>
            <a:r>
              <a:rPr lang="en-GB" dirty="0"/>
              <a:t>—once created, they cannot be modified. For example, trying to append an item results in an error:</a:t>
            </a:r>
          </a:p>
          <a:p>
            <a:r>
              <a:rPr lang="en-GB" dirty="0"/>
              <a:t>	</a:t>
            </a:r>
            <a:r>
              <a:rPr lang="en-GB" dirty="0" err="1"/>
              <a:t>TupleVar.append</a:t>
            </a:r>
            <a:r>
              <a:rPr lang="en-GB" dirty="0"/>
              <a:t>('Vikings’)</a:t>
            </a:r>
          </a:p>
          <a:p>
            <a:r>
              <a:rPr lang="en-GB" dirty="0"/>
              <a:t>	</a:t>
            </a:r>
            <a:r>
              <a:rPr lang="en-GB" dirty="0" err="1"/>
              <a:t>AttributeError</a:t>
            </a:r>
            <a:r>
              <a:rPr lang="en-GB" dirty="0"/>
              <a:t>: 'tuple' object has no attribute 'append’</a:t>
            </a:r>
          </a:p>
          <a:p>
            <a:endParaRPr lang="en-GB" dirty="0"/>
          </a:p>
          <a:p>
            <a:r>
              <a:rPr lang="en-GB" dirty="0"/>
              <a:t>Assigning values to a tuple is called packing, while extracting them into variables is unpacking. However, because tuples are immutable, you cannot reassign individual elements after creation.</a:t>
            </a:r>
          </a:p>
          <a:p>
            <a:endParaRPr lang="en-GB" dirty="0"/>
          </a:p>
          <a:p>
            <a:r>
              <a:rPr lang="en-GB" dirty="0"/>
              <a:t>At first, tuples and lists may seem similar, but tuples offer performance advantages due to their fixed size. When flexibility isn't needed, tuples are often more efficient than lists. While parentheses are commonly used to define tuples, they're optional in many contexts. </a:t>
            </a:r>
          </a:p>
          <a:p>
            <a:endParaRPr lang="en-GB" dirty="0"/>
          </a:p>
          <a:p>
            <a:r>
              <a:rPr lang="en-GB" dirty="0"/>
              <a:t>For example:</a:t>
            </a:r>
          </a:p>
          <a:p>
            <a:r>
              <a:rPr lang="en-GB" dirty="0"/>
              <a:t>	</a:t>
            </a:r>
            <a:r>
              <a:rPr lang="en-GB" dirty="0" err="1"/>
              <a:t>mytuple</a:t>
            </a:r>
            <a:r>
              <a:rPr lang="en-GB" dirty="0"/>
              <a:t> = 'eggs', 'bacon', 'spam', 'tea’</a:t>
            </a:r>
          </a:p>
          <a:p>
            <a:endParaRPr lang="en-GB" dirty="0"/>
          </a:p>
          <a:p>
            <a:r>
              <a:rPr lang="en-GB" dirty="0"/>
              <a:t>This is equivalent to using parentheses. We’ll explore tuples further in the Collections chapter.</a:t>
            </a:r>
          </a:p>
        </p:txBody>
      </p:sp>
      <p:sp>
        <p:nvSpPr>
          <p:cNvPr id="4" name="Slide Number Placeholder 3"/>
          <p:cNvSpPr>
            <a:spLocks noGrp="1"/>
          </p:cNvSpPr>
          <p:nvPr>
            <p:ph type="sldNum" sz="quarter" idx="5"/>
          </p:nvPr>
        </p:nvSpPr>
        <p:spPr/>
        <p:txBody>
          <a:bodyPr/>
          <a:lstStyle/>
          <a:p>
            <a:fld id="{35BE1F5F-BEC2-48D5-A890-C07C79853E26}" type="slidenum">
              <a:rPr lang="en-GB" smtClean="0"/>
              <a:t>32</a:t>
            </a:fld>
            <a:endParaRPr lang="en-GB"/>
          </a:p>
        </p:txBody>
      </p:sp>
    </p:spTree>
    <p:extLst>
      <p:ext uri="{BB962C8B-B14F-4D97-AF65-F5344CB8AC3E}">
        <p14:creationId xmlns:p14="http://schemas.microsoft.com/office/powerpoint/2010/main" val="3169785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Dictionaries in Python are similar to associative arrays in awk and PHP, or hashes in Perl and Ruby. They store key: value pairs and are defined using curly braces {} or with the </a:t>
            </a:r>
            <a:r>
              <a:rPr lang="en-GB" err="1"/>
              <a:t>dict</a:t>
            </a:r>
            <a:r>
              <a:rPr lang="en-GB"/>
              <a:t>() constructor:</a:t>
            </a:r>
          </a:p>
          <a:p>
            <a:r>
              <a:rPr lang="en-GB"/>
              <a:t>	</a:t>
            </a:r>
            <a:r>
              <a:rPr lang="en-GB" err="1"/>
              <a:t>mydict</a:t>
            </a:r>
            <a:r>
              <a:rPr lang="en-GB"/>
              <a:t> = </a:t>
            </a:r>
            <a:r>
              <a:rPr lang="en-GB" err="1"/>
              <a:t>dict</a:t>
            </a:r>
            <a:r>
              <a:rPr lang="en-GB"/>
              <a:t>(Sweden='Stockholm', Norway='Oslo’)</a:t>
            </a:r>
          </a:p>
          <a:p>
            <a:endParaRPr lang="en-GB"/>
          </a:p>
          <a:p>
            <a:r>
              <a:rPr lang="en-GB"/>
              <a:t>Keys are typically strings, and values can be any valid Python object—such as a list, tuple, or even another dictionary. No special syntax is needed to access values via their keys.</a:t>
            </a:r>
          </a:p>
          <a:p>
            <a:endParaRPr lang="en-GB"/>
          </a:p>
          <a:p>
            <a:r>
              <a:rPr lang="en-GB"/>
              <a:t>Historically considered unordered, dictionaries became </a:t>
            </a:r>
            <a:r>
              <a:rPr lang="en-GB" b="1"/>
              <a:t>ordered by insertion </a:t>
            </a:r>
            <a:r>
              <a:rPr lang="en-GB"/>
              <a:t>in </a:t>
            </a:r>
            <a:r>
              <a:rPr lang="en-GB" err="1"/>
              <a:t>CPython</a:t>
            </a:r>
            <a:r>
              <a:rPr lang="en-GB"/>
              <a:t> 3.6, and this is now a guaranteed language feature from Python 3.7 onwards.</a:t>
            </a:r>
          </a:p>
          <a:p>
            <a:endParaRPr lang="en-GB"/>
          </a:p>
          <a:p>
            <a:r>
              <a:rPr lang="en-GB"/>
              <a:t>You can retrieve all keys using </a:t>
            </a:r>
            <a:r>
              <a:rPr lang="en-GB" b="1"/>
              <a:t>.keys()</a:t>
            </a:r>
            <a:r>
              <a:rPr lang="en-GB"/>
              <a:t>,</a:t>
            </a:r>
            <a:r>
              <a:rPr lang="en-GB" b="1"/>
              <a:t> </a:t>
            </a:r>
            <a:r>
              <a:rPr lang="en-GB"/>
              <a:t>and all values using </a:t>
            </a:r>
            <a:r>
              <a:rPr lang="en-GB" b="1"/>
              <a:t>.values()</a:t>
            </a:r>
            <a:r>
              <a:rPr lang="en-GB"/>
              <a:t>.</a:t>
            </a:r>
          </a:p>
          <a:p>
            <a:endParaRPr lang="en-GB"/>
          </a:p>
          <a:p>
            <a:r>
              <a:rPr lang="en-GB"/>
              <a:t>Dictionaries—and their related type, sets—are covered in more depth in the Collections chapter.</a:t>
            </a:r>
          </a:p>
        </p:txBody>
      </p:sp>
      <p:sp>
        <p:nvSpPr>
          <p:cNvPr id="4" name="Slide Number Placeholder 3"/>
          <p:cNvSpPr>
            <a:spLocks noGrp="1"/>
          </p:cNvSpPr>
          <p:nvPr>
            <p:ph type="sldNum" sz="quarter" idx="5"/>
          </p:nvPr>
        </p:nvSpPr>
        <p:spPr/>
        <p:txBody>
          <a:bodyPr/>
          <a:lstStyle/>
          <a:p>
            <a:fld id="{35BE1F5F-BEC2-48D5-A890-C07C79853E26}" type="slidenum">
              <a:rPr lang="en-GB" smtClean="0"/>
              <a:t>33</a:t>
            </a:fld>
            <a:endParaRPr lang="en-GB"/>
          </a:p>
        </p:txBody>
      </p:sp>
    </p:spTree>
    <p:extLst>
      <p:ext uri="{BB962C8B-B14F-4D97-AF65-F5344CB8AC3E}">
        <p14:creationId xmlns:p14="http://schemas.microsoft.com/office/powerpoint/2010/main" val="11222809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2724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Answers on next page..</a:t>
            </a:r>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35</a:t>
            </a:fld>
            <a:endParaRPr lang="en-GB"/>
          </a:p>
        </p:txBody>
      </p:sp>
    </p:spTree>
    <p:extLst>
      <p:ext uri="{BB962C8B-B14F-4D97-AF65-F5344CB8AC3E}">
        <p14:creationId xmlns:p14="http://schemas.microsoft.com/office/powerpoint/2010/main" val="34040279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E557-85F2-FA00-224B-2F67A4FFF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A2988-4E4D-BCFD-9E18-EE62B1B62E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C3E5D-0AB0-892E-EC67-990CEF24FDD7}"/>
              </a:ext>
            </a:extLst>
          </p:cNvPr>
          <p:cNvSpPr>
            <a:spLocks noGrp="1"/>
          </p:cNvSpPr>
          <p:nvPr>
            <p:ph type="body" idx="1"/>
          </p:nvPr>
        </p:nvSpPr>
        <p:spPr/>
        <p:txBody>
          <a:bodyPr/>
          <a:lstStyle/>
          <a:p>
            <a:r>
              <a:rPr lang="en-GB" dirty="0"/>
              <a:t>Correct answers: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dirty="0"/>
              <a:t>Which of the following correctly creates a multi-line string?</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altLang="en-US" dirty="0">
                <a:latin typeface="Consolas" panose="020B0609020204030204" pitchFamily="49" charset="0"/>
                <a:cs typeface="Consolas" panose="020B0609020204030204" pitchFamily="49" charset="0"/>
              </a:rPr>
              <a:t>"""</a:t>
            </a:r>
            <a:r>
              <a:rPr lang="en-GB" dirty="0"/>
              <a:t>This is a string with multiple lines</a:t>
            </a:r>
            <a:r>
              <a:rPr lang="en-GB" altLang="en-US" dirty="0">
                <a:latin typeface="Consolas" panose="020B0609020204030204" pitchFamily="49" charset="0"/>
                <a:cs typeface="Consolas" panose="020B0609020204030204" pitchFamily="49" charset="0"/>
              </a:rPr>
              <a:t>""“</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endParaRPr lang="en-GB"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dirty="0"/>
              <a:t>What is the output of the following code?</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2"/>
              <a:tabLst/>
              <a:defRPr/>
            </a:pPr>
            <a:r>
              <a:rPr lang="en-GB" dirty="0"/>
              <a:t>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2"/>
              <a:tabLst/>
              <a:defRPr/>
            </a:pPr>
            <a:endParaRPr lang="en-GB" b="1"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dirty="0"/>
              <a:t>What does the following code print?</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a:tabLst/>
              <a:defRPr/>
            </a:pPr>
            <a:r>
              <a:rPr lang="en-GB" b="0" dirty="0"/>
              <a:t>Hello world</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a:tabLst/>
              <a:defRPr/>
            </a:pPr>
            <a:endParaRPr lang="en-GB" b="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GB" b="1" dirty="0"/>
              <a:t>4. Which statement about f-strings is true?</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a:tabLst/>
              <a:defRPr/>
            </a:pPr>
            <a:r>
              <a:rPr lang="en-GB" dirty="0"/>
              <a:t>They can include variables and expressions inside {}</a:t>
            </a:r>
          </a:p>
          <a:p>
            <a:endParaRPr lang="en-GB" dirty="0"/>
          </a:p>
        </p:txBody>
      </p:sp>
      <p:sp>
        <p:nvSpPr>
          <p:cNvPr id="4" name="Slide Number Placeholder 3">
            <a:extLst>
              <a:ext uri="{FF2B5EF4-FFF2-40B4-BE49-F238E27FC236}">
                <a16:creationId xmlns:a16="http://schemas.microsoft.com/office/drawing/2014/main" id="{C6F11B4E-BA52-54C2-F837-2BCBFCA7EF5E}"/>
              </a:ext>
            </a:extLst>
          </p:cNvPr>
          <p:cNvSpPr>
            <a:spLocks noGrp="1"/>
          </p:cNvSpPr>
          <p:nvPr>
            <p:ph type="sldNum" sz="quarter" idx="5"/>
          </p:nvPr>
        </p:nvSpPr>
        <p:spPr/>
        <p:txBody>
          <a:bodyPr/>
          <a:lstStyle/>
          <a:p>
            <a:fld id="{35BE1F5F-BEC2-48D5-A890-C07C79853E26}" type="slidenum">
              <a:rPr lang="en-GB" smtClean="0"/>
              <a:t>36</a:t>
            </a:fld>
            <a:endParaRPr lang="en-GB"/>
          </a:p>
        </p:txBody>
      </p:sp>
    </p:spTree>
    <p:extLst>
      <p:ext uri="{BB962C8B-B14F-4D97-AF65-F5344CB8AC3E}">
        <p14:creationId xmlns:p14="http://schemas.microsoft.com/office/powerpoint/2010/main" val="235865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37</a:t>
            </a:fld>
            <a:endParaRPr lang="en-GB"/>
          </a:p>
        </p:txBody>
      </p:sp>
    </p:spTree>
    <p:extLst>
      <p:ext uri="{BB962C8B-B14F-4D97-AF65-F5344CB8AC3E}">
        <p14:creationId xmlns:p14="http://schemas.microsoft.com/office/powerpoint/2010/main" val="13203656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BA4AC-EF31-A03F-A9E5-4B785554A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7B4F8-6EFB-DDAF-1AF9-A314D3FD82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E345D9-D0B4-0CC4-537C-827591BE9A6F}"/>
              </a:ext>
            </a:extLst>
          </p:cNvPr>
          <p:cNvSpPr>
            <a:spLocks noGrp="1"/>
          </p:cNvSpPr>
          <p:nvPr>
            <p:ph type="body" idx="1"/>
          </p:nvPr>
        </p:nvSpPr>
        <p:spPr/>
        <p:txBody>
          <a:bodyPr/>
          <a:lstStyle/>
          <a:p>
            <a:r>
              <a:rPr lang="en-GB" dirty="0"/>
              <a:t>The </a:t>
            </a:r>
            <a:r>
              <a:rPr lang="en-GB" sz="1200" kern="1200" dirty="0">
                <a:solidFill>
                  <a:schemeClr val="tx1"/>
                </a:solidFill>
                <a:latin typeface="+mn-lt"/>
                <a:ea typeface="+mn-ea"/>
                <a:cs typeface="+mn-cs"/>
              </a:rPr>
              <a:t>format()</a:t>
            </a:r>
            <a:r>
              <a:rPr lang="en-GB" dirty="0"/>
              <a:t> method is particularly useful for </a:t>
            </a:r>
            <a:r>
              <a:rPr lang="en-GB" b="1" dirty="0"/>
              <a:t>displaying floating-point numbers</a:t>
            </a:r>
            <a:r>
              <a:rPr lang="en-GB" dirty="0"/>
              <a:t> in a wide range of formats.</a:t>
            </a:r>
          </a:p>
          <a:p>
            <a:br>
              <a:rPr lang="en-GB" dirty="0"/>
            </a:br>
            <a:r>
              <a:rPr lang="en-GB" dirty="0"/>
              <a:t>In the first example, the number is printed with a </a:t>
            </a:r>
            <a:r>
              <a:rPr lang="en-GB" b="1" dirty="0"/>
              <a:t>total width of 11 characters</a:t>
            </a:r>
            <a:r>
              <a:rPr lang="en-GB" dirty="0"/>
              <a:t> (including the decimal point) and </a:t>
            </a:r>
            <a:r>
              <a:rPr lang="en-GB" b="1" dirty="0"/>
              <a:t>8 digits after the decimal point</a:t>
            </a:r>
            <a:r>
              <a:rPr lang="en-GB" dirty="0"/>
              <a:t>, followed by </a:t>
            </a:r>
            <a:r>
              <a:rPr lang="en-GB" b="1" dirty="0"/>
              <a:t>engineering notation</a:t>
            </a:r>
            <a:r>
              <a:rPr lang="en-GB" dirty="0"/>
              <a:t>. Only one value is supplied because both format specifications refer to </a:t>
            </a:r>
            <a:r>
              <a:rPr lang="en-GB" b="1" dirty="0"/>
              <a:t>position zero</a:t>
            </a:r>
            <a:r>
              <a:rPr lang="en-GB" dirty="0"/>
              <a:t>.</a:t>
            </a:r>
          </a:p>
          <a:p>
            <a:endParaRPr lang="en-GB" dirty="0"/>
          </a:p>
          <a:p>
            <a:r>
              <a:rPr lang="en-GB" dirty="0"/>
              <a:t>In the later examples, </a:t>
            </a:r>
            <a:r>
              <a:rPr lang="en-GB" b="1" dirty="0"/>
              <a:t>positional indexes are omitted</a:t>
            </a:r>
            <a:r>
              <a:rPr lang="en-GB" dirty="0"/>
              <a:t>, so the arguments are </a:t>
            </a:r>
            <a:r>
              <a:rPr lang="en-GB" b="1" dirty="0"/>
              <a:t>automatically numbered</a:t>
            </a:r>
            <a:r>
              <a:rPr lang="en-GB" dirty="0"/>
              <a:t> (a feature introduced in Python 3.1).</a:t>
            </a:r>
          </a:p>
          <a:p>
            <a:endParaRPr lang="en-GB" dirty="0"/>
          </a:p>
          <a:p>
            <a:r>
              <a:rPr lang="en-GB" dirty="0"/>
              <a:t>Text fields can be </a:t>
            </a:r>
            <a:r>
              <a:rPr lang="en-GB" b="1" dirty="0"/>
              <a:t>left- or right-aligned</a:t>
            </a:r>
            <a:r>
              <a:rPr lang="en-GB" dirty="0"/>
              <a:t>, as shown in the second example, where two columns are </a:t>
            </a:r>
            <a:r>
              <a:rPr lang="en-GB" b="1" dirty="0"/>
              <a:t>left-aligned and padded with spaces</a:t>
            </a:r>
            <a:r>
              <a:rPr lang="en-GB" dirty="0"/>
              <a:t>.</a:t>
            </a:r>
          </a:p>
          <a:p>
            <a:endParaRPr lang="en-GB" dirty="0"/>
          </a:p>
          <a:p>
            <a:r>
              <a:rPr lang="en-GB" dirty="0"/>
              <a:t>Conversion to </a:t>
            </a:r>
            <a:r>
              <a:rPr lang="en-GB" b="1" dirty="0"/>
              <a:t>hexadecimal</a:t>
            </a:r>
            <a:r>
              <a:rPr lang="en-GB" dirty="0"/>
              <a:t> (or </a:t>
            </a:r>
            <a:r>
              <a:rPr lang="en-GB" b="1" dirty="0"/>
              <a:t>octal</a:t>
            </a:r>
            <a:r>
              <a:rPr lang="en-GB" dirty="0"/>
              <a:t>, using </a:t>
            </a:r>
            <a:r>
              <a:rPr lang="en-GB" sz="1200" kern="1200" dirty="0">
                <a:solidFill>
                  <a:schemeClr val="tx1"/>
                </a:solidFill>
                <a:latin typeface="+mn-lt"/>
                <a:ea typeface="+mn-ea"/>
                <a:cs typeface="+mn-cs"/>
              </a:rPr>
              <a:t>o</a:t>
            </a:r>
            <a:r>
              <a:rPr lang="en-GB" dirty="0"/>
              <a:t>) is also straightforward. One example demonstrates </a:t>
            </a:r>
            <a:r>
              <a:rPr lang="en-GB" b="1" dirty="0"/>
              <a:t>returning the formatted string</a:t>
            </a:r>
            <a:r>
              <a:rPr lang="en-GB" dirty="0"/>
              <a:t> rather than printing it directly.</a:t>
            </a:r>
          </a:p>
          <a:p>
            <a:endParaRPr lang="en-GB" dirty="0"/>
          </a:p>
          <a:p>
            <a:r>
              <a:rPr lang="en-GB" dirty="0"/>
              <a:t>Finally, values commonly stored in </a:t>
            </a:r>
            <a:r>
              <a:rPr lang="en-GB" b="1" dirty="0"/>
              <a:t>octal</a:t>
            </a:r>
            <a:r>
              <a:rPr lang="en-GB" dirty="0"/>
              <a:t>, such as </a:t>
            </a:r>
            <a:r>
              <a:rPr lang="en-GB" b="1" dirty="0"/>
              <a:t>UNIX file permissions</a:t>
            </a:r>
            <a:r>
              <a:rPr lang="en-GB" dirty="0"/>
              <a:t>, can be displayed and manipulated more easily using </a:t>
            </a:r>
            <a:r>
              <a:rPr lang="en-GB" sz="1200" kern="1200" dirty="0">
                <a:solidFill>
                  <a:schemeClr val="tx1"/>
                </a:solidFill>
                <a:latin typeface="+mn-lt"/>
                <a:ea typeface="+mn-ea"/>
                <a:cs typeface="+mn-cs"/>
              </a:rPr>
              <a:t>format()</a:t>
            </a:r>
            <a:r>
              <a:rPr lang="en-GB" dirty="0"/>
              <a:t>.</a:t>
            </a:r>
          </a:p>
          <a:p>
            <a:endParaRPr lang="en-GB" dirty="0"/>
          </a:p>
        </p:txBody>
      </p:sp>
      <p:sp>
        <p:nvSpPr>
          <p:cNvPr id="4" name="Slide Number Placeholder 3">
            <a:extLst>
              <a:ext uri="{FF2B5EF4-FFF2-40B4-BE49-F238E27FC236}">
                <a16:creationId xmlns:a16="http://schemas.microsoft.com/office/drawing/2014/main" id="{F03ABBD0-88DE-39A3-F976-7D95206E143C}"/>
              </a:ext>
            </a:extLst>
          </p:cNvPr>
          <p:cNvSpPr>
            <a:spLocks noGrp="1"/>
          </p:cNvSpPr>
          <p:nvPr>
            <p:ph type="sldNum" sz="quarter" idx="5"/>
          </p:nvPr>
        </p:nvSpPr>
        <p:spPr/>
        <p:txBody>
          <a:bodyPr/>
          <a:lstStyle/>
          <a:p>
            <a:fld id="{35BE1F5F-BEC2-48D5-A890-C07C79853E26}" type="slidenum">
              <a:rPr lang="en-GB" smtClean="0"/>
              <a:t>38</a:t>
            </a:fld>
            <a:endParaRPr lang="en-GB"/>
          </a:p>
        </p:txBody>
      </p:sp>
    </p:spTree>
    <p:extLst>
      <p:ext uri="{BB962C8B-B14F-4D97-AF65-F5344CB8AC3E}">
        <p14:creationId xmlns:p14="http://schemas.microsoft.com/office/powerpoint/2010/main" val="41194942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0C53-03B2-2843-881E-3BF1138B5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0B24D-8D96-53ED-DEF5-D869EC26FD6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393A99-EB71-7552-1DD2-DDE0F2775F58}"/>
              </a:ext>
            </a:extLst>
          </p:cNvPr>
          <p:cNvSpPr>
            <a:spLocks noGrp="1"/>
          </p:cNvSpPr>
          <p:nvPr>
            <p:ph type="body" idx="1"/>
          </p:nvPr>
        </p:nvSpPr>
        <p:spPr/>
        <p:txBody>
          <a:bodyPr/>
          <a:lstStyle/>
          <a:p>
            <a:r>
              <a:rPr lang="en-GB"/>
              <a:t>This older style of string formatting is still supported in Python 3, but it is </a:t>
            </a:r>
            <a:r>
              <a:rPr lang="en-GB" b="1"/>
              <a:t>deprecated</a:t>
            </a:r>
            <a:r>
              <a:rPr lang="en-GB"/>
              <a:t> and should be </a:t>
            </a:r>
            <a:r>
              <a:rPr lang="en-GB" b="1"/>
              <a:t>avoided in new code</a:t>
            </a:r>
            <a:r>
              <a:rPr lang="en-GB"/>
              <a:t> - and be removed in a future version of the language.</a:t>
            </a:r>
          </a:p>
          <a:p>
            <a:endParaRPr lang="en-GB"/>
          </a:p>
          <a:p>
            <a:r>
              <a:rPr lang="en-GB"/>
              <a:t>Many languages use the </a:t>
            </a:r>
            <a:r>
              <a:rPr lang="en-GB" sz="1200" b="1" kern="1200" err="1">
                <a:solidFill>
                  <a:schemeClr val="tx1"/>
                </a:solidFill>
                <a:latin typeface="+mn-lt"/>
                <a:ea typeface="+mn-ea"/>
                <a:cs typeface="+mn-cs"/>
              </a:rPr>
              <a:t>printf</a:t>
            </a:r>
            <a:r>
              <a:rPr lang="en-GB" b="1"/>
              <a:t> / </a:t>
            </a:r>
            <a:r>
              <a:rPr lang="en-GB" sz="1200" b="1" kern="1200" err="1">
                <a:solidFill>
                  <a:schemeClr val="tx1"/>
                </a:solidFill>
                <a:latin typeface="+mn-lt"/>
                <a:ea typeface="+mn-ea"/>
                <a:cs typeface="+mn-cs"/>
              </a:rPr>
              <a:t>scanf</a:t>
            </a:r>
            <a:r>
              <a:rPr lang="en-GB"/>
              <a:t> family of functions (originally from C). Python 2 adopted a similar approach by </a:t>
            </a:r>
            <a:r>
              <a:rPr lang="en-GB" b="1"/>
              <a:t>overloading the </a:t>
            </a:r>
            <a:r>
              <a:rPr lang="en-GB" sz="1200" b="1" kern="1200">
                <a:solidFill>
                  <a:schemeClr val="tx1"/>
                </a:solidFill>
                <a:latin typeface="+mn-lt"/>
                <a:ea typeface="+mn-ea"/>
                <a:cs typeface="+mn-cs"/>
              </a:rPr>
              <a:t>%</a:t>
            </a:r>
            <a:r>
              <a:rPr lang="en-GB" b="1"/>
              <a:t> operator</a:t>
            </a:r>
            <a:r>
              <a:rPr lang="en-GB"/>
              <a:t>. When mixing text, variables, and escape sequences, this provided more flexibility than </a:t>
            </a:r>
            <a:r>
              <a:rPr lang="en-GB" sz="1200" kern="1200">
                <a:solidFill>
                  <a:schemeClr val="tx1"/>
                </a:solidFill>
                <a:latin typeface="+mn-lt"/>
                <a:ea typeface="+mn-ea"/>
                <a:cs typeface="+mn-cs"/>
              </a:rPr>
              <a:t>print</a:t>
            </a:r>
            <a:r>
              <a:rPr lang="en-GB"/>
              <a:t>.</a:t>
            </a:r>
          </a:p>
          <a:p>
            <a:endParaRPr lang="en-GB"/>
          </a:p>
          <a:p>
            <a:r>
              <a:rPr lang="en-GB"/>
              <a:t>The general syntax of a format specifier is:   </a:t>
            </a:r>
            <a:r>
              <a:rPr lang="en-GB" sz="1200" kern="1200">
                <a:solidFill>
                  <a:schemeClr val="tx1"/>
                </a:solidFill>
                <a:latin typeface="+mn-lt"/>
                <a:ea typeface="+mn-ea"/>
                <a:cs typeface="+mn-cs"/>
              </a:rPr>
              <a:t>%[flag][width][.precision]letter</a:t>
            </a:r>
            <a:endParaRPr lang="en-GB"/>
          </a:p>
          <a:p>
            <a:r>
              <a:rPr lang="en-GB"/>
              <a:t>Where:</a:t>
            </a:r>
          </a:p>
          <a:p>
            <a:pPr lvl="1"/>
            <a:r>
              <a:rPr lang="en-GB" b="1"/>
              <a:t>flag</a:t>
            </a:r>
            <a:r>
              <a:rPr lang="en-GB"/>
              <a:t>  		specifies padding and sign options</a:t>
            </a:r>
          </a:p>
          <a:p>
            <a:pPr lvl="1"/>
            <a:r>
              <a:rPr lang="en-GB" b="1"/>
              <a:t>width</a:t>
            </a:r>
            <a:r>
              <a:rPr lang="en-GB"/>
              <a:t> 		defines the total field width</a:t>
            </a:r>
          </a:p>
          <a:p>
            <a:pPr lvl="1"/>
            <a:r>
              <a:rPr lang="en-GB" b="1"/>
              <a:t>.precision</a:t>
            </a:r>
            <a:r>
              <a:rPr lang="en-GB"/>
              <a:t> 	sets the number of decimal places for floats</a:t>
            </a:r>
          </a:p>
          <a:p>
            <a:pPr lvl="1"/>
            <a:r>
              <a:rPr lang="en-GB" b="1"/>
              <a:t>letter		</a:t>
            </a:r>
            <a:r>
              <a:rPr lang="en-GB"/>
              <a:t>indicates the data type (e.g., </a:t>
            </a:r>
            <a:r>
              <a:rPr lang="en-GB" kern="1200">
                <a:solidFill>
                  <a:schemeClr val="tx1"/>
                </a:solidFill>
                <a:latin typeface="+mn-lt"/>
                <a:ea typeface="+mn-ea"/>
                <a:cs typeface="+mn-cs"/>
              </a:rPr>
              <a:t>d</a:t>
            </a:r>
            <a:r>
              <a:rPr lang="en-GB"/>
              <a:t>, </a:t>
            </a:r>
            <a:r>
              <a:rPr lang="en-GB" kern="1200">
                <a:solidFill>
                  <a:schemeClr val="tx1"/>
                </a:solidFill>
                <a:latin typeface="+mn-lt"/>
                <a:ea typeface="+mn-ea"/>
                <a:cs typeface="+mn-cs"/>
              </a:rPr>
              <a:t>f</a:t>
            </a:r>
            <a:r>
              <a:rPr lang="en-GB"/>
              <a:t>, </a:t>
            </a:r>
            <a:r>
              <a:rPr lang="en-GB" kern="1200">
                <a:solidFill>
                  <a:schemeClr val="tx1"/>
                </a:solidFill>
                <a:latin typeface="+mn-lt"/>
                <a:ea typeface="+mn-ea"/>
                <a:cs typeface="+mn-cs"/>
              </a:rPr>
              <a:t>s</a:t>
            </a:r>
            <a:r>
              <a:rPr lang="en-GB"/>
              <a:t>, </a:t>
            </a:r>
            <a:r>
              <a:rPr lang="en-GB" kern="1200">
                <a:solidFill>
                  <a:schemeClr val="tx1"/>
                </a:solidFill>
                <a:latin typeface="+mn-lt"/>
                <a:ea typeface="+mn-ea"/>
                <a:cs typeface="+mn-cs"/>
              </a:rPr>
              <a:t>e</a:t>
            </a:r>
            <a:r>
              <a:rPr lang="en-GB"/>
              <a:t>)</a:t>
            </a:r>
          </a:p>
          <a:p>
            <a:endParaRPr lang="en-GB"/>
          </a:p>
          <a:p>
            <a:r>
              <a:rPr lang="en-GB"/>
              <a:t>To print a literal percent sign, use </a:t>
            </a:r>
            <a:r>
              <a:rPr lang="en-GB" sz="1200" b="1" kern="1200">
                <a:solidFill>
                  <a:schemeClr val="tx1"/>
                </a:solidFill>
                <a:latin typeface="+mn-lt"/>
                <a:ea typeface="+mn-ea"/>
                <a:cs typeface="+mn-cs"/>
              </a:rPr>
              <a:t>%%</a:t>
            </a:r>
            <a:r>
              <a:rPr lang="en-GB"/>
              <a:t>. Only the most common specifiers are typically used - refer to the online documentation for the full </a:t>
            </a:r>
            <a:r>
              <a:rPr lang="en-GB" err="1"/>
              <a:t>list.Floating</a:t>
            </a:r>
            <a:r>
              <a:rPr lang="en-GB"/>
              <a:t>-point values are </a:t>
            </a:r>
            <a:r>
              <a:rPr lang="en-GB" b="1"/>
              <a:t>rounded automatically</a:t>
            </a:r>
            <a:r>
              <a:rPr lang="en-GB"/>
              <a:t>, though the rounding algorithm may differ from what you expect. For critical cases (such as financial calculations), it’s best to implement a </a:t>
            </a:r>
            <a:r>
              <a:rPr lang="en-GB" b="1"/>
              <a:t>custom rounding method</a:t>
            </a:r>
            <a:r>
              <a:rPr lang="en-GB"/>
              <a:t> rather than rely on </a:t>
            </a:r>
            <a:r>
              <a:rPr lang="en-GB" sz="1200" kern="1200">
                <a:solidFill>
                  <a:schemeClr val="tx1"/>
                </a:solidFill>
                <a:latin typeface="+mn-lt"/>
                <a:ea typeface="+mn-ea"/>
                <a:cs typeface="+mn-cs"/>
              </a:rPr>
              <a:t>%</a:t>
            </a:r>
            <a:r>
              <a:rPr lang="en-GB"/>
              <a:t>.</a:t>
            </a:r>
          </a:p>
        </p:txBody>
      </p:sp>
      <p:sp>
        <p:nvSpPr>
          <p:cNvPr id="4" name="Slide Number Placeholder 3">
            <a:extLst>
              <a:ext uri="{FF2B5EF4-FFF2-40B4-BE49-F238E27FC236}">
                <a16:creationId xmlns:a16="http://schemas.microsoft.com/office/drawing/2014/main" id="{57449AEA-010C-6D0E-B42F-F338A3F48753}"/>
              </a:ext>
            </a:extLst>
          </p:cNvPr>
          <p:cNvSpPr>
            <a:spLocks noGrp="1"/>
          </p:cNvSpPr>
          <p:nvPr>
            <p:ph type="sldNum" sz="quarter" idx="5"/>
          </p:nvPr>
        </p:nvSpPr>
        <p:spPr/>
        <p:txBody>
          <a:bodyPr/>
          <a:lstStyle/>
          <a:p>
            <a:fld id="{35BE1F5F-BEC2-48D5-A890-C07C79853E26}" type="slidenum">
              <a:rPr lang="en-GB" smtClean="0"/>
              <a:t>39</a:t>
            </a:fld>
            <a:endParaRPr lang="en-GB"/>
          </a:p>
        </p:txBody>
      </p:sp>
    </p:spTree>
    <p:extLst>
      <p:ext uri="{BB962C8B-B14F-4D97-AF65-F5344CB8AC3E}">
        <p14:creationId xmlns:p14="http://schemas.microsoft.com/office/powerpoint/2010/main" val="804071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a:t>These are the same examples used in a previous slide, but using Python 2 syntax and the % operator to format strings. Those with experience of the </a:t>
            </a:r>
            <a:r>
              <a:rPr lang="en-GB" err="1"/>
              <a:t>printf</a:t>
            </a:r>
            <a:r>
              <a:rPr lang="en-GB"/>
              <a:t> from C and Java will find the syntax quite familiar.</a:t>
            </a:r>
          </a:p>
        </p:txBody>
      </p:sp>
      <p:sp>
        <p:nvSpPr>
          <p:cNvPr id="4" name="Slide Number Placeholder 3"/>
          <p:cNvSpPr>
            <a:spLocks noGrp="1"/>
          </p:cNvSpPr>
          <p:nvPr>
            <p:ph type="sldNum" sz="quarter" idx="5"/>
          </p:nvPr>
        </p:nvSpPr>
        <p:spPr/>
        <p:txBody>
          <a:bodyPr/>
          <a:lstStyle/>
          <a:p>
            <a:fld id="{35BE1F5F-BEC2-48D5-A890-C07C79853E26}" type="slidenum">
              <a:rPr lang="en-GB" smtClean="0"/>
              <a:t>40</a:t>
            </a:fld>
            <a:endParaRPr lang="en-GB"/>
          </a:p>
        </p:txBody>
      </p:sp>
    </p:spTree>
    <p:extLst>
      <p:ext uri="{BB962C8B-B14F-4D97-AF65-F5344CB8AC3E}">
        <p14:creationId xmlns:p14="http://schemas.microsoft.com/office/powerpoint/2010/main" val="17058609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520700" y="989013"/>
            <a:ext cx="5602288" cy="3152775"/>
          </a:xfrm>
          <a:noFill/>
          <a:ln>
            <a:solidFill>
              <a:srgbClr val="000000"/>
            </a:solidFill>
            <a:miter lim="800000"/>
            <a:headEnd/>
            <a:tailEnd/>
          </a:ln>
        </p:spPr>
        <p:txBody>
          <a:bodyPr/>
          <a:lstStyle/>
          <a:p>
            <a:endParaRPr lang="en-US"/>
          </a:p>
        </p:txBody>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latin typeface="Arial" charset="0"/>
              <a:cs typeface="Arial" charset="0"/>
            </a:endParaRPr>
          </a:p>
        </p:txBody>
      </p:sp>
    </p:spTree>
    <p:extLst>
      <p:ext uri="{BB962C8B-B14F-4D97-AF65-F5344CB8AC3E}">
        <p14:creationId xmlns:p14="http://schemas.microsoft.com/office/powerpoint/2010/main" val="25532513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3"/>
          <p:cNvSpPr>
            <a:spLocks noGrp="1" noChangeArrowheads="1"/>
          </p:cNvSpPr>
          <p:nvPr>
            <p:ph type="body" idx="1"/>
          </p:nvPr>
        </p:nvSpPr>
        <p:spPr/>
        <p:txBody>
          <a:bodyPr/>
          <a:lstStyle/>
          <a:p>
            <a:r>
              <a:rPr lang="en-GB"/>
              <a:t>This chapter discusses more basic building blocks of a Python program - its container variable types, collectively known as collections. </a:t>
            </a:r>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362716432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b="1"/>
              <a:t>Strings, Lists, and Tuples</a:t>
            </a:r>
            <a:r>
              <a:rPr lang="en-GB"/>
              <a:t> are </a:t>
            </a:r>
            <a:r>
              <a:rPr lang="en-GB" b="1"/>
              <a:t>ordered collections</a:t>
            </a:r>
            <a:r>
              <a:rPr lang="en-GB"/>
              <a:t> of objects, often referred to as </a:t>
            </a:r>
            <a:r>
              <a:rPr lang="en-GB" b="1"/>
              <a:t>sequences</a:t>
            </a:r>
            <a:r>
              <a:rPr lang="en-GB"/>
              <a:t>.</a:t>
            </a:r>
          </a:p>
          <a:p>
            <a:endParaRPr lang="en-GB"/>
          </a:p>
          <a:p>
            <a:r>
              <a:rPr lang="en-GB"/>
              <a:t>The </a:t>
            </a:r>
            <a:r>
              <a:rPr lang="en-GB" sz="1200" kern="1200">
                <a:solidFill>
                  <a:schemeClr val="tx1"/>
                </a:solidFill>
                <a:latin typeface="+mn-lt"/>
                <a:ea typeface="+mn-ea"/>
                <a:cs typeface="+mn-cs"/>
              </a:rPr>
              <a:t>bytes</a:t>
            </a:r>
            <a:r>
              <a:rPr lang="en-GB"/>
              <a:t> and </a:t>
            </a:r>
            <a:r>
              <a:rPr lang="en-GB" sz="1200" kern="1200" err="1">
                <a:solidFill>
                  <a:schemeClr val="tx1"/>
                </a:solidFill>
                <a:latin typeface="+mn-lt"/>
                <a:ea typeface="+mn-ea"/>
                <a:cs typeface="+mn-cs"/>
              </a:rPr>
              <a:t>bytearray</a:t>
            </a:r>
            <a:r>
              <a:rPr lang="en-GB"/>
              <a:t> types (introduced in Python 2.6) are used for raw binary data. They behave similarly to strings - supporting many of the same methods and allowing element access via indexing (</a:t>
            </a:r>
            <a:r>
              <a:rPr lang="en-GB" sz="1200" kern="1200">
                <a:solidFill>
                  <a:schemeClr val="tx1"/>
                </a:solidFill>
                <a:latin typeface="+mn-lt"/>
                <a:ea typeface="+mn-ea"/>
                <a:cs typeface="+mn-cs"/>
              </a:rPr>
              <a:t>[]</a:t>
            </a:r>
            <a:r>
              <a:rPr lang="en-GB"/>
              <a:t>) - but store 8-bit unsigned integers in the range 0–255.</a:t>
            </a:r>
          </a:p>
          <a:p>
            <a:endParaRPr lang="en-GB"/>
          </a:p>
          <a:p>
            <a:r>
              <a:rPr lang="en-GB"/>
              <a:t>Dictionaries are key–value collections, comparable to associative arrays in AWK and PHP, or hashes in Perl and Ruby.</a:t>
            </a:r>
          </a:p>
          <a:p>
            <a:endParaRPr lang="en-GB"/>
          </a:p>
          <a:p>
            <a:r>
              <a:rPr lang="en-GB"/>
              <a:t>Sets, introduced in Python 2.4, store unique, unordered elements and support standard mathematical set operations.</a:t>
            </a:r>
          </a:p>
          <a:p>
            <a:endParaRPr lang="en-GB"/>
          </a:p>
          <a:p>
            <a:r>
              <a:rPr lang="en-GB"/>
              <a:t>The </a:t>
            </a:r>
            <a:r>
              <a:rPr lang="en-GB" sz="1200" kern="1200">
                <a:solidFill>
                  <a:schemeClr val="tx1"/>
                </a:solidFill>
                <a:latin typeface="+mn-lt"/>
                <a:ea typeface="+mn-ea"/>
                <a:cs typeface="+mn-cs"/>
              </a:rPr>
              <a:t>collections</a:t>
            </a:r>
            <a:r>
              <a:rPr lang="en-GB"/>
              <a:t> module in the Python Standard Library provides enhanced container types, such as </a:t>
            </a:r>
            <a:r>
              <a:rPr lang="en-GB" sz="1200" kern="1200">
                <a:solidFill>
                  <a:schemeClr val="tx1"/>
                </a:solidFill>
                <a:latin typeface="+mn-lt"/>
                <a:ea typeface="+mn-ea"/>
                <a:cs typeface="+mn-cs"/>
              </a:rPr>
              <a:t>deque</a:t>
            </a:r>
            <a:r>
              <a:rPr lang="en-GB"/>
              <a:t>, </a:t>
            </a:r>
            <a:r>
              <a:rPr lang="en-GB" sz="1200" kern="1200">
                <a:solidFill>
                  <a:schemeClr val="tx1"/>
                </a:solidFill>
                <a:latin typeface="+mn-lt"/>
                <a:ea typeface="+mn-ea"/>
                <a:cs typeface="+mn-cs"/>
              </a:rPr>
              <a:t>Counter</a:t>
            </a:r>
            <a:r>
              <a:rPr lang="en-GB"/>
              <a:t>, and </a:t>
            </a:r>
            <a:r>
              <a:rPr lang="en-GB" sz="1200" kern="1200" err="1">
                <a:solidFill>
                  <a:schemeClr val="tx1"/>
                </a:solidFill>
                <a:latin typeface="+mn-lt"/>
                <a:ea typeface="+mn-ea"/>
                <a:cs typeface="+mn-cs"/>
              </a:rPr>
              <a:t>OrderedDict</a:t>
            </a:r>
            <a:r>
              <a:rPr lang="en-GB"/>
              <a:t> (added in Python 3.1).</a:t>
            </a:r>
          </a:p>
          <a:p>
            <a:endParaRPr lang="en-GB"/>
          </a:p>
          <a:p>
            <a:r>
              <a:rPr lang="en-GB"/>
              <a:t>From Python 3.6 (</a:t>
            </a:r>
            <a:r>
              <a:rPr lang="en-GB" err="1"/>
              <a:t>CPython</a:t>
            </a:r>
            <a:r>
              <a:rPr lang="en-GB"/>
              <a:t>), dictionaries maintain insertion order, and as of Python 3.7, this behaviour became an official language feature.</a:t>
            </a:r>
          </a:p>
          <a:p>
            <a:endParaRPr lang="en-GB"/>
          </a:p>
          <a:p>
            <a:endParaRPr lang="en-GB"/>
          </a:p>
        </p:txBody>
      </p:sp>
      <p:sp>
        <p:nvSpPr>
          <p:cNvPr id="4" name="Slide Number Placeholder 3"/>
          <p:cNvSpPr>
            <a:spLocks noGrp="1"/>
          </p:cNvSpPr>
          <p:nvPr>
            <p:ph type="sldNum" sz="quarter" idx="5"/>
          </p:nvPr>
        </p:nvSpPr>
        <p:spPr/>
        <p:txBody>
          <a:bodyPr/>
          <a:lstStyle/>
          <a:p>
            <a:fld id="{35BE1F5F-BEC2-48D5-A890-C07C79853E26}" type="slidenum">
              <a:rPr lang="en-GB" smtClean="0"/>
              <a:t>43</a:t>
            </a:fld>
            <a:endParaRPr lang="en-GB"/>
          </a:p>
        </p:txBody>
      </p:sp>
    </p:spTree>
    <p:extLst>
      <p:ext uri="{BB962C8B-B14F-4D97-AF65-F5344CB8AC3E}">
        <p14:creationId xmlns:p14="http://schemas.microsoft.com/office/powerpoint/2010/main" val="37964953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a:t>The example code produces the following output</a:t>
            </a:r>
          </a:p>
          <a:p>
            <a:pPr lvl="1"/>
            <a:r>
              <a:rPr lang="en-US">
                <a:latin typeface="Courier New"/>
                <a:cs typeface="Courier New"/>
              </a:rPr>
              <a:t>min:   3 max: 99</a:t>
            </a:r>
          </a:p>
          <a:p>
            <a:pPr lvl="1"/>
            <a:r>
              <a:rPr lang="en-US">
                <a:latin typeface="Courier New"/>
                <a:cs typeface="Courier New"/>
              </a:rPr>
              <a:t>sum:  270.142</a:t>
            </a:r>
          </a:p>
          <a:p>
            <a:pPr lvl="1"/>
            <a:r>
              <a:rPr lang="en-US">
                <a:latin typeface="Courier New"/>
                <a:cs typeface="Courier New"/>
              </a:rPr>
              <a:t>min:   </a:t>
            </a:r>
            <a:r>
              <a:rPr lang="en-US" err="1">
                <a:latin typeface="Courier New"/>
                <a:cs typeface="Courier New"/>
              </a:rPr>
              <a:t>dave</a:t>
            </a:r>
            <a:r>
              <a:rPr lang="en-US">
                <a:latin typeface="Courier New"/>
                <a:cs typeface="Courier New"/>
              </a:rPr>
              <a:t> max: </a:t>
            </a:r>
            <a:r>
              <a:rPr lang="en-US" err="1">
                <a:latin typeface="Courier New"/>
                <a:cs typeface="Courier New"/>
              </a:rPr>
              <a:t>jim</a:t>
            </a:r>
            <a:endParaRPr lang="en-US">
              <a:latin typeface="Courier New"/>
              <a:cs typeface="Courier New"/>
            </a:endParaRPr>
          </a:p>
          <a:p>
            <a:r>
              <a:rPr lang="en-US"/>
              <a:t>Range objects can also be included in the list of sequence types.</a:t>
            </a:r>
          </a:p>
          <a:p>
            <a:endParaRPr lang="en-US"/>
          </a:p>
          <a:p>
            <a:r>
              <a:rPr lang="en-GB"/>
              <a:t>The </a:t>
            </a:r>
            <a:r>
              <a:rPr lang="en-GB" sz="1200" b="1" kern="1200">
                <a:solidFill>
                  <a:schemeClr val="tx1"/>
                </a:solidFill>
                <a:latin typeface="+mn-lt"/>
                <a:ea typeface="+mn-ea"/>
                <a:cs typeface="+mn-cs"/>
              </a:rPr>
              <a:t>sum()</a:t>
            </a:r>
            <a:r>
              <a:rPr lang="en-GB"/>
              <a:t> function supports an optional second argument, </a:t>
            </a:r>
            <a:r>
              <a:rPr lang="en-GB" sz="1200" b="1" kern="1200">
                <a:solidFill>
                  <a:schemeClr val="tx1"/>
                </a:solidFill>
                <a:latin typeface="+mn-lt"/>
                <a:ea typeface="+mn-ea"/>
                <a:cs typeface="+mn-cs"/>
              </a:rPr>
              <a:t>start</a:t>
            </a:r>
            <a:r>
              <a:rPr lang="en-GB"/>
              <a:t>, which specifies an initial value for the sum (default is </a:t>
            </a:r>
            <a:r>
              <a:rPr lang="en-GB" sz="1200" kern="1200">
                <a:solidFill>
                  <a:schemeClr val="tx1"/>
                </a:solidFill>
                <a:latin typeface="+mn-lt"/>
                <a:ea typeface="+mn-ea"/>
                <a:cs typeface="+mn-cs"/>
              </a:rPr>
              <a:t>0</a:t>
            </a:r>
            <a:r>
              <a:rPr lang="en-GB"/>
              <a:t>).</a:t>
            </a:r>
          </a:p>
          <a:p>
            <a:endParaRPr lang="en-GB"/>
          </a:p>
          <a:p>
            <a:r>
              <a:rPr lang="en-GB"/>
              <a:t>The </a:t>
            </a:r>
            <a:r>
              <a:rPr lang="en-GB" sz="1200" b="1" kern="1200" err="1">
                <a:solidFill>
                  <a:schemeClr val="tx1"/>
                </a:solidFill>
                <a:latin typeface="+mn-lt"/>
                <a:ea typeface="+mn-ea"/>
                <a:cs typeface="+mn-cs"/>
              </a:rPr>
              <a:t>len</a:t>
            </a:r>
            <a:r>
              <a:rPr lang="en-GB" sz="1200" b="1" kern="1200">
                <a:solidFill>
                  <a:schemeClr val="tx1"/>
                </a:solidFill>
                <a:latin typeface="+mn-lt"/>
                <a:ea typeface="+mn-ea"/>
                <a:cs typeface="+mn-cs"/>
              </a:rPr>
              <a:t>()</a:t>
            </a:r>
            <a:r>
              <a:rPr lang="en-GB"/>
              <a:t> function returns the </a:t>
            </a:r>
            <a:r>
              <a:rPr lang="en-GB" b="1"/>
              <a:t>number of characters</a:t>
            </a:r>
            <a:r>
              <a:rPr lang="en-GB"/>
              <a:t> in a string, and the </a:t>
            </a:r>
            <a:r>
              <a:rPr lang="en-GB" b="1"/>
              <a:t>number of bytes</a:t>
            </a:r>
            <a:r>
              <a:rPr lang="en-GB"/>
              <a:t> in a bytes object.</a:t>
            </a:r>
          </a:p>
          <a:p>
            <a:endParaRPr lang="en-US"/>
          </a:p>
          <a:p>
            <a:r>
              <a:rPr lang="en-US"/>
              <a:t>For example:</a:t>
            </a:r>
            <a:endParaRPr lang="en-US" baseline="0"/>
          </a:p>
          <a:p>
            <a:pPr lvl="1"/>
            <a:r>
              <a:rPr lang="en-US" err="1">
                <a:latin typeface="Courier New"/>
                <a:cs typeface="Courier New"/>
              </a:rPr>
              <a:t>mys</a:t>
            </a:r>
            <a:r>
              <a:rPr lang="en-US">
                <a:latin typeface="Courier New"/>
                <a:cs typeface="Courier New"/>
              </a:rPr>
              <a:t> = </a:t>
            </a:r>
            <a:r>
              <a:rPr lang="en-US" err="1">
                <a:latin typeface="Courier New"/>
                <a:cs typeface="Courier New"/>
              </a:rPr>
              <a:t>chr</a:t>
            </a:r>
            <a:r>
              <a:rPr lang="en-US">
                <a:latin typeface="Courier New"/>
                <a:cs typeface="Courier New"/>
              </a:rPr>
              <a:t>(0x20ac)</a:t>
            </a:r>
          </a:p>
          <a:p>
            <a:pPr lvl="1"/>
            <a:r>
              <a:rPr lang="en-US">
                <a:latin typeface="Courier New"/>
                <a:cs typeface="Courier New"/>
              </a:rPr>
              <a:t>print(</a:t>
            </a:r>
            <a:r>
              <a:rPr lang="en-US" err="1">
                <a:latin typeface="Courier New"/>
                <a:cs typeface="Courier New"/>
              </a:rPr>
              <a:t>mys</a:t>
            </a:r>
            <a:r>
              <a:rPr lang="en-US">
                <a:latin typeface="Courier New"/>
                <a:cs typeface="Courier New"/>
              </a:rPr>
              <a:t>, </a:t>
            </a:r>
            <a:r>
              <a:rPr lang="en-US" err="1">
                <a:latin typeface="Courier New"/>
                <a:cs typeface="Courier New"/>
              </a:rPr>
              <a:t>len</a:t>
            </a:r>
            <a:r>
              <a:rPr lang="en-US">
                <a:latin typeface="Courier New"/>
                <a:cs typeface="Courier New"/>
              </a:rPr>
              <a:t>(</a:t>
            </a:r>
            <a:r>
              <a:rPr lang="en-US" err="1">
                <a:latin typeface="Courier New"/>
                <a:cs typeface="Courier New"/>
              </a:rPr>
              <a:t>mys</a:t>
            </a:r>
            <a:r>
              <a:rPr lang="en-US">
                <a:latin typeface="Courier New"/>
                <a:cs typeface="Courier New"/>
              </a:rPr>
              <a:t>))</a:t>
            </a:r>
          </a:p>
          <a:p>
            <a:pPr lvl="1"/>
            <a:r>
              <a:rPr lang="en-US" err="1">
                <a:latin typeface="Courier New"/>
                <a:cs typeface="Courier New"/>
              </a:rPr>
              <a:t>myb</a:t>
            </a:r>
            <a:r>
              <a:rPr lang="en-US">
                <a:latin typeface="Courier New"/>
                <a:cs typeface="Courier New"/>
              </a:rPr>
              <a:t> = </a:t>
            </a:r>
            <a:r>
              <a:rPr lang="en-US" err="1">
                <a:latin typeface="Courier New"/>
                <a:cs typeface="Courier New"/>
              </a:rPr>
              <a:t>mys.encode</a:t>
            </a:r>
            <a:r>
              <a:rPr lang="en-US">
                <a:latin typeface="Courier New"/>
                <a:cs typeface="Courier New"/>
              </a:rPr>
              <a:t>()</a:t>
            </a:r>
          </a:p>
          <a:p>
            <a:pPr lvl="1"/>
            <a:r>
              <a:rPr lang="en-US">
                <a:latin typeface="Courier New"/>
                <a:cs typeface="Courier New"/>
              </a:rPr>
              <a:t>print(</a:t>
            </a:r>
            <a:r>
              <a:rPr lang="en-US" err="1">
                <a:latin typeface="Courier New"/>
                <a:cs typeface="Courier New"/>
              </a:rPr>
              <a:t>myb</a:t>
            </a:r>
            <a:r>
              <a:rPr lang="en-US">
                <a:latin typeface="Courier New"/>
                <a:cs typeface="Courier New"/>
              </a:rPr>
              <a:t>, </a:t>
            </a:r>
            <a:r>
              <a:rPr lang="en-US" err="1">
                <a:latin typeface="Courier New"/>
                <a:cs typeface="Courier New"/>
              </a:rPr>
              <a:t>len</a:t>
            </a:r>
            <a:r>
              <a:rPr lang="en-US">
                <a:latin typeface="Courier New"/>
                <a:cs typeface="Courier New"/>
              </a:rPr>
              <a:t>(</a:t>
            </a:r>
            <a:r>
              <a:rPr lang="en-US" err="1">
                <a:latin typeface="Courier New"/>
                <a:cs typeface="Courier New"/>
              </a:rPr>
              <a:t>myb</a:t>
            </a:r>
            <a:r>
              <a:rPr lang="en-US">
                <a:latin typeface="Courier New"/>
                <a:cs typeface="Courier New"/>
              </a:rPr>
              <a:t>))</a:t>
            </a:r>
          </a:p>
          <a:p>
            <a:r>
              <a:rPr lang="en-US" baseline="0"/>
              <a:t>Gives:</a:t>
            </a:r>
          </a:p>
          <a:p>
            <a:pPr lvl="1"/>
            <a:r>
              <a:rPr lang="en-US">
                <a:latin typeface="Courier New"/>
                <a:cs typeface="Courier New"/>
              </a:rPr>
              <a:t>€ 1</a:t>
            </a:r>
          </a:p>
          <a:p>
            <a:pPr lvl="1"/>
            <a:r>
              <a:rPr lang="fr-FR">
                <a:latin typeface="Courier New"/>
                <a:cs typeface="Courier New"/>
              </a:rPr>
              <a:t>b'\xe2\x82\</a:t>
            </a:r>
            <a:r>
              <a:rPr lang="fr-FR" err="1">
                <a:latin typeface="Courier New"/>
                <a:cs typeface="Courier New"/>
              </a:rPr>
              <a:t>xac</a:t>
            </a:r>
            <a:r>
              <a:rPr lang="fr-FR">
                <a:latin typeface="Courier New"/>
                <a:cs typeface="Courier New"/>
              </a:rPr>
              <a:t>' 3</a:t>
            </a:r>
          </a:p>
          <a:p>
            <a:endParaRPr lang="en-US" baseline="0"/>
          </a:p>
          <a:p>
            <a:endParaRPr lang="en-US"/>
          </a:p>
        </p:txBody>
      </p:sp>
    </p:spTree>
    <p:extLst>
      <p:ext uri="{BB962C8B-B14F-4D97-AF65-F5344CB8AC3E}">
        <p14:creationId xmlns:p14="http://schemas.microsoft.com/office/powerpoint/2010/main" val="25589036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Rectangle 2"/>
          <p:cNvSpPr>
            <a:spLocks noGrp="1" noRot="1" noChangeAspect="1" noChangeArrowheads="1" noTextEdit="1"/>
          </p:cNvSpPr>
          <p:nvPr>
            <p:ph type="sldImg"/>
          </p:nvPr>
        </p:nvSpPr>
        <p:spPr>
          <a:ln/>
        </p:spPr>
        <p:txBody>
          <a:bodyPr/>
          <a:lstStyle/>
          <a:p>
            <a:endParaRPr lang="en-US"/>
          </a:p>
        </p:txBody>
      </p:sp>
      <p:sp>
        <p:nvSpPr>
          <p:cNvPr id="2970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Tuple elements can be </a:t>
            </a:r>
            <a:r>
              <a:rPr lang="en-GB" b="1"/>
              <a:t>assigned to named variables</a:t>
            </a:r>
            <a:r>
              <a:rPr lang="en-GB"/>
              <a:t>, allowing easy unpacking and swapping. In the example shown, two variables (</a:t>
            </a:r>
            <a:r>
              <a:rPr lang="en-GB" sz="1200" kern="1200">
                <a:solidFill>
                  <a:schemeClr val="tx1"/>
                </a:solidFill>
                <a:latin typeface="+mn-lt"/>
                <a:ea typeface="+mn-ea"/>
                <a:cs typeface="+mn-cs"/>
              </a:rPr>
              <a:t>a</a:t>
            </a:r>
            <a:r>
              <a:rPr lang="en-GB"/>
              <a:t> and </a:t>
            </a:r>
            <a:r>
              <a:rPr lang="en-GB" sz="1200" kern="1200">
                <a:solidFill>
                  <a:schemeClr val="tx1"/>
                </a:solidFill>
                <a:latin typeface="+mn-lt"/>
                <a:ea typeface="+mn-ea"/>
                <a:cs typeface="+mn-cs"/>
              </a:rPr>
              <a:t>b</a:t>
            </a:r>
            <a:r>
              <a:rPr lang="en-GB"/>
              <a:t>) are swapped - but the same technique can be used with any number of variables. This is simply a </a:t>
            </a:r>
            <a:r>
              <a:rPr lang="en-GB" b="1"/>
              <a:t>tuple assignment</a:t>
            </a:r>
            <a:r>
              <a:rPr lang="en-GB"/>
              <a:t>, not a modification of the tuple itself. </a:t>
            </a:r>
            <a:r>
              <a:rPr lang="en-GB" b="0"/>
              <a:t>The number of variables on the left must match the number of values on the right. Parentheses are optional, so the statement:</a:t>
            </a:r>
          </a:p>
          <a:p>
            <a:pPr lvl="1"/>
            <a:r>
              <a:rPr lang="en-GB" sz="1200" kern="1200">
                <a:solidFill>
                  <a:schemeClr val="tx1"/>
                </a:solidFill>
                <a:latin typeface="+mn-lt"/>
                <a:ea typeface="+mn-ea"/>
                <a:cs typeface="+mn-cs"/>
              </a:rPr>
              <a:t>(a, b) = (b, a)</a:t>
            </a:r>
          </a:p>
          <a:p>
            <a:r>
              <a:rPr lang="en-GB"/>
              <a:t>can also be written as:</a:t>
            </a:r>
          </a:p>
          <a:p>
            <a:pPr lvl="1"/>
            <a:r>
              <a:rPr lang="en-GB" sz="1200" kern="1200">
                <a:solidFill>
                  <a:schemeClr val="tx1"/>
                </a:solidFill>
                <a:latin typeface="+mn-lt"/>
                <a:ea typeface="+mn-ea"/>
                <a:cs typeface="+mn-cs"/>
              </a:rPr>
              <a:t>a, b = b, a</a:t>
            </a:r>
          </a:p>
          <a:p>
            <a:r>
              <a:rPr lang="en-GB"/>
              <a:t>The next example assigns three variables from a </a:t>
            </a:r>
            <a:r>
              <a:rPr lang="en-GB" sz="1200" kern="1200">
                <a:solidFill>
                  <a:schemeClr val="tx1"/>
                </a:solidFill>
                <a:latin typeface="+mn-lt"/>
                <a:ea typeface="+mn-ea"/>
                <a:cs typeface="+mn-cs"/>
              </a:rPr>
              <a:t>range()</a:t>
            </a:r>
            <a:r>
              <a:rPr lang="en-GB"/>
              <a:t>:</a:t>
            </a:r>
          </a:p>
          <a:p>
            <a:pPr lvl="1"/>
            <a:r>
              <a:rPr lang="en-GB" sz="1200" kern="1200">
                <a:solidFill>
                  <a:schemeClr val="tx1"/>
                </a:solidFill>
                <a:latin typeface="+mn-lt"/>
                <a:ea typeface="+mn-ea"/>
                <a:cs typeface="+mn-cs"/>
              </a:rPr>
              <a:t>gouda, edam, </a:t>
            </a:r>
            <a:r>
              <a:rPr lang="en-GB" sz="1200" kern="1200" err="1">
                <a:solidFill>
                  <a:schemeClr val="tx1"/>
                </a:solidFill>
                <a:latin typeface="+mn-lt"/>
                <a:ea typeface="+mn-ea"/>
                <a:cs typeface="+mn-cs"/>
              </a:rPr>
              <a:t>caithness</a:t>
            </a:r>
            <a:r>
              <a:rPr lang="en-GB" sz="1200" kern="1200">
                <a:solidFill>
                  <a:schemeClr val="tx1"/>
                </a:solidFill>
                <a:latin typeface="+mn-lt"/>
                <a:ea typeface="+mn-ea"/>
                <a:cs typeface="+mn-cs"/>
              </a:rPr>
              <a:t> = range(3)</a:t>
            </a:r>
          </a:p>
          <a:p>
            <a:r>
              <a:rPr lang="en-GB"/>
              <a:t>Here, </a:t>
            </a:r>
            <a:r>
              <a:rPr lang="en-GB" sz="1200" kern="1200">
                <a:solidFill>
                  <a:schemeClr val="tx1"/>
                </a:solidFill>
                <a:latin typeface="+mn-lt"/>
                <a:ea typeface="+mn-ea"/>
                <a:cs typeface="+mn-cs"/>
              </a:rPr>
              <a:t>gouda = 0</a:t>
            </a:r>
            <a:r>
              <a:rPr lang="en-GB"/>
              <a:t>, </a:t>
            </a:r>
            <a:r>
              <a:rPr lang="en-GB" sz="1200" kern="1200">
                <a:solidFill>
                  <a:schemeClr val="tx1"/>
                </a:solidFill>
                <a:latin typeface="+mn-lt"/>
                <a:ea typeface="+mn-ea"/>
                <a:cs typeface="+mn-cs"/>
              </a:rPr>
              <a:t>edam = 1</a:t>
            </a:r>
            <a:r>
              <a:rPr lang="en-GB"/>
              <a:t>, and </a:t>
            </a:r>
            <a:r>
              <a:rPr lang="en-GB" sz="1200" kern="1200" err="1">
                <a:solidFill>
                  <a:schemeClr val="tx1"/>
                </a:solidFill>
                <a:latin typeface="+mn-lt"/>
                <a:ea typeface="+mn-ea"/>
                <a:cs typeface="+mn-cs"/>
              </a:rPr>
              <a:t>caithness</a:t>
            </a:r>
            <a:r>
              <a:rPr lang="en-GB" sz="1200" kern="1200">
                <a:solidFill>
                  <a:schemeClr val="tx1"/>
                </a:solidFill>
                <a:latin typeface="+mn-lt"/>
                <a:ea typeface="+mn-ea"/>
                <a:cs typeface="+mn-cs"/>
              </a:rPr>
              <a:t> = 2</a:t>
            </a:r>
            <a:r>
              <a:rPr lang="en-GB"/>
              <a:t>.</a:t>
            </a:r>
          </a:p>
          <a:p>
            <a:endParaRPr lang="en-GB"/>
          </a:p>
          <a:p>
            <a:r>
              <a:rPr lang="en-GB"/>
              <a:t>Tuples (as well as strings and lists) can be </a:t>
            </a:r>
            <a:r>
              <a:rPr lang="en-GB" b="1"/>
              <a:t>repeated</a:t>
            </a:r>
            <a:r>
              <a:rPr lang="en-GB"/>
              <a:t> using the </a:t>
            </a:r>
            <a:r>
              <a:rPr lang="en-GB" sz="1200" kern="1200">
                <a:solidFill>
                  <a:schemeClr val="tx1"/>
                </a:solidFill>
                <a:latin typeface="+mn-lt"/>
                <a:ea typeface="+mn-ea"/>
                <a:cs typeface="+mn-cs"/>
              </a:rPr>
              <a:t>*</a:t>
            </a:r>
            <a:r>
              <a:rPr lang="en-GB"/>
              <a:t> operator. For example,</a:t>
            </a:r>
          </a:p>
          <a:p>
            <a:r>
              <a:rPr lang="en-GB" sz="1200" kern="1200">
                <a:solidFill>
                  <a:schemeClr val="tx1"/>
                </a:solidFill>
                <a:latin typeface="+mn-lt"/>
                <a:ea typeface="+mn-ea"/>
                <a:cs typeface="+mn-cs"/>
              </a:rPr>
              <a:t>	another = </a:t>
            </a:r>
            <a:r>
              <a:rPr lang="en-GB" sz="1200" kern="1200" err="1">
                <a:solidFill>
                  <a:schemeClr val="tx1"/>
                </a:solidFill>
                <a:latin typeface="+mn-lt"/>
                <a:ea typeface="+mn-ea"/>
                <a:cs typeface="+mn-cs"/>
              </a:rPr>
              <a:t>mytuple</a:t>
            </a:r>
            <a:r>
              <a:rPr lang="en-GB" sz="1200" kern="1200">
                <a:solidFill>
                  <a:schemeClr val="tx1"/>
                </a:solidFill>
                <a:latin typeface="+mn-lt"/>
                <a:ea typeface="+mn-ea"/>
                <a:cs typeface="+mn-cs"/>
              </a:rPr>
              <a:t> * 4</a:t>
            </a:r>
          </a:p>
          <a:p>
            <a:r>
              <a:rPr lang="en-GB"/>
              <a:t>creates a tuple with the contents of </a:t>
            </a:r>
            <a:r>
              <a:rPr lang="en-GB" sz="1200" kern="1200" err="1">
                <a:solidFill>
                  <a:schemeClr val="tx1"/>
                </a:solidFill>
                <a:latin typeface="+mn-lt"/>
                <a:ea typeface="+mn-ea"/>
                <a:cs typeface="+mn-cs"/>
              </a:rPr>
              <a:t>mytuple</a:t>
            </a:r>
            <a:r>
              <a:rPr lang="en-GB"/>
              <a:t> repeated four times.</a:t>
            </a:r>
          </a:p>
          <a:p>
            <a:endParaRPr lang="en-GB"/>
          </a:p>
          <a:p>
            <a:r>
              <a:rPr lang="en-GB" b="0"/>
              <a:t>Be aware that using parentheses around a single item does </a:t>
            </a:r>
            <a:r>
              <a:rPr lang="en-GB" b="0" i="1"/>
              <a:t>not</a:t>
            </a:r>
            <a:r>
              <a:rPr lang="en-GB" b="0"/>
              <a:t> create a tuple - a trailing comma is required:</a:t>
            </a:r>
          </a:p>
          <a:p>
            <a:r>
              <a:rPr lang="en-GB" sz="1200" kern="1200">
                <a:solidFill>
                  <a:schemeClr val="tx1"/>
                </a:solidFill>
                <a:latin typeface="+mn-lt"/>
                <a:ea typeface="+mn-ea"/>
                <a:cs typeface="+mn-cs"/>
              </a:rPr>
              <a:t>	single = (42,)  # Correct</a:t>
            </a:r>
          </a:p>
          <a:p>
            <a:r>
              <a:rPr lang="en-GB" sz="1200" kern="1200">
                <a:solidFill>
                  <a:schemeClr val="tx1"/>
                </a:solidFill>
                <a:latin typeface="+mn-lt"/>
                <a:ea typeface="+mn-ea"/>
                <a:cs typeface="+mn-cs"/>
              </a:rPr>
              <a:t>	</a:t>
            </a:r>
            <a:r>
              <a:rPr lang="en-GB" sz="1200" kern="1200" err="1">
                <a:solidFill>
                  <a:schemeClr val="tx1"/>
                </a:solidFill>
                <a:latin typeface="+mn-lt"/>
                <a:ea typeface="+mn-ea"/>
                <a:cs typeface="+mn-cs"/>
              </a:rPr>
              <a:t>not_tuple</a:t>
            </a:r>
            <a:r>
              <a:rPr lang="en-GB" sz="1200" kern="1200">
                <a:solidFill>
                  <a:schemeClr val="tx1"/>
                </a:solidFill>
                <a:latin typeface="+mn-lt"/>
                <a:ea typeface="+mn-ea"/>
                <a:cs typeface="+mn-cs"/>
              </a:rPr>
              <a:t> = (42)  # Just an integer</a:t>
            </a:r>
          </a:p>
        </p:txBody>
      </p:sp>
    </p:spTree>
    <p:extLst>
      <p:ext uri="{BB962C8B-B14F-4D97-AF65-F5344CB8AC3E}">
        <p14:creationId xmlns:p14="http://schemas.microsoft.com/office/powerpoint/2010/main" val="11584175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Rectangle 2"/>
          <p:cNvSpPr>
            <a:spLocks noGrp="1" noRot="1" noChangeAspect="1" noChangeArrowheads="1" noTextEdit="1"/>
          </p:cNvSpPr>
          <p:nvPr>
            <p:ph type="sldImg"/>
          </p:nvPr>
        </p:nvSpPr>
        <p:spPr>
          <a:ln/>
        </p:spPr>
        <p:txBody>
          <a:bodyPr/>
          <a:lstStyle/>
          <a:p>
            <a:endParaRPr lang="en-US"/>
          </a:p>
        </p:txBody>
      </p:sp>
      <p:sp>
        <p:nvSpPr>
          <p:cNvPr id="3072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A </a:t>
            </a:r>
            <a:r>
              <a:rPr lang="en-GB" b="1" dirty="0"/>
              <a:t>list</a:t>
            </a:r>
            <a:r>
              <a:rPr lang="en-GB" dirty="0"/>
              <a:t> is an object that contains a </a:t>
            </a:r>
            <a:r>
              <a:rPr lang="en-GB" b="1" dirty="0"/>
              <a:t>sequential collection of elements</a:t>
            </a:r>
            <a:r>
              <a:rPr lang="en-GB" dirty="0"/>
              <a:t>, each of which can be accessed by its index position (starting from zero) inside square brackets [] — a concept familiar from many other languages.</a:t>
            </a:r>
          </a:p>
          <a:p>
            <a:endParaRPr lang="en-GB" dirty="0"/>
          </a:p>
          <a:p>
            <a:r>
              <a:rPr lang="en-GB" dirty="0"/>
              <a:t>Lists are </a:t>
            </a:r>
            <a:r>
              <a:rPr lang="en-GB" b="1" dirty="0"/>
              <a:t>mutable</a:t>
            </a:r>
            <a:r>
              <a:rPr lang="en-GB" dirty="0"/>
              <a:t>, meaning they can be modified after creation. They are also dynamic, allowing elements to be added, removed, or reordered at any position within the list.</a:t>
            </a:r>
          </a:p>
          <a:p>
            <a:endParaRPr lang="en-GB" dirty="0"/>
          </a:p>
          <a:p>
            <a:r>
              <a:rPr lang="en-GB" dirty="0"/>
              <a:t>Lists can be </a:t>
            </a:r>
            <a:r>
              <a:rPr lang="en-GB" b="1" dirty="0"/>
              <a:t>concatenated</a:t>
            </a:r>
            <a:r>
              <a:rPr lang="en-GB" dirty="0"/>
              <a:t> (joined together) using the + operator.</a:t>
            </a:r>
          </a:p>
          <a:p>
            <a:endParaRPr lang="en-GB" dirty="0"/>
          </a:p>
          <a:p>
            <a:r>
              <a:rPr lang="en-GB" dirty="0"/>
              <a:t>Although Python lists are often compared to arrays in other languages, this analogy only goes so far. Python lists are </a:t>
            </a:r>
            <a:r>
              <a:rPr lang="en-GB" b="1" dirty="0"/>
              <a:t>more flexible</a:t>
            </a:r>
            <a:r>
              <a:rPr lang="en-GB" dirty="0"/>
              <a:t>, as they can store elements of different types.</a:t>
            </a:r>
          </a:p>
          <a:p>
            <a:endParaRPr lang="en-GB" dirty="0"/>
          </a:p>
          <a:p>
            <a:r>
              <a:rPr lang="en-GB" dirty="0"/>
              <a:t>However, this flexibility introduces a performance overhead compared to low-level C arrays, which are much faster. For performance-critical applications requiring array-like efficiency, Python provides the </a:t>
            </a:r>
            <a:r>
              <a:rPr lang="en-GB" b="1" dirty="0"/>
              <a:t>array</a:t>
            </a:r>
            <a:r>
              <a:rPr lang="en-GB" dirty="0"/>
              <a:t> module in the standard library - offering objects similar to C-style arrays.</a:t>
            </a:r>
          </a:p>
          <a:p>
            <a:endParaRPr lang="en-GB" dirty="0"/>
          </a:p>
        </p:txBody>
      </p:sp>
    </p:spTree>
    <p:extLst>
      <p:ext uri="{BB962C8B-B14F-4D97-AF65-F5344CB8AC3E}">
        <p14:creationId xmlns:p14="http://schemas.microsoft.com/office/powerpoint/2010/main" val="99815094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GB"/>
              <a:t>Sequential composite objects, such as </a:t>
            </a:r>
            <a:r>
              <a:rPr lang="en-GB" b="1"/>
              <a:t>strings</a:t>
            </a:r>
            <a:r>
              <a:rPr lang="en-GB"/>
              <a:t>, </a:t>
            </a:r>
            <a:r>
              <a:rPr lang="en-GB" b="1"/>
              <a:t>tuples</a:t>
            </a:r>
            <a:r>
              <a:rPr lang="en-GB"/>
              <a:t>, and </a:t>
            </a:r>
            <a:r>
              <a:rPr lang="en-GB" b="1"/>
              <a:t>lists, </a:t>
            </a:r>
            <a:r>
              <a:rPr lang="en-GB"/>
              <a:t>can be </a:t>
            </a:r>
            <a:r>
              <a:rPr lang="en-GB" b="1"/>
              <a:t>sliced</a:t>
            </a:r>
            <a:r>
              <a:rPr lang="en-GB"/>
              <a:t> to extract a subset of their elements.</a:t>
            </a:r>
          </a:p>
          <a:p>
            <a:endParaRPr lang="en-GB"/>
          </a:p>
          <a:p>
            <a:r>
              <a:rPr lang="en-GB"/>
              <a:t>When only a single item is needed, use </a:t>
            </a:r>
            <a:r>
              <a:rPr lang="en-GB" b="1"/>
              <a:t>square brackets</a:t>
            </a:r>
            <a:r>
              <a:rPr lang="en-GB"/>
              <a:t> with an </a:t>
            </a:r>
            <a:r>
              <a:rPr lang="en-GB" b="1"/>
              <a:t>index value</a:t>
            </a:r>
            <a:r>
              <a:rPr lang="en-GB"/>
              <a:t> inside. Indexing starts from </a:t>
            </a:r>
            <a:r>
              <a:rPr lang="en-GB" b="1"/>
              <a:t>0</a:t>
            </a:r>
            <a:r>
              <a:rPr lang="en-GB"/>
              <a:t> on the left and </a:t>
            </a:r>
            <a:r>
              <a:rPr lang="en-GB" b="1"/>
              <a:t>-1</a:t>
            </a:r>
            <a:r>
              <a:rPr lang="en-GB"/>
              <a:t> on the right (counting backward from the end).</a:t>
            </a:r>
          </a:p>
          <a:p>
            <a:endParaRPr lang="en-GB"/>
          </a:p>
          <a:p>
            <a:r>
              <a:rPr lang="en-GB"/>
              <a:t>To slice a range of elements, specify the </a:t>
            </a:r>
            <a:r>
              <a:rPr lang="en-GB" b="1"/>
              <a:t>start index</a:t>
            </a:r>
            <a:r>
              <a:rPr lang="en-GB"/>
              <a:t>, a </a:t>
            </a:r>
            <a:r>
              <a:rPr lang="en-GB" b="1"/>
              <a:t>colon</a:t>
            </a:r>
            <a:r>
              <a:rPr lang="en-GB"/>
              <a:t>, and the </a:t>
            </a:r>
            <a:r>
              <a:rPr lang="en-GB" b="1"/>
              <a:t>end index plus one</a:t>
            </a:r>
            <a:r>
              <a:rPr lang="en-GB"/>
              <a:t> - meaning the slice includes elements up to but not including the second index.</a:t>
            </a:r>
          </a:p>
          <a:p>
            <a:endParaRPr lang="en-GB"/>
          </a:p>
          <a:p>
            <a:r>
              <a:rPr lang="en-GB"/>
              <a:t>If the start index is omitted, Python assumes 0 (the first element).</a:t>
            </a:r>
            <a:br>
              <a:rPr lang="en-GB"/>
            </a:br>
            <a:r>
              <a:rPr lang="en-GB"/>
              <a:t>For example: </a:t>
            </a:r>
            <a:r>
              <a:rPr lang="en-GB" sz="1200" kern="1200">
                <a:solidFill>
                  <a:schemeClr val="tx1"/>
                </a:solidFill>
                <a:latin typeface="+mn-lt"/>
                <a:ea typeface="+mn-ea"/>
                <a:cs typeface="+mn-cs"/>
              </a:rPr>
              <a:t>string[:-1] </a:t>
            </a:r>
            <a:r>
              <a:rPr lang="en-GB"/>
              <a:t>returns all characters except the last one, effectively trimming it. If the end index is omitted, the slice extends to the end of the sequence. Strings, tuples, and lists all support this same slicing behaviour.</a:t>
            </a:r>
          </a:p>
          <a:p>
            <a:endParaRPr lang="en-GB"/>
          </a:p>
          <a:p>
            <a:r>
              <a:rPr lang="en-GB"/>
              <a:t>The </a:t>
            </a:r>
            <a:r>
              <a:rPr lang="en-GB" sz="1200" kern="1200">
                <a:solidFill>
                  <a:schemeClr val="tx1"/>
                </a:solidFill>
                <a:latin typeface="+mn-lt"/>
                <a:ea typeface="+mn-ea"/>
                <a:cs typeface="+mn-cs"/>
              </a:rPr>
              <a:t>del</a:t>
            </a:r>
            <a:r>
              <a:rPr lang="en-GB"/>
              <a:t> statement can remove a slice, a comma-separated list of elements, or even the entire list. Note that </a:t>
            </a:r>
            <a:r>
              <a:rPr lang="en-GB" sz="1200" kern="1200">
                <a:solidFill>
                  <a:schemeClr val="tx1"/>
                </a:solidFill>
                <a:latin typeface="+mn-lt"/>
                <a:ea typeface="+mn-ea"/>
                <a:cs typeface="+mn-cs"/>
              </a:rPr>
              <a:t>del</a:t>
            </a:r>
            <a:r>
              <a:rPr lang="en-GB"/>
              <a:t> is a statement, not a function - so no parentheses are required around the object being deleted.</a:t>
            </a:r>
          </a:p>
          <a:p>
            <a:endParaRPr lang="en-GB"/>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5895204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b="1" dirty="0"/>
              <a:t>PEP 3132</a:t>
            </a:r>
            <a:r>
              <a:rPr lang="en-GB" dirty="0"/>
              <a:t> introduced a useful simplification to tuple assignment - known as </a:t>
            </a:r>
            <a:r>
              <a:rPr lang="en-GB" b="1" dirty="0"/>
              <a:t>extended unpacking</a:t>
            </a:r>
            <a:r>
              <a:rPr lang="en-GB" dirty="0"/>
              <a:t>.</a:t>
            </a:r>
          </a:p>
          <a:p>
            <a:endParaRPr lang="en-GB" dirty="0"/>
          </a:p>
          <a:p>
            <a:r>
              <a:rPr lang="en-GB" dirty="0"/>
              <a:t>Previously, when assigning to multiple variables from a tuple, the </a:t>
            </a:r>
            <a:r>
              <a:rPr lang="en-GB" b="0" dirty="0"/>
              <a:t>number of variables on the left had to exactly match the number of values on the right. </a:t>
            </a:r>
            <a:r>
              <a:rPr lang="en-GB" dirty="0"/>
              <a:t>In Python 3, you can </a:t>
            </a:r>
            <a:r>
              <a:rPr lang="en-GB" b="0" dirty="0"/>
              <a:t>prefix a variable with an </a:t>
            </a:r>
            <a:r>
              <a:rPr lang="en-GB" b="1" dirty="0"/>
              <a:t>asterisk (</a:t>
            </a:r>
            <a:r>
              <a:rPr lang="en-GB" sz="1200" b="1" kern="1200" dirty="0">
                <a:solidFill>
                  <a:schemeClr val="tx1"/>
                </a:solidFill>
                <a:latin typeface="+mn-lt"/>
                <a:ea typeface="+mn-ea"/>
                <a:cs typeface="+mn-cs"/>
              </a:rPr>
              <a:t>*</a:t>
            </a:r>
            <a:r>
              <a:rPr lang="en-GB" b="1" dirty="0"/>
              <a:t>)</a:t>
            </a:r>
            <a:r>
              <a:rPr lang="en-GB" dirty="0"/>
              <a:t> to collect </a:t>
            </a:r>
            <a:r>
              <a:rPr lang="en-GB" b="0" dirty="0"/>
              <a:t>multiple remaining values into a list during unpacking.</a:t>
            </a:r>
            <a:br>
              <a:rPr lang="en-GB" dirty="0"/>
            </a:br>
            <a:endParaRPr lang="en-GB" dirty="0"/>
          </a:p>
          <a:p>
            <a:r>
              <a:rPr lang="en-GB" dirty="0"/>
              <a:t>This variable can appear </a:t>
            </a:r>
            <a:r>
              <a:rPr lang="en-GB" b="0" dirty="0"/>
              <a:t>anywhere on the left-hand side</a:t>
            </a:r>
            <a:r>
              <a:rPr lang="en-GB" dirty="0"/>
              <a:t>, not just at the end, and it allows you to handle tuples of </a:t>
            </a:r>
            <a:r>
              <a:rPr lang="en-GB" b="0" dirty="0"/>
              <a:t>unknown or variable length </a:t>
            </a:r>
            <a:r>
              <a:rPr lang="en-GB" dirty="0"/>
              <a:t>without manual slicing.</a:t>
            </a:r>
          </a:p>
          <a:p>
            <a:r>
              <a:rPr lang="en-GB" dirty="0"/>
              <a:t>For example:</a:t>
            </a:r>
          </a:p>
          <a:p>
            <a:pPr lvl="1" rtl="0"/>
            <a:r>
              <a:rPr lang="en-GB" sz="1200" kern="1200" dirty="0">
                <a:solidFill>
                  <a:schemeClr val="tx1"/>
                </a:solidFill>
                <a:latin typeface="+mn-lt"/>
                <a:ea typeface="+mn-ea"/>
                <a:cs typeface="+mn-cs"/>
              </a:rPr>
              <a:t>a, *b, c = (1, 2, 3, 4, 5) # a = 1, b = [2, 3, 4], c = 5</a:t>
            </a:r>
          </a:p>
          <a:p>
            <a:endParaRPr lang="en-GB" dirty="0"/>
          </a:p>
          <a:p>
            <a:r>
              <a:rPr lang="en-GB" dirty="0"/>
              <a:t>A similar use of </a:t>
            </a:r>
            <a:r>
              <a:rPr lang="en-GB" sz="1200" kern="1200" dirty="0">
                <a:solidFill>
                  <a:schemeClr val="tx1"/>
                </a:solidFill>
                <a:latin typeface="+mn-lt"/>
                <a:ea typeface="+mn-ea"/>
                <a:cs typeface="+mn-cs"/>
              </a:rPr>
              <a:t>*</a:t>
            </a:r>
            <a:r>
              <a:rPr lang="en-GB" dirty="0"/>
              <a:t> for unpacking has existed since </a:t>
            </a:r>
            <a:r>
              <a:rPr lang="en-GB" b="0" dirty="0"/>
              <a:t>Python 2, particularly in function argument lists - </a:t>
            </a:r>
            <a:r>
              <a:rPr lang="en-GB" dirty="0"/>
              <a:t>a concept we’ll explore later.</a:t>
            </a:r>
          </a:p>
        </p:txBody>
      </p:sp>
      <p:sp>
        <p:nvSpPr>
          <p:cNvPr id="32771" name="Slide Image Placeholder 6"/>
          <p:cNvSpPr>
            <a:spLocks noGrp="1" noRot="1" noChangeAspect="1" noTextEdit="1"/>
          </p:cNvSpPr>
          <p:nvPr>
            <p:ph type="sldImg"/>
          </p:nvPr>
        </p:nvSpPr>
        <p:spPr>
          <a:ln/>
        </p:spPr>
        <p:txBody>
          <a:bodyPr/>
          <a:lstStyle/>
          <a:p>
            <a:endParaRPr lang="en-US"/>
          </a:p>
        </p:txBody>
      </p:sp>
    </p:spTree>
    <p:extLst>
      <p:ext uri="{BB962C8B-B14F-4D97-AF65-F5344CB8AC3E}">
        <p14:creationId xmlns:p14="http://schemas.microsoft.com/office/powerpoint/2010/main" val="1817119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txBody>
          <a:bodyPr/>
          <a:lstStyle/>
          <a:p>
            <a:endParaRPr lang="en-US"/>
          </a:p>
        </p:txBody>
      </p:sp>
      <p:sp>
        <p:nvSpPr>
          <p:cNvPr id="3379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Lists can be </a:t>
            </a:r>
            <a:r>
              <a:rPr lang="en-GB" b="0"/>
              <a:t>extended</a:t>
            </a:r>
            <a:r>
              <a:rPr lang="en-GB" b="1"/>
              <a:t> </a:t>
            </a:r>
            <a:r>
              <a:rPr lang="en-GB" b="0"/>
              <a:t>in </a:t>
            </a:r>
            <a:r>
              <a:rPr lang="en-GB" b="1"/>
              <a:t>any direction </a:t>
            </a:r>
            <a:r>
              <a:rPr lang="en-GB"/>
              <a:t>and from </a:t>
            </a:r>
            <a:r>
              <a:rPr lang="en-GB" b="1"/>
              <a:t>any position</a:t>
            </a:r>
            <a:r>
              <a:rPr lang="en-GB"/>
              <a:t>.</a:t>
            </a:r>
          </a:p>
          <a:p>
            <a:endParaRPr lang="en-GB"/>
          </a:p>
          <a:p>
            <a:r>
              <a:rPr lang="en-GB"/>
              <a:t>In the first example, </a:t>
            </a:r>
            <a:r>
              <a:rPr lang="en-GB" sz="1200" kern="1200">
                <a:solidFill>
                  <a:schemeClr val="tx1"/>
                </a:solidFill>
                <a:latin typeface="+mn-lt"/>
                <a:ea typeface="+mn-ea"/>
                <a:cs typeface="+mn-cs"/>
              </a:rPr>
              <a:t>'Cheshire'</a:t>
            </a:r>
            <a:r>
              <a:rPr lang="en-GB"/>
              <a:t> and </a:t>
            </a:r>
            <a:r>
              <a:rPr lang="en-GB" sz="1200" kern="1200">
                <a:solidFill>
                  <a:schemeClr val="tx1"/>
                </a:solidFill>
                <a:latin typeface="+mn-lt"/>
                <a:ea typeface="+mn-ea"/>
                <a:cs typeface="+mn-cs"/>
              </a:rPr>
              <a:t>'Ilchester'</a:t>
            </a:r>
            <a:r>
              <a:rPr lang="en-GB"/>
              <a:t> are added to the </a:t>
            </a:r>
            <a:r>
              <a:rPr lang="en-GB" b="1"/>
              <a:t>front</a:t>
            </a:r>
            <a:r>
              <a:rPr lang="en-GB"/>
              <a:t> of the </a:t>
            </a:r>
            <a:r>
              <a:rPr lang="en-GB" sz="1200" kern="1200">
                <a:solidFill>
                  <a:schemeClr val="tx1"/>
                </a:solidFill>
                <a:latin typeface="+mn-lt"/>
                <a:ea typeface="+mn-ea"/>
                <a:cs typeface="+mn-cs"/>
              </a:rPr>
              <a:t>cheese</a:t>
            </a:r>
            <a:r>
              <a:rPr lang="en-GB"/>
              <a:t> list.</a:t>
            </a:r>
          </a:p>
          <a:p>
            <a:endParaRPr lang="en-GB"/>
          </a:p>
          <a:p>
            <a:r>
              <a:rPr lang="en-GB"/>
              <a:t>The second example demonstrates two ways to add items to the </a:t>
            </a:r>
            <a:r>
              <a:rPr lang="en-GB" b="1"/>
              <a:t>end</a:t>
            </a:r>
            <a:r>
              <a:rPr lang="en-GB"/>
              <a:t> of a list - using the </a:t>
            </a:r>
            <a:r>
              <a:rPr lang="en-GB" sz="1200" kern="1200">
                <a:solidFill>
                  <a:schemeClr val="tx1"/>
                </a:solidFill>
                <a:latin typeface="+mn-lt"/>
                <a:ea typeface="+mn-ea"/>
                <a:cs typeface="+mn-cs"/>
              </a:rPr>
              <a:t>+=</a:t>
            </a:r>
            <a:r>
              <a:rPr lang="en-GB"/>
              <a:t> operator or the </a:t>
            </a:r>
            <a:r>
              <a:rPr lang="en-GB" sz="1200" kern="1200">
                <a:solidFill>
                  <a:schemeClr val="tx1"/>
                </a:solidFill>
                <a:latin typeface="+mn-lt"/>
                <a:ea typeface="+mn-ea"/>
                <a:cs typeface="+mn-cs"/>
              </a:rPr>
              <a:t>extend()</a:t>
            </a:r>
            <a:r>
              <a:rPr lang="en-GB"/>
              <a:t> method.</a:t>
            </a:r>
            <a:br>
              <a:rPr lang="en-GB"/>
            </a:br>
            <a:endParaRPr lang="en-GB"/>
          </a:p>
          <a:p>
            <a:r>
              <a:rPr lang="en-GB"/>
              <a:t>Although </a:t>
            </a:r>
            <a:r>
              <a:rPr lang="en-GB" sz="1200" kern="1200">
                <a:solidFill>
                  <a:schemeClr val="tx1"/>
                </a:solidFill>
                <a:latin typeface="+mn-lt"/>
                <a:ea typeface="+mn-ea"/>
                <a:cs typeface="+mn-cs"/>
              </a:rPr>
              <a:t>extend()</a:t>
            </a:r>
            <a:r>
              <a:rPr lang="en-GB"/>
              <a:t> is theoretically more efficient, the performance difference is usually </a:t>
            </a:r>
            <a:r>
              <a:rPr lang="en-GB" b="0"/>
              <a:t>negligible in practice</a:t>
            </a:r>
            <a:r>
              <a:rPr lang="en-GB"/>
              <a:t>.</a:t>
            </a:r>
          </a:p>
          <a:p>
            <a:endParaRPr lang="en-GB"/>
          </a:p>
          <a:p>
            <a:r>
              <a:rPr lang="en-GB"/>
              <a:t>The third example uses the </a:t>
            </a:r>
            <a:r>
              <a:rPr lang="en-GB" sz="1200" kern="1200">
                <a:solidFill>
                  <a:schemeClr val="tx1"/>
                </a:solidFill>
                <a:latin typeface="+mn-lt"/>
                <a:ea typeface="+mn-ea"/>
                <a:cs typeface="+mn-cs"/>
              </a:rPr>
              <a:t>append()</a:t>
            </a:r>
            <a:r>
              <a:rPr lang="en-GB"/>
              <a:t> method, which adds a single item to the end of a list — often all that’s needed.</a:t>
            </a:r>
          </a:p>
          <a:p>
            <a:endParaRPr lang="en-GB"/>
          </a:p>
          <a:p>
            <a:r>
              <a:rPr lang="en-GB"/>
              <a:t>Finally, there are two ways to </a:t>
            </a:r>
            <a:r>
              <a:rPr lang="en-GB" b="0"/>
              <a:t>insert elements at a specific position:</a:t>
            </a:r>
          </a:p>
          <a:p>
            <a:pPr marL="628650" lvl="1" indent="-171450">
              <a:buFont typeface="Arial" panose="020B0604020202020204" pitchFamily="34" charset="0"/>
              <a:buChar char="•"/>
            </a:pPr>
            <a:r>
              <a:rPr lang="en-GB" b="0"/>
              <a:t>Using </a:t>
            </a:r>
            <a:r>
              <a:rPr lang="en-GB" sz="1200" b="0" kern="1200">
                <a:solidFill>
                  <a:schemeClr val="tx1"/>
                </a:solidFill>
                <a:latin typeface="+mn-lt"/>
                <a:ea typeface="+mn-ea"/>
                <a:cs typeface="+mn-cs"/>
              </a:rPr>
              <a:t>insert(index, item)</a:t>
            </a:r>
            <a:r>
              <a:rPr lang="en-GB" b="0"/>
              <a:t>, which adds one item at the given </a:t>
            </a:r>
            <a:r>
              <a:rPr lang="en-GB"/>
              <a:t>position.</a:t>
            </a:r>
          </a:p>
          <a:p>
            <a:pPr marL="628650" lvl="1" indent="-171450">
              <a:buFont typeface="Arial" panose="020B0604020202020204" pitchFamily="34" charset="0"/>
              <a:buChar char="•"/>
            </a:pPr>
            <a:r>
              <a:rPr lang="en-GB" b="0"/>
              <a:t>Using slicing assignment, which allows multiple items </a:t>
            </a:r>
            <a:r>
              <a:rPr lang="en-GB"/>
              <a:t>to be inserted at once.</a:t>
            </a:r>
          </a:p>
          <a:p>
            <a:endParaRPr lang="en-GB"/>
          </a:p>
        </p:txBody>
      </p:sp>
    </p:spTree>
    <p:extLst>
      <p:ext uri="{BB962C8B-B14F-4D97-AF65-F5344CB8AC3E}">
        <p14:creationId xmlns:p14="http://schemas.microsoft.com/office/powerpoint/2010/main" val="18036640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Rectangle 2"/>
          <p:cNvSpPr>
            <a:spLocks noGrp="1" noRot="1" noChangeAspect="1" noChangeArrowheads="1" noTextEdit="1"/>
          </p:cNvSpPr>
          <p:nvPr>
            <p:ph type="sldImg"/>
          </p:nvPr>
        </p:nvSpPr>
        <p:spPr>
          <a:ln/>
        </p:spPr>
        <p:txBody>
          <a:bodyPr/>
          <a:lstStyle/>
          <a:p>
            <a:endParaRPr lang="en-US"/>
          </a:p>
        </p:txBody>
      </p:sp>
      <p:sp>
        <p:nvSpPr>
          <p:cNvPr id="3482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The </a:t>
            </a:r>
            <a:r>
              <a:rPr lang="en-GB" sz="1200" b="1" kern="1200">
                <a:solidFill>
                  <a:schemeClr val="tx1"/>
                </a:solidFill>
                <a:latin typeface="+mn-lt"/>
                <a:ea typeface="+mn-ea"/>
                <a:cs typeface="+mn-cs"/>
              </a:rPr>
              <a:t>pop()</a:t>
            </a:r>
            <a:r>
              <a:rPr lang="en-GB"/>
              <a:t> method removes an item from a list - by default, the </a:t>
            </a:r>
            <a:r>
              <a:rPr lang="en-GB" b="0"/>
              <a:t>last (rightmost)</a:t>
            </a:r>
            <a:r>
              <a:rPr lang="en-GB"/>
              <a:t> element.</a:t>
            </a:r>
            <a:br>
              <a:rPr lang="en-GB"/>
            </a:br>
            <a:endParaRPr lang="en-GB"/>
          </a:p>
          <a:p>
            <a:r>
              <a:rPr lang="en-GB"/>
              <a:t>You can specify an index to remove a particular item, for example:</a:t>
            </a:r>
          </a:p>
          <a:p>
            <a:pPr rtl="0"/>
            <a:r>
              <a:rPr lang="en-GB" sz="1200" kern="1200">
                <a:solidFill>
                  <a:schemeClr val="tx1"/>
                </a:solidFill>
                <a:latin typeface="+mn-lt"/>
                <a:ea typeface="+mn-ea"/>
                <a:cs typeface="+mn-cs"/>
              </a:rPr>
              <a:t>	</a:t>
            </a:r>
            <a:r>
              <a:rPr lang="en-GB" sz="1200" kern="1200" err="1">
                <a:solidFill>
                  <a:schemeClr val="tx1"/>
                </a:solidFill>
                <a:latin typeface="+mn-lt"/>
                <a:ea typeface="+mn-ea"/>
                <a:cs typeface="+mn-cs"/>
              </a:rPr>
              <a:t>cheese.pop</a:t>
            </a:r>
            <a:r>
              <a:rPr lang="en-GB" sz="1200" kern="1200">
                <a:solidFill>
                  <a:schemeClr val="tx1"/>
                </a:solidFill>
                <a:latin typeface="+mn-lt"/>
                <a:ea typeface="+mn-ea"/>
                <a:cs typeface="+mn-cs"/>
              </a:rPr>
              <a:t>(0)</a:t>
            </a:r>
          </a:p>
          <a:p>
            <a:r>
              <a:rPr lang="en-GB"/>
              <a:t>removes the </a:t>
            </a:r>
            <a:r>
              <a:rPr lang="en-GB" b="0"/>
              <a:t>first (leftmost) element</a:t>
            </a:r>
            <a:r>
              <a:rPr lang="en-GB"/>
              <a:t>.</a:t>
            </a:r>
          </a:p>
          <a:p>
            <a:endParaRPr lang="en-GB"/>
          </a:p>
          <a:p>
            <a:r>
              <a:rPr lang="en-GB"/>
              <a:t>An advantage of </a:t>
            </a:r>
            <a:r>
              <a:rPr lang="en-GB" sz="1200" kern="1200">
                <a:solidFill>
                  <a:schemeClr val="tx1"/>
                </a:solidFill>
                <a:latin typeface="+mn-lt"/>
                <a:ea typeface="+mn-ea"/>
                <a:cs typeface="+mn-cs"/>
              </a:rPr>
              <a:t>pop()</a:t>
            </a:r>
            <a:r>
              <a:rPr lang="en-GB"/>
              <a:t> over </a:t>
            </a:r>
            <a:r>
              <a:rPr lang="en-GB" sz="1200" kern="1200">
                <a:solidFill>
                  <a:schemeClr val="tx1"/>
                </a:solidFill>
                <a:latin typeface="+mn-lt"/>
                <a:ea typeface="+mn-ea"/>
                <a:cs typeface="+mn-cs"/>
              </a:rPr>
              <a:t>del</a:t>
            </a:r>
            <a:r>
              <a:rPr lang="en-GB"/>
              <a:t> is that </a:t>
            </a:r>
            <a:r>
              <a:rPr lang="en-GB" sz="1200" b="0" kern="1200">
                <a:solidFill>
                  <a:schemeClr val="tx1"/>
                </a:solidFill>
                <a:latin typeface="+mn-lt"/>
                <a:ea typeface="+mn-ea"/>
                <a:cs typeface="+mn-cs"/>
              </a:rPr>
              <a:t>pop()</a:t>
            </a:r>
            <a:r>
              <a:rPr lang="en-GB" b="0"/>
              <a:t> returns the removed item</a:t>
            </a:r>
            <a:r>
              <a:rPr lang="en-GB"/>
              <a:t>, whereas </a:t>
            </a:r>
            <a:r>
              <a:rPr lang="en-GB" sz="1200" kern="1200">
                <a:solidFill>
                  <a:schemeClr val="tx1"/>
                </a:solidFill>
                <a:latin typeface="+mn-lt"/>
                <a:ea typeface="+mn-ea"/>
                <a:cs typeface="+mn-cs"/>
              </a:rPr>
              <a:t>del</a:t>
            </a:r>
            <a:r>
              <a:rPr lang="en-GB"/>
              <a:t> simply deletes it. However, </a:t>
            </a:r>
            <a:r>
              <a:rPr lang="en-GB" sz="1200" b="1" kern="1200">
                <a:solidFill>
                  <a:schemeClr val="tx1"/>
                </a:solidFill>
                <a:latin typeface="+mn-lt"/>
                <a:ea typeface="+mn-ea"/>
                <a:cs typeface="+mn-cs"/>
              </a:rPr>
              <a:t>del</a:t>
            </a:r>
            <a:r>
              <a:rPr lang="en-GB" b="1"/>
              <a:t> </a:t>
            </a:r>
            <a:r>
              <a:rPr lang="en-GB" b="0"/>
              <a:t>can remove multiple elements </a:t>
            </a:r>
            <a:r>
              <a:rPr lang="en-GB"/>
              <a:t>at once, while </a:t>
            </a:r>
            <a:r>
              <a:rPr lang="en-GB" sz="1200" kern="1200">
                <a:solidFill>
                  <a:schemeClr val="tx1"/>
                </a:solidFill>
                <a:latin typeface="+mn-lt"/>
                <a:ea typeface="+mn-ea"/>
                <a:cs typeface="+mn-cs"/>
              </a:rPr>
              <a:t>pop()</a:t>
            </a:r>
            <a:r>
              <a:rPr lang="en-GB"/>
              <a:t> removes only one.</a:t>
            </a:r>
          </a:p>
          <a:p>
            <a:endParaRPr lang="en-GB"/>
          </a:p>
          <a:p>
            <a:r>
              <a:rPr lang="en-GB"/>
              <a:t>Removing items </a:t>
            </a:r>
            <a:r>
              <a:rPr lang="en-GB" b="0"/>
              <a:t>from the end of a list (the default </a:t>
            </a:r>
            <a:r>
              <a:rPr lang="en-GB" sz="1200" b="0" kern="1200">
                <a:solidFill>
                  <a:schemeClr val="tx1"/>
                </a:solidFill>
                <a:latin typeface="+mn-lt"/>
                <a:ea typeface="+mn-ea"/>
                <a:cs typeface="+mn-cs"/>
              </a:rPr>
              <a:t>pop()</a:t>
            </a:r>
            <a:r>
              <a:rPr lang="en-GB" b="0"/>
              <a:t> behaviour) is generally more efficient, since deleting elements from the middle or beginning requires rebuilding the list’s internal structure.</a:t>
            </a:r>
          </a:p>
        </p:txBody>
      </p:sp>
    </p:spTree>
    <p:extLst>
      <p:ext uri="{BB962C8B-B14F-4D97-AF65-F5344CB8AC3E}">
        <p14:creationId xmlns:p14="http://schemas.microsoft.com/office/powerpoint/2010/main" val="15397643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txBody>
          <a:bodyPr/>
          <a:lstStyle/>
          <a:p>
            <a:endParaRPr lang="en-US"/>
          </a:p>
        </p:txBody>
      </p:sp>
      <p:sp>
        <p:nvSpPr>
          <p:cNvPr id="3584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Sometimes, we may not know the </a:t>
            </a:r>
            <a:r>
              <a:rPr lang="en-GB" b="1"/>
              <a:t>position</a:t>
            </a:r>
            <a:r>
              <a:rPr lang="en-GB"/>
              <a:t> of an item but want a simple </a:t>
            </a:r>
            <a:r>
              <a:rPr lang="en-GB" b="1"/>
              <a:t>“search and remove”</a:t>
            </a:r>
            <a:r>
              <a:rPr lang="en-GB"/>
              <a:t> operation - and that’s exactly what the </a:t>
            </a:r>
            <a:r>
              <a:rPr lang="en-GB" sz="1200" b="1" kern="1200">
                <a:solidFill>
                  <a:schemeClr val="tx1"/>
                </a:solidFill>
                <a:latin typeface="+mn-lt"/>
                <a:ea typeface="+mn-ea"/>
                <a:cs typeface="+mn-cs"/>
              </a:rPr>
              <a:t>remove()</a:t>
            </a:r>
            <a:r>
              <a:rPr lang="en-GB"/>
              <a:t> method does.</a:t>
            </a:r>
          </a:p>
          <a:p>
            <a:endParaRPr lang="en-GB"/>
          </a:p>
          <a:p>
            <a:r>
              <a:rPr lang="en-GB"/>
              <a:t>Note that list </a:t>
            </a:r>
            <a:r>
              <a:rPr lang="en-GB" b="0"/>
              <a:t>elements don’t have to be unique - </a:t>
            </a:r>
            <a:r>
              <a:rPr lang="en-GB" sz="1200" b="0" kern="1200">
                <a:solidFill>
                  <a:schemeClr val="tx1"/>
                </a:solidFill>
                <a:latin typeface="+mn-lt"/>
                <a:ea typeface="+mn-ea"/>
                <a:cs typeface="+mn-cs"/>
              </a:rPr>
              <a:t>remove()</a:t>
            </a:r>
            <a:r>
              <a:rPr lang="en-GB" b="0"/>
              <a:t> will delete only the first (leftmost) occurrence of the specified value.</a:t>
            </a:r>
          </a:p>
        </p:txBody>
      </p:sp>
    </p:spTree>
    <p:extLst>
      <p:ext uri="{BB962C8B-B14F-4D97-AF65-F5344CB8AC3E}">
        <p14:creationId xmlns:p14="http://schemas.microsoft.com/office/powerpoint/2010/main" val="309862684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9" name="Rectangle 2"/>
          <p:cNvSpPr>
            <a:spLocks noGrp="1" noRot="1" noChangeAspect="1" noChangeArrowheads="1" noTextEdit="1"/>
          </p:cNvSpPr>
          <p:nvPr>
            <p:ph type="sldImg"/>
          </p:nvPr>
        </p:nvSpPr>
        <p:spPr>
          <a:ln/>
        </p:spPr>
        <p:txBody>
          <a:bodyPr/>
          <a:lstStyle/>
          <a:p>
            <a:endParaRPr lang="en-US"/>
          </a:p>
        </p:txBody>
      </p:sp>
      <p:sp>
        <p:nvSpPr>
          <p:cNvPr id="3687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Python uses the </a:t>
            </a:r>
            <a:r>
              <a:rPr lang="en-GB" b="1"/>
              <a:t>Adaptive, Stable </a:t>
            </a:r>
            <a:r>
              <a:rPr lang="en-GB" b="1" err="1"/>
              <a:t>Mergesort</a:t>
            </a:r>
            <a:r>
              <a:rPr lang="en-GB"/>
              <a:t> algorithm (also known as </a:t>
            </a:r>
            <a:r>
              <a:rPr lang="en-GB" err="1"/>
              <a:t>Timsort</a:t>
            </a:r>
            <a:r>
              <a:rPr lang="en-GB"/>
              <a:t>, created by </a:t>
            </a:r>
            <a:r>
              <a:rPr lang="en-GB" i="1"/>
              <a:t>Tim Peters</a:t>
            </a:r>
            <a:r>
              <a:rPr lang="en-GB"/>
              <a:t>). The </a:t>
            </a:r>
            <a:r>
              <a:rPr lang="en-GB" sz="1200" b="1" kern="1200">
                <a:solidFill>
                  <a:schemeClr val="tx1"/>
                </a:solidFill>
                <a:latin typeface="+mn-lt"/>
                <a:ea typeface="+mn-ea"/>
                <a:cs typeface="+mn-cs"/>
              </a:rPr>
              <a:t>sorted()</a:t>
            </a:r>
            <a:r>
              <a:rPr lang="en-GB"/>
              <a:t> function, introduced in Python 2.4, </a:t>
            </a:r>
            <a:r>
              <a:rPr lang="en-GB" b="1"/>
              <a:t>returns a new sorted list</a:t>
            </a:r>
            <a:r>
              <a:rPr lang="en-GB"/>
              <a:t>, leaving the original sequence unchanged.</a:t>
            </a:r>
            <a:br>
              <a:rPr lang="en-GB"/>
            </a:br>
            <a:endParaRPr lang="en-GB"/>
          </a:p>
          <a:p>
            <a:r>
              <a:rPr lang="en-GB"/>
              <a:t>In contrast, the </a:t>
            </a:r>
            <a:r>
              <a:rPr lang="en-GB" sz="1200" b="1" kern="1200">
                <a:solidFill>
                  <a:schemeClr val="tx1"/>
                </a:solidFill>
                <a:latin typeface="+mn-lt"/>
                <a:ea typeface="+mn-ea"/>
                <a:cs typeface="+mn-cs"/>
              </a:rPr>
              <a:t>sort()</a:t>
            </a:r>
            <a:r>
              <a:rPr lang="en-GB"/>
              <a:t> method </a:t>
            </a:r>
            <a:r>
              <a:rPr lang="en-GB" b="1"/>
              <a:t>sorts the list in place</a:t>
            </a:r>
            <a:r>
              <a:rPr lang="en-GB"/>
              <a:t> and </a:t>
            </a:r>
            <a:r>
              <a:rPr lang="en-GB" b="1"/>
              <a:t>returns </a:t>
            </a:r>
            <a:r>
              <a:rPr lang="en-GB" sz="1200" b="1" kern="1200">
                <a:solidFill>
                  <a:schemeClr val="tx1"/>
                </a:solidFill>
                <a:latin typeface="+mn-lt"/>
                <a:ea typeface="+mn-ea"/>
                <a:cs typeface="+mn-cs"/>
              </a:rPr>
              <a:t>None</a:t>
            </a:r>
            <a:r>
              <a:rPr lang="en-GB"/>
              <a:t>.</a:t>
            </a:r>
          </a:p>
          <a:p>
            <a:r>
              <a:rPr lang="en-GB"/>
              <a:t>The </a:t>
            </a:r>
            <a:r>
              <a:rPr lang="en-GB" sz="1200" kern="1200">
                <a:solidFill>
                  <a:schemeClr val="tx1"/>
                </a:solidFill>
                <a:latin typeface="+mn-lt"/>
                <a:ea typeface="+mn-ea"/>
                <a:cs typeface="+mn-cs"/>
              </a:rPr>
              <a:t>key</a:t>
            </a:r>
            <a:r>
              <a:rPr lang="en-GB"/>
              <a:t> parameter specifies a single-argument function that determines the value used for comparison. This is often written as a </a:t>
            </a:r>
            <a:r>
              <a:rPr lang="en-GB" sz="1200" kern="1200">
                <a:solidFill>
                  <a:schemeClr val="tx1"/>
                </a:solidFill>
                <a:latin typeface="+mn-lt"/>
                <a:ea typeface="+mn-ea"/>
                <a:cs typeface="+mn-cs"/>
              </a:rPr>
              <a:t>lambda</a:t>
            </a:r>
            <a:r>
              <a:rPr lang="en-GB"/>
              <a:t> function - a small, inline anonymous function. The key function is called once for each element, and its return value defines the sorting order.</a:t>
            </a:r>
          </a:p>
          <a:p>
            <a:endParaRPr lang="en-GB"/>
          </a:p>
          <a:p>
            <a:r>
              <a:rPr lang="en-GB"/>
              <a:t>In one example, sorting strings representing numbers results in textual comparison, whereas sorting numeric values compares their actual numeric value. </a:t>
            </a:r>
          </a:p>
          <a:p>
            <a:endParaRPr lang="en-GB"/>
          </a:p>
          <a:p>
            <a:r>
              <a:rPr lang="en-GB"/>
              <a:t>The </a:t>
            </a:r>
            <a:r>
              <a:rPr lang="en-GB" sz="1200" b="1" kern="1200">
                <a:solidFill>
                  <a:schemeClr val="tx1"/>
                </a:solidFill>
                <a:latin typeface="+mn-lt"/>
                <a:ea typeface="+mn-ea"/>
                <a:cs typeface="+mn-cs"/>
              </a:rPr>
              <a:t>sorted()</a:t>
            </a:r>
            <a:r>
              <a:rPr lang="en-GB"/>
              <a:t> built-in can sort any </a:t>
            </a:r>
            <a:r>
              <a:rPr lang="en-GB" err="1"/>
              <a:t>iterable</a:t>
            </a:r>
            <a:r>
              <a:rPr lang="en-GB"/>
              <a:t> — including </a:t>
            </a:r>
            <a:r>
              <a:rPr lang="en-GB" b="1"/>
              <a:t>tuples, strings, and lists</a:t>
            </a:r>
            <a:r>
              <a:rPr lang="en-GB"/>
              <a:t> - but always returns a list.</a:t>
            </a:r>
          </a:p>
          <a:p>
            <a:br>
              <a:rPr lang="en-GB"/>
            </a:br>
            <a:r>
              <a:rPr lang="en-GB"/>
              <a:t>The </a:t>
            </a:r>
            <a:r>
              <a:rPr lang="en-GB" sz="1200" b="1" kern="1200">
                <a:solidFill>
                  <a:schemeClr val="tx1"/>
                </a:solidFill>
                <a:latin typeface="+mn-lt"/>
                <a:ea typeface="+mn-ea"/>
                <a:cs typeface="+mn-cs"/>
              </a:rPr>
              <a:t>sort()</a:t>
            </a:r>
            <a:r>
              <a:rPr lang="en-GB"/>
              <a:t> method applies only to mutable sequence types, such as </a:t>
            </a:r>
            <a:r>
              <a:rPr lang="en-GB" b="1"/>
              <a:t>lists</a:t>
            </a:r>
            <a:r>
              <a:rPr lang="en-GB"/>
              <a:t> and </a:t>
            </a:r>
            <a:r>
              <a:rPr lang="en-GB" b="1" err="1"/>
              <a:t>bytearrays</a:t>
            </a:r>
            <a:r>
              <a:rPr lang="en-GB"/>
              <a:t>.</a:t>
            </a:r>
          </a:p>
        </p:txBody>
      </p:sp>
    </p:spTree>
    <p:extLst>
      <p:ext uri="{BB962C8B-B14F-4D97-AF65-F5344CB8AC3E}">
        <p14:creationId xmlns:p14="http://schemas.microsoft.com/office/powerpoint/2010/main" val="146747070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Rectangle 2"/>
          <p:cNvSpPr>
            <a:spLocks noGrp="1" noRot="1" noChangeAspect="1" noChangeArrowheads="1" noTextEdit="1"/>
          </p:cNvSpPr>
          <p:nvPr>
            <p:ph type="sldImg"/>
          </p:nvPr>
        </p:nvSpPr>
        <p:spPr>
          <a:ln/>
        </p:spPr>
        <p:txBody>
          <a:bodyPr/>
          <a:lstStyle/>
          <a:p>
            <a:endParaRPr lang="en-US"/>
          </a:p>
        </p:txBody>
      </p:sp>
      <p:sp>
        <p:nvSpPr>
          <p:cNvPr id="37894"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A full table of list methods is shown on the next slide.</a:t>
            </a:r>
          </a:p>
          <a:p>
            <a:endParaRPr lang="en-GB" dirty="0"/>
          </a:p>
          <a:p>
            <a:r>
              <a:rPr lang="en-GB" dirty="0"/>
              <a:t>The </a:t>
            </a:r>
            <a:r>
              <a:rPr lang="en-GB" dirty="0">
                <a:latin typeface="Courier New" pitchFamily="49" charset="0"/>
              </a:rPr>
              <a:t>index</a:t>
            </a:r>
            <a:r>
              <a:rPr lang="en-GB" dirty="0"/>
              <a:t> method returns the index position of the leftmost item found (counting from zero)., but throws a </a:t>
            </a:r>
            <a:r>
              <a:rPr lang="en-GB" dirty="0" err="1"/>
              <a:t>ValueError</a:t>
            </a:r>
            <a:r>
              <a:rPr lang="en-GB" dirty="0"/>
              <a:t> exception if the item is not found.</a:t>
            </a:r>
          </a:p>
        </p:txBody>
      </p:sp>
    </p:spTree>
    <p:extLst>
      <p:ext uri="{BB962C8B-B14F-4D97-AF65-F5344CB8AC3E}">
        <p14:creationId xmlns:p14="http://schemas.microsoft.com/office/powerpoint/2010/main" val="38197702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7" name="Rectangle 2"/>
          <p:cNvSpPr>
            <a:spLocks noGrp="1" noRot="1" noChangeAspect="1" noChangeArrowheads="1" noTextEdit="1"/>
          </p:cNvSpPr>
          <p:nvPr>
            <p:ph type="sldImg"/>
          </p:nvPr>
        </p:nvSpPr>
        <p:spPr>
          <a:ln/>
        </p:spPr>
        <p:txBody>
          <a:bodyPr/>
          <a:lstStyle/>
          <a:p>
            <a:endParaRPr lang="en-US"/>
          </a:p>
        </p:txBody>
      </p:sp>
      <p:sp>
        <p:nvSpPr>
          <p:cNvPr id="3891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This slide is for reference. The clear() method</a:t>
            </a:r>
            <a:r>
              <a:rPr lang="en-GB" baseline="0"/>
              <a:t> was added at Python 3.3 and is not in Python 2.</a:t>
            </a:r>
            <a:endParaRPr lang="en-GB"/>
          </a:p>
        </p:txBody>
      </p:sp>
    </p:spTree>
    <p:extLst>
      <p:ext uri="{BB962C8B-B14F-4D97-AF65-F5344CB8AC3E}">
        <p14:creationId xmlns:p14="http://schemas.microsoft.com/office/powerpoint/2010/main" val="30720339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txBody>
          <a:bodyPr/>
          <a:lstStyle/>
          <a:p>
            <a:endParaRPr lang="en-US"/>
          </a:p>
        </p:txBody>
      </p:sp>
      <p:sp>
        <p:nvSpPr>
          <p:cNvPr id="3994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A </a:t>
            </a:r>
            <a:r>
              <a:rPr lang="en-GB" b="1" dirty="0"/>
              <a:t>set</a:t>
            </a:r>
            <a:r>
              <a:rPr lang="en-GB" dirty="0"/>
              <a:t> can be thought of as a </a:t>
            </a:r>
            <a:r>
              <a:rPr lang="en-GB" b="1" dirty="0"/>
              <a:t>list without order</a:t>
            </a:r>
            <a:r>
              <a:rPr lang="en-GB" dirty="0"/>
              <a:t>, or as </a:t>
            </a:r>
            <a:r>
              <a:rPr lang="en-GB" b="1" dirty="0"/>
              <a:t>one half of a dictionary</a:t>
            </a:r>
            <a:r>
              <a:rPr lang="en-GB" dirty="0"/>
              <a:t> (the </a:t>
            </a:r>
            <a:r>
              <a:rPr lang="en-GB" b="1" dirty="0"/>
              <a:t>keys</a:t>
            </a:r>
            <a:r>
              <a:rPr lang="en-GB" dirty="0"/>
              <a:t>). In fact, the </a:t>
            </a:r>
            <a:r>
              <a:rPr lang="en-GB" sz="1200" b="1" kern="1200" dirty="0" err="1">
                <a:solidFill>
                  <a:schemeClr val="tx1"/>
                </a:solidFill>
                <a:latin typeface="+mn-lt"/>
                <a:ea typeface="+mn-ea"/>
                <a:cs typeface="+mn-cs"/>
              </a:rPr>
              <a:t>dict.keys</a:t>
            </a:r>
            <a:r>
              <a:rPr lang="en-GB" sz="1200" b="1" kern="1200" dirty="0">
                <a:solidFill>
                  <a:schemeClr val="tx1"/>
                </a:solidFill>
                <a:latin typeface="+mn-lt"/>
                <a:ea typeface="+mn-ea"/>
                <a:cs typeface="+mn-cs"/>
              </a:rPr>
              <a:t>()</a:t>
            </a:r>
            <a:r>
              <a:rPr lang="en-GB" dirty="0"/>
              <a:t> method behaves much like a set in Python.</a:t>
            </a:r>
          </a:p>
          <a:p>
            <a:endParaRPr lang="en-GB" dirty="0"/>
          </a:p>
          <a:p>
            <a:r>
              <a:rPr lang="en-GB" dirty="0"/>
              <a:t>Sets are ideal for </a:t>
            </a:r>
            <a:r>
              <a:rPr lang="en-GB" b="1" dirty="0"/>
              <a:t>lookup operations</a:t>
            </a:r>
            <a:r>
              <a:rPr lang="en-GB" dirty="0"/>
              <a:t>, where you only need to test membership using the </a:t>
            </a:r>
            <a:r>
              <a:rPr lang="en-GB" sz="1200" kern="1200" dirty="0">
                <a:solidFill>
                  <a:schemeClr val="tx1"/>
                </a:solidFill>
                <a:latin typeface="+mn-lt"/>
                <a:ea typeface="+mn-ea"/>
                <a:cs typeface="+mn-cs"/>
              </a:rPr>
              <a:t>in</a:t>
            </a:r>
            <a:r>
              <a:rPr lang="en-GB" dirty="0"/>
              <a:t> operator, and for performing set operations such as </a:t>
            </a:r>
            <a:r>
              <a:rPr lang="en-GB" b="1" dirty="0"/>
              <a:t>union</a:t>
            </a:r>
            <a:r>
              <a:rPr lang="en-GB" dirty="0"/>
              <a:t>, </a:t>
            </a:r>
            <a:r>
              <a:rPr lang="en-GB" b="1" dirty="0"/>
              <a:t>intersection</a:t>
            </a:r>
            <a:r>
              <a:rPr lang="en-GB" dirty="0"/>
              <a:t>, and </a:t>
            </a:r>
            <a:r>
              <a:rPr lang="en-GB" b="1" dirty="0"/>
              <a:t>difference</a:t>
            </a:r>
            <a:r>
              <a:rPr lang="en-GB" dirty="0"/>
              <a:t>.</a:t>
            </a:r>
          </a:p>
          <a:p>
            <a:endParaRPr lang="en-GB" dirty="0"/>
          </a:p>
          <a:p>
            <a:r>
              <a:rPr lang="en-GB" dirty="0"/>
              <a:t>Keep in mind that </a:t>
            </a:r>
            <a:r>
              <a:rPr lang="en-GB" b="1" dirty="0"/>
              <a:t>sets are unordered</a:t>
            </a:r>
            <a:r>
              <a:rPr lang="en-GB" dirty="0"/>
              <a:t>, so any original sequence order is lost.</a:t>
            </a:r>
          </a:p>
          <a:p>
            <a:endParaRPr lang="en-GB" dirty="0"/>
          </a:p>
          <a:p>
            <a:r>
              <a:rPr lang="en-GB" dirty="0"/>
              <a:t>Use the </a:t>
            </a:r>
            <a:r>
              <a:rPr lang="en-GB" sz="1200" kern="1200" dirty="0">
                <a:solidFill>
                  <a:schemeClr val="tx1"/>
                </a:solidFill>
                <a:latin typeface="+mn-lt"/>
                <a:ea typeface="+mn-ea"/>
                <a:cs typeface="+mn-cs"/>
              </a:rPr>
              <a:t>add()</a:t>
            </a:r>
            <a:r>
              <a:rPr lang="en-GB" dirty="0"/>
              <a:t> method to insert a single element, or </a:t>
            </a:r>
            <a:r>
              <a:rPr lang="en-GB" sz="1200" kern="1200" dirty="0">
                <a:solidFill>
                  <a:schemeClr val="tx1"/>
                </a:solidFill>
                <a:latin typeface="+mn-lt"/>
                <a:ea typeface="+mn-ea"/>
                <a:cs typeface="+mn-cs"/>
              </a:rPr>
              <a:t>update()</a:t>
            </a:r>
            <a:r>
              <a:rPr lang="en-GB" dirty="0"/>
              <a:t> to add multiple elements at once.</a:t>
            </a:r>
          </a:p>
          <a:p>
            <a:endParaRPr lang="en-GB" dirty="0">
              <a:latin typeface="Courier New" pitchFamily="49" charset="0"/>
            </a:endParaRPr>
          </a:p>
        </p:txBody>
      </p:sp>
    </p:spTree>
    <p:extLst>
      <p:ext uri="{BB962C8B-B14F-4D97-AF65-F5344CB8AC3E}">
        <p14:creationId xmlns:p14="http://schemas.microsoft.com/office/powerpoint/2010/main" val="39840009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txBody>
          <a:bodyPr/>
          <a:lstStyle/>
          <a:p>
            <a:endParaRPr lang="en-US"/>
          </a:p>
        </p:txBody>
      </p:sp>
      <p:sp>
        <p:nvSpPr>
          <p:cNvPr id="3994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The method </a:t>
            </a:r>
            <a:r>
              <a:rPr lang="en-GB" b="1" dirty="0">
                <a:latin typeface="Courier New" pitchFamily="49" charset="0"/>
              </a:rPr>
              <a:t>add</a:t>
            </a:r>
            <a:r>
              <a:rPr lang="en-GB" dirty="0"/>
              <a:t> is used to add a single element.  To add multiple elements, use </a:t>
            </a:r>
            <a:r>
              <a:rPr lang="en-GB" b="1" dirty="0">
                <a:latin typeface="Courier New" pitchFamily="49" charset="0"/>
              </a:rPr>
              <a:t>update</a:t>
            </a:r>
            <a:r>
              <a:rPr lang="en-GB" dirty="0"/>
              <a:t>. </a:t>
            </a:r>
          </a:p>
          <a:p>
            <a:endParaRPr lang="en-GB" dirty="0"/>
          </a:p>
          <a:p>
            <a:r>
              <a:rPr lang="en-GB" dirty="0"/>
              <a:t>There are three "updates", and alternative operators:</a:t>
            </a:r>
          </a:p>
          <a:p>
            <a:r>
              <a:rPr lang="en-GB" b="1" dirty="0">
                <a:latin typeface="Courier New" pitchFamily="49" charset="0"/>
                <a:cs typeface="Courier New" pitchFamily="49" charset="0"/>
              </a:rPr>
              <a:t>update</a:t>
            </a:r>
            <a:r>
              <a:rPr lang="en-GB" dirty="0"/>
              <a:t> 			</a:t>
            </a:r>
            <a:r>
              <a:rPr lang="en-GB" dirty="0">
                <a:latin typeface="Courier New" pitchFamily="49" charset="0"/>
                <a:cs typeface="Courier New" pitchFamily="49" charset="0"/>
              </a:rPr>
              <a:t>|=</a:t>
            </a:r>
            <a:r>
              <a:rPr lang="en-GB" dirty="0"/>
              <a:t>	Update the set from another</a:t>
            </a:r>
          </a:p>
          <a:p>
            <a:r>
              <a:rPr lang="en-GB" b="1" dirty="0" err="1">
                <a:latin typeface="Courier New" pitchFamily="49" charset="0"/>
                <a:cs typeface="Courier New" pitchFamily="49" charset="0"/>
              </a:rPr>
              <a:t>intersection_update</a:t>
            </a:r>
            <a:r>
              <a:rPr lang="en-GB" dirty="0"/>
              <a:t> 	</a:t>
            </a:r>
            <a:r>
              <a:rPr lang="en-GB" dirty="0">
                <a:latin typeface="Courier New" pitchFamily="49" charset="0"/>
                <a:cs typeface="Courier New" pitchFamily="49" charset="0"/>
              </a:rPr>
              <a:t>&amp;=</a:t>
            </a:r>
            <a:r>
              <a:rPr lang="en-GB" dirty="0"/>
              <a:t>	Update the set,  with common elements</a:t>
            </a:r>
          </a:p>
          <a:p>
            <a:r>
              <a:rPr lang="en-GB" b="1" dirty="0" err="1">
                <a:latin typeface="Courier New" pitchFamily="49" charset="0"/>
                <a:cs typeface="Courier New" pitchFamily="49" charset="0"/>
              </a:rPr>
              <a:t>difference_update</a:t>
            </a:r>
            <a:r>
              <a:rPr lang="en-GB" dirty="0"/>
              <a:t> 	</a:t>
            </a:r>
            <a:r>
              <a:rPr lang="en-GB" dirty="0">
                <a:latin typeface="Courier New" pitchFamily="49" charset="0"/>
                <a:cs typeface="Courier New" pitchFamily="49" charset="0"/>
              </a:rPr>
              <a:t>-=</a:t>
            </a:r>
            <a:r>
              <a:rPr lang="en-GB" dirty="0"/>
              <a:t>	Remove elements found in the other </a:t>
            </a:r>
          </a:p>
          <a:p>
            <a:endParaRPr lang="en-GB" dirty="0"/>
          </a:p>
          <a:p>
            <a:r>
              <a:rPr lang="en-GB" dirty="0" err="1"/>
              <a:t>Frozensets</a:t>
            </a:r>
            <a:r>
              <a:rPr lang="en-GB" dirty="0"/>
              <a:t> are immutable so do not have the </a:t>
            </a:r>
            <a:r>
              <a:rPr lang="en-GB" dirty="0">
                <a:latin typeface="Courier New" pitchFamily="49" charset="0"/>
                <a:cs typeface="Courier New" pitchFamily="49" charset="0"/>
              </a:rPr>
              <a:t>add</a:t>
            </a:r>
            <a:r>
              <a:rPr lang="en-GB" dirty="0">
                <a:cs typeface="Courier New" pitchFamily="49" charset="0"/>
              </a:rPr>
              <a:t>, </a:t>
            </a:r>
            <a:r>
              <a:rPr lang="en-GB" dirty="0">
                <a:latin typeface="Courier New" pitchFamily="49" charset="0"/>
                <a:cs typeface="Courier New" pitchFamily="49" charset="0"/>
              </a:rPr>
              <a:t>update</a:t>
            </a:r>
            <a:r>
              <a:rPr lang="en-GB" dirty="0">
                <a:cs typeface="Courier New" pitchFamily="49" charset="0"/>
              </a:rPr>
              <a:t>,</a:t>
            </a:r>
            <a:r>
              <a:rPr lang="en-GB" dirty="0"/>
              <a:t> or </a:t>
            </a:r>
            <a:r>
              <a:rPr lang="en-GB" dirty="0">
                <a:latin typeface="Courier New" pitchFamily="49" charset="0"/>
                <a:cs typeface="Courier New" pitchFamily="49" charset="0"/>
              </a:rPr>
              <a:t>remove</a:t>
            </a:r>
            <a:r>
              <a:rPr lang="en-GB" dirty="0"/>
              <a:t> methods, but they are </a:t>
            </a:r>
            <a:r>
              <a:rPr lang="en-GB" dirty="0" err="1"/>
              <a:t>hashable</a:t>
            </a:r>
            <a:r>
              <a:rPr lang="en-GB" dirty="0"/>
              <a:t> so can be used as entries in other sets.</a:t>
            </a:r>
          </a:p>
        </p:txBody>
      </p:sp>
    </p:spTree>
    <p:extLst>
      <p:ext uri="{BB962C8B-B14F-4D97-AF65-F5344CB8AC3E}">
        <p14:creationId xmlns:p14="http://schemas.microsoft.com/office/powerpoint/2010/main" val="6096568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2"/>
          <p:cNvSpPr>
            <a:spLocks noGrp="1" noRot="1" noChangeAspect="1" noChangeArrowheads="1" noTextEdit="1"/>
          </p:cNvSpPr>
          <p:nvPr>
            <p:ph type="sldImg"/>
          </p:nvPr>
        </p:nvSpPr>
        <p:spPr>
          <a:ln/>
        </p:spPr>
        <p:txBody>
          <a:bodyPr/>
          <a:lstStyle/>
          <a:p>
            <a:endParaRPr lang="en-US"/>
          </a:p>
        </p:txBody>
      </p:sp>
      <p:sp>
        <p:nvSpPr>
          <p:cNvPr id="4096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Sets can be used for many purposes, including </a:t>
            </a:r>
            <a:r>
              <a:rPr lang="en-GB" b="1"/>
              <a:t>membership testing</a:t>
            </a:r>
            <a:r>
              <a:rPr lang="en-GB"/>
              <a:t> with the </a:t>
            </a:r>
            <a:r>
              <a:rPr lang="en-GB" b="1"/>
              <a:t>in</a:t>
            </a:r>
            <a:r>
              <a:rPr lang="en-GB"/>
              <a:t> operator. In this example, we use sets to take advantage of their unique properties.</a:t>
            </a:r>
          </a:p>
          <a:p>
            <a:endParaRPr lang="en-GB"/>
          </a:p>
          <a:p>
            <a:r>
              <a:rPr lang="en-GB"/>
              <a:t>All </a:t>
            </a:r>
            <a:r>
              <a:rPr lang="en-GB" b="1"/>
              <a:t>items in a set are unique</a:t>
            </a:r>
            <a:r>
              <a:rPr lang="en-GB"/>
              <a:t>, so converting a list to a set automatically removes duplicates - though the original order is lost.</a:t>
            </a:r>
            <a:br>
              <a:rPr lang="en-GB"/>
            </a:br>
            <a:endParaRPr lang="en-GB"/>
          </a:p>
          <a:p>
            <a:r>
              <a:rPr lang="en-GB"/>
              <a:t>A common use case is deduplicating data before sorting.</a:t>
            </a:r>
            <a:br>
              <a:rPr lang="en-GB"/>
            </a:br>
            <a:endParaRPr lang="en-GB"/>
          </a:p>
          <a:p>
            <a:r>
              <a:rPr lang="en-GB"/>
              <a:t>Before sets were introduced, this was often done using a dictionary with “throw-away” values. Once a list has been converted to a set, you can perform </a:t>
            </a:r>
            <a:r>
              <a:rPr lang="en-GB" b="1"/>
              <a:t>set operations</a:t>
            </a:r>
            <a:r>
              <a:rPr lang="en-GB"/>
              <a:t> such as </a:t>
            </a:r>
            <a:r>
              <a:rPr lang="en-GB" b="1"/>
              <a:t>union</a:t>
            </a:r>
            <a:r>
              <a:rPr lang="en-GB"/>
              <a:t>, </a:t>
            </a:r>
            <a:r>
              <a:rPr lang="en-GB" b="1"/>
              <a:t>intersection</a:t>
            </a:r>
            <a:r>
              <a:rPr lang="en-GB"/>
              <a:t>, and </a:t>
            </a:r>
            <a:r>
              <a:rPr lang="en-GB" b="1"/>
              <a:t>difference</a:t>
            </a:r>
            <a:r>
              <a:rPr lang="en-GB"/>
              <a:t> directly on the data.</a:t>
            </a:r>
          </a:p>
          <a:p>
            <a:endParaRPr lang="en-GB"/>
          </a:p>
          <a:p>
            <a:r>
              <a:rPr lang="en-GB"/>
              <a:t>When performing set subtraction, the elements in the right-hand set don’t need to exist in the left-hand set. For example, attempting to remove 'Brie' from a set that doesn’t contain it is not an error — it’s simply ignored.</a:t>
            </a:r>
          </a:p>
          <a:p>
            <a:endParaRPr lang="en-GB"/>
          </a:p>
        </p:txBody>
      </p:sp>
    </p:spTree>
    <p:extLst>
      <p:ext uri="{BB962C8B-B14F-4D97-AF65-F5344CB8AC3E}">
        <p14:creationId xmlns:p14="http://schemas.microsoft.com/office/powerpoint/2010/main" val="20208302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Rot="1" noChangeAspect="1" noChangeArrowheads="1" noTextEdit="1"/>
          </p:cNvSpPr>
          <p:nvPr>
            <p:ph type="sldImg"/>
          </p:nvPr>
        </p:nvSpPr>
        <p:spPr>
          <a:ln/>
        </p:spPr>
        <p:txBody>
          <a:bodyPr/>
          <a:lstStyle/>
          <a:p>
            <a:endParaRPr lang="en-US"/>
          </a:p>
        </p:txBody>
      </p:sp>
      <p:sp>
        <p:nvSpPr>
          <p:cNvPr id="4199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Python supports several </a:t>
            </a:r>
            <a:r>
              <a:rPr lang="en-GB" b="1"/>
              <a:t>set operations</a:t>
            </a:r>
            <a:r>
              <a:rPr lang="en-GB"/>
              <a:t> that behave just like the </a:t>
            </a:r>
            <a:r>
              <a:rPr lang="en-GB" b="1"/>
              <a:t>Venn diagrams</a:t>
            </a:r>
            <a:r>
              <a:rPr lang="en-GB"/>
              <a:t> you may remember from school.</a:t>
            </a:r>
          </a:p>
          <a:p>
            <a:endParaRPr lang="en-GB"/>
          </a:p>
          <a:p>
            <a:pPr marL="628650" lvl="1" indent="-171450">
              <a:buFont typeface="Arial" panose="020B0604020202020204" pitchFamily="34" charset="0"/>
              <a:buChar char="•"/>
            </a:pPr>
            <a:r>
              <a:rPr lang="en-GB" b="1"/>
              <a:t>Intersection (</a:t>
            </a:r>
            <a:r>
              <a:rPr lang="en-GB" b="1" kern="1200">
                <a:solidFill>
                  <a:schemeClr val="tx1"/>
                </a:solidFill>
                <a:latin typeface="+mn-lt"/>
                <a:ea typeface="+mn-ea"/>
                <a:cs typeface="+mn-cs"/>
              </a:rPr>
              <a:t>&amp;</a:t>
            </a:r>
            <a:r>
              <a:rPr lang="en-GB" b="1"/>
              <a:t>)</a:t>
            </a:r>
            <a:r>
              <a:rPr lang="en-GB"/>
              <a:t> – items common to both sets</a:t>
            </a:r>
          </a:p>
          <a:p>
            <a:pPr marL="628650" lvl="1" indent="-171450">
              <a:buFont typeface="Arial" panose="020B0604020202020204" pitchFamily="34" charset="0"/>
              <a:buChar char="•"/>
            </a:pPr>
            <a:r>
              <a:rPr lang="en-GB" b="1"/>
              <a:t>Union (</a:t>
            </a:r>
            <a:r>
              <a:rPr lang="en-GB" b="1" kern="1200">
                <a:solidFill>
                  <a:schemeClr val="tx1"/>
                </a:solidFill>
                <a:latin typeface="+mn-lt"/>
                <a:ea typeface="+mn-ea"/>
                <a:cs typeface="+mn-cs"/>
              </a:rPr>
              <a:t>|</a:t>
            </a:r>
            <a:r>
              <a:rPr lang="en-GB" b="1"/>
              <a:t>)</a:t>
            </a:r>
            <a:r>
              <a:rPr lang="en-GB"/>
              <a:t> – all items from both sets (no duplicates)</a:t>
            </a:r>
          </a:p>
          <a:p>
            <a:pPr marL="628650" lvl="1" indent="-171450">
              <a:buFont typeface="Arial" panose="020B0604020202020204" pitchFamily="34" charset="0"/>
              <a:buChar char="•"/>
            </a:pPr>
            <a:r>
              <a:rPr lang="en-GB" b="1"/>
              <a:t>Difference (</a:t>
            </a:r>
            <a:r>
              <a:rPr lang="en-GB" b="1" kern="1200">
                <a:solidFill>
                  <a:schemeClr val="tx1"/>
                </a:solidFill>
                <a:latin typeface="+mn-lt"/>
                <a:ea typeface="+mn-ea"/>
                <a:cs typeface="+mn-cs"/>
              </a:rPr>
              <a:t>-</a:t>
            </a:r>
            <a:r>
              <a:rPr lang="en-GB" b="1"/>
              <a:t>)</a:t>
            </a:r>
            <a:r>
              <a:rPr lang="en-GB"/>
              <a:t> – items in the left set but not in the right</a:t>
            </a:r>
          </a:p>
          <a:p>
            <a:pPr marL="628650" lvl="1" indent="-171450">
              <a:buFont typeface="Arial" panose="020B0604020202020204" pitchFamily="34" charset="0"/>
              <a:buChar char="•"/>
            </a:pPr>
            <a:r>
              <a:rPr lang="en-GB" b="1"/>
              <a:t>Symmetric difference (</a:t>
            </a:r>
            <a:r>
              <a:rPr lang="en-GB" b="1" kern="1200">
                <a:solidFill>
                  <a:schemeClr val="tx1"/>
                </a:solidFill>
                <a:latin typeface="+mn-lt"/>
                <a:ea typeface="+mn-ea"/>
                <a:cs typeface="+mn-cs"/>
              </a:rPr>
              <a:t>^</a:t>
            </a:r>
            <a:r>
              <a:rPr lang="en-GB" b="1"/>
              <a:t>)</a:t>
            </a:r>
            <a:r>
              <a:rPr lang="en-GB"/>
              <a:t> – items in either set, but not both</a:t>
            </a:r>
          </a:p>
          <a:p>
            <a:endParaRPr lang="en-GB"/>
          </a:p>
          <a:p>
            <a:r>
              <a:rPr lang="en-GB"/>
              <a:t>Each of these has an equivalent </a:t>
            </a:r>
            <a:r>
              <a:rPr lang="en-GB" b="1"/>
              <a:t>set method</a:t>
            </a:r>
            <a:r>
              <a:rPr lang="en-GB"/>
              <a:t>, for example:</a:t>
            </a:r>
          </a:p>
          <a:p>
            <a:r>
              <a:rPr lang="en-GB" kern="1200">
                <a:solidFill>
                  <a:schemeClr val="tx1"/>
                </a:solidFill>
                <a:latin typeface="+mn-lt"/>
                <a:ea typeface="+mn-ea"/>
                <a:cs typeface="+mn-cs"/>
              </a:rPr>
              <a:t>set1.intersection(set2)</a:t>
            </a:r>
            <a:r>
              <a:rPr lang="en-GB"/>
              <a:t> or </a:t>
            </a:r>
            <a:r>
              <a:rPr lang="en-GB" kern="1200">
                <a:solidFill>
                  <a:schemeClr val="tx1"/>
                </a:solidFill>
                <a:latin typeface="+mn-lt"/>
                <a:ea typeface="+mn-ea"/>
                <a:cs typeface="+mn-cs"/>
              </a:rPr>
              <a:t>set1.union(set2)</a:t>
            </a:r>
            <a:r>
              <a:rPr lang="en-GB"/>
              <a:t>.</a:t>
            </a:r>
          </a:p>
          <a:p>
            <a:endParaRPr lang="en-GB"/>
          </a:p>
          <a:p>
            <a:r>
              <a:rPr lang="en-GB"/>
              <a:t>The method versions can accept any </a:t>
            </a:r>
            <a:r>
              <a:rPr lang="en-GB" err="1"/>
              <a:t>iterable</a:t>
            </a:r>
            <a:r>
              <a:rPr lang="en-GB"/>
              <a:t> as a parameter - there’s no need to convert the data to a set first.</a:t>
            </a:r>
          </a:p>
        </p:txBody>
      </p:sp>
    </p:spTree>
    <p:extLst>
      <p:ext uri="{BB962C8B-B14F-4D97-AF65-F5344CB8AC3E}">
        <p14:creationId xmlns:p14="http://schemas.microsoft.com/office/powerpoint/2010/main" val="14725740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 name="Rectangle 3"/>
          <p:cNvSpPr>
            <a:spLocks noGrp="1" noChangeArrowheads="1"/>
          </p:cNvSpPr>
          <p:nvPr>
            <p:ph type="body" idx="1"/>
          </p:nvPr>
        </p:nvSpPr>
        <p:spPr/>
        <p:txBody>
          <a:bodyPr/>
          <a:lstStyle/>
          <a:p>
            <a:r>
              <a:rPr lang="en-GB"/>
              <a:t>Dictionaries are like sets but have keys referencing the objects. These are similar to associative arrays, hashes and hash tables in other languages and in general computing the keys are unordered. However, from Python 3.6 the keys are in insertion order in </a:t>
            </a:r>
            <a:r>
              <a:rPr lang="en-GB" err="1"/>
              <a:t>CPython</a:t>
            </a:r>
            <a:r>
              <a:rPr lang="en-GB"/>
              <a:t>, and from Python 3.7, it is now a language feature across all Python platforms.</a:t>
            </a:r>
          </a:p>
          <a:p>
            <a:endParaRPr lang="en-GB"/>
          </a:p>
          <a:p>
            <a:r>
              <a:rPr lang="en-GB"/>
              <a:t>They are constructed from lists of </a:t>
            </a:r>
            <a:r>
              <a:rPr lang="en-GB" err="1"/>
              <a:t>key:object</a:t>
            </a:r>
            <a:r>
              <a:rPr lang="en-GB"/>
              <a:t> pairs, inside braces (curly brackets), although you may also assign them from the </a:t>
            </a:r>
            <a:r>
              <a:rPr lang="en-GB" err="1"/>
              <a:t>dict</a:t>
            </a:r>
            <a:r>
              <a:rPr lang="en-GB"/>
              <a:t> function, for example:</a:t>
            </a:r>
          </a:p>
          <a:p>
            <a:pPr lvl="1"/>
            <a:r>
              <a:rPr lang="en-GB" err="1"/>
              <a:t>mydict</a:t>
            </a:r>
            <a:r>
              <a:rPr lang="en-GB"/>
              <a:t> = </a:t>
            </a:r>
            <a:r>
              <a:rPr lang="en-GB" err="1"/>
              <a:t>dict</a:t>
            </a:r>
            <a:r>
              <a:rPr lang="en-GB"/>
              <a:t>(Sweden = 'Stockholm',  Norway = 'Oslo')</a:t>
            </a:r>
          </a:p>
          <a:p>
            <a:pPr lvl="1"/>
            <a:endParaRPr lang="en-GB">
              <a:latin typeface="Montserrat"/>
            </a:endParaRPr>
          </a:p>
          <a:p>
            <a:r>
              <a:rPr lang="en-GB"/>
              <a:t>This form can only be used if the keys are text strings, not if they are numbers.</a:t>
            </a:r>
          </a:p>
          <a:p>
            <a:endParaRPr lang="en-GB">
              <a:latin typeface="Montserrat"/>
            </a:endParaRPr>
          </a:p>
          <a:p>
            <a:r>
              <a:rPr lang="en-GB"/>
              <a:t>The value is an object of any valid class, including a list, tuple, or dictionary. No special syntax is required to access them.</a:t>
            </a:r>
          </a:p>
          <a:p>
            <a:r>
              <a:rPr lang="en-GB"/>
              <a:t>Dictionary </a:t>
            </a:r>
            <a:r>
              <a:rPr lang="en-GB" err="1"/>
              <a:t>key:value</a:t>
            </a:r>
            <a:r>
              <a:rPr lang="en-GB"/>
              <a:t> pairs are not ordered, as you would expect. A list of the keys may be extracted using the keys() method, and values with the values() method.  </a:t>
            </a:r>
          </a:p>
          <a:p>
            <a:r>
              <a:rPr lang="en-GB"/>
              <a:t>You can also create dictionaries with just keys, from a list.  </a:t>
            </a:r>
          </a:p>
          <a:p>
            <a:pPr lvl="1"/>
            <a:r>
              <a:rPr lang="en-GB" err="1"/>
              <a:t>mydict</a:t>
            </a:r>
            <a:r>
              <a:rPr lang="en-GB"/>
              <a:t> = {}.</a:t>
            </a:r>
            <a:r>
              <a:rPr lang="en-GB" err="1"/>
              <a:t>fromkeys</a:t>
            </a:r>
            <a:r>
              <a:rPr lang="en-GB"/>
              <a:t>(</a:t>
            </a:r>
            <a:r>
              <a:rPr lang="en-GB" err="1"/>
              <a:t>mylist</a:t>
            </a:r>
            <a:r>
              <a:rPr lang="en-GB"/>
              <a:t>)</a:t>
            </a:r>
          </a:p>
          <a:p>
            <a:r>
              <a:rPr lang="en-GB"/>
              <a:t>These can be used as look-up tables, or the values added later.  </a:t>
            </a:r>
          </a:p>
          <a:p>
            <a:r>
              <a:rPr lang="en-GB"/>
              <a:t>Dictionary keys can be any immutable type: strings, numbers, or tuples, but not mutable types, such as lists. To get a list of keys from an existing dictionary, then use the dictionary as a list:</a:t>
            </a:r>
          </a:p>
          <a:p>
            <a:pPr lvl="1"/>
            <a:r>
              <a:rPr lang="en-GB"/>
              <a:t>keys = list(</a:t>
            </a:r>
            <a:r>
              <a:rPr lang="en-GB" err="1"/>
              <a:t>mydict</a:t>
            </a:r>
            <a:r>
              <a:rPr lang="en-GB"/>
              <a:t>)</a:t>
            </a:r>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37909625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 name="Rectangle 3"/>
          <p:cNvSpPr>
            <a:spLocks noGrp="1" noChangeArrowheads="1"/>
          </p:cNvSpPr>
          <p:nvPr>
            <p:ph type="body" idx="1"/>
          </p:nvPr>
        </p:nvSpPr>
        <p:spPr/>
        <p:txBody>
          <a:bodyPr/>
          <a:lstStyle/>
          <a:p>
            <a:r>
              <a:rPr lang="en-GB"/>
              <a:t>This example shows a simple </a:t>
            </a:r>
            <a:r>
              <a:rPr lang="en-GB" b="1"/>
              <a:t>dictionary</a:t>
            </a:r>
            <a:r>
              <a:rPr lang="en-GB"/>
              <a:t> with two keys, </a:t>
            </a:r>
            <a:r>
              <a:rPr lang="en-GB" sz="1200" kern="1200">
                <a:solidFill>
                  <a:schemeClr val="tx1"/>
                </a:solidFill>
                <a:latin typeface="+mn-lt"/>
                <a:ea typeface="+mn-ea"/>
                <a:cs typeface="+mn-cs"/>
              </a:rPr>
              <a:t>'UK'</a:t>
            </a:r>
            <a:r>
              <a:rPr lang="en-GB"/>
              <a:t> and </a:t>
            </a:r>
            <a:r>
              <a:rPr lang="en-GB" sz="1200" kern="1200">
                <a:solidFill>
                  <a:schemeClr val="tx1"/>
                </a:solidFill>
                <a:latin typeface="+mn-lt"/>
                <a:ea typeface="+mn-ea"/>
                <a:cs typeface="+mn-cs"/>
              </a:rPr>
              <a:t>'US’,</a:t>
            </a:r>
            <a:r>
              <a:rPr lang="en-GB"/>
              <a:t> each containing a </a:t>
            </a:r>
            <a:r>
              <a:rPr lang="en-GB" b="1"/>
              <a:t>list</a:t>
            </a:r>
            <a:r>
              <a:rPr lang="en-GB"/>
              <a:t> as its value.</a:t>
            </a:r>
          </a:p>
          <a:p>
            <a:endParaRPr lang="en-GB"/>
          </a:p>
          <a:p>
            <a:r>
              <a:rPr lang="en-GB" b="0"/>
              <a:t>Dictionaries can be extended dynamically by simply assigning a value to a new key - for example, adding </a:t>
            </a:r>
            <a:r>
              <a:rPr lang="en-GB" sz="1200" b="0" kern="1200">
                <a:solidFill>
                  <a:schemeClr val="tx1"/>
                </a:solidFill>
                <a:latin typeface="+mn-lt"/>
                <a:ea typeface="+mn-ea"/>
                <a:cs typeface="+mn-cs"/>
              </a:rPr>
              <a:t>'FR'</a:t>
            </a:r>
            <a:r>
              <a:rPr lang="en-GB" b="0"/>
              <a:t> creates a new entry automatically.</a:t>
            </a:r>
          </a:p>
          <a:p>
            <a:endParaRPr lang="en-GB"/>
          </a:p>
          <a:p>
            <a:r>
              <a:rPr lang="en-GB"/>
              <a:t>Originally, </a:t>
            </a:r>
            <a:r>
              <a:rPr lang="en-GB" b="0"/>
              <a:t>dictionary order was not guaranteed</a:t>
            </a:r>
            <a:r>
              <a:rPr lang="en-GB"/>
              <a:t>, so key order could appear random. From </a:t>
            </a:r>
            <a:r>
              <a:rPr lang="en-GB" b="1"/>
              <a:t>Python 3.7</a:t>
            </a:r>
            <a:r>
              <a:rPr lang="en-GB"/>
              <a:t>, however, </a:t>
            </a:r>
            <a:r>
              <a:rPr lang="en-GB" b="1"/>
              <a:t>insertion</a:t>
            </a:r>
            <a:r>
              <a:rPr lang="en-GB" b="0"/>
              <a:t> </a:t>
            </a:r>
            <a:r>
              <a:rPr lang="en-GB" b="1"/>
              <a:t>order</a:t>
            </a:r>
            <a:r>
              <a:rPr lang="en-GB" b="0"/>
              <a:t> is preserved as part of the language specification. </a:t>
            </a:r>
          </a:p>
          <a:p>
            <a:endParaRPr lang="en-GB"/>
          </a:p>
          <a:p>
            <a:r>
              <a:rPr lang="en-GB"/>
              <a:t>To access values in </a:t>
            </a:r>
            <a:r>
              <a:rPr lang="en-GB" b="0"/>
              <a:t>a nested (multi-dimensional) structure, add the key or index inside square brackets - just as in other languages. </a:t>
            </a:r>
            <a:r>
              <a:rPr lang="en-GB"/>
              <a:t>Keys can be </a:t>
            </a:r>
            <a:r>
              <a:rPr lang="en-GB" b="1"/>
              <a:t>string literals</a:t>
            </a:r>
            <a:r>
              <a:rPr lang="en-GB"/>
              <a:t> (remember to use quotes) or </a:t>
            </a:r>
            <a:r>
              <a:rPr lang="en-GB" b="1"/>
              <a:t>variables</a:t>
            </a:r>
            <a:r>
              <a:rPr lang="en-GB"/>
              <a:t>.</a:t>
            </a:r>
          </a:p>
          <a:p>
            <a:endParaRPr lang="en-GB"/>
          </a:p>
          <a:p>
            <a:r>
              <a:rPr lang="en-GB"/>
              <a:t>Finally, the example </a:t>
            </a:r>
            <a:r>
              <a:rPr lang="en-GB" b="0"/>
              <a:t>demonstrates iterating through a dictionary</a:t>
            </a:r>
            <a:r>
              <a:rPr lang="en-GB"/>
              <a:t>, a technique that will be explored in more detail shortly.</a:t>
            </a:r>
          </a:p>
          <a:p>
            <a:endParaRPr lang="en-GB"/>
          </a:p>
        </p:txBody>
      </p:sp>
      <p:sp>
        <p:nvSpPr>
          <p:cNvPr id="3" name="Slide Image Placeholder 2"/>
          <p:cNvSpPr>
            <a:spLocks noGrp="1" noRot="1" noChangeAspect="1"/>
          </p:cNvSpPr>
          <p:nvPr>
            <p:ph type="sldImg"/>
          </p:nvPr>
        </p:nvSpPr>
        <p:spPr/>
        <p:txBody>
          <a:bodyPr/>
          <a:lstStyle/>
          <a:p>
            <a:endParaRPr lang="en-US"/>
          </a:p>
        </p:txBody>
      </p:sp>
    </p:spTree>
    <p:extLst>
      <p:ext uri="{BB962C8B-B14F-4D97-AF65-F5344CB8AC3E}">
        <p14:creationId xmlns:p14="http://schemas.microsoft.com/office/powerpoint/2010/main" val="193824553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txBody>
          <a:bodyPr/>
          <a:lstStyle/>
          <a:p>
            <a:endParaRPr lang="en-US"/>
          </a:p>
        </p:txBody>
      </p:sp>
      <p:sp>
        <p:nvSpPr>
          <p:cNvPr id="45059"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Deleting a </a:t>
            </a:r>
            <a:r>
              <a:rPr lang="en-GB" b="1"/>
              <a:t>key</a:t>
            </a:r>
            <a:r>
              <a:rPr lang="en-GB"/>
              <a:t> from a dictionary also removes its </a:t>
            </a:r>
            <a:r>
              <a:rPr lang="en-GB" b="1"/>
              <a:t>associated value</a:t>
            </a:r>
            <a:r>
              <a:rPr lang="en-GB"/>
              <a:t>.</a:t>
            </a:r>
          </a:p>
          <a:p>
            <a:endParaRPr lang="en-GB"/>
          </a:p>
          <a:p>
            <a:r>
              <a:rPr lang="en-GB"/>
              <a:t>The </a:t>
            </a:r>
            <a:r>
              <a:rPr lang="en-GB" sz="1200" b="1" kern="1200">
                <a:solidFill>
                  <a:schemeClr val="tx1"/>
                </a:solidFill>
                <a:latin typeface="+mn-lt"/>
                <a:ea typeface="+mn-ea"/>
                <a:cs typeface="+mn-cs"/>
              </a:rPr>
              <a:t>del</a:t>
            </a:r>
            <a:r>
              <a:rPr lang="en-GB"/>
              <a:t> statement deletes the key–value pair but </a:t>
            </a:r>
            <a:r>
              <a:rPr lang="en-GB" b="1"/>
              <a:t>does not return</a:t>
            </a:r>
            <a:r>
              <a:rPr lang="en-GB"/>
              <a:t> the value.</a:t>
            </a:r>
            <a:br>
              <a:rPr lang="en-GB"/>
            </a:br>
            <a:r>
              <a:rPr lang="en-GB"/>
              <a:t>In contrast, the </a:t>
            </a:r>
            <a:r>
              <a:rPr lang="en-GB" sz="1200" b="1" kern="1200">
                <a:solidFill>
                  <a:schemeClr val="tx1"/>
                </a:solidFill>
                <a:latin typeface="+mn-lt"/>
                <a:ea typeface="+mn-ea"/>
                <a:cs typeface="+mn-cs"/>
              </a:rPr>
              <a:t>pop()</a:t>
            </a:r>
            <a:r>
              <a:rPr lang="en-GB"/>
              <a:t> method </a:t>
            </a:r>
            <a:r>
              <a:rPr lang="en-GB" b="1"/>
              <a:t>removes and returns</a:t>
            </a:r>
            <a:r>
              <a:rPr lang="en-GB"/>
              <a:t> the value for a given key.</a:t>
            </a:r>
          </a:p>
          <a:p>
            <a:endParaRPr lang="en-GB"/>
          </a:p>
          <a:p>
            <a:r>
              <a:rPr lang="en-GB"/>
              <a:t>Both </a:t>
            </a:r>
            <a:r>
              <a:rPr lang="en-GB" sz="1200" kern="1200">
                <a:solidFill>
                  <a:schemeClr val="tx1"/>
                </a:solidFill>
                <a:latin typeface="+mn-lt"/>
                <a:ea typeface="+mn-ea"/>
                <a:cs typeface="+mn-cs"/>
              </a:rPr>
              <a:t>del</a:t>
            </a:r>
            <a:r>
              <a:rPr lang="en-GB"/>
              <a:t> and </a:t>
            </a:r>
            <a:r>
              <a:rPr lang="en-GB" sz="1200" kern="1200">
                <a:solidFill>
                  <a:schemeClr val="tx1"/>
                </a:solidFill>
                <a:latin typeface="+mn-lt"/>
                <a:ea typeface="+mn-ea"/>
                <a:cs typeface="+mn-cs"/>
              </a:rPr>
              <a:t>pop()</a:t>
            </a:r>
            <a:r>
              <a:rPr lang="en-GB"/>
              <a:t> will raise a </a:t>
            </a:r>
            <a:r>
              <a:rPr lang="en-GB" sz="1200" b="1" kern="1200" err="1">
                <a:solidFill>
                  <a:schemeClr val="tx1"/>
                </a:solidFill>
                <a:latin typeface="+mn-lt"/>
                <a:ea typeface="+mn-ea"/>
                <a:cs typeface="+mn-cs"/>
              </a:rPr>
              <a:t>KeyError</a:t>
            </a:r>
            <a:r>
              <a:rPr lang="en-GB"/>
              <a:t> if the key does not exist.</a:t>
            </a:r>
            <a:br>
              <a:rPr lang="en-GB"/>
            </a:br>
            <a:endParaRPr lang="en-GB"/>
          </a:p>
          <a:p>
            <a:r>
              <a:rPr lang="en-GB"/>
              <a:t>However, </a:t>
            </a:r>
            <a:r>
              <a:rPr lang="en-GB" sz="1200" b="1" kern="1200">
                <a:solidFill>
                  <a:schemeClr val="tx1"/>
                </a:solidFill>
                <a:latin typeface="+mn-lt"/>
                <a:ea typeface="+mn-ea"/>
                <a:cs typeface="+mn-cs"/>
              </a:rPr>
              <a:t>pop()</a:t>
            </a:r>
            <a:r>
              <a:rPr lang="en-GB" b="1"/>
              <a:t> </a:t>
            </a:r>
            <a:r>
              <a:rPr lang="en-GB"/>
              <a:t>can take an optional default value, which is returned instead of raising an exception. The </a:t>
            </a:r>
            <a:r>
              <a:rPr lang="en-GB" sz="1200" b="1" kern="1200" err="1">
                <a:solidFill>
                  <a:schemeClr val="tx1"/>
                </a:solidFill>
                <a:latin typeface="+mn-lt"/>
                <a:ea typeface="+mn-ea"/>
                <a:cs typeface="+mn-cs"/>
              </a:rPr>
              <a:t>popitem</a:t>
            </a:r>
            <a:r>
              <a:rPr lang="en-GB" sz="1200" b="1" kern="1200">
                <a:solidFill>
                  <a:schemeClr val="tx1"/>
                </a:solidFill>
                <a:latin typeface="+mn-lt"/>
                <a:ea typeface="+mn-ea"/>
                <a:cs typeface="+mn-cs"/>
              </a:rPr>
              <a:t>()</a:t>
            </a:r>
            <a:r>
              <a:rPr lang="en-GB"/>
              <a:t> method removes and returns an arbitrary key–value pair as a tuple.</a:t>
            </a:r>
            <a:br>
              <a:rPr lang="en-GB"/>
            </a:br>
            <a:endParaRPr lang="en-GB"/>
          </a:p>
          <a:p>
            <a:r>
              <a:rPr lang="en-GB"/>
              <a:t>Although dictionaries now preserve </a:t>
            </a:r>
            <a:r>
              <a:rPr lang="en-GB" b="1"/>
              <a:t>insertion</a:t>
            </a:r>
            <a:r>
              <a:rPr lang="en-GB"/>
              <a:t> </a:t>
            </a:r>
            <a:r>
              <a:rPr lang="en-GB" b="1"/>
              <a:t>order</a:t>
            </a:r>
            <a:r>
              <a:rPr lang="en-GB"/>
              <a:t>, </a:t>
            </a:r>
            <a:r>
              <a:rPr lang="en-GB" sz="1200" kern="1200" err="1">
                <a:solidFill>
                  <a:schemeClr val="tx1"/>
                </a:solidFill>
                <a:latin typeface="+mn-lt"/>
                <a:ea typeface="+mn-ea"/>
                <a:cs typeface="+mn-cs"/>
              </a:rPr>
              <a:t>popitem</a:t>
            </a:r>
            <a:r>
              <a:rPr lang="en-GB" sz="1200" kern="1200">
                <a:solidFill>
                  <a:schemeClr val="tx1"/>
                </a:solidFill>
                <a:latin typeface="+mn-lt"/>
                <a:ea typeface="+mn-ea"/>
                <a:cs typeface="+mn-cs"/>
              </a:rPr>
              <a:t>()</a:t>
            </a:r>
            <a:r>
              <a:rPr lang="en-GB"/>
              <a:t> is most useful when iterating and clearing a dictionary. It also raises a </a:t>
            </a:r>
            <a:r>
              <a:rPr lang="en-GB" sz="1200" kern="1200" err="1">
                <a:solidFill>
                  <a:schemeClr val="tx1"/>
                </a:solidFill>
                <a:latin typeface="+mn-lt"/>
                <a:ea typeface="+mn-ea"/>
                <a:cs typeface="+mn-cs"/>
              </a:rPr>
              <a:t>KeyError</a:t>
            </a:r>
            <a:r>
              <a:rPr lang="en-GB"/>
              <a:t> if the dictionary is empty.</a:t>
            </a:r>
          </a:p>
        </p:txBody>
      </p:sp>
    </p:spTree>
    <p:extLst>
      <p:ext uri="{BB962C8B-B14F-4D97-AF65-F5344CB8AC3E}">
        <p14:creationId xmlns:p14="http://schemas.microsoft.com/office/powerpoint/2010/main" val="12392172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2"/>
          <p:cNvSpPr>
            <a:spLocks noGrp="1" noRot="1" noChangeAspect="1" noChangeArrowheads="1" noTextEdit="1"/>
          </p:cNvSpPr>
          <p:nvPr>
            <p:ph type="sldImg"/>
          </p:nvPr>
        </p:nvSpPr>
        <p:spPr>
          <a:ln/>
        </p:spPr>
        <p:txBody>
          <a:bodyPr/>
          <a:lstStyle/>
          <a:p>
            <a:endParaRPr lang="en-US"/>
          </a:p>
        </p:txBody>
      </p:sp>
      <p:sp>
        <p:nvSpPr>
          <p:cNvPr id="4608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a:t>The return values from keys(), values(), and items() are </a:t>
            </a:r>
            <a:r>
              <a:rPr lang="en-GB" b="1"/>
              <a:t>view objects</a:t>
            </a:r>
            <a:r>
              <a:rPr lang="en-GB"/>
              <a:t> — dynamic windows into a dictionary’s data. They do not create separate copies but instead reflect the </a:t>
            </a:r>
            <a:r>
              <a:rPr lang="en-GB" b="1"/>
              <a:t>current state</a:t>
            </a:r>
            <a:r>
              <a:rPr lang="en-GB"/>
              <a:t> of the dictionary, automatically updating if the dictionary changes.</a:t>
            </a:r>
          </a:p>
          <a:p>
            <a:endParaRPr lang="en-GB"/>
          </a:p>
          <a:p>
            <a:r>
              <a:rPr lang="en-GB"/>
              <a:t>The copy() method creates a </a:t>
            </a:r>
            <a:r>
              <a:rPr lang="en-GB" b="1"/>
              <a:t>shallow copy</a:t>
            </a:r>
            <a:r>
              <a:rPr lang="en-GB"/>
              <a:t>, meaning it duplicates only the top-level structure of the dictionary. If the dictionary contains nested objects (such as other dictionaries or lists), those inner objects are </a:t>
            </a:r>
            <a:r>
              <a:rPr lang="en-GB" b="1"/>
              <a:t>shared</a:t>
            </a:r>
            <a:r>
              <a:rPr lang="en-GB"/>
              <a:t>, not duplicated.</a:t>
            </a:r>
            <a:br>
              <a:rPr lang="en-GB"/>
            </a:br>
            <a:r>
              <a:rPr lang="en-GB"/>
              <a:t>A </a:t>
            </a:r>
            <a:r>
              <a:rPr lang="en-GB" b="1"/>
              <a:t>deep copy</a:t>
            </a:r>
            <a:r>
              <a:rPr lang="en-GB"/>
              <a:t> would instead create new, independent copies of all nested objects.</a:t>
            </a:r>
          </a:p>
          <a:p>
            <a:endParaRPr lang="en-GB"/>
          </a:p>
          <a:p>
            <a:r>
              <a:rPr lang="en-GB"/>
              <a:t>Dictionaries were originally </a:t>
            </a:r>
            <a:r>
              <a:rPr lang="en-GB" b="1"/>
              <a:t>unordered</a:t>
            </a:r>
            <a:r>
              <a:rPr lang="en-GB"/>
              <a:t>, but since </a:t>
            </a:r>
            <a:r>
              <a:rPr lang="en-GB" b="1"/>
              <a:t>Python 3.7</a:t>
            </a:r>
            <a:r>
              <a:rPr lang="en-GB"/>
              <a:t>, the insertion order of keys is </a:t>
            </a:r>
            <a:r>
              <a:rPr lang="en-GB" b="1"/>
              <a:t>guaranteed</a:t>
            </a:r>
            <a:r>
              <a:rPr lang="en-GB"/>
              <a:t> as part of the language specification.</a:t>
            </a:r>
            <a:br>
              <a:rPr lang="en-GB"/>
            </a:br>
            <a:endParaRPr lang="en-GB"/>
          </a:p>
          <a:p>
            <a:r>
              <a:rPr lang="en-GB"/>
              <a:t>If you need explicit control over ordering — for example, to reorder or sort items — use </a:t>
            </a:r>
            <a:r>
              <a:rPr lang="en-GB" err="1"/>
              <a:t>OrderedDict</a:t>
            </a:r>
            <a:r>
              <a:rPr lang="en-GB"/>
              <a:t> from the collections module.</a:t>
            </a:r>
          </a:p>
        </p:txBody>
      </p:sp>
    </p:spTree>
    <p:extLst>
      <p:ext uri="{BB962C8B-B14F-4D97-AF65-F5344CB8AC3E}">
        <p14:creationId xmlns:p14="http://schemas.microsoft.com/office/powerpoint/2010/main" val="13300361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2"/>
          <p:cNvSpPr>
            <a:spLocks noGrp="1" noRot="1" noChangeAspect="1" noChangeArrowheads="1" noTextEdit="1"/>
          </p:cNvSpPr>
          <p:nvPr>
            <p:ph type="sldImg"/>
          </p:nvPr>
        </p:nvSpPr>
        <p:spPr>
          <a:ln/>
        </p:spPr>
        <p:txBody>
          <a:bodyPr/>
          <a:lstStyle/>
          <a:p>
            <a:endParaRPr lang="en-US"/>
          </a:p>
        </p:txBody>
      </p:sp>
      <p:sp>
        <p:nvSpPr>
          <p:cNvPr id="47110"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b="1"/>
              <a:t>View objects</a:t>
            </a:r>
            <a:r>
              <a:rPr lang="en-GB"/>
              <a:t>, returned by the </a:t>
            </a:r>
            <a:r>
              <a:rPr lang="en-GB" sz="1200" kern="1200">
                <a:solidFill>
                  <a:schemeClr val="tx1"/>
                </a:solidFill>
                <a:latin typeface="+mn-lt"/>
                <a:ea typeface="+mn-ea"/>
                <a:cs typeface="+mn-cs"/>
              </a:rPr>
              <a:t>items()</a:t>
            </a:r>
            <a:r>
              <a:rPr lang="en-GB"/>
              <a:t>, </a:t>
            </a:r>
            <a:r>
              <a:rPr lang="en-GB" sz="1200" kern="1200">
                <a:solidFill>
                  <a:schemeClr val="tx1"/>
                </a:solidFill>
                <a:latin typeface="+mn-lt"/>
                <a:ea typeface="+mn-ea"/>
                <a:cs typeface="+mn-cs"/>
              </a:rPr>
              <a:t>keys()</a:t>
            </a:r>
            <a:r>
              <a:rPr lang="en-GB"/>
              <a:t>, and </a:t>
            </a:r>
            <a:r>
              <a:rPr lang="en-GB" sz="1200" kern="1200">
                <a:solidFill>
                  <a:schemeClr val="tx1"/>
                </a:solidFill>
                <a:latin typeface="+mn-lt"/>
                <a:ea typeface="+mn-ea"/>
                <a:cs typeface="+mn-cs"/>
              </a:rPr>
              <a:t>values()</a:t>
            </a:r>
            <a:r>
              <a:rPr lang="en-GB"/>
              <a:t> methods, can be used in </a:t>
            </a:r>
            <a:r>
              <a:rPr lang="en-GB" b="0"/>
              <a:t>iterator for loops</a:t>
            </a:r>
            <a:r>
              <a:rPr lang="en-GB"/>
              <a:t> and can also be converted into other collections such as </a:t>
            </a:r>
            <a:r>
              <a:rPr lang="en-GB" b="1"/>
              <a:t>lists</a:t>
            </a:r>
            <a:r>
              <a:rPr lang="en-GB"/>
              <a:t>.</a:t>
            </a:r>
          </a:p>
          <a:p>
            <a:br>
              <a:rPr lang="en-GB"/>
            </a:br>
            <a:r>
              <a:rPr lang="en-GB"/>
              <a:t>Set operations (</a:t>
            </a:r>
            <a:r>
              <a:rPr lang="en-GB" sz="1200" kern="1200">
                <a:solidFill>
                  <a:schemeClr val="tx1"/>
                </a:solidFill>
                <a:latin typeface="+mn-lt"/>
                <a:ea typeface="+mn-ea"/>
                <a:cs typeface="+mn-cs"/>
              </a:rPr>
              <a:t>&amp;</a:t>
            </a:r>
            <a:r>
              <a:rPr lang="en-GB"/>
              <a:t>, </a:t>
            </a:r>
            <a:r>
              <a:rPr lang="en-GB" sz="1200" kern="1200">
                <a:solidFill>
                  <a:schemeClr val="tx1"/>
                </a:solidFill>
                <a:latin typeface="+mn-lt"/>
                <a:ea typeface="+mn-ea"/>
                <a:cs typeface="+mn-cs"/>
              </a:rPr>
              <a:t>|</a:t>
            </a:r>
            <a:r>
              <a:rPr lang="en-GB"/>
              <a:t>, </a:t>
            </a:r>
            <a:r>
              <a:rPr lang="en-GB" sz="1200" kern="1200">
                <a:solidFill>
                  <a:schemeClr val="tx1"/>
                </a:solidFill>
                <a:latin typeface="+mn-lt"/>
                <a:ea typeface="+mn-ea"/>
                <a:cs typeface="+mn-cs"/>
              </a:rPr>
              <a:t>^</a:t>
            </a:r>
            <a:r>
              <a:rPr lang="en-GB"/>
              <a:t>, and </a:t>
            </a:r>
            <a:r>
              <a:rPr lang="en-GB" sz="1200" kern="1200">
                <a:solidFill>
                  <a:schemeClr val="tx1"/>
                </a:solidFill>
                <a:latin typeface="+mn-lt"/>
                <a:ea typeface="+mn-ea"/>
                <a:cs typeface="+mn-cs"/>
              </a:rPr>
              <a:t>-</a:t>
            </a:r>
            <a:r>
              <a:rPr lang="en-GB"/>
              <a:t>) are supported on </a:t>
            </a:r>
            <a:r>
              <a:rPr lang="en-GB" sz="1200" kern="1200" err="1">
                <a:solidFill>
                  <a:schemeClr val="tx1"/>
                </a:solidFill>
                <a:latin typeface="+mn-lt"/>
                <a:ea typeface="+mn-ea"/>
                <a:cs typeface="+mn-cs"/>
              </a:rPr>
              <a:t>dict_keys</a:t>
            </a:r>
            <a:r>
              <a:rPr lang="en-GB"/>
              <a:t> and </a:t>
            </a:r>
            <a:r>
              <a:rPr lang="en-GB" sz="1200" kern="1200" err="1">
                <a:solidFill>
                  <a:schemeClr val="tx1"/>
                </a:solidFill>
                <a:latin typeface="+mn-lt"/>
                <a:ea typeface="+mn-ea"/>
                <a:cs typeface="+mn-cs"/>
              </a:rPr>
              <a:t>dict_items</a:t>
            </a:r>
            <a:r>
              <a:rPr lang="en-GB"/>
              <a:t> view objects when used with sets, but </a:t>
            </a:r>
            <a:r>
              <a:rPr lang="en-GB" b="1"/>
              <a:t>not</a:t>
            </a:r>
            <a:r>
              <a:rPr lang="en-GB"/>
              <a:t> on </a:t>
            </a:r>
            <a:r>
              <a:rPr lang="en-GB" sz="1200" kern="1200" err="1">
                <a:solidFill>
                  <a:schemeClr val="tx1"/>
                </a:solidFill>
                <a:latin typeface="+mn-lt"/>
                <a:ea typeface="+mn-ea"/>
                <a:cs typeface="+mn-cs"/>
              </a:rPr>
              <a:t>dict_values</a:t>
            </a:r>
            <a:r>
              <a:rPr lang="en-GB"/>
              <a:t>.</a:t>
            </a:r>
          </a:p>
          <a:p>
            <a:endParaRPr lang="en-GB"/>
          </a:p>
          <a:p>
            <a:r>
              <a:rPr lang="en-GB"/>
              <a:t>Dictionary view objects were introduced in </a:t>
            </a:r>
            <a:r>
              <a:rPr lang="en-GB" b="1"/>
              <a:t>Python 3</a:t>
            </a:r>
            <a:r>
              <a:rPr lang="en-GB"/>
              <a:t> and also made available in </a:t>
            </a:r>
            <a:r>
              <a:rPr lang="en-GB" b="1"/>
              <a:t>Python 2.7</a:t>
            </a:r>
            <a:r>
              <a:rPr lang="en-GB"/>
              <a:t> for compatibility.</a:t>
            </a:r>
          </a:p>
          <a:p>
            <a:endParaRPr lang="en-GB"/>
          </a:p>
        </p:txBody>
      </p:sp>
    </p:spTree>
    <p:extLst>
      <p:ext uri="{BB962C8B-B14F-4D97-AF65-F5344CB8AC3E}">
        <p14:creationId xmlns:p14="http://schemas.microsoft.com/office/powerpoint/2010/main" val="9547365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Answer on next page.</a:t>
            </a:r>
          </a:p>
          <a:p>
            <a:endParaRPr lang="en-GB" b="1"/>
          </a:p>
        </p:txBody>
      </p:sp>
      <p:sp>
        <p:nvSpPr>
          <p:cNvPr id="4" name="Slide Number Placeholder 3"/>
          <p:cNvSpPr>
            <a:spLocks noGrp="1"/>
          </p:cNvSpPr>
          <p:nvPr>
            <p:ph type="sldNum" sz="quarter" idx="5"/>
          </p:nvPr>
        </p:nvSpPr>
        <p:spPr/>
        <p:txBody>
          <a:bodyPr/>
          <a:lstStyle/>
          <a:p>
            <a:fld id="{35BE1F5F-BEC2-48D5-A890-C07C79853E26}" type="slidenum">
              <a:rPr lang="en-GB" smtClean="0"/>
              <a:t>64</a:t>
            </a:fld>
            <a:endParaRPr lang="en-GB"/>
          </a:p>
        </p:txBody>
      </p:sp>
    </p:spTree>
    <p:extLst>
      <p:ext uri="{BB962C8B-B14F-4D97-AF65-F5344CB8AC3E}">
        <p14:creationId xmlns:p14="http://schemas.microsoft.com/office/powerpoint/2010/main" val="34040279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E557-85F2-FA00-224B-2F67A4FFF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EA2988-4E4D-BCFD-9E18-EE62B1B62ED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C7C3E5D-0AB0-892E-EC67-990CEF24FDD7}"/>
              </a:ext>
            </a:extLst>
          </p:cNvPr>
          <p:cNvSpPr>
            <a:spLocks noGrp="1"/>
          </p:cNvSpPr>
          <p:nvPr>
            <p:ph type="body" idx="1"/>
          </p:nvPr>
        </p:nvSpPr>
        <p:spPr/>
        <p:txBody>
          <a:bodyPr/>
          <a:lstStyle/>
          <a:p>
            <a:r>
              <a:rPr lang="en-GB"/>
              <a:t>Correct answers: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GB" b="1"/>
              <a:t>Which one of the following collections is immutable?</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4"/>
              <a:tabLst/>
              <a:defRPr/>
            </a:pPr>
            <a:r>
              <a:rPr lang="en-GB" altLang="en-US">
                <a:latin typeface="Consolas" panose="020B0609020204030204" pitchFamily="49" charset="0"/>
                <a:cs typeface="Consolas" panose="020B0609020204030204" pitchFamily="49" charset="0"/>
              </a:rPr>
              <a:t>Tuple</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4"/>
              <a:tabLst/>
              <a:defRPr/>
            </a:pPr>
            <a:endParaRPr lang="en-GB" b="0"/>
          </a:p>
          <a:p>
            <a:pPr marL="342900" indent="-342900">
              <a:buFont typeface="+mj-lt"/>
              <a:buAutoNum type="arabicPeriod" startAt="2"/>
            </a:pPr>
            <a:r>
              <a:rPr lang="en-GB" b="1"/>
              <a:t>What is the main characteristic of a Python set?</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a:t>It stores unique, unordered elements</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endParaRPr lang="en-GB" b="1"/>
          </a:p>
          <a:p>
            <a:pPr marL="342900" indent="-342900">
              <a:buFont typeface="+mj-lt"/>
              <a:buAutoNum type="arabicPeriod" startAt="3"/>
            </a:pPr>
            <a:r>
              <a:rPr lang="en-GB" b="1"/>
              <a:t>What does the items() method of a dictionary return?</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a:t>A view of key-value pairs</a:t>
            </a:r>
            <a:endParaRPr lang="en-GB" b="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GB" b="1"/>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4"/>
              <a:tabLst/>
              <a:defRPr/>
            </a:pPr>
            <a:r>
              <a:rPr lang="en-GB" b="1"/>
              <a:t>Given the code below, what will be the output?</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startAt="3"/>
              <a:tabLst/>
              <a:defRPr/>
            </a:pPr>
            <a:r>
              <a:rPr lang="en-GB"/>
              <a:t>{'Arthur’}</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en-GB" b="1" err="1"/>
              <a:t>Explanantion</a:t>
            </a:r>
            <a:r>
              <a:rPr lang="en-GB" b="1"/>
              <a:t>: </a:t>
            </a:r>
            <a:r>
              <a:rPr lang="en-GB" b="0"/>
              <a:t>&amp; gives the intersection of the dictionary keys</a:t>
            </a:r>
          </a:p>
          <a:p>
            <a:endParaRPr lang="en-GB"/>
          </a:p>
        </p:txBody>
      </p:sp>
      <p:sp>
        <p:nvSpPr>
          <p:cNvPr id="4" name="Slide Number Placeholder 3">
            <a:extLst>
              <a:ext uri="{FF2B5EF4-FFF2-40B4-BE49-F238E27FC236}">
                <a16:creationId xmlns:a16="http://schemas.microsoft.com/office/drawing/2014/main" id="{C6F11B4E-BA52-54C2-F837-2BCBFCA7EF5E}"/>
              </a:ext>
            </a:extLst>
          </p:cNvPr>
          <p:cNvSpPr>
            <a:spLocks noGrp="1"/>
          </p:cNvSpPr>
          <p:nvPr>
            <p:ph type="sldNum" sz="quarter" idx="5"/>
          </p:nvPr>
        </p:nvSpPr>
        <p:spPr/>
        <p:txBody>
          <a:bodyPr/>
          <a:lstStyle/>
          <a:p>
            <a:fld id="{35BE1F5F-BEC2-48D5-A890-C07C79853E26}" type="slidenum">
              <a:rPr lang="en-GB" smtClean="0"/>
              <a:t>65</a:t>
            </a:fld>
            <a:endParaRPr lang="en-GB"/>
          </a:p>
        </p:txBody>
      </p:sp>
    </p:spTree>
    <p:extLst>
      <p:ext uri="{BB962C8B-B14F-4D97-AF65-F5344CB8AC3E}">
        <p14:creationId xmlns:p14="http://schemas.microsoft.com/office/powerpoint/2010/main" val="2358656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522015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emf"/><Relationship Id="rId7"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8.emf"/><Relationship Id="rId7"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Master" Target="../slideMasters/slideMaster3.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Master" Target="../slideMasters/slideMaster4.xml"/><Relationship Id="rId4" Type="http://schemas.openxmlformats.org/officeDocument/2006/relationships/image" Target="../media/image23.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4.xml"/><Relationship Id="rId4" Type="http://schemas.openxmlformats.org/officeDocument/2006/relationships/image" Target="../media/image23.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 Id="rId4" Type="http://schemas.openxmlformats.org/officeDocument/2006/relationships/image" Target="../media/image23.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 Id="rId4" Type="http://schemas.openxmlformats.org/officeDocument/2006/relationships/image" Target="../media/image23.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4.xml"/><Relationship Id="rId4" Type="http://schemas.openxmlformats.org/officeDocument/2006/relationships/image" Target="../media/image23.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Master" Target="../slideMasters/slideMaster4.xml"/><Relationship Id="rId4" Type="http://schemas.openxmlformats.org/officeDocument/2006/relationships/image" Target="../media/image23.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4" Type="http://schemas.openxmlformats.org/officeDocument/2006/relationships/image" Target="../media/image36.emf"/></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8.emf"/><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Master" Target="../slideMasters/slideMaster5.xml"/><Relationship Id="rId5" Type="http://schemas.openxmlformats.org/officeDocument/2006/relationships/image" Target="../media/image12.png"/><Relationship Id="rId4" Type="http://schemas.openxmlformats.org/officeDocument/2006/relationships/image" Target="../media/image41.em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Master" Target="../slideMasters/slideMaster5.xml"/><Relationship Id="rId4" Type="http://schemas.openxmlformats.org/officeDocument/2006/relationships/image" Target="../media/image23.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8.emf"/><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8.emf"/><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d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A8AC4ED-0B1D-E186-9CC1-CFDE700FEC0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1004293"/>
            <a:ext cx="8644114" cy="1287622"/>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1069582"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1069582"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1069582"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4" name="Picture 3">
            <a:extLst>
              <a:ext uri="{FF2B5EF4-FFF2-40B4-BE49-F238E27FC236}">
                <a16:creationId xmlns:a16="http://schemas.microsoft.com/office/drawing/2014/main" id="{3B67F5A7-A415-A9D5-3D45-758CFBC0AB46}"/>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6167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Red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4A9EE8-D763-1D54-281A-A43A5682628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999485"/>
            <a:ext cx="6648345" cy="1297237"/>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482207"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482207"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482207"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a:p>
        </p:txBody>
      </p:sp>
      <p:pic>
        <p:nvPicPr>
          <p:cNvPr id="4" name="Picture 3">
            <a:extLst>
              <a:ext uri="{FF2B5EF4-FFF2-40B4-BE49-F238E27FC236}">
                <a16:creationId xmlns:a16="http://schemas.microsoft.com/office/drawing/2014/main" id="{0456A60B-14C4-3781-7DB6-6C8556D49C8D}"/>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73777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d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C66E518E-8081-B0FA-5CE6-4B734506F3F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77285" y="2000358"/>
            <a:ext cx="9237430" cy="3700679"/>
          </a:xfrm>
          <a:prstGeom prst="rect">
            <a:avLst/>
          </a:prstGeom>
        </p:spPr>
      </p:pic>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E60377F7-FA6C-3189-3919-26F24021AF8A}"/>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928190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d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a:p>
        </p:txBody>
      </p:sp>
      <p:pic>
        <p:nvPicPr>
          <p:cNvPr id="5" name="Picture 4">
            <a:extLst>
              <a:ext uri="{FF2B5EF4-FFF2-40B4-BE49-F238E27FC236}">
                <a16:creationId xmlns:a16="http://schemas.microsoft.com/office/drawing/2014/main" id="{BF3DD08E-2738-D791-95F5-AE78203D45A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778525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rang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2EF370-5E0E-5EE6-CAEF-1D97E6E4D508}"/>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1004292"/>
            <a:ext cx="8644107" cy="1287621"/>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1069582"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1069582"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1069582"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4" name="Picture 3">
            <a:extLst>
              <a:ext uri="{FF2B5EF4-FFF2-40B4-BE49-F238E27FC236}">
                <a16:creationId xmlns:a16="http://schemas.microsoft.com/office/drawing/2014/main" id="{4B176AA2-CDAB-8EA9-D7DB-D9BAC559473B}"/>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42340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rang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3078DAC-ADB2-B52F-184B-4AF146A105E3}"/>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999485"/>
            <a:ext cx="6648345" cy="1297237"/>
          </a:xfrm>
          <a:prstGeom prst="rect">
            <a:avLst/>
          </a:prstGeom>
        </p:spPr>
      </p:pic>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a:t>Title or experience here</a:t>
            </a:r>
          </a:p>
        </p:txBody>
      </p:sp>
      <p:pic>
        <p:nvPicPr>
          <p:cNvPr id="16" name="Picture 15">
            <a:extLst>
              <a:ext uri="{FF2B5EF4-FFF2-40B4-BE49-F238E27FC236}">
                <a16:creationId xmlns:a16="http://schemas.microsoft.com/office/drawing/2014/main" id="{D9CDE3A9-8F99-392E-14C8-A4948C568DCB}"/>
              </a:ext>
            </a:extLst>
          </p:cNvPr>
          <p:cNvPicPr>
            <a:picLocks noChangeAspect="1"/>
          </p:cNvPicPr>
          <p:nvPr userDrawn="1"/>
        </p:nvPicPr>
        <p:blipFill>
          <a:blip r:embed="rId4"/>
          <a:stretch>
            <a:fillRect/>
          </a:stretch>
        </p:blipFill>
        <p:spPr>
          <a:xfrm>
            <a:off x="482207" y="3415759"/>
            <a:ext cx="396000" cy="396000"/>
          </a:xfrm>
          <a:prstGeom prst="rect">
            <a:avLst/>
          </a:prstGeom>
        </p:spPr>
      </p:pic>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a:t>Information/profile here</a:t>
            </a:r>
          </a:p>
        </p:txBody>
      </p:sp>
      <p:pic>
        <p:nvPicPr>
          <p:cNvPr id="17" name="Picture 16">
            <a:extLst>
              <a:ext uri="{FF2B5EF4-FFF2-40B4-BE49-F238E27FC236}">
                <a16:creationId xmlns:a16="http://schemas.microsoft.com/office/drawing/2014/main" id="{37B67202-B9C0-D0F4-0C69-ADF372BC45A2}"/>
              </a:ext>
            </a:extLst>
          </p:cNvPr>
          <p:cNvPicPr>
            <a:picLocks noChangeAspect="1"/>
          </p:cNvPicPr>
          <p:nvPr userDrawn="1"/>
        </p:nvPicPr>
        <p:blipFill>
          <a:blip r:embed="rId5"/>
          <a:stretch>
            <a:fillRect/>
          </a:stretch>
        </p:blipFill>
        <p:spPr>
          <a:xfrm>
            <a:off x="482207" y="4104690"/>
            <a:ext cx="396000" cy="396000"/>
          </a:xfrm>
          <a:prstGeom prst="rect">
            <a:avLst/>
          </a:prstGeom>
        </p:spPr>
      </p:pic>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pic>
        <p:nvPicPr>
          <p:cNvPr id="18" name="Picture 17">
            <a:extLst>
              <a:ext uri="{FF2B5EF4-FFF2-40B4-BE49-F238E27FC236}">
                <a16:creationId xmlns:a16="http://schemas.microsoft.com/office/drawing/2014/main" id="{699CBCC6-1C6C-CEEA-BFC1-9863B0ACD486}"/>
              </a:ext>
            </a:extLst>
          </p:cNvPr>
          <p:cNvPicPr>
            <a:picLocks noChangeAspect="1"/>
          </p:cNvPicPr>
          <p:nvPr userDrawn="1"/>
        </p:nvPicPr>
        <p:blipFill>
          <a:blip r:embed="rId6"/>
          <a:stretch>
            <a:fillRect/>
          </a:stretch>
        </p:blipFill>
        <p:spPr>
          <a:xfrm>
            <a:off x="482207" y="4793969"/>
            <a:ext cx="396000" cy="396000"/>
          </a:xfrm>
          <a:prstGeom prst="rect">
            <a:avLst/>
          </a:prstGeom>
        </p:spPr>
      </p:pic>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a:p>
        </p:txBody>
      </p:sp>
      <p:pic>
        <p:nvPicPr>
          <p:cNvPr id="4" name="Picture 3">
            <a:extLst>
              <a:ext uri="{FF2B5EF4-FFF2-40B4-BE49-F238E27FC236}">
                <a16:creationId xmlns:a16="http://schemas.microsoft.com/office/drawing/2014/main" id="{85E13DD3-9176-9111-23F5-7D0438703425}"/>
              </a:ext>
              <a:ext uri="{C183D7F6-B498-43B3-948B-1728B52AA6E4}">
                <adec:decorative xmlns:adec="http://schemas.microsoft.com/office/drawing/2017/decorative" val="1"/>
              </a:ext>
            </a:extLst>
          </p:cNvPr>
          <p:cNvPicPr>
            <a:picLocks noChangeAspect="1"/>
          </p:cNvPicPr>
          <p:nvPr userDrawn="1"/>
        </p:nvPicPr>
        <p:blipFill>
          <a:blip r:embed="rId7">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129306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rang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16B135B3-80DE-7AA5-E21E-27110AC1BB1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77285" y="2000358"/>
            <a:ext cx="9237430" cy="3700679"/>
          </a:xfrm>
          <a:prstGeom prst="rect">
            <a:avLst/>
          </a:prstGeom>
        </p:spPr>
      </p:pic>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08DD3BDE-76AC-FEDA-C86F-41C70A931BB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10583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rang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a:p>
        </p:txBody>
      </p:sp>
      <p:pic>
        <p:nvPicPr>
          <p:cNvPr id="3" name="Picture 2">
            <a:extLst>
              <a:ext uri="{FF2B5EF4-FFF2-40B4-BE49-F238E27FC236}">
                <a16:creationId xmlns:a16="http://schemas.microsoft.com/office/drawing/2014/main" id="{67C0ACBB-6FA2-D536-2638-9C1B6DA736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57880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53350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315102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185890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650541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24143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78657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1299522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rang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a:p>
        </p:txBody>
      </p:sp>
      <p:pic>
        <p:nvPicPr>
          <p:cNvPr id="3" name="Picture 2">
            <a:extLst>
              <a:ext uri="{FF2B5EF4-FFF2-40B4-BE49-F238E27FC236}">
                <a16:creationId xmlns:a16="http://schemas.microsoft.com/office/drawing/2014/main" id="{67C0ACBB-6FA2-D536-2638-9C1B6DA7363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41020877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480951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553440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4400820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image" Target="../media/image37.png"/><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30E778BE-F3CE-CFE6-040E-52CF844D4F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91850710"/>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53E3A18-3A37-116C-BF27-26E10EC6BD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061346496"/>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 id="2147483956" r:id="rId11"/>
    <p:sldLayoutId id="2147483957" r:id="rId12"/>
    <p:sldLayoutId id="2147483958" r:id="rId13"/>
    <p:sldLayoutId id="2147483959" r:id="rId14"/>
    <p:sldLayoutId id="2147483960" r:id="rId15"/>
    <p:sldLayoutId id="2147483961" r:id="rId16"/>
    <p:sldLayoutId id="2147483962" r:id="rId17"/>
    <p:sldLayoutId id="2147483963" r:id="rId18"/>
    <p:sldLayoutId id="2147483964" r:id="rId19"/>
    <p:sldLayoutId id="2147483965" r:id="rId20"/>
    <p:sldLayoutId id="2147483966" r:id="rId2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25.xml"/><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US" dirty="0"/>
              <a:t>Module 2: Fundamental variables</a:t>
            </a:r>
          </a:p>
        </p:txBody>
      </p:sp>
      <p:sp>
        <p:nvSpPr>
          <p:cNvPr id="2" name="Subtitle 1">
            <a:extLst>
              <a:ext uri="{FF2B5EF4-FFF2-40B4-BE49-F238E27FC236}">
                <a16:creationId xmlns:a16="http://schemas.microsoft.com/office/drawing/2014/main" id="{73A800BA-2EE9-AFD0-02C2-F0F364EA6967}"/>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F3D17F6-A452-9FAF-389D-E9ED04A5DEB1}"/>
              </a:ext>
            </a:extLst>
          </p:cNvPr>
          <p:cNvSpPr>
            <a:spLocks noGrp="1"/>
          </p:cNvSpPr>
          <p:nvPr>
            <p:ph type="body" sz="quarter" idx="13"/>
          </p:nvPr>
        </p:nvSpPr>
        <p:spPr/>
        <p:txBody>
          <a:bodyPr/>
          <a:lstStyle/>
          <a:p>
            <a:r>
              <a:rPr lang="en-GB" sz="1600" dirty="0"/>
              <a:t>By the end of this chapter, learners will be able to:</a:t>
            </a:r>
          </a:p>
          <a:p>
            <a:pPr marL="285750" indent="-285750">
              <a:buFont typeface="Arial" panose="020B0604020202020204" pitchFamily="34" charset="0"/>
              <a:buChar char="•"/>
            </a:pPr>
            <a:r>
              <a:rPr lang="en-GB" sz="1600" dirty="0"/>
              <a:t>Understand that everything in Python is an object with a type.</a:t>
            </a:r>
          </a:p>
          <a:p>
            <a:pPr marL="285750" indent="-285750">
              <a:buFont typeface="Arial" panose="020B0604020202020204" pitchFamily="34" charset="0"/>
              <a:buChar char="•"/>
            </a:pPr>
            <a:r>
              <a:rPr lang="en-GB" sz="1600" dirty="0"/>
              <a:t>Create and use variables with dynamic typing.</a:t>
            </a:r>
          </a:p>
          <a:p>
            <a:pPr marL="285750" indent="-285750">
              <a:buFont typeface="Arial" panose="020B0604020202020204" pitchFamily="34" charset="0"/>
              <a:buChar char="•"/>
            </a:pPr>
            <a:r>
              <a:rPr lang="en-GB" sz="1600" dirty="0"/>
              <a:t>Apply type-specific methods (for example, on strings, lists).</a:t>
            </a:r>
          </a:p>
          <a:p>
            <a:pPr marL="285750" indent="-285750">
              <a:buFont typeface="Arial" panose="020B0604020202020204" pitchFamily="34" charset="0"/>
              <a:buChar char="•"/>
            </a:pPr>
            <a:r>
              <a:rPr lang="en-GB" sz="1600" dirty="0"/>
              <a:t>Use augmented assignments (for example, +=, *=).</a:t>
            </a:r>
          </a:p>
          <a:p>
            <a:pPr marL="285750" indent="-285750">
              <a:buFont typeface="Arial" panose="020B0604020202020204" pitchFamily="34" charset="0"/>
              <a:buChar char="•"/>
            </a:pPr>
            <a:r>
              <a:rPr lang="en-GB" sz="1600" dirty="0"/>
              <a:t>Work with core types: int, float, str, bool.</a:t>
            </a:r>
          </a:p>
          <a:p>
            <a:pPr marL="285750" indent="-285750">
              <a:buFont typeface="Arial" panose="020B0604020202020204" pitchFamily="34" charset="0"/>
              <a:buChar char="•"/>
            </a:pPr>
            <a:r>
              <a:rPr lang="en-GB" sz="1600" dirty="0"/>
              <a:t>Create and manipulate lists and tuples.</a:t>
            </a:r>
          </a:p>
          <a:p>
            <a:pPr marL="285750" indent="-285750">
              <a:buFont typeface="Arial" panose="020B0604020202020204" pitchFamily="34" charset="0"/>
              <a:buChar char="•"/>
            </a:pPr>
            <a:r>
              <a:rPr lang="en-GB" sz="1600" dirty="0"/>
              <a:t>Use dictionaries for key-value storage.</a:t>
            </a:r>
          </a:p>
        </p:txBody>
      </p:sp>
    </p:spTree>
    <p:extLst>
      <p:ext uri="{BB962C8B-B14F-4D97-AF65-F5344CB8AC3E}">
        <p14:creationId xmlns:p14="http://schemas.microsoft.com/office/powerpoint/2010/main" val="1961013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CB3254D-4437-AB89-F7E7-B88BA72B0F1F}"/>
              </a:ext>
            </a:extLst>
          </p:cNvPr>
          <p:cNvSpPr>
            <a:spLocks noGrp="1"/>
          </p:cNvSpPr>
          <p:nvPr>
            <p:ph type="ctrTitle"/>
          </p:nvPr>
        </p:nvSpPr>
        <p:spPr/>
        <p:txBody>
          <a:bodyPr/>
          <a:lstStyle/>
          <a:p>
            <a:r>
              <a:rPr lang="en-GB" dirty="0"/>
              <a:t>Python is object-oriented</a:t>
            </a:r>
          </a:p>
        </p:txBody>
      </p:sp>
      <p:sp>
        <p:nvSpPr>
          <p:cNvPr id="5" name="Text Placeholder 4">
            <a:extLst>
              <a:ext uri="{FF2B5EF4-FFF2-40B4-BE49-F238E27FC236}">
                <a16:creationId xmlns:a16="http://schemas.microsoft.com/office/drawing/2014/main" id="{8E87124B-7444-2C08-48A1-9D7FE46FBE42}"/>
              </a:ext>
            </a:extLst>
          </p:cNvPr>
          <p:cNvSpPr>
            <a:spLocks noGrp="1"/>
          </p:cNvSpPr>
          <p:nvPr>
            <p:ph type="body" sz="quarter" idx="13"/>
          </p:nvPr>
        </p:nvSpPr>
        <p:spPr/>
        <p:txBody>
          <a:bodyPr/>
          <a:lstStyle/>
          <a:p>
            <a:r>
              <a:rPr lang="en-GB" b="1" dirty="0"/>
              <a:t>So, what is an object?</a:t>
            </a:r>
          </a:p>
          <a:p>
            <a:pPr marL="285750" indent="-285750">
              <a:buFont typeface="Arial" panose="020B0604020202020204" pitchFamily="34" charset="0"/>
              <a:buChar char="•"/>
            </a:pPr>
            <a:r>
              <a:rPr lang="en-GB" dirty="0"/>
              <a:t>To a mathematician, the term describes a ‘thing’.</a:t>
            </a:r>
          </a:p>
          <a:p>
            <a:pPr marL="285750" indent="-285750">
              <a:buFont typeface="Arial" panose="020B0604020202020204" pitchFamily="34" charset="0"/>
              <a:buChar char="•"/>
            </a:pPr>
            <a:r>
              <a:rPr lang="en-GB" dirty="0"/>
              <a:t>To a programmer, the term describes a specific area of memory.</a:t>
            </a:r>
          </a:p>
          <a:p>
            <a:r>
              <a:rPr lang="en-GB" b="1" dirty="0"/>
              <a:t>Objects have type, state, and identity.</a:t>
            </a:r>
          </a:p>
          <a:p>
            <a:endParaRPr lang="en-GB" dirty="0"/>
          </a:p>
        </p:txBody>
      </p:sp>
      <p:pic>
        <p:nvPicPr>
          <p:cNvPr id="10" name="Content Placeholder 9" descr="A close-up of a device&#10;&#10;AI-generated content may be incorrect.">
            <a:extLst>
              <a:ext uri="{FF2B5EF4-FFF2-40B4-BE49-F238E27FC236}">
                <a16:creationId xmlns:a16="http://schemas.microsoft.com/office/drawing/2014/main" id="{8E0DAC46-0204-C6F5-46EC-98B461DF945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891351" y="3600178"/>
            <a:ext cx="5532437" cy="2757628"/>
          </a:xfrm>
        </p:spPr>
      </p:pic>
      <p:sp>
        <p:nvSpPr>
          <p:cNvPr id="11" name="TextBox 10">
            <a:extLst>
              <a:ext uri="{FF2B5EF4-FFF2-40B4-BE49-F238E27FC236}">
                <a16:creationId xmlns:a16="http://schemas.microsoft.com/office/drawing/2014/main" id="{981A95F5-0235-7581-76EB-79BD6FEB45A8}"/>
              </a:ext>
            </a:extLst>
          </p:cNvPr>
          <p:cNvSpPr txBox="1"/>
          <p:nvPr/>
        </p:nvSpPr>
        <p:spPr>
          <a:xfrm>
            <a:off x="7236486" y="4794326"/>
            <a:ext cx="3544290" cy="369332"/>
          </a:xfrm>
          <a:prstGeom prst="rect">
            <a:avLst/>
          </a:prstGeom>
          <a:solidFill>
            <a:schemeClr val="accent1">
              <a:lumMod val="40000"/>
              <a:lumOff val="60000"/>
            </a:schemeClr>
          </a:solidFill>
          <a:ln>
            <a:solidFill>
              <a:schemeClr val="accent1">
                <a:lumMod val="20000"/>
                <a:lumOff val="80000"/>
              </a:schemeClr>
            </a:solidFill>
          </a:ln>
        </p:spPr>
        <p:txBody>
          <a:bodyPr wrap="square" rtlCol="0">
            <a:spAutoFit/>
          </a:bodyPr>
          <a:lstStyle/>
          <a:p>
            <a:r>
              <a:rPr lang="en-GB" b="1" dirty="0"/>
              <a:t>Identity: </a:t>
            </a:r>
            <a:r>
              <a:rPr lang="en-GB" dirty="0"/>
              <a:t>Memory location.</a:t>
            </a:r>
          </a:p>
        </p:txBody>
      </p:sp>
      <p:sp>
        <p:nvSpPr>
          <p:cNvPr id="12" name="TextBox 11">
            <a:extLst>
              <a:ext uri="{FF2B5EF4-FFF2-40B4-BE49-F238E27FC236}">
                <a16:creationId xmlns:a16="http://schemas.microsoft.com/office/drawing/2014/main" id="{ECD74926-EC8C-5591-EF28-AD73E4C8F375}"/>
              </a:ext>
            </a:extLst>
          </p:cNvPr>
          <p:cNvSpPr txBox="1"/>
          <p:nvPr/>
        </p:nvSpPr>
        <p:spPr>
          <a:xfrm>
            <a:off x="7241604" y="5373575"/>
            <a:ext cx="3539172" cy="369332"/>
          </a:xfrm>
          <a:prstGeom prst="rect">
            <a:avLst/>
          </a:prstGeom>
          <a:solidFill>
            <a:schemeClr val="accent4">
              <a:lumMod val="40000"/>
              <a:lumOff val="60000"/>
            </a:schemeClr>
          </a:solidFill>
          <a:ln>
            <a:solidFill>
              <a:schemeClr val="accent4">
                <a:lumMod val="20000"/>
                <a:lumOff val="80000"/>
              </a:schemeClr>
            </a:solidFill>
          </a:ln>
        </p:spPr>
        <p:txBody>
          <a:bodyPr wrap="square" rtlCol="0">
            <a:spAutoFit/>
          </a:bodyPr>
          <a:lstStyle/>
          <a:p>
            <a:r>
              <a:rPr lang="en-GB" b="1" dirty="0"/>
              <a:t>State:</a:t>
            </a:r>
            <a:r>
              <a:rPr lang="en-GB" dirty="0"/>
              <a:t> Value of data.</a:t>
            </a:r>
          </a:p>
        </p:txBody>
      </p:sp>
      <p:sp>
        <p:nvSpPr>
          <p:cNvPr id="13" name="Line 11">
            <a:extLst>
              <a:ext uri="{FF2B5EF4-FFF2-40B4-BE49-F238E27FC236}">
                <a16:creationId xmlns:a16="http://schemas.microsoft.com/office/drawing/2014/main" id="{C24B05D1-7FD2-429D-FDC7-DBBDDA6E9ED7}"/>
              </a:ext>
            </a:extLst>
          </p:cNvPr>
          <p:cNvSpPr>
            <a:spLocks noChangeShapeType="1"/>
          </p:cNvSpPr>
          <p:nvPr/>
        </p:nvSpPr>
        <p:spPr bwMode="auto">
          <a:xfrm flipH="1" flipV="1">
            <a:off x="3804689" y="4994191"/>
            <a:ext cx="3431798" cy="17911"/>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14" name="Rectangle: Rounded Corners 13">
            <a:extLst>
              <a:ext uri="{FF2B5EF4-FFF2-40B4-BE49-F238E27FC236}">
                <a16:creationId xmlns:a16="http://schemas.microsoft.com/office/drawing/2014/main" id="{6CA3416D-CF30-58C6-C96E-BD57FDFAF13E}"/>
              </a:ext>
            </a:extLst>
          </p:cNvPr>
          <p:cNvSpPr/>
          <p:nvPr/>
        </p:nvSpPr>
        <p:spPr>
          <a:xfrm>
            <a:off x="3250921" y="5336731"/>
            <a:ext cx="467639" cy="264863"/>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Line 11">
            <a:extLst>
              <a:ext uri="{FF2B5EF4-FFF2-40B4-BE49-F238E27FC236}">
                <a16:creationId xmlns:a16="http://schemas.microsoft.com/office/drawing/2014/main" id="{C0E6F31E-01FD-E666-758B-D1606B2459E9}"/>
              </a:ext>
            </a:extLst>
          </p:cNvPr>
          <p:cNvSpPr>
            <a:spLocks noChangeShapeType="1"/>
          </p:cNvSpPr>
          <p:nvPr/>
        </p:nvSpPr>
        <p:spPr bwMode="auto">
          <a:xfrm flipH="1">
            <a:off x="3718559" y="5518328"/>
            <a:ext cx="3517927" cy="1754"/>
          </a:xfrm>
          <a:prstGeom prst="line">
            <a:avLst/>
          </a:prstGeom>
          <a:noFill/>
          <a:ln w="19050">
            <a:solidFill>
              <a:schemeClr val="accent4"/>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16" name="Rectangle: Rounded Corners 15">
            <a:extLst>
              <a:ext uri="{FF2B5EF4-FFF2-40B4-BE49-F238E27FC236}">
                <a16:creationId xmlns:a16="http://schemas.microsoft.com/office/drawing/2014/main" id="{B6280730-9435-CFFF-E5CB-E3DD4C1C6438}"/>
              </a:ext>
            </a:extLst>
          </p:cNvPr>
          <p:cNvSpPr/>
          <p:nvPr/>
        </p:nvSpPr>
        <p:spPr>
          <a:xfrm>
            <a:off x="2783282" y="4895211"/>
            <a:ext cx="935278" cy="197963"/>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TextBox 16">
            <a:extLst>
              <a:ext uri="{FF2B5EF4-FFF2-40B4-BE49-F238E27FC236}">
                <a16:creationId xmlns:a16="http://schemas.microsoft.com/office/drawing/2014/main" id="{FEEB1132-7A4E-65FC-9B4E-4DE9ECC67620}"/>
              </a:ext>
            </a:extLst>
          </p:cNvPr>
          <p:cNvSpPr txBox="1"/>
          <p:nvPr/>
        </p:nvSpPr>
        <p:spPr>
          <a:xfrm>
            <a:off x="7236486" y="3575641"/>
            <a:ext cx="3544290" cy="923330"/>
          </a:xfrm>
          <a:prstGeom prst="rect">
            <a:avLst/>
          </a:prstGeom>
          <a:solidFill>
            <a:schemeClr val="accent6">
              <a:lumMod val="40000"/>
              <a:lumOff val="60000"/>
            </a:schemeClr>
          </a:solidFill>
          <a:ln>
            <a:solidFill>
              <a:schemeClr val="accent6">
                <a:lumMod val="40000"/>
                <a:lumOff val="60000"/>
              </a:schemeClr>
            </a:solidFill>
          </a:ln>
        </p:spPr>
        <p:txBody>
          <a:bodyPr wrap="square" rtlCol="0">
            <a:spAutoFit/>
          </a:bodyPr>
          <a:lstStyle/>
          <a:p>
            <a:r>
              <a:rPr lang="en-GB" b="1" dirty="0"/>
              <a:t>Type: </a:t>
            </a:r>
            <a:r>
              <a:rPr lang="en-GB" dirty="0"/>
              <a:t>Built in class — size and format of memory and actions that can be performed.</a:t>
            </a:r>
          </a:p>
        </p:txBody>
      </p:sp>
      <p:sp>
        <p:nvSpPr>
          <p:cNvPr id="19" name="Line 11">
            <a:extLst>
              <a:ext uri="{FF2B5EF4-FFF2-40B4-BE49-F238E27FC236}">
                <a16:creationId xmlns:a16="http://schemas.microsoft.com/office/drawing/2014/main" id="{9C1CE7E3-2D9A-CC20-1184-035B7EFC84A1}"/>
              </a:ext>
            </a:extLst>
          </p:cNvPr>
          <p:cNvSpPr>
            <a:spLocks noChangeShapeType="1"/>
          </p:cNvSpPr>
          <p:nvPr/>
        </p:nvSpPr>
        <p:spPr bwMode="auto">
          <a:xfrm flipH="1">
            <a:off x="6473472" y="3944454"/>
            <a:ext cx="763015" cy="0"/>
          </a:xfrm>
          <a:prstGeom prst="line">
            <a:avLst/>
          </a:prstGeom>
          <a:noFill/>
          <a:ln w="19050">
            <a:solidFill>
              <a:schemeClr val="accent6"/>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 name="Slide Number Placeholder 3">
            <a:extLst>
              <a:ext uri="{FF2B5EF4-FFF2-40B4-BE49-F238E27FC236}">
                <a16:creationId xmlns:a16="http://schemas.microsoft.com/office/drawing/2014/main" id="{B58F6078-4FF7-E432-7F5A-B91C05038476}"/>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3</a:t>
            </a:fld>
            <a:endParaRPr lang="en-US" dirty="0"/>
          </a:p>
        </p:txBody>
      </p:sp>
    </p:spTree>
    <p:extLst>
      <p:ext uri="{BB962C8B-B14F-4D97-AF65-F5344CB8AC3E}">
        <p14:creationId xmlns:p14="http://schemas.microsoft.com/office/powerpoint/2010/main" val="38978940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70871-4750-C8E8-C876-9BF4C2E842AF}"/>
              </a:ext>
            </a:extLst>
          </p:cNvPr>
          <p:cNvSpPr>
            <a:spLocks noGrp="1"/>
          </p:cNvSpPr>
          <p:nvPr>
            <p:ph type="ctrTitle"/>
          </p:nvPr>
        </p:nvSpPr>
        <p:spPr/>
        <p:txBody>
          <a:bodyPr/>
          <a:lstStyle/>
          <a:p>
            <a:r>
              <a:rPr lang="en-GB" dirty="0"/>
              <a:t>Python variables</a:t>
            </a:r>
          </a:p>
        </p:txBody>
      </p:sp>
      <p:sp>
        <p:nvSpPr>
          <p:cNvPr id="3" name="Text Placeholder 2">
            <a:extLst>
              <a:ext uri="{FF2B5EF4-FFF2-40B4-BE49-F238E27FC236}">
                <a16:creationId xmlns:a16="http://schemas.microsoft.com/office/drawing/2014/main" id="{B09C0E52-F2FA-644A-6950-FE27288AE144}"/>
              </a:ext>
            </a:extLst>
          </p:cNvPr>
          <p:cNvSpPr>
            <a:spLocks noGrp="1"/>
          </p:cNvSpPr>
          <p:nvPr>
            <p:ph type="body" sz="quarter" idx="13"/>
          </p:nvPr>
        </p:nvSpPr>
        <p:spPr>
          <a:xfrm>
            <a:off x="443922" y="1733108"/>
            <a:ext cx="7493070" cy="4348715"/>
          </a:xfrm>
        </p:spPr>
        <p:txBody>
          <a:bodyPr/>
          <a:lstStyle/>
          <a:p>
            <a:r>
              <a:rPr lang="en-GB" b="1" dirty="0"/>
              <a:t>Python variables are references to objects.</a:t>
            </a:r>
          </a:p>
          <a:p>
            <a:endParaRPr lang="en-GB" dirty="0"/>
          </a:p>
          <a:p>
            <a:endParaRPr lang="en-GB" dirty="0"/>
          </a:p>
          <a:p>
            <a:r>
              <a:rPr lang="en-GB" b="1" dirty="0"/>
              <a:t>Variables are defined automatically.</a:t>
            </a:r>
          </a:p>
          <a:p>
            <a:pPr marL="285750" indent="-285750">
              <a:buFont typeface="Arial" panose="020B0604020202020204" pitchFamily="34" charset="0"/>
              <a:buChar char="•"/>
            </a:pPr>
            <a:r>
              <a:rPr lang="en-GB" dirty="0"/>
              <a:t>An undefined variable refers to a special object called None.</a:t>
            </a:r>
          </a:p>
          <a:p>
            <a:r>
              <a:rPr lang="en-GB" b="1" dirty="0"/>
              <a:t>Variables can be deleted with del.</a:t>
            </a:r>
          </a:p>
          <a:p>
            <a:pPr marL="285750" indent="-285750">
              <a:buFont typeface="Arial" panose="020B0604020202020204" pitchFamily="34" charset="0"/>
              <a:buChar char="•"/>
            </a:pPr>
            <a:r>
              <a:rPr lang="en-GB" dirty="0"/>
              <a:t>An object's memory can be reused when it is no longer referenced.</a:t>
            </a:r>
          </a:p>
          <a:p>
            <a:r>
              <a:rPr lang="en-GB" b="1" dirty="0"/>
              <a:t>Variables scope — Life and visibility:</a:t>
            </a:r>
          </a:p>
          <a:p>
            <a:pPr marL="285750" indent="-285750">
              <a:buFont typeface="Arial" panose="020B0604020202020204" pitchFamily="34" charset="0"/>
              <a:buChar char="•"/>
            </a:pPr>
            <a:r>
              <a:rPr lang="en-GB" dirty="0"/>
              <a:t>Local or global — local by default if created within a user function.</a:t>
            </a:r>
          </a:p>
          <a:p>
            <a:pPr marL="285750" indent="-285750">
              <a:buFont typeface="Arial" panose="020B0604020202020204" pitchFamily="34" charset="0"/>
              <a:buChar char="•"/>
            </a:pPr>
            <a:r>
              <a:rPr lang="en-GB" dirty="0"/>
              <a:t>Display local variables with </a:t>
            </a:r>
            <a:r>
              <a:rPr lang="en-GB" b="1" dirty="0"/>
              <a:t>print(locals())</a:t>
            </a:r>
            <a:r>
              <a:rPr lang="en-GB" dirty="0"/>
              <a:t>.</a:t>
            </a:r>
          </a:p>
          <a:p>
            <a:pPr marL="285750" indent="-285750">
              <a:buFont typeface="Arial" panose="020B0604020202020204" pitchFamily="34" charset="0"/>
              <a:buChar char="•"/>
            </a:pPr>
            <a:r>
              <a:rPr lang="en-GB" dirty="0"/>
              <a:t>Display global variables with </a:t>
            </a:r>
            <a:r>
              <a:rPr lang="en-GB" b="1" dirty="0"/>
              <a:t>print(globals())</a:t>
            </a:r>
            <a:r>
              <a:rPr lang="en-GB" dirty="0"/>
              <a:t>.</a:t>
            </a:r>
          </a:p>
        </p:txBody>
      </p:sp>
      <p:sp>
        <p:nvSpPr>
          <p:cNvPr id="4" name="Slide Number Placeholder 3">
            <a:extLst>
              <a:ext uri="{FF2B5EF4-FFF2-40B4-BE49-F238E27FC236}">
                <a16:creationId xmlns:a16="http://schemas.microsoft.com/office/drawing/2014/main" id="{AE03A2D4-D3EA-40CE-035E-F3ABBEC06D60}"/>
              </a:ext>
            </a:extLst>
          </p:cNvPr>
          <p:cNvSpPr>
            <a:spLocks noGrp="1"/>
          </p:cNvSpPr>
          <p:nvPr>
            <p:ph type="sldNum" sz="quarter" idx="12"/>
          </p:nvPr>
        </p:nvSpPr>
        <p:spPr/>
        <p:txBody>
          <a:bodyPr/>
          <a:lstStyle/>
          <a:p>
            <a:fld id="{F3469444-D02B-D446-9CF8-19DEDDE073D1}" type="slidenum">
              <a:rPr lang="en-US" smtClean="0"/>
              <a:pPr/>
              <a:t>4</a:t>
            </a:fld>
            <a:endParaRPr lang="en-US" dirty="0"/>
          </a:p>
        </p:txBody>
      </p:sp>
      <p:sp>
        <p:nvSpPr>
          <p:cNvPr id="8" name="Rectangle 4">
            <a:extLst>
              <a:ext uri="{FF2B5EF4-FFF2-40B4-BE49-F238E27FC236}">
                <a16:creationId xmlns:a16="http://schemas.microsoft.com/office/drawing/2014/main" id="{077EE766-0A18-AFDF-7681-66F5B74EC946}"/>
              </a:ext>
            </a:extLst>
          </p:cNvPr>
          <p:cNvSpPr>
            <a:spLocks noChangeArrowheads="1"/>
          </p:cNvSpPr>
          <p:nvPr/>
        </p:nvSpPr>
        <p:spPr bwMode="auto">
          <a:xfrm>
            <a:off x="540679" y="2186258"/>
            <a:ext cx="2139529" cy="369332"/>
          </a:xfrm>
          <a:prstGeom prst="rect">
            <a:avLst/>
          </a:prstGeom>
          <a:solidFill>
            <a:schemeClr val="tx1"/>
          </a:solidFill>
        </p:spPr>
        <p:txBody>
          <a:bodyPr wrap="square" rtlCol="0">
            <a:spAutoFit/>
          </a:bodyPr>
          <a:lstStyle/>
          <a:p>
            <a:r>
              <a:rPr lang="fr-FR" altLang="en-US" dirty="0" err="1">
                <a:solidFill>
                  <a:schemeClr val="bg1"/>
                </a:solidFill>
                <a:latin typeface="Consolas" panose="020B0609020204030204" pitchFamily="49" charset="0"/>
                <a:cs typeface="Consolas" panose="020B0609020204030204" pitchFamily="49" charset="0"/>
              </a:rPr>
              <a:t>my_fav_num</a:t>
            </a:r>
            <a:r>
              <a:rPr lang="fr-FR" altLang="en-US" dirty="0">
                <a:solidFill>
                  <a:schemeClr val="bg1"/>
                </a:solidFill>
                <a:latin typeface="Consolas" panose="020B0609020204030204" pitchFamily="49" charset="0"/>
                <a:cs typeface="Consolas" panose="020B0609020204030204" pitchFamily="49" charset="0"/>
              </a:rPr>
              <a:t> = 42</a:t>
            </a:r>
          </a:p>
        </p:txBody>
      </p:sp>
      <p:pic>
        <p:nvPicPr>
          <p:cNvPr id="6" name="Picture 5" descr="A blue and white square with a number on it&#10;&#10;AI-generated content may be incorrect.">
            <a:extLst>
              <a:ext uri="{FF2B5EF4-FFF2-40B4-BE49-F238E27FC236}">
                <a16:creationId xmlns:a16="http://schemas.microsoft.com/office/drawing/2014/main" id="{3835BE42-DCCC-3768-6A83-113420A934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4125" y="3112016"/>
            <a:ext cx="4143953" cy="1590897"/>
          </a:xfrm>
          <a:prstGeom prst="rect">
            <a:avLst/>
          </a:prstGeom>
        </p:spPr>
      </p:pic>
    </p:spTree>
    <p:extLst>
      <p:ext uri="{BB962C8B-B14F-4D97-AF65-F5344CB8AC3E}">
        <p14:creationId xmlns:p14="http://schemas.microsoft.com/office/powerpoint/2010/main" val="2315785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5DF23-3823-1E23-F9CD-727932724775}"/>
              </a:ext>
            </a:extLst>
          </p:cNvPr>
          <p:cNvSpPr>
            <a:spLocks noGrp="1"/>
          </p:cNvSpPr>
          <p:nvPr>
            <p:ph type="ctrTitle"/>
          </p:nvPr>
        </p:nvSpPr>
        <p:spPr/>
        <p:txBody>
          <a:bodyPr/>
          <a:lstStyle/>
          <a:p>
            <a:r>
              <a:rPr lang="en-GB" dirty="0"/>
              <a:t>Variable naming</a:t>
            </a:r>
          </a:p>
        </p:txBody>
      </p:sp>
      <p:sp>
        <p:nvSpPr>
          <p:cNvPr id="3" name="Text Placeholder 2">
            <a:extLst>
              <a:ext uri="{FF2B5EF4-FFF2-40B4-BE49-F238E27FC236}">
                <a16:creationId xmlns:a16="http://schemas.microsoft.com/office/drawing/2014/main" id="{8C8D063C-DFBB-0F44-E187-39C10B14043E}"/>
              </a:ext>
            </a:extLst>
          </p:cNvPr>
          <p:cNvSpPr>
            <a:spLocks noGrp="1"/>
          </p:cNvSpPr>
          <p:nvPr>
            <p:ph type="body" sz="quarter" idx="14"/>
          </p:nvPr>
        </p:nvSpPr>
        <p:spPr/>
        <p:txBody>
          <a:bodyPr/>
          <a:lstStyle/>
          <a:p>
            <a:r>
              <a:rPr lang="en-GB" b="1"/>
              <a:t>Naming rules</a:t>
            </a:r>
          </a:p>
          <a:p>
            <a:pPr marL="285750" indent="-285750">
              <a:buFont typeface="Arial" panose="020B0604020202020204" pitchFamily="34" charset="0"/>
              <a:buChar char="•"/>
            </a:pPr>
            <a:r>
              <a:rPr lang="en-GB" b="1" err="1"/>
              <a:t>CaSe</a:t>
            </a:r>
            <a:r>
              <a:rPr lang="en-GB"/>
              <a:t> sensitive.</a:t>
            </a:r>
          </a:p>
          <a:p>
            <a:pPr marL="285750" indent="-285750">
              <a:buFont typeface="Arial" panose="020B0604020202020204" pitchFamily="34" charset="0"/>
              <a:buChar char="•"/>
            </a:pPr>
            <a:r>
              <a:rPr lang="en-GB"/>
              <a:t>Must start with an underscore or a letter.</a:t>
            </a:r>
          </a:p>
          <a:p>
            <a:pPr marL="285750" indent="-285750">
              <a:buFont typeface="Arial" panose="020B0604020202020204" pitchFamily="34" charset="0"/>
              <a:buChar char="•"/>
            </a:pPr>
            <a:r>
              <a:rPr lang="en-GB"/>
              <a:t>Followed by any number of letters, digits, or underscores.</a:t>
            </a:r>
          </a:p>
          <a:p>
            <a:endParaRPr lang="en-GB"/>
          </a:p>
        </p:txBody>
      </p:sp>
      <p:sp>
        <p:nvSpPr>
          <p:cNvPr id="4" name="Slide Number Placeholder 3">
            <a:extLst>
              <a:ext uri="{FF2B5EF4-FFF2-40B4-BE49-F238E27FC236}">
                <a16:creationId xmlns:a16="http://schemas.microsoft.com/office/drawing/2014/main" id="{E6D7AB1F-245F-CFB9-3408-623FFB550607}"/>
              </a:ext>
            </a:extLst>
          </p:cNvPr>
          <p:cNvSpPr>
            <a:spLocks noGrp="1"/>
          </p:cNvSpPr>
          <p:nvPr>
            <p:ph type="sldNum" sz="quarter" idx="12"/>
          </p:nvPr>
        </p:nvSpPr>
        <p:spPr/>
        <p:txBody>
          <a:bodyPr/>
          <a:lstStyle/>
          <a:p>
            <a:fld id="{F3469444-D02B-D446-9CF8-19DEDDE073D1}" type="slidenum">
              <a:rPr lang="en-US" smtClean="0"/>
              <a:pPr/>
              <a:t>5</a:t>
            </a:fld>
            <a:endParaRPr lang="en-US"/>
          </a:p>
        </p:txBody>
      </p:sp>
    </p:spTree>
    <p:extLst>
      <p:ext uri="{BB962C8B-B14F-4D97-AF65-F5344CB8AC3E}">
        <p14:creationId xmlns:p14="http://schemas.microsoft.com/office/powerpoint/2010/main" val="658670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1633C-E7C2-7D3F-087C-375DD4B39869}"/>
              </a:ext>
            </a:extLst>
          </p:cNvPr>
          <p:cNvSpPr>
            <a:spLocks noGrp="1"/>
          </p:cNvSpPr>
          <p:nvPr>
            <p:ph type="ctrTitle"/>
          </p:nvPr>
        </p:nvSpPr>
        <p:spPr/>
        <p:txBody>
          <a:bodyPr/>
          <a:lstStyle/>
          <a:p>
            <a:r>
              <a:rPr lang="en-GB" dirty="0"/>
              <a:t>Type specific methods </a:t>
            </a:r>
          </a:p>
        </p:txBody>
      </p:sp>
      <p:sp>
        <p:nvSpPr>
          <p:cNvPr id="3" name="Text Placeholder 2">
            <a:extLst>
              <a:ext uri="{FF2B5EF4-FFF2-40B4-BE49-F238E27FC236}">
                <a16:creationId xmlns:a16="http://schemas.microsoft.com/office/drawing/2014/main" id="{6F765B05-B1EE-B3C5-4794-A14101526BE2}"/>
              </a:ext>
            </a:extLst>
          </p:cNvPr>
          <p:cNvSpPr>
            <a:spLocks noGrp="1"/>
          </p:cNvSpPr>
          <p:nvPr>
            <p:ph type="body" sz="quarter" idx="14"/>
          </p:nvPr>
        </p:nvSpPr>
        <p:spPr/>
        <p:txBody>
          <a:bodyPr/>
          <a:lstStyle/>
          <a:p>
            <a:r>
              <a:rPr lang="en-GB" b="1" dirty="0"/>
              <a:t>Actions on objects are done by calling methods.</a:t>
            </a:r>
          </a:p>
          <a:p>
            <a:pPr marL="285750" indent="-285750">
              <a:buFont typeface="Arial" panose="020B0604020202020204" pitchFamily="34" charset="0"/>
              <a:buChar char="•"/>
            </a:pPr>
            <a:r>
              <a:rPr lang="en-GB" dirty="0"/>
              <a:t>A method is implemented as a function — a named code block.</a:t>
            </a:r>
          </a:p>
          <a:p>
            <a:pPr marL="285750" indent="-285750">
              <a:buFont typeface="Arial" panose="020B0604020202020204" pitchFamily="34" charset="0"/>
              <a:buChar char="•"/>
            </a:pPr>
            <a:r>
              <a:rPr lang="en-GB" dirty="0"/>
              <a:t>Objects can be variables (for example, </a:t>
            </a:r>
            <a:r>
              <a:rPr lang="en-GB" dirty="0" err="1"/>
              <a:t>my_var</a:t>
            </a:r>
            <a:r>
              <a:rPr lang="en-GB" dirty="0"/>
              <a:t>) or literals (for example, “hello world”).</a:t>
            </a:r>
          </a:p>
          <a:p>
            <a:endParaRPr lang="en-GB" dirty="0"/>
          </a:p>
          <a:p>
            <a:endParaRPr lang="en-GB" b="1" dirty="0"/>
          </a:p>
          <a:p>
            <a:r>
              <a:rPr lang="en-GB" b="1" dirty="0"/>
              <a:t>Which methods may be used?</a:t>
            </a:r>
          </a:p>
          <a:p>
            <a:pPr marL="285750" indent="-285750">
              <a:buFont typeface="Arial" panose="020B0604020202020204" pitchFamily="34" charset="0"/>
              <a:buChar char="•"/>
            </a:pPr>
            <a:r>
              <a:rPr lang="en-GB" dirty="0"/>
              <a:t>Depends on the Class (type) of the object.</a:t>
            </a:r>
          </a:p>
          <a:p>
            <a:pPr marL="285750" indent="-285750">
              <a:buFont typeface="Arial" panose="020B0604020202020204" pitchFamily="34" charset="0"/>
              <a:buChar char="•"/>
            </a:pPr>
            <a:r>
              <a:rPr lang="en-GB" dirty="0" err="1"/>
              <a:t>dir</a:t>
            </a:r>
            <a:r>
              <a:rPr lang="en-GB" dirty="0"/>
              <a:t>(object) lists the methods available.</a:t>
            </a:r>
          </a:p>
          <a:p>
            <a:pPr marL="285750" indent="-285750">
              <a:buFont typeface="Arial" panose="020B0604020202020204" pitchFamily="34" charset="0"/>
              <a:buChar char="•"/>
            </a:pPr>
            <a:r>
              <a:rPr lang="en-GB" dirty="0"/>
              <a:t>help(</a:t>
            </a:r>
            <a:r>
              <a:rPr lang="en-GB" dirty="0" err="1"/>
              <a:t>class.method</a:t>
            </a:r>
            <a:r>
              <a:rPr lang="en-GB" dirty="0"/>
              <a:t>) for help on specific method.</a:t>
            </a:r>
          </a:p>
          <a:p>
            <a:r>
              <a:rPr lang="en-GB" b="1" dirty="0"/>
              <a:t>Examples:</a:t>
            </a:r>
          </a:p>
          <a:p>
            <a:endParaRPr lang="en-GB" dirty="0"/>
          </a:p>
        </p:txBody>
      </p:sp>
      <p:sp>
        <p:nvSpPr>
          <p:cNvPr id="4" name="Slide Number Placeholder 3">
            <a:extLst>
              <a:ext uri="{FF2B5EF4-FFF2-40B4-BE49-F238E27FC236}">
                <a16:creationId xmlns:a16="http://schemas.microsoft.com/office/drawing/2014/main" id="{8951234B-F7E0-A200-6F42-67F1A45CDECF}"/>
              </a:ext>
            </a:extLst>
          </p:cNvPr>
          <p:cNvSpPr>
            <a:spLocks noGrp="1"/>
          </p:cNvSpPr>
          <p:nvPr>
            <p:ph type="sldNum" sz="quarter" idx="12"/>
          </p:nvPr>
        </p:nvSpPr>
        <p:spPr/>
        <p:txBody>
          <a:bodyPr/>
          <a:lstStyle/>
          <a:p>
            <a:fld id="{F3469444-D02B-D446-9CF8-19DEDDE073D1}" type="slidenum">
              <a:rPr lang="en-US" smtClean="0"/>
              <a:pPr/>
              <a:t>6</a:t>
            </a:fld>
            <a:endParaRPr lang="en-US"/>
          </a:p>
        </p:txBody>
      </p:sp>
      <p:sp>
        <p:nvSpPr>
          <p:cNvPr id="5" name="Rectangle 4">
            <a:extLst>
              <a:ext uri="{FF2B5EF4-FFF2-40B4-BE49-F238E27FC236}">
                <a16:creationId xmlns:a16="http://schemas.microsoft.com/office/drawing/2014/main" id="{9DE61012-4037-2529-52E0-6596B68CDF0A}"/>
              </a:ext>
            </a:extLst>
          </p:cNvPr>
          <p:cNvSpPr>
            <a:spLocks noChangeArrowheads="1"/>
          </p:cNvSpPr>
          <p:nvPr/>
        </p:nvSpPr>
        <p:spPr bwMode="auto">
          <a:xfrm>
            <a:off x="843074" y="3244334"/>
            <a:ext cx="3993086" cy="369332"/>
          </a:xfrm>
          <a:prstGeom prst="rect">
            <a:avLst/>
          </a:prstGeom>
          <a:solidFill>
            <a:schemeClr val="tx1"/>
          </a:solidFill>
        </p:spPr>
        <p:txBody>
          <a:bodyPr wrap="square" rtlCol="0">
            <a:spAutoFit/>
          </a:bodyPr>
          <a:lstStyle/>
          <a:p>
            <a:r>
              <a:rPr lang="fr-FR" altLang="en-US" err="1">
                <a:solidFill>
                  <a:schemeClr val="bg1"/>
                </a:solidFill>
                <a:latin typeface="Consolas" panose="020B0609020204030204" pitchFamily="49" charset="0"/>
                <a:cs typeface="Consolas" panose="020B0609020204030204" pitchFamily="49" charset="0"/>
              </a:rPr>
              <a:t>object.method</a:t>
            </a:r>
            <a:r>
              <a:rPr lang="fr-FR" altLang="en-US">
                <a:solidFill>
                  <a:schemeClr val="bg1"/>
                </a:solidFill>
                <a:latin typeface="Consolas" panose="020B0609020204030204" pitchFamily="49" charset="0"/>
                <a:cs typeface="Consolas" panose="020B0609020204030204" pitchFamily="49" charset="0"/>
              </a:rPr>
              <a:t>([arg1[,arg2…]])</a:t>
            </a:r>
          </a:p>
        </p:txBody>
      </p:sp>
      <p:sp>
        <p:nvSpPr>
          <p:cNvPr id="6" name="Rectangle 5">
            <a:extLst>
              <a:ext uri="{FF2B5EF4-FFF2-40B4-BE49-F238E27FC236}">
                <a16:creationId xmlns:a16="http://schemas.microsoft.com/office/drawing/2014/main" id="{3EB43089-DBDB-BB7A-F6A5-7655F4DC35C8}"/>
              </a:ext>
            </a:extLst>
          </p:cNvPr>
          <p:cNvSpPr>
            <a:spLocks noChangeArrowheads="1"/>
          </p:cNvSpPr>
          <p:nvPr/>
        </p:nvSpPr>
        <p:spPr bwMode="auto">
          <a:xfrm>
            <a:off x="1775762" y="5706777"/>
            <a:ext cx="4755086" cy="923330"/>
          </a:xfrm>
          <a:prstGeom prst="rect">
            <a:avLst/>
          </a:prstGeom>
          <a:solidFill>
            <a:schemeClr val="tx1"/>
          </a:solidFill>
        </p:spPr>
        <p:txBody>
          <a:bodyPr wrap="square" rtlCol="0">
            <a:spAutoFit/>
          </a:bodyPr>
          <a:lstStyle/>
          <a:p>
            <a:r>
              <a:rPr lang="fr-FR" altLang="en-US" dirty="0" err="1">
                <a:solidFill>
                  <a:schemeClr val="bg1"/>
                </a:solidFill>
                <a:latin typeface="Consolas" panose="020B0609020204030204" pitchFamily="49" charset="0"/>
                <a:cs typeface="Consolas" panose="020B0609020204030204" pitchFamily="49" charset="0"/>
              </a:rPr>
              <a:t>name.</a:t>
            </a:r>
            <a:r>
              <a:rPr lang="fr-FR" altLang="en-US" dirty="0" err="1">
                <a:solidFill>
                  <a:schemeClr val="accent6"/>
                </a:solidFill>
                <a:latin typeface="Consolas" panose="020B0609020204030204" pitchFamily="49" charset="0"/>
                <a:cs typeface="Consolas" panose="020B0609020204030204" pitchFamily="49" charset="0"/>
              </a:rPr>
              <a:t>upper</a:t>
            </a:r>
            <a:r>
              <a:rPr lang="fr-FR" altLang="en-US" dirty="0">
                <a:solidFill>
                  <a:schemeClr val="bg1"/>
                </a:solidFill>
                <a:latin typeface="Consolas" panose="020B0609020204030204" pitchFamily="49" charset="0"/>
                <a:cs typeface="Consolas" panose="020B0609020204030204" pitchFamily="49" charset="0"/>
              </a:rPr>
              <a:t>()		</a:t>
            </a:r>
            <a:r>
              <a:rPr lang="fr-FR" altLang="en-US" dirty="0" err="1">
                <a:solidFill>
                  <a:schemeClr val="bg1"/>
                </a:solidFill>
                <a:latin typeface="Consolas" panose="020B0609020204030204" pitchFamily="49" charset="0"/>
                <a:cs typeface="Consolas" panose="020B0609020204030204" pitchFamily="49" charset="0"/>
              </a:rPr>
              <a:t>names.</a:t>
            </a:r>
            <a:r>
              <a:rPr lang="fr-FR" altLang="en-US" dirty="0" err="1">
                <a:solidFill>
                  <a:schemeClr val="accent6"/>
                </a:solidFill>
                <a:latin typeface="Consolas" panose="020B0609020204030204" pitchFamily="49" charset="0"/>
                <a:cs typeface="Consolas" panose="020B0609020204030204" pitchFamily="49" charset="0"/>
              </a:rPr>
              <a:t>pop</a:t>
            </a:r>
            <a:r>
              <a:rPr lang="fr-FR" altLang="en-US" dirty="0">
                <a:solidFill>
                  <a:schemeClr val="bg1"/>
                </a:solidFill>
                <a:latin typeface="Consolas" panose="020B0609020204030204" pitchFamily="49" charset="0"/>
                <a:cs typeface="Consolas" panose="020B0609020204030204" pitchFamily="49" charset="0"/>
              </a:rPr>
              <a:t>()</a:t>
            </a:r>
          </a:p>
          <a:p>
            <a:r>
              <a:rPr lang="fr-FR" altLang="en-US" dirty="0" err="1">
                <a:solidFill>
                  <a:schemeClr val="bg1"/>
                </a:solidFill>
                <a:latin typeface="Consolas" panose="020B0609020204030204" pitchFamily="49" charset="0"/>
                <a:cs typeface="Consolas" panose="020B0609020204030204" pitchFamily="49" charset="0"/>
              </a:rPr>
              <a:t>name.</a:t>
            </a:r>
            <a:r>
              <a:rPr lang="fr-FR" altLang="en-US" dirty="0" err="1">
                <a:solidFill>
                  <a:schemeClr val="accent6"/>
                </a:solidFill>
                <a:latin typeface="Consolas" panose="020B0609020204030204" pitchFamily="49" charset="0"/>
                <a:cs typeface="Consolas" panose="020B0609020204030204" pitchFamily="49" charset="0"/>
              </a:rPr>
              <a:t>isupper</a:t>
            </a:r>
            <a:r>
              <a:rPr lang="fr-FR" altLang="en-US" dirty="0">
                <a:solidFill>
                  <a:schemeClr val="bg1"/>
                </a:solidFill>
                <a:latin typeface="Consolas" panose="020B0609020204030204" pitchFamily="49" charset="0"/>
                <a:cs typeface="Consolas" panose="020B0609020204030204" pitchFamily="49" charset="0"/>
              </a:rPr>
              <a:t>()		</a:t>
            </a:r>
            <a:r>
              <a:rPr lang="fr-FR" altLang="en-US" dirty="0" err="1">
                <a:solidFill>
                  <a:schemeClr val="bg1"/>
                </a:solidFill>
                <a:latin typeface="Consolas" panose="020B0609020204030204" pitchFamily="49" charset="0"/>
                <a:cs typeface="Consolas" panose="020B0609020204030204" pitchFamily="49" charset="0"/>
              </a:rPr>
              <a:t>mydict.</a:t>
            </a:r>
            <a:r>
              <a:rPr lang="fr-FR" altLang="en-US" dirty="0" err="1">
                <a:solidFill>
                  <a:schemeClr val="accent6"/>
                </a:solidFill>
                <a:latin typeface="Consolas" panose="020B0609020204030204" pitchFamily="49" charset="0"/>
                <a:cs typeface="Consolas" panose="020B0609020204030204" pitchFamily="49" charset="0"/>
              </a:rPr>
              <a:t>keys</a:t>
            </a:r>
            <a:r>
              <a:rPr lang="fr-FR" altLang="en-US" dirty="0">
                <a:solidFill>
                  <a:schemeClr val="bg1"/>
                </a:solidFill>
                <a:latin typeface="Consolas" panose="020B0609020204030204" pitchFamily="49" charset="0"/>
                <a:cs typeface="Consolas" panose="020B0609020204030204" pitchFamily="49" charset="0"/>
              </a:rPr>
              <a:t>()</a:t>
            </a:r>
          </a:p>
          <a:p>
            <a:r>
              <a:rPr lang="fr-FR" altLang="en-US" dirty="0" err="1">
                <a:solidFill>
                  <a:schemeClr val="bg1"/>
                </a:solidFill>
                <a:latin typeface="Consolas" panose="020B0609020204030204" pitchFamily="49" charset="0"/>
                <a:cs typeface="Consolas" panose="020B0609020204030204" pitchFamily="49" charset="0"/>
              </a:rPr>
              <a:t>names.</a:t>
            </a:r>
            <a:r>
              <a:rPr lang="fr-FR" altLang="en-US" dirty="0" err="1">
                <a:solidFill>
                  <a:schemeClr val="accent6"/>
                </a:solidFill>
                <a:latin typeface="Consolas" panose="020B0609020204030204" pitchFamily="49" charset="0"/>
                <a:cs typeface="Consolas" panose="020B0609020204030204" pitchFamily="49" charset="0"/>
              </a:rPr>
              <a:t>count</a:t>
            </a:r>
            <a:r>
              <a:rPr lang="fr-FR" altLang="en-US" dirty="0">
                <a:solidFill>
                  <a:schemeClr val="bg1"/>
                </a:solidFill>
                <a:latin typeface="Consolas" panose="020B0609020204030204" pitchFamily="49" charset="0"/>
                <a:cs typeface="Consolas" panose="020B0609020204030204" pitchFamily="49" charset="0"/>
              </a:rPr>
              <a:t>()		</a:t>
            </a:r>
            <a:r>
              <a:rPr lang="fr-FR" altLang="en-US" dirty="0" err="1">
                <a:solidFill>
                  <a:schemeClr val="bg1"/>
                </a:solidFill>
                <a:latin typeface="Consolas" panose="020B0609020204030204" pitchFamily="49" charset="0"/>
                <a:cs typeface="Consolas" panose="020B0609020204030204" pitchFamily="49" charset="0"/>
              </a:rPr>
              <a:t>myfile.</a:t>
            </a:r>
            <a:r>
              <a:rPr lang="fr-FR" altLang="en-US" dirty="0" err="1">
                <a:solidFill>
                  <a:schemeClr val="accent6"/>
                </a:solidFill>
                <a:latin typeface="Consolas" panose="020B0609020204030204" pitchFamily="49" charset="0"/>
                <a:cs typeface="Consolas" panose="020B0609020204030204" pitchFamily="49" charset="0"/>
              </a:rPr>
              <a:t>flush</a:t>
            </a:r>
            <a:r>
              <a:rPr lang="fr-FR" altLang="en-US" dirty="0">
                <a:solidFill>
                  <a:schemeClr val="bg1"/>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832605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641AD8-B351-C2D8-4F3A-02732CDF2A5D}"/>
              </a:ext>
            </a:extLst>
          </p:cNvPr>
          <p:cNvSpPr>
            <a:spLocks noGrp="1"/>
          </p:cNvSpPr>
          <p:nvPr>
            <p:ph type="ctrTitle"/>
          </p:nvPr>
        </p:nvSpPr>
        <p:spPr/>
        <p:txBody>
          <a:bodyPr/>
          <a:lstStyle/>
          <a:p>
            <a:r>
              <a:rPr lang="en-GB" dirty="0"/>
              <a:t>Operators and type</a:t>
            </a:r>
          </a:p>
        </p:txBody>
      </p:sp>
      <p:sp>
        <p:nvSpPr>
          <p:cNvPr id="6" name="Text Placeholder 5">
            <a:extLst>
              <a:ext uri="{FF2B5EF4-FFF2-40B4-BE49-F238E27FC236}">
                <a16:creationId xmlns:a16="http://schemas.microsoft.com/office/drawing/2014/main" id="{134EDFBF-00CE-83E3-574D-A36E07667736}"/>
              </a:ext>
            </a:extLst>
          </p:cNvPr>
          <p:cNvSpPr>
            <a:spLocks noGrp="1"/>
          </p:cNvSpPr>
          <p:nvPr>
            <p:ph type="body" sz="quarter" idx="14"/>
          </p:nvPr>
        </p:nvSpPr>
        <p:spPr/>
        <p:txBody>
          <a:bodyPr/>
          <a:lstStyle/>
          <a:p>
            <a:r>
              <a:rPr lang="en-GB" b="1" dirty="0"/>
              <a:t>An operator carries out an operation on an object.</a:t>
            </a:r>
          </a:p>
          <a:p>
            <a:pPr marL="285750" indent="-285750">
              <a:buFont typeface="Arial" panose="020B0604020202020204" pitchFamily="34" charset="0"/>
              <a:buChar char="•"/>
            </a:pPr>
            <a:r>
              <a:rPr lang="en-GB" dirty="0"/>
              <a:t>Produces a result which does not (usually) alter the object.</a:t>
            </a:r>
          </a:p>
          <a:p>
            <a:pPr marL="285750" indent="-285750">
              <a:buFont typeface="Arial" panose="020B0604020202020204" pitchFamily="34" charset="0"/>
              <a:buChar char="•"/>
            </a:pPr>
            <a:r>
              <a:rPr lang="en-GB" dirty="0"/>
              <a:t>The operation depends on the class (type) of the object.</a:t>
            </a:r>
          </a:p>
          <a:p>
            <a:pPr marL="285750" indent="-285750">
              <a:buFont typeface="Arial" panose="020B0604020202020204" pitchFamily="34" charset="0"/>
              <a:buChar char="•"/>
            </a:pPr>
            <a:r>
              <a:rPr lang="en-GB" dirty="0"/>
              <a:t>List the class using the type built-in function.</a:t>
            </a:r>
          </a:p>
          <a:p>
            <a:endParaRPr lang="en-GB" dirty="0"/>
          </a:p>
          <a:p>
            <a:endParaRPr lang="en-GB" dirty="0"/>
          </a:p>
          <a:p>
            <a:endParaRPr lang="en-GB" dirty="0"/>
          </a:p>
          <a:p>
            <a:endParaRPr lang="en-GB" dirty="0"/>
          </a:p>
          <a:p>
            <a:endParaRPr lang="en-GB" dirty="0"/>
          </a:p>
          <a:p>
            <a:endParaRPr lang="en-GB" dirty="0"/>
          </a:p>
          <a:p>
            <a:pPr marL="285750" indent="-285750">
              <a:buFont typeface="Arial" panose="020B0604020202020204" pitchFamily="34" charset="0"/>
              <a:buChar char="•"/>
            </a:pPr>
            <a:r>
              <a:rPr lang="en-GB" dirty="0"/>
              <a:t>A list of Python operators is given after the chapter summary.</a:t>
            </a:r>
          </a:p>
          <a:p>
            <a:endParaRPr lang="en-GB" dirty="0"/>
          </a:p>
        </p:txBody>
      </p:sp>
      <p:sp>
        <p:nvSpPr>
          <p:cNvPr id="4" name="Slide Number Placeholder 3">
            <a:extLst>
              <a:ext uri="{FF2B5EF4-FFF2-40B4-BE49-F238E27FC236}">
                <a16:creationId xmlns:a16="http://schemas.microsoft.com/office/drawing/2014/main" id="{495F9356-6AA5-4239-42A9-D141550D9DD3}"/>
              </a:ext>
            </a:extLst>
          </p:cNvPr>
          <p:cNvSpPr>
            <a:spLocks noGrp="1"/>
          </p:cNvSpPr>
          <p:nvPr>
            <p:ph type="sldNum" sz="quarter" idx="12"/>
          </p:nvPr>
        </p:nvSpPr>
        <p:spPr/>
        <p:txBody>
          <a:bodyPr/>
          <a:lstStyle/>
          <a:p>
            <a:fld id="{F3469444-D02B-D446-9CF8-19DEDDE073D1}" type="slidenum">
              <a:rPr lang="en-US" smtClean="0"/>
              <a:pPr/>
              <a:t>7</a:t>
            </a:fld>
            <a:endParaRPr lang="en-US"/>
          </a:p>
        </p:txBody>
      </p:sp>
      <p:sp>
        <p:nvSpPr>
          <p:cNvPr id="8" name="Rectangle 7">
            <a:extLst>
              <a:ext uri="{FF2B5EF4-FFF2-40B4-BE49-F238E27FC236}">
                <a16:creationId xmlns:a16="http://schemas.microsoft.com/office/drawing/2014/main" id="{E1149F18-5592-DB3A-1BA2-8DEC30BB9A09}"/>
              </a:ext>
            </a:extLst>
          </p:cNvPr>
          <p:cNvSpPr>
            <a:spLocks noChangeArrowheads="1"/>
          </p:cNvSpPr>
          <p:nvPr/>
        </p:nvSpPr>
        <p:spPr bwMode="auto">
          <a:xfrm>
            <a:off x="1828594" y="3262530"/>
            <a:ext cx="2347166" cy="2446824"/>
          </a:xfrm>
          <a:prstGeom prst="rect">
            <a:avLst/>
          </a:prstGeom>
          <a:solidFill>
            <a:schemeClr val="tx1"/>
          </a:solidFill>
        </p:spPr>
        <p:txBody>
          <a:bodyPr wrap="square" rtlCol="0">
            <a:spAutoFit/>
          </a:bodyPr>
          <a:lstStyle/>
          <a:p>
            <a:r>
              <a:rPr lang="en-GB" altLang="en-US" sz="1700">
                <a:solidFill>
                  <a:schemeClr val="bg1"/>
                </a:solidFill>
                <a:latin typeface="Consolas" panose="020B0609020204030204" pitchFamily="49" charset="0"/>
                <a:cs typeface="Consolas" panose="020B0609020204030204" pitchFamily="49" charset="0"/>
              </a:rPr>
              <a:t>a = 42</a:t>
            </a:r>
          </a:p>
          <a:p>
            <a:r>
              <a:rPr lang="en-GB" altLang="en-US" sz="1700">
                <a:solidFill>
                  <a:schemeClr val="bg1"/>
                </a:solidFill>
                <a:latin typeface="Consolas" panose="020B0609020204030204" pitchFamily="49" charset="0"/>
                <a:cs typeface="Consolas" panose="020B0609020204030204" pitchFamily="49" charset="0"/>
              </a:rPr>
              <a:t>b = 9</a:t>
            </a:r>
          </a:p>
          <a:p>
            <a:r>
              <a:rPr lang="en-GB" altLang="en-US" sz="1700">
                <a:solidFill>
                  <a:schemeClr val="bg1"/>
                </a:solidFill>
                <a:latin typeface="Consolas" panose="020B0609020204030204" pitchFamily="49" charset="0"/>
                <a:cs typeface="Consolas" panose="020B0609020204030204" pitchFamily="49" charset="0"/>
              </a:rPr>
              <a:t>print(a + b)</a:t>
            </a:r>
          </a:p>
          <a:p>
            <a:r>
              <a:rPr lang="en-GB" altLang="en-US" sz="1700">
                <a:solidFill>
                  <a:schemeClr val="bg1"/>
                </a:solidFill>
                <a:latin typeface="Consolas" panose="020B0609020204030204" pitchFamily="49" charset="0"/>
                <a:cs typeface="Consolas" panose="020B0609020204030204" pitchFamily="49" charset="0"/>
              </a:rPr>
              <a:t>print(type(a))</a:t>
            </a:r>
          </a:p>
          <a:p>
            <a:endParaRPr lang="en-GB" altLang="en-US" sz="1700">
              <a:solidFill>
                <a:schemeClr val="bg1"/>
              </a:solidFill>
              <a:latin typeface="Consolas" panose="020B0609020204030204" pitchFamily="49" charset="0"/>
              <a:cs typeface="Consolas" panose="020B0609020204030204" pitchFamily="49" charset="0"/>
            </a:endParaRPr>
          </a:p>
          <a:p>
            <a:r>
              <a:rPr lang="en-GB" altLang="en-US" sz="1700">
                <a:solidFill>
                  <a:schemeClr val="bg1"/>
                </a:solidFill>
                <a:latin typeface="Consolas" panose="020B0609020204030204" pitchFamily="49" charset="0"/>
                <a:cs typeface="Consolas" panose="020B0609020204030204" pitchFamily="49" charset="0"/>
              </a:rPr>
              <a:t>a = 'Hello '</a:t>
            </a:r>
          </a:p>
          <a:p>
            <a:r>
              <a:rPr lang="en-GB" altLang="en-US" sz="1700">
                <a:solidFill>
                  <a:schemeClr val="bg1"/>
                </a:solidFill>
                <a:latin typeface="Consolas" panose="020B0609020204030204" pitchFamily="49" charset="0"/>
                <a:cs typeface="Consolas" panose="020B0609020204030204" pitchFamily="49" charset="0"/>
              </a:rPr>
              <a:t>b = 'World!'</a:t>
            </a:r>
          </a:p>
          <a:p>
            <a:r>
              <a:rPr lang="en-GB" altLang="en-US" sz="1700">
                <a:solidFill>
                  <a:schemeClr val="bg1"/>
                </a:solidFill>
                <a:latin typeface="Consolas" panose="020B0609020204030204" pitchFamily="49" charset="0"/>
                <a:cs typeface="Consolas" panose="020B0609020204030204" pitchFamily="49" charset="0"/>
              </a:rPr>
              <a:t>print(a + b)</a:t>
            </a:r>
          </a:p>
          <a:p>
            <a:r>
              <a:rPr lang="en-GB" altLang="en-US" sz="1700">
                <a:solidFill>
                  <a:schemeClr val="bg1"/>
                </a:solidFill>
                <a:latin typeface="Consolas" panose="020B0609020204030204" pitchFamily="49" charset="0"/>
                <a:cs typeface="Consolas" panose="020B0609020204030204" pitchFamily="49" charset="0"/>
              </a:rPr>
              <a:t>print(type(a))</a:t>
            </a:r>
          </a:p>
        </p:txBody>
      </p:sp>
      <p:sp>
        <p:nvSpPr>
          <p:cNvPr id="9" name="TextBox 8">
            <a:extLst>
              <a:ext uri="{FF2B5EF4-FFF2-40B4-BE49-F238E27FC236}">
                <a16:creationId xmlns:a16="http://schemas.microsoft.com/office/drawing/2014/main" id="{4929708C-8FE8-0ED3-0943-36E3DC5C37E0}"/>
              </a:ext>
            </a:extLst>
          </p:cNvPr>
          <p:cNvSpPr txBox="1"/>
          <p:nvPr/>
        </p:nvSpPr>
        <p:spPr>
          <a:xfrm>
            <a:off x="5159989" y="3353117"/>
            <a:ext cx="2731283"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a and b refer to integers.</a:t>
            </a:r>
          </a:p>
        </p:txBody>
      </p:sp>
      <p:sp>
        <p:nvSpPr>
          <p:cNvPr id="10" name="TextBox 9">
            <a:extLst>
              <a:ext uri="{FF2B5EF4-FFF2-40B4-BE49-F238E27FC236}">
                <a16:creationId xmlns:a16="http://schemas.microsoft.com/office/drawing/2014/main" id="{2779BC39-CFCC-CECF-23EA-78268DFAD181}"/>
              </a:ext>
            </a:extLst>
          </p:cNvPr>
          <p:cNvSpPr txBox="1"/>
          <p:nvPr/>
        </p:nvSpPr>
        <p:spPr>
          <a:xfrm>
            <a:off x="5159989" y="4691763"/>
            <a:ext cx="2731283" cy="369332"/>
          </a:xfrm>
          <a:prstGeom prst="rect">
            <a:avLst/>
          </a:prstGeom>
          <a:solidFill>
            <a:schemeClr val="accent6">
              <a:lumMod val="40000"/>
              <a:lumOff val="60000"/>
            </a:schemeClr>
          </a:solidFill>
          <a:ln>
            <a:solidFill>
              <a:schemeClr val="accent6">
                <a:lumMod val="40000"/>
                <a:lumOff val="60000"/>
              </a:schemeClr>
            </a:solidFill>
          </a:ln>
        </p:spPr>
        <p:txBody>
          <a:bodyPr wrap="square" rtlCol="0">
            <a:spAutoFit/>
          </a:bodyPr>
          <a:lstStyle/>
          <a:p>
            <a:r>
              <a:rPr lang="en-GB" dirty="0"/>
              <a:t>a and b are now strings.</a:t>
            </a:r>
          </a:p>
        </p:txBody>
      </p:sp>
      <p:sp>
        <p:nvSpPr>
          <p:cNvPr id="12" name="Line 11">
            <a:extLst>
              <a:ext uri="{FF2B5EF4-FFF2-40B4-BE49-F238E27FC236}">
                <a16:creationId xmlns:a16="http://schemas.microsoft.com/office/drawing/2014/main" id="{48C3C0C7-84EA-E4D8-005F-C84F9848C2AA}"/>
              </a:ext>
            </a:extLst>
          </p:cNvPr>
          <p:cNvSpPr>
            <a:spLocks noChangeShapeType="1"/>
          </p:cNvSpPr>
          <p:nvPr/>
        </p:nvSpPr>
        <p:spPr bwMode="auto">
          <a:xfrm flipH="1" flipV="1">
            <a:off x="2724913" y="3528405"/>
            <a:ext cx="2435078" cy="9378"/>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3" name="Rectangle: Rounded Corners 12">
            <a:extLst>
              <a:ext uri="{FF2B5EF4-FFF2-40B4-BE49-F238E27FC236}">
                <a16:creationId xmlns:a16="http://schemas.microsoft.com/office/drawing/2014/main" id="{8BC9075F-1D0A-C42E-7FE3-5F66988357A8}"/>
              </a:ext>
            </a:extLst>
          </p:cNvPr>
          <p:cNvSpPr/>
          <p:nvPr/>
        </p:nvSpPr>
        <p:spPr>
          <a:xfrm>
            <a:off x="1901953" y="4614672"/>
            <a:ext cx="1572767" cy="516043"/>
          </a:xfrm>
          <a:prstGeom prst="round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Line 11">
            <a:extLst>
              <a:ext uri="{FF2B5EF4-FFF2-40B4-BE49-F238E27FC236}">
                <a16:creationId xmlns:a16="http://schemas.microsoft.com/office/drawing/2014/main" id="{6DD67838-1FD3-68C3-6500-2231A57883B3}"/>
              </a:ext>
            </a:extLst>
          </p:cNvPr>
          <p:cNvSpPr>
            <a:spLocks noChangeShapeType="1"/>
          </p:cNvSpPr>
          <p:nvPr/>
        </p:nvSpPr>
        <p:spPr bwMode="auto">
          <a:xfrm flipH="1" flipV="1">
            <a:off x="3496259" y="4876429"/>
            <a:ext cx="1663730" cy="4237"/>
          </a:xfrm>
          <a:prstGeom prst="line">
            <a:avLst/>
          </a:prstGeom>
          <a:noFill/>
          <a:ln w="19050">
            <a:solidFill>
              <a:srgbClr val="FFFF00"/>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7" name="Rectangle: Rounded Corners 16">
            <a:extLst>
              <a:ext uri="{FF2B5EF4-FFF2-40B4-BE49-F238E27FC236}">
                <a16:creationId xmlns:a16="http://schemas.microsoft.com/office/drawing/2014/main" id="{650A0A2C-4FD3-66D7-FD55-E7BD5FA8F7F2}"/>
              </a:ext>
            </a:extLst>
          </p:cNvPr>
          <p:cNvSpPr/>
          <p:nvPr/>
        </p:nvSpPr>
        <p:spPr>
          <a:xfrm>
            <a:off x="1901953" y="3322320"/>
            <a:ext cx="822960" cy="49530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146297F4-127C-ACFD-F446-7401C9DB8A5F}"/>
              </a:ext>
            </a:extLst>
          </p:cNvPr>
          <p:cNvSpPr txBox="1"/>
          <p:nvPr/>
        </p:nvSpPr>
        <p:spPr>
          <a:xfrm>
            <a:off x="5159989" y="3791712"/>
            <a:ext cx="2124731" cy="646331"/>
          </a:xfrm>
          <a:prstGeom prst="rect">
            <a:avLst/>
          </a:prstGeom>
          <a:solidFill>
            <a:schemeClr val="bg1"/>
          </a:solidFill>
          <a:ln>
            <a:solidFill>
              <a:schemeClr val="tx1"/>
            </a:solidFill>
          </a:ln>
        </p:spPr>
        <p:txBody>
          <a:bodyPr wrap="square" rtlCol="0">
            <a:spAutoFit/>
          </a:bodyPr>
          <a:lstStyle/>
          <a:p>
            <a:r>
              <a:rPr lang="en-GB"/>
              <a:t>51</a:t>
            </a:r>
          </a:p>
          <a:p>
            <a:r>
              <a:rPr lang="en-GB"/>
              <a:t>&lt;class 'int'&gt;</a:t>
            </a:r>
          </a:p>
        </p:txBody>
      </p:sp>
      <p:sp>
        <p:nvSpPr>
          <p:cNvPr id="19" name="TextBox 18">
            <a:extLst>
              <a:ext uri="{FF2B5EF4-FFF2-40B4-BE49-F238E27FC236}">
                <a16:creationId xmlns:a16="http://schemas.microsoft.com/office/drawing/2014/main" id="{6B5B97DE-6125-F6B7-E963-7C827B033DC4}"/>
              </a:ext>
            </a:extLst>
          </p:cNvPr>
          <p:cNvSpPr txBox="1"/>
          <p:nvPr/>
        </p:nvSpPr>
        <p:spPr>
          <a:xfrm>
            <a:off x="5175695" y="5061095"/>
            <a:ext cx="2109025" cy="646331"/>
          </a:xfrm>
          <a:prstGeom prst="rect">
            <a:avLst/>
          </a:prstGeom>
          <a:solidFill>
            <a:schemeClr val="bg1"/>
          </a:solidFill>
          <a:ln>
            <a:solidFill>
              <a:schemeClr val="tx1"/>
            </a:solidFill>
          </a:ln>
        </p:spPr>
        <p:txBody>
          <a:bodyPr wrap="square" rtlCol="0">
            <a:spAutoFit/>
          </a:bodyPr>
          <a:lstStyle/>
          <a:p>
            <a:r>
              <a:rPr lang="en-GB"/>
              <a:t>Hello World!</a:t>
            </a:r>
          </a:p>
          <a:p>
            <a:r>
              <a:rPr lang="en-GB"/>
              <a:t>&lt;class 'str'&gt;</a:t>
            </a:r>
          </a:p>
        </p:txBody>
      </p:sp>
      <p:sp>
        <p:nvSpPr>
          <p:cNvPr id="20" name="Line 11">
            <a:extLst>
              <a:ext uri="{FF2B5EF4-FFF2-40B4-BE49-F238E27FC236}">
                <a16:creationId xmlns:a16="http://schemas.microsoft.com/office/drawing/2014/main" id="{0381DE5D-9960-7133-F188-959AE9DACEB0}"/>
              </a:ext>
            </a:extLst>
          </p:cNvPr>
          <p:cNvSpPr>
            <a:spLocks noChangeShapeType="1"/>
          </p:cNvSpPr>
          <p:nvPr/>
        </p:nvSpPr>
        <p:spPr bwMode="auto">
          <a:xfrm>
            <a:off x="4175759" y="4160835"/>
            <a:ext cx="984229" cy="0"/>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21" name="Line 11">
            <a:extLst>
              <a:ext uri="{FF2B5EF4-FFF2-40B4-BE49-F238E27FC236}">
                <a16:creationId xmlns:a16="http://schemas.microsoft.com/office/drawing/2014/main" id="{E21BE01D-721F-A866-AD93-7634D0E37C99}"/>
              </a:ext>
            </a:extLst>
          </p:cNvPr>
          <p:cNvSpPr>
            <a:spLocks noChangeShapeType="1"/>
          </p:cNvSpPr>
          <p:nvPr/>
        </p:nvSpPr>
        <p:spPr bwMode="auto">
          <a:xfrm>
            <a:off x="4175759" y="5416611"/>
            <a:ext cx="984229" cy="0"/>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530207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6">
            <a:extLst>
              <a:ext uri="{FF2B5EF4-FFF2-40B4-BE49-F238E27FC236}">
                <a16:creationId xmlns:a16="http://schemas.microsoft.com/office/drawing/2014/main" id="{B8688444-AA17-0532-3739-FE6AF83D02AB}"/>
              </a:ext>
            </a:extLst>
          </p:cNvPr>
          <p:cNvSpPr txBox="1">
            <a:spLocks/>
          </p:cNvSpPr>
          <p:nvPr/>
        </p:nvSpPr>
        <p:spPr>
          <a:xfrm>
            <a:off x="443922" y="1733108"/>
            <a:ext cx="7450012" cy="43487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A convenient shorthand for some assignments:</a:t>
            </a:r>
          </a:p>
          <a:p>
            <a:endParaRPr lang="en-GB" dirty="0"/>
          </a:p>
          <a:p>
            <a:endParaRPr lang="en-GB" dirty="0"/>
          </a:p>
          <a:p>
            <a:endParaRPr lang="en-GB" dirty="0"/>
          </a:p>
          <a:p>
            <a:endParaRPr lang="en-GB" dirty="0"/>
          </a:p>
          <a:p>
            <a:pPr marL="0" indent="0">
              <a:buNone/>
            </a:pPr>
            <a:r>
              <a:rPr lang="en-GB" b="1" dirty="0"/>
              <a:t>Use any arithmetic operator:</a:t>
            </a:r>
          </a:p>
          <a:p>
            <a:endParaRPr lang="en-GB" dirty="0"/>
          </a:p>
          <a:p>
            <a:endParaRPr lang="en-GB" dirty="0"/>
          </a:p>
          <a:p>
            <a:endParaRPr lang="en-GB" dirty="0"/>
          </a:p>
          <a:p>
            <a:endParaRPr lang="en-GB" dirty="0"/>
          </a:p>
          <a:p>
            <a:endParaRPr lang="en-GB" b="1" dirty="0"/>
          </a:p>
        </p:txBody>
      </p:sp>
      <p:sp>
        <p:nvSpPr>
          <p:cNvPr id="5" name="Title 4">
            <a:extLst>
              <a:ext uri="{FF2B5EF4-FFF2-40B4-BE49-F238E27FC236}">
                <a16:creationId xmlns:a16="http://schemas.microsoft.com/office/drawing/2014/main" id="{BA4D835E-C1EE-E3AB-6D9B-E7014E6F4EA7}"/>
              </a:ext>
            </a:extLst>
          </p:cNvPr>
          <p:cNvSpPr>
            <a:spLocks noGrp="1"/>
          </p:cNvSpPr>
          <p:nvPr>
            <p:ph type="ctrTitle"/>
          </p:nvPr>
        </p:nvSpPr>
        <p:spPr/>
        <p:txBody>
          <a:bodyPr/>
          <a:lstStyle/>
          <a:p>
            <a:r>
              <a:rPr lang="en-GB" dirty="0"/>
              <a:t>Augmented assignments</a:t>
            </a:r>
          </a:p>
        </p:txBody>
      </p:sp>
      <p:sp>
        <p:nvSpPr>
          <p:cNvPr id="7" name="Text Placeholder 6">
            <a:extLst>
              <a:ext uri="{FF2B5EF4-FFF2-40B4-BE49-F238E27FC236}">
                <a16:creationId xmlns:a16="http://schemas.microsoft.com/office/drawing/2014/main" id="{909EBEDF-E279-9566-1E96-EC11F9859FE2}"/>
              </a:ext>
            </a:extLst>
          </p:cNvPr>
          <p:cNvSpPr>
            <a:spLocks noGrp="1"/>
          </p:cNvSpPr>
          <p:nvPr>
            <p:ph type="body" sz="quarter" idx="14"/>
          </p:nvPr>
        </p:nvSpPr>
        <p:spPr>
          <a:xfrm>
            <a:off x="8506047" y="3237505"/>
            <a:ext cx="3685953" cy="1339917"/>
          </a:xfrm>
        </p:spPr>
        <p:txBody>
          <a:bodyPr/>
          <a:lstStyle/>
          <a:p>
            <a:r>
              <a:rPr lang="en-GB" dirty="0"/>
              <a:t>Augmented assignment is an assignment! It has a result which is usually ignored.</a:t>
            </a:r>
          </a:p>
        </p:txBody>
      </p:sp>
      <p:sp>
        <p:nvSpPr>
          <p:cNvPr id="4" name="Slide Number Placeholder 3">
            <a:extLst>
              <a:ext uri="{FF2B5EF4-FFF2-40B4-BE49-F238E27FC236}">
                <a16:creationId xmlns:a16="http://schemas.microsoft.com/office/drawing/2014/main" id="{2B4D9D77-AAF8-09F0-EC70-5C08D0132C9E}"/>
              </a:ext>
            </a:extLst>
          </p:cNvPr>
          <p:cNvSpPr>
            <a:spLocks noGrp="1"/>
          </p:cNvSpPr>
          <p:nvPr>
            <p:ph type="sldNum" sz="quarter" idx="12"/>
          </p:nvPr>
        </p:nvSpPr>
        <p:spPr/>
        <p:txBody>
          <a:bodyPr/>
          <a:lstStyle/>
          <a:p>
            <a:fld id="{F3469444-D02B-D446-9CF8-19DEDDE073D1}" type="slidenum">
              <a:rPr lang="en-US" smtClean="0"/>
              <a:pPr/>
              <a:t>8</a:t>
            </a:fld>
            <a:endParaRPr lang="en-US"/>
          </a:p>
        </p:txBody>
      </p:sp>
      <p:sp>
        <p:nvSpPr>
          <p:cNvPr id="8" name="Rectangle 7">
            <a:extLst>
              <a:ext uri="{FF2B5EF4-FFF2-40B4-BE49-F238E27FC236}">
                <a16:creationId xmlns:a16="http://schemas.microsoft.com/office/drawing/2014/main" id="{5159A533-5E21-8B9E-9E48-85D899F9BC41}"/>
              </a:ext>
            </a:extLst>
          </p:cNvPr>
          <p:cNvSpPr>
            <a:spLocks noChangeArrowheads="1"/>
          </p:cNvSpPr>
          <p:nvPr/>
        </p:nvSpPr>
        <p:spPr bwMode="auto">
          <a:xfrm>
            <a:off x="1330882" y="2170863"/>
            <a:ext cx="2608658" cy="615553"/>
          </a:xfrm>
          <a:prstGeom prst="rect">
            <a:avLst/>
          </a:prstGeom>
          <a:solidFill>
            <a:schemeClr val="tx1"/>
          </a:solidFill>
        </p:spPr>
        <p:txBody>
          <a:bodyPr wrap="square" rtlCol="0">
            <a:spAutoFit/>
          </a:bodyPr>
          <a:lstStyle/>
          <a:p>
            <a:r>
              <a:rPr lang="en-GB" altLang="en-US" sz="1700">
                <a:solidFill>
                  <a:schemeClr val="bg1"/>
                </a:solidFill>
                <a:latin typeface="Consolas" panose="020B0609020204030204" pitchFamily="49" charset="0"/>
                <a:cs typeface="Consolas" panose="020B0609020204030204" pitchFamily="49" charset="0"/>
              </a:rPr>
              <a:t>stein = 1</a:t>
            </a:r>
          </a:p>
          <a:p>
            <a:r>
              <a:rPr lang="en-GB" altLang="en-US" sz="1700">
                <a:solidFill>
                  <a:schemeClr val="bg1"/>
                </a:solidFill>
                <a:latin typeface="Consolas" panose="020B0609020204030204" pitchFamily="49" charset="0"/>
                <a:cs typeface="Consolas" panose="020B0609020204030204" pitchFamily="49" charset="0"/>
              </a:rPr>
              <a:t>pint  = 1</a:t>
            </a:r>
          </a:p>
        </p:txBody>
      </p:sp>
      <p:sp>
        <p:nvSpPr>
          <p:cNvPr id="9" name="Rectangle 8">
            <a:extLst>
              <a:ext uri="{FF2B5EF4-FFF2-40B4-BE49-F238E27FC236}">
                <a16:creationId xmlns:a16="http://schemas.microsoft.com/office/drawing/2014/main" id="{6F7D56D8-E3E5-7435-AD5D-16753696F3F2}"/>
              </a:ext>
            </a:extLst>
          </p:cNvPr>
          <p:cNvSpPr>
            <a:spLocks noChangeArrowheads="1"/>
          </p:cNvSpPr>
          <p:nvPr/>
        </p:nvSpPr>
        <p:spPr bwMode="auto">
          <a:xfrm>
            <a:off x="1330881" y="2864400"/>
            <a:ext cx="2608659" cy="353943"/>
          </a:xfrm>
          <a:prstGeom prst="rect">
            <a:avLst/>
          </a:prstGeom>
          <a:solidFill>
            <a:schemeClr val="tx1"/>
          </a:solidFill>
        </p:spPr>
        <p:txBody>
          <a:bodyPr wrap="square" rtlCol="0">
            <a:spAutoFit/>
          </a:bodyPr>
          <a:lstStyle/>
          <a:p>
            <a:r>
              <a:rPr lang="en-GB" altLang="en-US" sz="1700">
                <a:solidFill>
                  <a:schemeClr val="bg1"/>
                </a:solidFill>
                <a:latin typeface="Consolas" panose="020B0609020204030204" pitchFamily="49" charset="0"/>
                <a:cs typeface="Consolas" panose="020B0609020204030204" pitchFamily="49" charset="0"/>
              </a:rPr>
              <a:t>stein = stein + pint</a:t>
            </a:r>
          </a:p>
        </p:txBody>
      </p:sp>
      <p:sp>
        <p:nvSpPr>
          <p:cNvPr id="10" name="Rectangle 9">
            <a:extLst>
              <a:ext uri="{FF2B5EF4-FFF2-40B4-BE49-F238E27FC236}">
                <a16:creationId xmlns:a16="http://schemas.microsoft.com/office/drawing/2014/main" id="{F0F9A19D-BE6F-73DB-94CC-2787D68DD612}"/>
              </a:ext>
            </a:extLst>
          </p:cNvPr>
          <p:cNvSpPr>
            <a:spLocks noChangeArrowheads="1"/>
          </p:cNvSpPr>
          <p:nvPr/>
        </p:nvSpPr>
        <p:spPr bwMode="auto">
          <a:xfrm>
            <a:off x="1330882" y="4011019"/>
            <a:ext cx="2608658" cy="1400383"/>
          </a:xfrm>
          <a:prstGeom prst="rect">
            <a:avLst/>
          </a:prstGeom>
          <a:solidFill>
            <a:schemeClr val="tx1"/>
          </a:solidFill>
        </p:spPr>
        <p:txBody>
          <a:bodyPr wrap="square" rtlCol="0">
            <a:spAutoFit/>
          </a:bodyPr>
          <a:lstStyle/>
          <a:p>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endParaRPr lang="en-GB" altLang="en-US" sz="1700">
              <a:solidFill>
                <a:schemeClr val="bg1"/>
              </a:solidFill>
              <a:latin typeface="Consolas" panose="020B0609020204030204" pitchFamily="49" charset="0"/>
              <a:cs typeface="Consolas" panose="020B0609020204030204" pitchFamily="49" charset="0"/>
            </a:endParaRPr>
          </a:p>
        </p:txBody>
      </p:sp>
      <p:sp>
        <p:nvSpPr>
          <p:cNvPr id="12" name="Rectangle 11">
            <a:extLst>
              <a:ext uri="{FF2B5EF4-FFF2-40B4-BE49-F238E27FC236}">
                <a16:creationId xmlns:a16="http://schemas.microsoft.com/office/drawing/2014/main" id="{3308CE47-D2B5-57D4-1C4C-89A07B91D6FA}"/>
              </a:ext>
            </a:extLst>
          </p:cNvPr>
          <p:cNvSpPr>
            <a:spLocks noChangeArrowheads="1"/>
          </p:cNvSpPr>
          <p:nvPr/>
        </p:nvSpPr>
        <p:spPr bwMode="auto">
          <a:xfrm>
            <a:off x="5516976" y="4011019"/>
            <a:ext cx="2044967" cy="1400383"/>
          </a:xfrm>
          <a:prstGeom prst="rect">
            <a:avLst/>
          </a:prstGeom>
          <a:solidFill>
            <a:schemeClr val="tx1"/>
          </a:solidFill>
        </p:spPr>
        <p:txBody>
          <a:bodyPr wrap="square" rtlCol="0">
            <a:spAutoFit/>
          </a:bodyPr>
          <a:lstStyle/>
          <a:p>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br>
              <a:rPr lang="en-GB" altLang="en-US" sz="1700">
                <a:solidFill>
                  <a:schemeClr val="bg1"/>
                </a:solidFill>
                <a:latin typeface="Consolas" panose="020B0609020204030204" pitchFamily="49" charset="0"/>
                <a:cs typeface="Consolas" panose="020B0609020204030204" pitchFamily="49" charset="0"/>
              </a:rPr>
            </a:br>
            <a:r>
              <a:rPr lang="en-GB" altLang="en-US" sz="1700" err="1">
                <a:solidFill>
                  <a:schemeClr val="bg1"/>
                </a:solidFill>
                <a:latin typeface="Consolas" panose="020B0609020204030204" pitchFamily="49" charset="0"/>
                <a:cs typeface="Consolas" panose="020B0609020204030204" pitchFamily="49" charset="0"/>
              </a:rPr>
              <a:t>lhs</a:t>
            </a:r>
            <a:r>
              <a:rPr lang="en-GB" altLang="en-US" sz="1700">
                <a:solidFill>
                  <a:schemeClr val="bg1"/>
                </a:solidFill>
                <a:latin typeface="Consolas" panose="020B0609020204030204" pitchFamily="49" charset="0"/>
                <a:cs typeface="Consolas" panose="020B0609020204030204" pitchFamily="49" charset="0"/>
              </a:rPr>
              <a:t> %= </a:t>
            </a:r>
            <a:r>
              <a:rPr lang="en-GB" altLang="en-US" sz="1700" err="1">
                <a:solidFill>
                  <a:schemeClr val="bg1"/>
                </a:solidFill>
                <a:latin typeface="Consolas" panose="020B0609020204030204" pitchFamily="49" charset="0"/>
                <a:cs typeface="Consolas" panose="020B0609020204030204" pitchFamily="49" charset="0"/>
              </a:rPr>
              <a:t>rhs</a:t>
            </a:r>
            <a:endParaRPr lang="en-GB" altLang="en-US" sz="1700">
              <a:solidFill>
                <a:schemeClr val="bg1"/>
              </a:solidFill>
              <a:latin typeface="Consolas" panose="020B0609020204030204" pitchFamily="49" charset="0"/>
              <a:cs typeface="Consolas" panose="020B0609020204030204" pitchFamily="49" charset="0"/>
            </a:endParaRPr>
          </a:p>
        </p:txBody>
      </p:sp>
      <p:sp>
        <p:nvSpPr>
          <p:cNvPr id="13" name="Rectangle 12">
            <a:extLst>
              <a:ext uri="{FF2B5EF4-FFF2-40B4-BE49-F238E27FC236}">
                <a16:creationId xmlns:a16="http://schemas.microsoft.com/office/drawing/2014/main" id="{0ACF0D5E-783B-9EA2-3048-F4B56B718767}"/>
              </a:ext>
            </a:extLst>
          </p:cNvPr>
          <p:cNvSpPr>
            <a:spLocks noChangeArrowheads="1"/>
          </p:cNvSpPr>
          <p:nvPr/>
        </p:nvSpPr>
        <p:spPr bwMode="auto">
          <a:xfrm>
            <a:off x="5541894" y="2848277"/>
            <a:ext cx="2044966" cy="353943"/>
          </a:xfrm>
          <a:prstGeom prst="rect">
            <a:avLst/>
          </a:prstGeom>
          <a:solidFill>
            <a:schemeClr val="tx1"/>
          </a:solidFill>
        </p:spPr>
        <p:txBody>
          <a:bodyPr wrap="square" rtlCol="0">
            <a:spAutoFit/>
          </a:bodyPr>
          <a:lstStyle/>
          <a:p>
            <a:r>
              <a:rPr lang="en-GB" altLang="en-US" sz="1700">
                <a:solidFill>
                  <a:schemeClr val="bg1"/>
                </a:solidFill>
                <a:latin typeface="Consolas" panose="020B0609020204030204" pitchFamily="49" charset="0"/>
                <a:cs typeface="Consolas" panose="020B0609020204030204" pitchFamily="49" charset="0"/>
              </a:rPr>
              <a:t>stein += pint</a:t>
            </a:r>
          </a:p>
        </p:txBody>
      </p:sp>
      <p:sp>
        <p:nvSpPr>
          <p:cNvPr id="14" name="Arrow: Right 13">
            <a:extLst>
              <a:ext uri="{FF2B5EF4-FFF2-40B4-BE49-F238E27FC236}">
                <a16:creationId xmlns:a16="http://schemas.microsoft.com/office/drawing/2014/main" id="{24D2284D-5074-E7BA-4200-C468BB400E4E}"/>
              </a:ext>
            </a:extLst>
          </p:cNvPr>
          <p:cNvSpPr/>
          <p:nvPr/>
        </p:nvSpPr>
        <p:spPr>
          <a:xfrm>
            <a:off x="4337295" y="2782933"/>
            <a:ext cx="978408" cy="484632"/>
          </a:xfrm>
          <a:prstGeom prst="rightArrow">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8EA3A1ED-446B-77EB-A953-30F003CE7618}"/>
              </a:ext>
            </a:extLst>
          </p:cNvPr>
          <p:cNvSpPr/>
          <p:nvPr/>
        </p:nvSpPr>
        <p:spPr>
          <a:xfrm>
            <a:off x="4319953" y="4514147"/>
            <a:ext cx="978408" cy="484632"/>
          </a:xfrm>
          <a:prstGeom prst="rightArrow">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56267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C006950-6F3B-B51D-09B3-5FB9BFB7FE62}"/>
              </a:ext>
            </a:extLst>
          </p:cNvPr>
          <p:cNvSpPr>
            <a:spLocks noGrp="1"/>
          </p:cNvSpPr>
          <p:nvPr>
            <p:ph type="ctrTitle"/>
          </p:nvPr>
        </p:nvSpPr>
        <p:spPr/>
        <p:txBody>
          <a:bodyPr/>
          <a:lstStyle/>
          <a:p>
            <a:r>
              <a:rPr lang="en-GB" dirty="0"/>
              <a:t>Python 3 types</a:t>
            </a:r>
          </a:p>
        </p:txBody>
      </p:sp>
      <p:sp>
        <p:nvSpPr>
          <p:cNvPr id="5" name="Slide Number Placeholder 4">
            <a:extLst>
              <a:ext uri="{FF2B5EF4-FFF2-40B4-BE49-F238E27FC236}">
                <a16:creationId xmlns:a16="http://schemas.microsoft.com/office/drawing/2014/main" id="{415AF8A6-CBA8-FF06-2AB9-110DB77A8291}"/>
              </a:ext>
            </a:extLst>
          </p:cNvPr>
          <p:cNvSpPr>
            <a:spLocks noGrp="1"/>
          </p:cNvSpPr>
          <p:nvPr>
            <p:ph type="sldNum" sz="quarter" idx="12"/>
          </p:nvPr>
        </p:nvSpPr>
        <p:spPr/>
        <p:txBody>
          <a:bodyPr/>
          <a:lstStyle/>
          <a:p>
            <a:fld id="{F3469444-D02B-D446-9CF8-19DEDDE073D1}" type="slidenum">
              <a:rPr lang="en-US" smtClean="0"/>
              <a:pPr/>
              <a:t>9</a:t>
            </a:fld>
            <a:endParaRPr lang="en-US"/>
          </a:p>
        </p:txBody>
      </p:sp>
      <p:grpSp>
        <p:nvGrpSpPr>
          <p:cNvPr id="12" name="Group 11">
            <a:extLst>
              <a:ext uri="{FF2B5EF4-FFF2-40B4-BE49-F238E27FC236}">
                <a16:creationId xmlns:a16="http://schemas.microsoft.com/office/drawing/2014/main" id="{BBAB4ABD-96F2-3EC6-24F2-23ABC8838759}"/>
              </a:ext>
            </a:extLst>
          </p:cNvPr>
          <p:cNvGrpSpPr>
            <a:grpSpLocks/>
          </p:cNvGrpSpPr>
          <p:nvPr/>
        </p:nvGrpSpPr>
        <p:grpSpPr bwMode="auto">
          <a:xfrm>
            <a:off x="3756003" y="997860"/>
            <a:ext cx="7758128" cy="4177275"/>
            <a:chOff x="-57" y="1221"/>
            <a:chExt cx="5731" cy="1692"/>
          </a:xfrm>
          <a:solidFill>
            <a:schemeClr val="accent4">
              <a:lumMod val="40000"/>
              <a:lumOff val="60000"/>
            </a:schemeClr>
          </a:solidFill>
        </p:grpSpPr>
        <p:sp>
          <p:nvSpPr>
            <p:cNvPr id="13" name="Text Box 3">
              <a:extLst>
                <a:ext uri="{FF2B5EF4-FFF2-40B4-BE49-F238E27FC236}">
                  <a16:creationId xmlns:a16="http://schemas.microsoft.com/office/drawing/2014/main" id="{9CAFD0CB-01BB-CCCC-8E8C-4D0B08CAD542}"/>
                </a:ext>
              </a:extLst>
            </p:cNvPr>
            <p:cNvSpPr txBox="1">
              <a:spLocks noChangeArrowheads="1"/>
            </p:cNvSpPr>
            <p:nvPr/>
          </p:nvSpPr>
          <p:spPr bwMode="auto">
            <a:xfrm>
              <a:off x="4677" y="1221"/>
              <a:ext cx="992" cy="150"/>
            </a:xfrm>
            <a:prstGeom prst="rect">
              <a:avLst/>
            </a:prstGeom>
            <a:grpFill/>
            <a:ln w="9525">
              <a:solidFill>
                <a:schemeClr val="accent4">
                  <a:lumMod val="40000"/>
                  <a:lumOff val="60000"/>
                </a:schemeClr>
              </a:solidFill>
              <a:miter lim="800000"/>
              <a:headEnd/>
              <a:tailEnd/>
            </a:ln>
          </p:spPr>
          <p:txBody>
            <a:bodyPr wrap="square">
              <a:spAutoFit/>
            </a:bodyPr>
            <a:lstStyle>
              <a:defPPr>
                <a:defRPr lang="en-US"/>
              </a:defPPr>
              <a:lvl1pPr marL="0" algn="l" defTabSz="914400" rtl="0" eaLnBrk="1" latinLnBrk="0" hangingPunct="1">
                <a:defRPr sz="1000" kern="1200">
                  <a:solidFill>
                    <a:schemeClr val="tx1"/>
                  </a:solidFill>
                  <a:latin typeface="Arial" charset="0"/>
                  <a:ea typeface="+mn-ea"/>
                  <a:cs typeface="+mn-cs"/>
                </a:defRPr>
              </a:lvl1pPr>
              <a:lvl2pPr marL="742950" indent="-285750" algn="l" defTabSz="914400" rtl="0" eaLnBrk="1" latinLnBrk="0" hangingPunct="1">
                <a:defRPr sz="1000" kern="1200">
                  <a:solidFill>
                    <a:schemeClr val="tx1"/>
                  </a:solidFill>
                  <a:latin typeface="Arial" charset="0"/>
                  <a:ea typeface="+mn-ea"/>
                  <a:cs typeface="+mn-cs"/>
                </a:defRPr>
              </a:lvl2pPr>
              <a:lvl3pPr marL="1143000" indent="-228600" algn="l" defTabSz="914400" rtl="0" eaLnBrk="1" latinLnBrk="0" hangingPunct="1">
                <a:defRPr sz="1000" kern="1200">
                  <a:solidFill>
                    <a:schemeClr val="tx1"/>
                  </a:solidFill>
                  <a:latin typeface="Arial" charset="0"/>
                  <a:ea typeface="+mn-ea"/>
                  <a:cs typeface="+mn-cs"/>
                </a:defRPr>
              </a:lvl3pPr>
              <a:lvl4pPr marL="1600200" indent="-228600" algn="l" defTabSz="914400" rtl="0" eaLnBrk="1" latinLnBrk="0" hangingPunct="1">
                <a:defRPr sz="1000" kern="1200">
                  <a:solidFill>
                    <a:schemeClr val="tx1"/>
                  </a:solidFill>
                  <a:latin typeface="Arial" charset="0"/>
                  <a:ea typeface="+mn-ea"/>
                  <a:cs typeface="+mn-cs"/>
                </a:defRPr>
              </a:lvl4pPr>
              <a:lvl5pPr marL="2057400" indent="-228600" algn="l" defTabSz="914400" rtl="0" eaLnBrk="1" latinLnBrk="0" hangingPunct="1">
                <a:defRPr sz="1000" kern="1200">
                  <a:solidFill>
                    <a:schemeClr val="tx1"/>
                  </a:solidFill>
                  <a:latin typeface="Arial" charset="0"/>
                  <a:ea typeface="+mn-ea"/>
                  <a:cs typeface="+mn-cs"/>
                </a:defRPr>
              </a:lvl5pPr>
              <a:lvl6pPr marL="25146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6pPr>
              <a:lvl7pPr marL="29718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7pPr>
              <a:lvl8pPr marL="34290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8pPr>
              <a:lvl9pPr marL="38862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9pPr>
            </a:lstStyle>
            <a:p>
              <a:r>
                <a:rPr lang="en-GB" sz="1800" dirty="0">
                  <a:latin typeface="+mn-lt"/>
                  <a:ea typeface="MS PGothic" pitchFamily="34" charset="-128"/>
                </a:rPr>
                <a:t>Sequences</a:t>
              </a:r>
            </a:p>
          </p:txBody>
        </p:sp>
        <p:sp>
          <p:nvSpPr>
            <p:cNvPr id="14" name="Rectangle 13">
              <a:extLst>
                <a:ext uri="{FF2B5EF4-FFF2-40B4-BE49-F238E27FC236}">
                  <a16:creationId xmlns:a16="http://schemas.microsoft.com/office/drawing/2014/main" id="{2C1ED7AE-7EF4-F576-47C3-8EA6444EFD40}"/>
                </a:ext>
              </a:extLst>
            </p:cNvPr>
            <p:cNvSpPr>
              <a:spLocks noChangeArrowheads="1"/>
            </p:cNvSpPr>
            <p:nvPr/>
          </p:nvSpPr>
          <p:spPr bwMode="auto">
            <a:xfrm>
              <a:off x="-57" y="1467"/>
              <a:ext cx="5731" cy="1446"/>
            </a:xfrm>
            <a:prstGeom prst="rect">
              <a:avLst/>
            </a:prstGeom>
            <a:grpFill/>
            <a:ln w="9525">
              <a:solidFill>
                <a:schemeClr val="accent4">
                  <a:lumMod val="40000"/>
                  <a:lumOff val="60000"/>
                </a:schemeClr>
              </a:solidFill>
              <a:miter lim="800000"/>
              <a:headEnd/>
              <a:tailEnd/>
            </a:ln>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Line 5">
              <a:extLst>
                <a:ext uri="{FF2B5EF4-FFF2-40B4-BE49-F238E27FC236}">
                  <a16:creationId xmlns:a16="http://schemas.microsoft.com/office/drawing/2014/main" id="{5347CDC2-9256-4B3C-2A69-B50EA21D39D1}"/>
                </a:ext>
              </a:extLst>
            </p:cNvPr>
            <p:cNvSpPr>
              <a:spLocks noChangeShapeType="1"/>
            </p:cNvSpPr>
            <p:nvPr/>
          </p:nvSpPr>
          <p:spPr bwMode="auto">
            <a:xfrm>
              <a:off x="5099" y="1359"/>
              <a:ext cx="2" cy="92"/>
            </a:xfrm>
            <a:prstGeom prst="line">
              <a:avLst/>
            </a:prstGeom>
            <a:grpFill/>
            <a:ln w="25400">
              <a:solidFill>
                <a:schemeClr val="accent4">
                  <a:lumMod val="40000"/>
                  <a:lumOff val="60000"/>
                </a:schemeClr>
              </a:solidFill>
              <a:round/>
              <a:headEnd/>
              <a:tailEnd type="triangle" w="med" len="med"/>
            </a:ln>
            <a:extLst>
              <a:ext uri="{909E8E84-426E-40dd-AFC4-6F175D3DCCD1}">
                <a14:hiddenFill xmlns="" xmlns:lc="http://schemas.openxmlformats.org/drawingml/2006/lockedCanvas" xmlns:a14="http://schemas.microsoft.com/office/drawing/2010/main">
                  <a:noFill/>
                </a14:hiddenFill>
              </a:ext>
            </a:ex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grpSp>
      <p:sp>
        <p:nvSpPr>
          <p:cNvPr id="18" name="Text Placeholder 6">
            <a:extLst>
              <a:ext uri="{FF2B5EF4-FFF2-40B4-BE49-F238E27FC236}">
                <a16:creationId xmlns:a16="http://schemas.microsoft.com/office/drawing/2014/main" id="{3280F9D4-9A66-A30C-0748-FCCC03302A4F}"/>
              </a:ext>
            </a:extLst>
          </p:cNvPr>
          <p:cNvSpPr txBox="1">
            <a:spLocks/>
          </p:cNvSpPr>
          <p:nvPr/>
        </p:nvSpPr>
        <p:spPr>
          <a:xfrm>
            <a:off x="3784269" y="1026655"/>
            <a:ext cx="7182129" cy="4544448"/>
          </a:xfrm>
          <a:prstGeom prst="rect">
            <a:avLst/>
          </a:prstGeom>
          <a:ln>
            <a:no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Numbers (float, int, complex)</a:t>
            </a:r>
          </a:p>
          <a:p>
            <a:pPr lvl="1"/>
            <a:r>
              <a:rPr lang="en-GB" dirty="0"/>
              <a:t>3.142, 42, 0x2a, 0o52, 0b101010, (20+3j)</a:t>
            </a:r>
          </a:p>
          <a:p>
            <a:r>
              <a:rPr lang="en-GB" b="1" dirty="0"/>
              <a:t>Bytes</a:t>
            </a:r>
          </a:p>
          <a:p>
            <a:pPr lvl="1"/>
            <a:r>
              <a:rPr lang="en-GB" dirty="0" err="1"/>
              <a:t>b'Norwegian</a:t>
            </a:r>
            <a:r>
              <a:rPr lang="en-GB" dirty="0"/>
              <a:t> Blue', </a:t>
            </a:r>
            <a:r>
              <a:rPr lang="en-GB" dirty="0" err="1"/>
              <a:t>b"Mr</a:t>
            </a:r>
            <a:r>
              <a:rPr lang="en-GB" dirty="0"/>
              <a:t>. Khan's bike"</a:t>
            </a:r>
          </a:p>
          <a:p>
            <a:r>
              <a:rPr lang="en-GB" b="1" dirty="0"/>
              <a:t>Strings</a:t>
            </a:r>
          </a:p>
          <a:p>
            <a:pPr lvl="1"/>
            <a:r>
              <a:rPr lang="en-GB" dirty="0"/>
              <a:t>'Norwegian Blue', "Mr. Khan's bike", </a:t>
            </a:r>
            <a:r>
              <a:rPr lang="en-GB" dirty="0" err="1"/>
              <a:t>r'C</a:t>
            </a:r>
            <a:r>
              <a:rPr lang="en-GB" dirty="0"/>
              <a:t>:\Numbers'</a:t>
            </a:r>
          </a:p>
          <a:p>
            <a:r>
              <a:rPr lang="en-GB" b="1" dirty="0"/>
              <a:t>Tuples</a:t>
            </a:r>
          </a:p>
          <a:p>
            <a:pPr lvl="1"/>
            <a:r>
              <a:rPr lang="en-GB" dirty="0"/>
              <a:t>(47, 'Spam', 'Major', 683, 'Ovine Aviation')</a:t>
            </a:r>
          </a:p>
          <a:p>
            <a:r>
              <a:rPr lang="en-GB" b="1" dirty="0"/>
              <a:t>Lists</a:t>
            </a:r>
          </a:p>
          <a:p>
            <a:pPr lvl="1"/>
            <a:r>
              <a:rPr lang="en-GB" dirty="0"/>
              <a:t>['Cheddar', ['Camembert', 'Brie'], 'Stilton']</a:t>
            </a:r>
          </a:p>
          <a:p>
            <a:r>
              <a:rPr lang="en-GB" b="1" dirty="0" err="1"/>
              <a:t>Bytearrays</a:t>
            </a:r>
            <a:endParaRPr lang="en-GB" b="1" dirty="0"/>
          </a:p>
          <a:p>
            <a:pPr lvl="1"/>
            <a:r>
              <a:rPr lang="en-GB" dirty="0" err="1"/>
              <a:t>bytearray</a:t>
            </a:r>
            <a:r>
              <a:rPr lang="en-GB" dirty="0"/>
              <a:t>(</a:t>
            </a:r>
            <a:r>
              <a:rPr lang="en-GB" dirty="0" err="1"/>
              <a:t>b'abc</a:t>
            </a:r>
            <a:r>
              <a:rPr lang="en-GB" dirty="0"/>
              <a:t>')</a:t>
            </a:r>
          </a:p>
          <a:p>
            <a:r>
              <a:rPr lang="en-GB" b="1" dirty="0"/>
              <a:t>Dictionaries</a:t>
            </a:r>
          </a:p>
          <a:p>
            <a:pPr lvl="1"/>
            <a:r>
              <a:rPr lang="en-GB" dirty="0"/>
              <a:t>{'</a:t>
            </a:r>
            <a:r>
              <a:rPr lang="en-GB" dirty="0" err="1"/>
              <a:t>Sword':'Excalibur</a:t>
            </a:r>
            <a:r>
              <a:rPr lang="en-GB" dirty="0"/>
              <a:t>', '</a:t>
            </a:r>
            <a:r>
              <a:rPr lang="en-GB" dirty="0" err="1"/>
              <a:t>Bird':'Unladen</a:t>
            </a:r>
            <a:r>
              <a:rPr lang="en-GB" dirty="0"/>
              <a:t> Swallow'}</a:t>
            </a:r>
          </a:p>
          <a:p>
            <a:r>
              <a:rPr lang="en-GB" b="1" dirty="0"/>
              <a:t>Sets</a:t>
            </a:r>
          </a:p>
          <a:p>
            <a:pPr lvl="1"/>
            <a:r>
              <a:rPr lang="en-GB" dirty="0"/>
              <a:t>{'Chapman', 'Cleese', 'Idle', 'Jones', 'Palin'}</a:t>
            </a:r>
          </a:p>
        </p:txBody>
      </p:sp>
      <p:grpSp>
        <p:nvGrpSpPr>
          <p:cNvPr id="20" name="Group 19">
            <a:extLst>
              <a:ext uri="{FF2B5EF4-FFF2-40B4-BE49-F238E27FC236}">
                <a16:creationId xmlns:a16="http://schemas.microsoft.com/office/drawing/2014/main" id="{CDEB54F8-0C48-41BA-3C1D-E1F823806E06}"/>
              </a:ext>
            </a:extLst>
          </p:cNvPr>
          <p:cNvGrpSpPr/>
          <p:nvPr/>
        </p:nvGrpSpPr>
        <p:grpSpPr>
          <a:xfrm>
            <a:off x="3804404" y="2449958"/>
            <a:ext cx="7754567" cy="2685677"/>
            <a:chOff x="968214" y="2713429"/>
            <a:chExt cx="7754567" cy="2685677"/>
          </a:xfrm>
        </p:grpSpPr>
        <p:sp>
          <p:nvSpPr>
            <p:cNvPr id="24" name="TextBox 23">
              <a:extLst>
                <a:ext uri="{FF2B5EF4-FFF2-40B4-BE49-F238E27FC236}">
                  <a16:creationId xmlns:a16="http://schemas.microsoft.com/office/drawing/2014/main" id="{956A6475-47C7-BA2A-F003-947EA945CA24}"/>
                </a:ext>
              </a:extLst>
            </p:cNvPr>
            <p:cNvSpPr txBox="1"/>
            <p:nvPr/>
          </p:nvSpPr>
          <p:spPr>
            <a:xfrm>
              <a:off x="7203161" y="3694351"/>
              <a:ext cx="1519620"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pPr algn="ctr"/>
              <a:r>
                <a:rPr lang="en-GB" dirty="0"/>
                <a:t>IMMUTABLE</a:t>
              </a:r>
            </a:p>
          </p:txBody>
        </p:sp>
        <p:sp>
          <p:nvSpPr>
            <p:cNvPr id="25" name="TextBox 24">
              <a:extLst>
                <a:ext uri="{FF2B5EF4-FFF2-40B4-BE49-F238E27FC236}">
                  <a16:creationId xmlns:a16="http://schemas.microsoft.com/office/drawing/2014/main" id="{F9DF7937-CFC1-0DE4-63F5-6F84EF2D76D2}"/>
                </a:ext>
              </a:extLst>
            </p:cNvPr>
            <p:cNvSpPr txBox="1"/>
            <p:nvPr/>
          </p:nvSpPr>
          <p:spPr>
            <a:xfrm>
              <a:off x="7203162" y="4051366"/>
              <a:ext cx="1513206" cy="369332"/>
            </a:xfrm>
            <a:prstGeom prst="rect">
              <a:avLst/>
            </a:prstGeom>
            <a:solidFill>
              <a:schemeClr val="accent6">
                <a:lumMod val="40000"/>
                <a:lumOff val="60000"/>
              </a:schemeClr>
            </a:solidFill>
            <a:ln>
              <a:solidFill>
                <a:schemeClr val="accent6">
                  <a:lumMod val="40000"/>
                  <a:lumOff val="60000"/>
                </a:schemeClr>
              </a:solidFill>
            </a:ln>
          </p:spPr>
          <p:txBody>
            <a:bodyPr wrap="square" rtlCol="0">
              <a:spAutoFit/>
            </a:bodyPr>
            <a:lstStyle/>
            <a:p>
              <a:pPr algn="ctr"/>
              <a:r>
                <a:rPr lang="en-GB"/>
                <a:t>MUTABLE</a:t>
              </a:r>
            </a:p>
          </p:txBody>
        </p:sp>
        <p:cxnSp>
          <p:nvCxnSpPr>
            <p:cNvPr id="26" name="Straight Connector 25">
              <a:extLst>
                <a:ext uri="{FF2B5EF4-FFF2-40B4-BE49-F238E27FC236}">
                  <a16:creationId xmlns:a16="http://schemas.microsoft.com/office/drawing/2014/main" id="{65690EF6-22FB-CDC8-CB89-A04B6BC6AE6B}"/>
                </a:ext>
              </a:extLst>
            </p:cNvPr>
            <p:cNvCxnSpPr>
              <a:cxnSpLocks/>
            </p:cNvCxnSpPr>
            <p:nvPr/>
          </p:nvCxnSpPr>
          <p:spPr>
            <a:xfrm>
              <a:off x="968214" y="4024885"/>
              <a:ext cx="7751359" cy="21184"/>
            </a:xfrm>
            <a:prstGeom prst="line">
              <a:avLst/>
            </a:prstGeom>
            <a:ln w="50800">
              <a:solidFill>
                <a:schemeClr val="accent4"/>
              </a:solidFill>
            </a:ln>
          </p:spPr>
          <p:style>
            <a:lnRef idx="2">
              <a:schemeClr val="accent1"/>
            </a:lnRef>
            <a:fillRef idx="0">
              <a:schemeClr val="accent1"/>
            </a:fillRef>
            <a:effectRef idx="1">
              <a:schemeClr val="accent1"/>
            </a:effectRef>
            <a:fontRef idx="minor">
              <a:schemeClr val="tx1"/>
            </a:fontRef>
          </p:style>
        </p:cxnSp>
        <p:sp>
          <p:nvSpPr>
            <p:cNvPr id="27" name="Arrow: Down 26">
              <a:extLst>
                <a:ext uri="{FF2B5EF4-FFF2-40B4-BE49-F238E27FC236}">
                  <a16:creationId xmlns:a16="http://schemas.microsoft.com/office/drawing/2014/main" id="{6E39E9E3-D513-244E-BAE8-97B19FAA5EB3}"/>
                </a:ext>
              </a:extLst>
            </p:cNvPr>
            <p:cNvSpPr/>
            <p:nvPr/>
          </p:nvSpPr>
          <p:spPr>
            <a:xfrm>
              <a:off x="7783858" y="4420698"/>
              <a:ext cx="484632" cy="978408"/>
            </a:xfrm>
            <a:prstGeom prst="downArrow">
              <a:avLst/>
            </a:prstGeom>
            <a:solidFill>
              <a:schemeClr val="accent6">
                <a:lumMod val="40000"/>
                <a:lumOff val="60000"/>
              </a:schemeClr>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Arrow: Up 27">
              <a:extLst>
                <a:ext uri="{FF2B5EF4-FFF2-40B4-BE49-F238E27FC236}">
                  <a16:creationId xmlns:a16="http://schemas.microsoft.com/office/drawing/2014/main" id="{01595B3E-BD81-9F59-758B-46FA04DCE935}"/>
                </a:ext>
              </a:extLst>
            </p:cNvPr>
            <p:cNvSpPr/>
            <p:nvPr/>
          </p:nvSpPr>
          <p:spPr>
            <a:xfrm>
              <a:off x="7777445" y="2713429"/>
              <a:ext cx="484632" cy="978408"/>
            </a:xfrm>
            <a:prstGeom prst="upArrow">
              <a:avLst/>
            </a:prstGeom>
            <a:solidFill>
              <a:schemeClr val="accent1">
                <a:lumMod val="40000"/>
                <a:lumOff val="60000"/>
              </a:schemeClr>
            </a:solid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1557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FA471-27BE-5E34-9002-C06FA6417C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D7F398-5886-3B1C-1098-541B4F918DD3}"/>
              </a:ext>
            </a:extLst>
          </p:cNvPr>
          <p:cNvSpPr>
            <a:spLocks noGrp="1"/>
          </p:cNvSpPr>
          <p:nvPr>
            <p:ph type="ctrTitle"/>
          </p:nvPr>
        </p:nvSpPr>
        <p:spPr/>
        <p:txBody>
          <a:bodyPr/>
          <a:lstStyle/>
          <a:p>
            <a:r>
              <a:rPr lang="en-GB" dirty="0"/>
              <a:t>Operators and type</a:t>
            </a:r>
          </a:p>
        </p:txBody>
      </p:sp>
      <p:sp>
        <p:nvSpPr>
          <p:cNvPr id="6" name="Text Placeholder 5">
            <a:extLst>
              <a:ext uri="{FF2B5EF4-FFF2-40B4-BE49-F238E27FC236}">
                <a16:creationId xmlns:a16="http://schemas.microsoft.com/office/drawing/2014/main" id="{3E616854-5DF1-CB6E-0986-6949D8E8DEF2}"/>
              </a:ext>
            </a:extLst>
          </p:cNvPr>
          <p:cNvSpPr>
            <a:spLocks noGrp="1"/>
          </p:cNvSpPr>
          <p:nvPr>
            <p:ph type="body" sz="quarter" idx="14"/>
          </p:nvPr>
        </p:nvSpPr>
        <p:spPr/>
        <p:txBody>
          <a:bodyPr/>
          <a:lstStyle/>
          <a:p>
            <a:r>
              <a:rPr lang="en-GB" b="1" dirty="0"/>
              <a:t>An operator carries out an operation on an object</a:t>
            </a:r>
          </a:p>
          <a:p>
            <a:pPr marL="285750" indent="-285750">
              <a:buFont typeface="Arial" panose="020B0604020202020204" pitchFamily="34" charset="0"/>
              <a:buChar char="•"/>
            </a:pPr>
            <a:r>
              <a:rPr lang="en-GB" dirty="0"/>
              <a:t>Produces a result which does not (usually) alter the object.</a:t>
            </a:r>
          </a:p>
          <a:p>
            <a:pPr marL="285750" indent="-285750">
              <a:buFont typeface="Arial" panose="020B0604020202020204" pitchFamily="34" charset="0"/>
              <a:buChar char="•"/>
            </a:pPr>
            <a:r>
              <a:rPr lang="en-GB" dirty="0"/>
              <a:t>The operation depends on the class (type) of the object.</a:t>
            </a:r>
          </a:p>
          <a:p>
            <a:pPr marL="285750" indent="-285750">
              <a:buFont typeface="Arial" panose="020B0604020202020204" pitchFamily="34" charset="0"/>
              <a:buChar char="•"/>
            </a:pPr>
            <a:r>
              <a:rPr lang="en-GB" dirty="0"/>
              <a:t>List the class using the type built-in function.</a:t>
            </a:r>
          </a:p>
          <a:p>
            <a:endParaRPr lang="en-GB" dirty="0"/>
          </a:p>
          <a:p>
            <a:endParaRPr lang="en-GB" dirty="0"/>
          </a:p>
          <a:p>
            <a:endParaRPr lang="en-GB" dirty="0"/>
          </a:p>
          <a:p>
            <a:endParaRPr lang="en-GB" dirty="0"/>
          </a:p>
          <a:p>
            <a:endParaRPr lang="en-GB" dirty="0"/>
          </a:p>
          <a:p>
            <a:endParaRPr lang="en-GB" dirty="0"/>
          </a:p>
          <a:p>
            <a:pPr marL="285750" indent="-285750">
              <a:buFont typeface="Arial" panose="020B0604020202020204" pitchFamily="34" charset="0"/>
              <a:buChar char="•"/>
            </a:pPr>
            <a:r>
              <a:rPr lang="en-GB" dirty="0"/>
              <a:t>A list of Python operators is given after the chapter summary.</a:t>
            </a:r>
          </a:p>
          <a:p>
            <a:endParaRPr lang="en-GB" dirty="0"/>
          </a:p>
        </p:txBody>
      </p:sp>
      <p:sp>
        <p:nvSpPr>
          <p:cNvPr id="4" name="Slide Number Placeholder 3">
            <a:extLst>
              <a:ext uri="{FF2B5EF4-FFF2-40B4-BE49-F238E27FC236}">
                <a16:creationId xmlns:a16="http://schemas.microsoft.com/office/drawing/2014/main" id="{238B5945-AEC0-A177-3001-7CF5E84D9EED}"/>
              </a:ext>
            </a:extLst>
          </p:cNvPr>
          <p:cNvSpPr>
            <a:spLocks noGrp="1"/>
          </p:cNvSpPr>
          <p:nvPr>
            <p:ph type="sldNum" sz="quarter" idx="12"/>
          </p:nvPr>
        </p:nvSpPr>
        <p:spPr/>
        <p:txBody>
          <a:bodyPr/>
          <a:lstStyle/>
          <a:p>
            <a:fld id="{F3469444-D02B-D446-9CF8-19DEDDE073D1}" type="slidenum">
              <a:rPr lang="en-US" smtClean="0"/>
              <a:pPr/>
              <a:t>10</a:t>
            </a:fld>
            <a:endParaRPr lang="en-US"/>
          </a:p>
        </p:txBody>
      </p:sp>
      <p:sp>
        <p:nvSpPr>
          <p:cNvPr id="8" name="Rectangle 7">
            <a:extLst>
              <a:ext uri="{FF2B5EF4-FFF2-40B4-BE49-F238E27FC236}">
                <a16:creationId xmlns:a16="http://schemas.microsoft.com/office/drawing/2014/main" id="{42E6D0BC-AD66-BEC2-AA09-55E778C3FB74}"/>
              </a:ext>
            </a:extLst>
          </p:cNvPr>
          <p:cNvSpPr>
            <a:spLocks noChangeArrowheads="1"/>
          </p:cNvSpPr>
          <p:nvPr/>
        </p:nvSpPr>
        <p:spPr bwMode="auto">
          <a:xfrm>
            <a:off x="1828594" y="3262530"/>
            <a:ext cx="2347166" cy="2446824"/>
          </a:xfrm>
          <a:prstGeom prst="rect">
            <a:avLst/>
          </a:prstGeom>
          <a:solidFill>
            <a:schemeClr val="tx1"/>
          </a:solidFill>
        </p:spPr>
        <p:txBody>
          <a:bodyPr wrap="square" rtlCol="0">
            <a:spAutoFit/>
          </a:bodyPr>
          <a:lstStyle/>
          <a:p>
            <a:r>
              <a:rPr lang="en-GB" altLang="en-US" sz="1700">
                <a:solidFill>
                  <a:schemeClr val="bg1"/>
                </a:solidFill>
                <a:latin typeface="Consolas" panose="020B0609020204030204" pitchFamily="49" charset="0"/>
                <a:cs typeface="Consolas" panose="020B0609020204030204" pitchFamily="49" charset="0"/>
              </a:rPr>
              <a:t>a = 42</a:t>
            </a:r>
          </a:p>
          <a:p>
            <a:r>
              <a:rPr lang="en-GB" altLang="en-US" sz="1700">
                <a:solidFill>
                  <a:schemeClr val="bg1"/>
                </a:solidFill>
                <a:latin typeface="Consolas" panose="020B0609020204030204" pitchFamily="49" charset="0"/>
                <a:cs typeface="Consolas" panose="020B0609020204030204" pitchFamily="49" charset="0"/>
              </a:rPr>
              <a:t>b = 9</a:t>
            </a:r>
          </a:p>
          <a:p>
            <a:r>
              <a:rPr lang="en-GB" altLang="en-US" sz="1700">
                <a:solidFill>
                  <a:schemeClr val="bg1"/>
                </a:solidFill>
                <a:latin typeface="Consolas" panose="020B0609020204030204" pitchFamily="49" charset="0"/>
                <a:cs typeface="Consolas" panose="020B0609020204030204" pitchFamily="49" charset="0"/>
              </a:rPr>
              <a:t>print(a + b)</a:t>
            </a:r>
          </a:p>
          <a:p>
            <a:r>
              <a:rPr lang="en-GB" altLang="en-US" sz="1700">
                <a:solidFill>
                  <a:schemeClr val="bg1"/>
                </a:solidFill>
                <a:latin typeface="Consolas" panose="020B0609020204030204" pitchFamily="49" charset="0"/>
                <a:cs typeface="Consolas" panose="020B0609020204030204" pitchFamily="49" charset="0"/>
              </a:rPr>
              <a:t>print(type(a))</a:t>
            </a:r>
          </a:p>
          <a:p>
            <a:endParaRPr lang="en-GB" altLang="en-US" sz="1700">
              <a:solidFill>
                <a:schemeClr val="bg1"/>
              </a:solidFill>
              <a:latin typeface="Consolas" panose="020B0609020204030204" pitchFamily="49" charset="0"/>
              <a:cs typeface="Consolas" panose="020B0609020204030204" pitchFamily="49" charset="0"/>
            </a:endParaRPr>
          </a:p>
          <a:p>
            <a:r>
              <a:rPr lang="en-GB" altLang="en-US" sz="1700">
                <a:solidFill>
                  <a:schemeClr val="bg1"/>
                </a:solidFill>
                <a:latin typeface="Consolas" panose="020B0609020204030204" pitchFamily="49" charset="0"/>
                <a:cs typeface="Consolas" panose="020B0609020204030204" pitchFamily="49" charset="0"/>
              </a:rPr>
              <a:t>a = 'Hello '</a:t>
            </a:r>
          </a:p>
          <a:p>
            <a:r>
              <a:rPr lang="en-GB" altLang="en-US" sz="1700">
                <a:solidFill>
                  <a:schemeClr val="bg1"/>
                </a:solidFill>
                <a:latin typeface="Consolas" panose="020B0609020204030204" pitchFamily="49" charset="0"/>
                <a:cs typeface="Consolas" panose="020B0609020204030204" pitchFamily="49" charset="0"/>
              </a:rPr>
              <a:t>b = 'World!'</a:t>
            </a:r>
          </a:p>
          <a:p>
            <a:r>
              <a:rPr lang="en-GB" altLang="en-US" sz="1700">
                <a:solidFill>
                  <a:schemeClr val="bg1"/>
                </a:solidFill>
                <a:latin typeface="Consolas" panose="020B0609020204030204" pitchFamily="49" charset="0"/>
                <a:cs typeface="Consolas" panose="020B0609020204030204" pitchFamily="49" charset="0"/>
              </a:rPr>
              <a:t>print(a + b)</a:t>
            </a:r>
          </a:p>
          <a:p>
            <a:r>
              <a:rPr lang="en-GB" altLang="en-US" sz="1700">
                <a:solidFill>
                  <a:schemeClr val="bg1"/>
                </a:solidFill>
                <a:latin typeface="Consolas" panose="020B0609020204030204" pitchFamily="49" charset="0"/>
                <a:cs typeface="Consolas" panose="020B0609020204030204" pitchFamily="49" charset="0"/>
              </a:rPr>
              <a:t>print(type(a))</a:t>
            </a:r>
          </a:p>
        </p:txBody>
      </p:sp>
      <p:sp>
        <p:nvSpPr>
          <p:cNvPr id="9" name="TextBox 8">
            <a:extLst>
              <a:ext uri="{FF2B5EF4-FFF2-40B4-BE49-F238E27FC236}">
                <a16:creationId xmlns:a16="http://schemas.microsoft.com/office/drawing/2014/main" id="{410C7C0A-28CE-0838-BB92-E4E5EFD72906}"/>
              </a:ext>
            </a:extLst>
          </p:cNvPr>
          <p:cNvSpPr txBox="1"/>
          <p:nvPr/>
        </p:nvSpPr>
        <p:spPr>
          <a:xfrm>
            <a:off x="5159989" y="3353117"/>
            <a:ext cx="2698136"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a and b refer to integers.</a:t>
            </a:r>
          </a:p>
        </p:txBody>
      </p:sp>
      <p:sp>
        <p:nvSpPr>
          <p:cNvPr id="10" name="TextBox 9">
            <a:extLst>
              <a:ext uri="{FF2B5EF4-FFF2-40B4-BE49-F238E27FC236}">
                <a16:creationId xmlns:a16="http://schemas.microsoft.com/office/drawing/2014/main" id="{9FCB1977-6532-1488-CDC1-77A6B5010BE4}"/>
              </a:ext>
            </a:extLst>
          </p:cNvPr>
          <p:cNvSpPr txBox="1"/>
          <p:nvPr/>
        </p:nvSpPr>
        <p:spPr>
          <a:xfrm>
            <a:off x="5159989" y="4691763"/>
            <a:ext cx="2698136" cy="369332"/>
          </a:xfrm>
          <a:prstGeom prst="rect">
            <a:avLst/>
          </a:prstGeom>
          <a:solidFill>
            <a:schemeClr val="accent6">
              <a:lumMod val="40000"/>
              <a:lumOff val="60000"/>
            </a:schemeClr>
          </a:solidFill>
          <a:ln>
            <a:solidFill>
              <a:schemeClr val="accent6">
                <a:lumMod val="40000"/>
                <a:lumOff val="60000"/>
              </a:schemeClr>
            </a:solidFill>
          </a:ln>
        </p:spPr>
        <p:txBody>
          <a:bodyPr wrap="square" rtlCol="0">
            <a:spAutoFit/>
          </a:bodyPr>
          <a:lstStyle/>
          <a:p>
            <a:r>
              <a:rPr lang="en-GB" dirty="0"/>
              <a:t>a and b are now strings.</a:t>
            </a:r>
          </a:p>
        </p:txBody>
      </p:sp>
      <p:sp>
        <p:nvSpPr>
          <p:cNvPr id="12" name="Line 11">
            <a:extLst>
              <a:ext uri="{FF2B5EF4-FFF2-40B4-BE49-F238E27FC236}">
                <a16:creationId xmlns:a16="http://schemas.microsoft.com/office/drawing/2014/main" id="{33A4AB0F-CADE-689E-95F7-600025652CA3}"/>
              </a:ext>
            </a:extLst>
          </p:cNvPr>
          <p:cNvSpPr>
            <a:spLocks noChangeShapeType="1"/>
          </p:cNvSpPr>
          <p:nvPr/>
        </p:nvSpPr>
        <p:spPr bwMode="auto">
          <a:xfrm flipH="1" flipV="1">
            <a:off x="2724913" y="3528405"/>
            <a:ext cx="2435078" cy="9378"/>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3" name="Rectangle: Rounded Corners 12">
            <a:extLst>
              <a:ext uri="{FF2B5EF4-FFF2-40B4-BE49-F238E27FC236}">
                <a16:creationId xmlns:a16="http://schemas.microsoft.com/office/drawing/2014/main" id="{805DB938-284B-3485-34EB-1E982715E300}"/>
              </a:ext>
            </a:extLst>
          </p:cNvPr>
          <p:cNvSpPr/>
          <p:nvPr/>
        </p:nvSpPr>
        <p:spPr>
          <a:xfrm>
            <a:off x="1901953" y="4614672"/>
            <a:ext cx="1572767" cy="516043"/>
          </a:xfrm>
          <a:prstGeom prst="round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Line 11">
            <a:extLst>
              <a:ext uri="{FF2B5EF4-FFF2-40B4-BE49-F238E27FC236}">
                <a16:creationId xmlns:a16="http://schemas.microsoft.com/office/drawing/2014/main" id="{83803A90-523F-AF32-4EE5-64390CDCCC6E}"/>
              </a:ext>
            </a:extLst>
          </p:cNvPr>
          <p:cNvSpPr>
            <a:spLocks noChangeShapeType="1"/>
          </p:cNvSpPr>
          <p:nvPr/>
        </p:nvSpPr>
        <p:spPr bwMode="auto">
          <a:xfrm flipH="1" flipV="1">
            <a:off x="3496259" y="4876429"/>
            <a:ext cx="1663730" cy="4237"/>
          </a:xfrm>
          <a:prstGeom prst="line">
            <a:avLst/>
          </a:prstGeom>
          <a:noFill/>
          <a:ln w="19050">
            <a:solidFill>
              <a:srgbClr val="FFFF00"/>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7" name="Rectangle: Rounded Corners 16">
            <a:extLst>
              <a:ext uri="{FF2B5EF4-FFF2-40B4-BE49-F238E27FC236}">
                <a16:creationId xmlns:a16="http://schemas.microsoft.com/office/drawing/2014/main" id="{FA4625C2-D653-6BD6-C274-B44DC11A9C9C}"/>
              </a:ext>
            </a:extLst>
          </p:cNvPr>
          <p:cNvSpPr/>
          <p:nvPr/>
        </p:nvSpPr>
        <p:spPr>
          <a:xfrm>
            <a:off x="1901953" y="3322320"/>
            <a:ext cx="822960" cy="49530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951B325B-340C-5C27-DCC2-957D84141452}"/>
              </a:ext>
            </a:extLst>
          </p:cNvPr>
          <p:cNvSpPr txBox="1"/>
          <p:nvPr/>
        </p:nvSpPr>
        <p:spPr>
          <a:xfrm>
            <a:off x="5159989" y="3791712"/>
            <a:ext cx="2124731" cy="646331"/>
          </a:xfrm>
          <a:prstGeom prst="rect">
            <a:avLst/>
          </a:prstGeom>
          <a:solidFill>
            <a:schemeClr val="bg1"/>
          </a:solidFill>
          <a:ln>
            <a:solidFill>
              <a:schemeClr val="tx1"/>
            </a:solidFill>
          </a:ln>
        </p:spPr>
        <p:txBody>
          <a:bodyPr wrap="square" rtlCol="0">
            <a:spAutoFit/>
          </a:bodyPr>
          <a:lstStyle/>
          <a:p>
            <a:r>
              <a:rPr lang="en-GB"/>
              <a:t>51</a:t>
            </a:r>
          </a:p>
          <a:p>
            <a:r>
              <a:rPr lang="en-GB"/>
              <a:t>&lt;class 'int'&gt;</a:t>
            </a:r>
          </a:p>
        </p:txBody>
      </p:sp>
      <p:sp>
        <p:nvSpPr>
          <p:cNvPr id="19" name="TextBox 18">
            <a:extLst>
              <a:ext uri="{FF2B5EF4-FFF2-40B4-BE49-F238E27FC236}">
                <a16:creationId xmlns:a16="http://schemas.microsoft.com/office/drawing/2014/main" id="{0644B4F7-62DA-CB8F-7E4D-3168CA98F2E0}"/>
              </a:ext>
            </a:extLst>
          </p:cNvPr>
          <p:cNvSpPr txBox="1"/>
          <p:nvPr/>
        </p:nvSpPr>
        <p:spPr>
          <a:xfrm>
            <a:off x="5175695" y="5061095"/>
            <a:ext cx="2109025" cy="646331"/>
          </a:xfrm>
          <a:prstGeom prst="rect">
            <a:avLst/>
          </a:prstGeom>
          <a:solidFill>
            <a:schemeClr val="bg1"/>
          </a:solidFill>
          <a:ln>
            <a:solidFill>
              <a:schemeClr val="tx1"/>
            </a:solidFill>
          </a:ln>
        </p:spPr>
        <p:txBody>
          <a:bodyPr wrap="square" rtlCol="0">
            <a:spAutoFit/>
          </a:bodyPr>
          <a:lstStyle/>
          <a:p>
            <a:r>
              <a:rPr lang="en-GB"/>
              <a:t>Hello World!</a:t>
            </a:r>
          </a:p>
          <a:p>
            <a:r>
              <a:rPr lang="en-GB"/>
              <a:t>&lt;class 'str'&gt;</a:t>
            </a:r>
          </a:p>
        </p:txBody>
      </p:sp>
      <p:sp>
        <p:nvSpPr>
          <p:cNvPr id="20" name="Line 11">
            <a:extLst>
              <a:ext uri="{FF2B5EF4-FFF2-40B4-BE49-F238E27FC236}">
                <a16:creationId xmlns:a16="http://schemas.microsoft.com/office/drawing/2014/main" id="{A89F5AA1-1855-08DF-C25D-0E319E7C4CA7}"/>
              </a:ext>
            </a:extLst>
          </p:cNvPr>
          <p:cNvSpPr>
            <a:spLocks noChangeShapeType="1"/>
          </p:cNvSpPr>
          <p:nvPr/>
        </p:nvSpPr>
        <p:spPr bwMode="auto">
          <a:xfrm>
            <a:off x="4175759" y="4160835"/>
            <a:ext cx="984229" cy="0"/>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21" name="Line 11">
            <a:extLst>
              <a:ext uri="{FF2B5EF4-FFF2-40B4-BE49-F238E27FC236}">
                <a16:creationId xmlns:a16="http://schemas.microsoft.com/office/drawing/2014/main" id="{23BF6B2D-7369-A679-4AA0-924DF9E43494}"/>
              </a:ext>
            </a:extLst>
          </p:cNvPr>
          <p:cNvSpPr>
            <a:spLocks noChangeShapeType="1"/>
          </p:cNvSpPr>
          <p:nvPr/>
        </p:nvSpPr>
        <p:spPr bwMode="auto">
          <a:xfrm>
            <a:off x="4175759" y="5416611"/>
            <a:ext cx="984229" cy="0"/>
          </a:xfrm>
          <a:prstGeom prst="line">
            <a:avLst/>
          </a:prstGeom>
          <a:noFill/>
          <a:ln w="19050">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3768138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93B2CC-A1FA-7E1F-DBCE-76386D3B2FFA}"/>
              </a:ext>
            </a:extLst>
          </p:cNvPr>
          <p:cNvSpPr>
            <a:spLocks noGrp="1"/>
          </p:cNvSpPr>
          <p:nvPr>
            <p:ph type="ctrTitle"/>
          </p:nvPr>
        </p:nvSpPr>
        <p:spPr/>
        <p:txBody>
          <a:bodyPr/>
          <a:lstStyle/>
          <a:p>
            <a:r>
              <a:rPr lang="en-GB" dirty="0"/>
              <a:t>Switching types</a:t>
            </a:r>
          </a:p>
        </p:txBody>
      </p:sp>
      <p:sp>
        <p:nvSpPr>
          <p:cNvPr id="6" name="Text Placeholder 5">
            <a:extLst>
              <a:ext uri="{FF2B5EF4-FFF2-40B4-BE49-F238E27FC236}">
                <a16:creationId xmlns:a16="http://schemas.microsoft.com/office/drawing/2014/main" id="{1FE4FA66-A0FF-B494-614F-561F2CC7BEC4}"/>
              </a:ext>
            </a:extLst>
          </p:cNvPr>
          <p:cNvSpPr>
            <a:spLocks noGrp="1"/>
          </p:cNvSpPr>
          <p:nvPr>
            <p:ph type="body" sz="quarter" idx="14"/>
          </p:nvPr>
        </p:nvSpPr>
        <p:spPr>
          <a:xfrm>
            <a:off x="443920" y="1733108"/>
            <a:ext cx="7440239" cy="4061405"/>
          </a:xfrm>
        </p:spPr>
        <p:txBody>
          <a:bodyPr/>
          <a:lstStyle/>
          <a:p>
            <a:r>
              <a:rPr lang="en-GB" b="1" dirty="0"/>
              <a:t>Sometimes Python switches types automatically.</a:t>
            </a:r>
          </a:p>
          <a:p>
            <a:endParaRPr lang="en-GB" dirty="0"/>
          </a:p>
          <a:p>
            <a:endParaRPr lang="en-GB" dirty="0"/>
          </a:p>
          <a:p>
            <a:endParaRPr lang="en-GB" dirty="0"/>
          </a:p>
          <a:p>
            <a:r>
              <a:rPr lang="en-GB" b="1" dirty="0"/>
              <a:t>Sometimes you have to encourage it.</a:t>
            </a:r>
          </a:p>
          <a:p>
            <a:pPr marL="285750" indent="-285750">
              <a:buFont typeface="Arial" panose="020B0604020202020204" pitchFamily="34" charset="0"/>
              <a:buChar char="•"/>
            </a:pPr>
            <a:r>
              <a:rPr lang="en-GB" dirty="0"/>
              <a:t>This avoids unexpected changes of type.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Use the </a:t>
            </a:r>
            <a:r>
              <a:rPr lang="en-GB" b="1" dirty="0"/>
              <a:t>str() </a:t>
            </a:r>
            <a:r>
              <a:rPr lang="en-GB" dirty="0"/>
              <a:t>function to return an object as a string.</a:t>
            </a:r>
          </a:p>
          <a:p>
            <a:pPr marL="285750" indent="-285750">
              <a:buFont typeface="Arial" panose="020B0604020202020204" pitchFamily="34" charset="0"/>
              <a:buChar char="•"/>
            </a:pPr>
            <a:r>
              <a:rPr lang="en-GB" dirty="0"/>
              <a:t>Use </a:t>
            </a:r>
            <a:r>
              <a:rPr lang="en-GB" b="1" dirty="0"/>
              <a:t>int()</a:t>
            </a:r>
            <a:r>
              <a:rPr lang="en-GB" dirty="0"/>
              <a:t> or </a:t>
            </a:r>
            <a:r>
              <a:rPr lang="en-GB" b="1" dirty="0"/>
              <a:t>float() </a:t>
            </a:r>
            <a:r>
              <a:rPr lang="en-GB" dirty="0"/>
              <a:t>to return an object as a number.</a:t>
            </a:r>
          </a:p>
          <a:p>
            <a:pPr marL="285750" indent="-285750">
              <a:buFont typeface="Arial" panose="020B0604020202020204" pitchFamily="34" charset="0"/>
              <a:buChar char="•"/>
            </a:pPr>
            <a:r>
              <a:rPr lang="en-GB" dirty="0"/>
              <a:t>Other functions available to return lists and tuples from strings.</a:t>
            </a:r>
          </a:p>
          <a:p>
            <a:r>
              <a:rPr lang="en-GB" sz="1800" dirty="0">
                <a:latin typeface="Courier New" panose="02070309020205020404" pitchFamily="49" charset="0"/>
                <a:cs typeface="Courier New" panose="02070309020205020404" pitchFamily="49" charset="0"/>
              </a:rPr>
              <a:t>13.367281986</a:t>
            </a:r>
            <a:endParaRPr lang="en-GB" dirty="0"/>
          </a:p>
        </p:txBody>
      </p:sp>
      <p:sp>
        <p:nvSpPr>
          <p:cNvPr id="4" name="Slide Number Placeholder 3">
            <a:extLst>
              <a:ext uri="{FF2B5EF4-FFF2-40B4-BE49-F238E27FC236}">
                <a16:creationId xmlns:a16="http://schemas.microsoft.com/office/drawing/2014/main" id="{D5853963-9A5C-7F26-E68F-63540EE235E3}"/>
              </a:ext>
            </a:extLst>
          </p:cNvPr>
          <p:cNvSpPr>
            <a:spLocks noGrp="1"/>
          </p:cNvSpPr>
          <p:nvPr>
            <p:ph type="sldNum" sz="quarter" idx="12"/>
          </p:nvPr>
        </p:nvSpPr>
        <p:spPr/>
        <p:txBody>
          <a:bodyPr/>
          <a:lstStyle/>
          <a:p>
            <a:fld id="{F3469444-D02B-D446-9CF8-19DEDDE073D1}" type="slidenum">
              <a:rPr lang="en-US" smtClean="0"/>
              <a:pPr/>
              <a:t>11</a:t>
            </a:fld>
            <a:endParaRPr lang="en-US"/>
          </a:p>
        </p:txBody>
      </p:sp>
      <p:sp>
        <p:nvSpPr>
          <p:cNvPr id="8" name="Rectangle 7">
            <a:extLst>
              <a:ext uri="{FF2B5EF4-FFF2-40B4-BE49-F238E27FC236}">
                <a16:creationId xmlns:a16="http://schemas.microsoft.com/office/drawing/2014/main" id="{93A4A66C-8568-8B06-1FF8-FD901BBDBCDC}"/>
              </a:ext>
            </a:extLst>
          </p:cNvPr>
          <p:cNvSpPr>
            <a:spLocks noChangeArrowheads="1"/>
          </p:cNvSpPr>
          <p:nvPr/>
        </p:nvSpPr>
        <p:spPr bwMode="auto">
          <a:xfrm>
            <a:off x="924481" y="2128325"/>
            <a:ext cx="1668247" cy="1138773"/>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num = 42</a:t>
            </a:r>
          </a:p>
          <a:p>
            <a:r>
              <a:rPr lang="pt-BR" altLang="en-US" sz="1700">
                <a:solidFill>
                  <a:schemeClr val="bg1"/>
                </a:solidFill>
                <a:latin typeface="Consolas" panose="020B0609020204030204" pitchFamily="49" charset="0"/>
                <a:cs typeface="Consolas" panose="020B0609020204030204" pitchFamily="49" charset="0"/>
              </a:rPr>
              <a:t>pi  = 3.142</a:t>
            </a:r>
          </a:p>
          <a:p>
            <a:r>
              <a:rPr lang="pt-BR" altLang="en-US" sz="1700">
                <a:solidFill>
                  <a:schemeClr val="bg1"/>
                </a:solidFill>
                <a:latin typeface="Consolas" panose="020B0609020204030204" pitchFamily="49" charset="0"/>
                <a:cs typeface="Consolas" panose="020B0609020204030204" pitchFamily="49" charset="0"/>
              </a:rPr>
              <a:t>num = 42/pi</a:t>
            </a:r>
          </a:p>
          <a:p>
            <a:r>
              <a:rPr lang="pt-BR" altLang="en-US" sz="1700">
                <a:solidFill>
                  <a:schemeClr val="bg1"/>
                </a:solidFill>
                <a:latin typeface="Consolas" panose="020B0609020204030204" pitchFamily="49" charset="0"/>
                <a:cs typeface="Consolas" panose="020B0609020204030204" pitchFamily="49" charset="0"/>
              </a:rPr>
              <a:t>print(num)</a:t>
            </a:r>
          </a:p>
        </p:txBody>
      </p:sp>
      <p:sp>
        <p:nvSpPr>
          <p:cNvPr id="9" name="Rectangle 8">
            <a:extLst>
              <a:ext uri="{FF2B5EF4-FFF2-40B4-BE49-F238E27FC236}">
                <a16:creationId xmlns:a16="http://schemas.microsoft.com/office/drawing/2014/main" id="{08C4D753-A25B-422B-26D1-C71800808CD2}"/>
              </a:ext>
            </a:extLst>
          </p:cNvPr>
          <p:cNvSpPr>
            <a:spLocks noChangeArrowheads="1"/>
          </p:cNvSpPr>
          <p:nvPr/>
        </p:nvSpPr>
        <p:spPr bwMode="auto">
          <a:xfrm>
            <a:off x="924481" y="4102413"/>
            <a:ext cx="6959678" cy="877163"/>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port = 80</a:t>
            </a:r>
          </a:p>
          <a:p>
            <a:r>
              <a:rPr lang="pt-BR" altLang="en-US" sz="1700">
                <a:solidFill>
                  <a:schemeClr val="bg1"/>
                </a:solidFill>
                <a:latin typeface="Consolas" panose="020B0609020204030204" pitchFamily="49" charset="0"/>
                <a:cs typeface="Consolas" panose="020B0609020204030204" pitchFamily="49" charset="0"/>
              </a:rPr>
              <a:t>print("Unused port: "  +  port)</a:t>
            </a:r>
          </a:p>
          <a:p>
            <a:r>
              <a:rPr lang="pt-BR" altLang="en-US" sz="1700">
                <a:solidFill>
                  <a:schemeClr val="accent4"/>
                </a:solidFill>
                <a:latin typeface="Consolas" panose="020B0609020204030204" pitchFamily="49" charset="0"/>
                <a:cs typeface="Consolas" panose="020B0609020204030204" pitchFamily="49" charset="0"/>
              </a:rPr>
              <a:t>TypeError: Can't convert 'int' object to str implicitly</a:t>
            </a:r>
          </a:p>
        </p:txBody>
      </p:sp>
      <p:sp>
        <p:nvSpPr>
          <p:cNvPr id="10" name="Rectangle 9">
            <a:extLst>
              <a:ext uri="{FF2B5EF4-FFF2-40B4-BE49-F238E27FC236}">
                <a16:creationId xmlns:a16="http://schemas.microsoft.com/office/drawing/2014/main" id="{26FDFE7C-6A70-8D69-1FA6-0FEC1F8649AE}"/>
              </a:ext>
            </a:extLst>
          </p:cNvPr>
          <p:cNvSpPr>
            <a:spLocks noChangeArrowheads="1"/>
          </p:cNvSpPr>
          <p:nvPr/>
        </p:nvSpPr>
        <p:spPr bwMode="auto">
          <a:xfrm>
            <a:off x="924481" y="6146109"/>
            <a:ext cx="4318079" cy="353943"/>
          </a:xfrm>
          <a:prstGeom prst="rect">
            <a:avLst/>
          </a:prstGeom>
          <a:solidFill>
            <a:schemeClr val="tx1"/>
          </a:solidFill>
        </p:spPr>
        <p:txBody>
          <a:bodyPr wrap="square" rtlCol="0">
            <a:spAutoFit/>
          </a:bodyPr>
          <a:lstStyle/>
          <a:p>
            <a:r>
              <a:rPr lang="fr-FR" altLang="en-US" sz="1700" err="1">
                <a:solidFill>
                  <a:schemeClr val="bg1"/>
                </a:solidFill>
                <a:latin typeface="Consolas" panose="020B0609020204030204" pitchFamily="49" charset="0"/>
                <a:cs typeface="Consolas" panose="020B0609020204030204" pitchFamily="49" charset="0"/>
              </a:rPr>
              <a:t>print</a:t>
            </a:r>
            <a:r>
              <a:rPr lang="fr-FR" altLang="en-US" sz="1700">
                <a:solidFill>
                  <a:schemeClr val="bg1"/>
                </a:solidFill>
                <a:latin typeface="Consolas" panose="020B0609020204030204" pitchFamily="49" charset="0"/>
                <a:cs typeface="Consolas" panose="020B0609020204030204" pitchFamily="49" charset="0"/>
              </a:rPr>
              <a:t>("</a:t>
            </a:r>
            <a:r>
              <a:rPr lang="fr-FR" altLang="en-US" sz="1700" err="1">
                <a:solidFill>
                  <a:schemeClr val="bg1"/>
                </a:solidFill>
                <a:latin typeface="Consolas" panose="020B0609020204030204" pitchFamily="49" charset="0"/>
                <a:cs typeface="Consolas" panose="020B0609020204030204" pitchFamily="49" charset="0"/>
              </a:rPr>
              <a:t>Unused</a:t>
            </a:r>
            <a:r>
              <a:rPr lang="fr-FR" altLang="en-US" sz="1700">
                <a:solidFill>
                  <a:schemeClr val="bg1"/>
                </a:solidFill>
                <a:latin typeface="Consolas" panose="020B0609020204030204" pitchFamily="49" charset="0"/>
                <a:cs typeface="Consolas" panose="020B0609020204030204" pitchFamily="49" charset="0"/>
              </a:rPr>
              <a:t> port: " + </a:t>
            </a:r>
            <a:r>
              <a:rPr lang="fr-FR" altLang="en-US" sz="1700" err="1">
                <a:solidFill>
                  <a:schemeClr val="accent6"/>
                </a:solidFill>
                <a:latin typeface="Consolas" panose="020B0609020204030204" pitchFamily="49" charset="0"/>
                <a:cs typeface="Consolas" panose="020B0609020204030204" pitchFamily="49" charset="0"/>
              </a:rPr>
              <a:t>str</a:t>
            </a:r>
            <a:r>
              <a:rPr lang="fr-FR" altLang="en-US" sz="1700">
                <a:solidFill>
                  <a:schemeClr val="accent6"/>
                </a:solidFill>
                <a:latin typeface="Consolas" panose="020B0609020204030204" pitchFamily="49" charset="0"/>
                <a:cs typeface="Consolas" panose="020B0609020204030204" pitchFamily="49" charset="0"/>
              </a:rPr>
              <a:t>(port)</a:t>
            </a:r>
            <a:r>
              <a:rPr lang="fr-FR" altLang="en-US" sz="1700">
                <a:solidFill>
                  <a:schemeClr val="bg1"/>
                </a:solidFill>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54403D21-4244-FA98-40CF-0060EC1E0435}"/>
              </a:ext>
            </a:extLst>
          </p:cNvPr>
          <p:cNvSpPr txBox="1"/>
          <p:nvPr/>
        </p:nvSpPr>
        <p:spPr>
          <a:xfrm>
            <a:off x="2678762" y="2878470"/>
            <a:ext cx="1578277" cy="369332"/>
          </a:xfrm>
          <a:prstGeom prst="rect">
            <a:avLst/>
          </a:prstGeom>
          <a:solidFill>
            <a:schemeClr val="bg1"/>
          </a:solidFill>
          <a:ln>
            <a:solidFill>
              <a:schemeClr val="tx1"/>
            </a:solidFill>
          </a:ln>
        </p:spPr>
        <p:txBody>
          <a:bodyPr wrap="square" rtlCol="0">
            <a:spAutoFit/>
          </a:bodyPr>
          <a:lstStyle/>
          <a:p>
            <a:r>
              <a:rPr lang="en-GB"/>
              <a:t>13.367281986</a:t>
            </a:r>
          </a:p>
        </p:txBody>
      </p:sp>
      <p:sp>
        <p:nvSpPr>
          <p:cNvPr id="15" name="TextBox 14">
            <a:extLst>
              <a:ext uri="{FF2B5EF4-FFF2-40B4-BE49-F238E27FC236}">
                <a16:creationId xmlns:a16="http://schemas.microsoft.com/office/drawing/2014/main" id="{CC7F0189-FA73-73B5-327C-78EC01D752F3}"/>
              </a:ext>
            </a:extLst>
          </p:cNvPr>
          <p:cNvSpPr txBox="1"/>
          <p:nvPr/>
        </p:nvSpPr>
        <p:spPr>
          <a:xfrm>
            <a:off x="5499903" y="6130720"/>
            <a:ext cx="1958171" cy="369332"/>
          </a:xfrm>
          <a:prstGeom prst="rect">
            <a:avLst/>
          </a:prstGeom>
          <a:solidFill>
            <a:schemeClr val="bg1"/>
          </a:solidFill>
          <a:ln>
            <a:solidFill>
              <a:schemeClr val="tx1"/>
            </a:solidFill>
          </a:ln>
        </p:spPr>
        <p:txBody>
          <a:bodyPr wrap="square" rtlCol="0">
            <a:spAutoFit/>
          </a:bodyPr>
          <a:lstStyle/>
          <a:p>
            <a:r>
              <a:rPr lang="en-GB"/>
              <a:t>Unused port: 80</a:t>
            </a:r>
          </a:p>
        </p:txBody>
      </p:sp>
      <p:sp>
        <p:nvSpPr>
          <p:cNvPr id="17" name="TextBox 16">
            <a:extLst>
              <a:ext uri="{FF2B5EF4-FFF2-40B4-BE49-F238E27FC236}">
                <a16:creationId xmlns:a16="http://schemas.microsoft.com/office/drawing/2014/main" id="{95388AE4-95FB-E1E1-E9BF-73AE38B7FF1B}"/>
              </a:ext>
            </a:extLst>
          </p:cNvPr>
          <p:cNvSpPr txBox="1"/>
          <p:nvPr/>
        </p:nvSpPr>
        <p:spPr>
          <a:xfrm>
            <a:off x="5587999" y="2873494"/>
            <a:ext cx="3489326"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Num gets automatic promotion.</a:t>
            </a:r>
          </a:p>
        </p:txBody>
      </p:sp>
      <p:sp>
        <p:nvSpPr>
          <p:cNvPr id="18" name="Line 11">
            <a:extLst>
              <a:ext uri="{FF2B5EF4-FFF2-40B4-BE49-F238E27FC236}">
                <a16:creationId xmlns:a16="http://schemas.microsoft.com/office/drawing/2014/main" id="{27A33A2A-75E0-6677-1BE6-E9E02DD52BA0}"/>
              </a:ext>
            </a:extLst>
          </p:cNvPr>
          <p:cNvSpPr>
            <a:spLocks noChangeShapeType="1"/>
          </p:cNvSpPr>
          <p:nvPr/>
        </p:nvSpPr>
        <p:spPr bwMode="auto">
          <a:xfrm flipH="1">
            <a:off x="4165598" y="3058160"/>
            <a:ext cx="1422401" cy="0"/>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9" name="Rectangle: Rounded Corners 18">
            <a:extLst>
              <a:ext uri="{FF2B5EF4-FFF2-40B4-BE49-F238E27FC236}">
                <a16:creationId xmlns:a16="http://schemas.microsoft.com/office/drawing/2014/main" id="{A1346E58-E357-2334-EE2C-C6A76280D227}"/>
              </a:ext>
            </a:extLst>
          </p:cNvPr>
          <p:cNvSpPr/>
          <p:nvPr/>
        </p:nvSpPr>
        <p:spPr>
          <a:xfrm>
            <a:off x="2748184" y="2821627"/>
            <a:ext cx="1427575" cy="49530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44271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B74FE-ED6A-6BCA-EF3D-3A932A187A6B}"/>
              </a:ext>
            </a:extLst>
          </p:cNvPr>
          <p:cNvSpPr>
            <a:spLocks noGrp="1"/>
          </p:cNvSpPr>
          <p:nvPr>
            <p:ph type="ctrTitle"/>
          </p:nvPr>
        </p:nvSpPr>
        <p:spPr/>
        <p:txBody>
          <a:bodyPr/>
          <a:lstStyle/>
          <a:p>
            <a:r>
              <a:rPr lang="en-US" noProof="0"/>
              <a:t>Comparison and Boolean operators</a:t>
            </a:r>
          </a:p>
        </p:txBody>
      </p:sp>
      <p:sp>
        <p:nvSpPr>
          <p:cNvPr id="3" name="Text Placeholder 2">
            <a:extLst>
              <a:ext uri="{FF2B5EF4-FFF2-40B4-BE49-F238E27FC236}">
                <a16:creationId xmlns:a16="http://schemas.microsoft.com/office/drawing/2014/main" id="{3AA3FBC9-8698-A09B-32B3-4A75CB62197F}"/>
              </a:ext>
            </a:extLst>
          </p:cNvPr>
          <p:cNvSpPr>
            <a:spLocks noGrp="1"/>
          </p:cNvSpPr>
          <p:nvPr>
            <p:ph type="body" sz="quarter" idx="14"/>
          </p:nvPr>
        </p:nvSpPr>
        <p:spPr/>
        <p:txBody>
          <a:bodyPr/>
          <a:lstStyle/>
          <a:p>
            <a:r>
              <a:rPr lang="en-US" b="1" noProof="0" dirty="0"/>
              <a:t>Comparison operators</a:t>
            </a:r>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a:p>
            <a:endParaRPr lang="en-US" b="1" noProof="0" dirty="0"/>
          </a:p>
        </p:txBody>
      </p:sp>
      <p:sp>
        <p:nvSpPr>
          <p:cNvPr id="5" name="Text Placeholder 4">
            <a:extLst>
              <a:ext uri="{FF2B5EF4-FFF2-40B4-BE49-F238E27FC236}">
                <a16:creationId xmlns:a16="http://schemas.microsoft.com/office/drawing/2014/main" id="{7459AD5B-AC12-26F7-9D36-1219D63A73A4}"/>
              </a:ext>
            </a:extLst>
          </p:cNvPr>
          <p:cNvSpPr>
            <a:spLocks noGrp="1"/>
          </p:cNvSpPr>
          <p:nvPr>
            <p:ph type="body" sz="quarter" idx="15"/>
          </p:nvPr>
        </p:nvSpPr>
        <p:spPr/>
        <p:txBody>
          <a:bodyPr/>
          <a:lstStyle/>
          <a:p>
            <a:r>
              <a:rPr lang="en-US" b="1" dirty="0"/>
              <a:t>Boolean operators</a:t>
            </a:r>
          </a:p>
          <a:p>
            <a:endParaRPr lang="en-US" b="1" dirty="0"/>
          </a:p>
        </p:txBody>
      </p:sp>
      <p:sp>
        <p:nvSpPr>
          <p:cNvPr id="4" name="Slide Number Placeholder 3">
            <a:extLst>
              <a:ext uri="{FF2B5EF4-FFF2-40B4-BE49-F238E27FC236}">
                <a16:creationId xmlns:a16="http://schemas.microsoft.com/office/drawing/2014/main" id="{2E72F448-0E33-7423-C3AB-F08AEF2E14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469444-D02B-D446-9CF8-19DEDDE073D1}"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srgbClr val="5F5F5F"/>
              </a:solidFill>
              <a:effectLst/>
              <a:uLnTx/>
              <a:uFillTx/>
              <a:latin typeface="Figtree"/>
              <a:ea typeface="+mn-ea"/>
              <a:cs typeface="+mn-cs"/>
            </a:endParaRPr>
          </a:p>
        </p:txBody>
      </p:sp>
      <p:graphicFrame>
        <p:nvGraphicFramePr>
          <p:cNvPr id="6" name="Table 5">
            <a:extLst>
              <a:ext uri="{FF2B5EF4-FFF2-40B4-BE49-F238E27FC236}">
                <a16:creationId xmlns:a16="http://schemas.microsoft.com/office/drawing/2014/main" id="{73EFC2F4-3E1E-B616-18D3-A496F528D76E}"/>
              </a:ext>
            </a:extLst>
          </p:cNvPr>
          <p:cNvGraphicFramePr>
            <a:graphicFrameLocks noGrp="1"/>
          </p:cNvGraphicFramePr>
          <p:nvPr>
            <p:extLst>
              <p:ext uri="{D42A27DB-BD31-4B8C-83A1-F6EECF244321}">
                <p14:modId xmlns:p14="http://schemas.microsoft.com/office/powerpoint/2010/main" val="3095593319"/>
              </p:ext>
            </p:extLst>
          </p:nvPr>
        </p:nvGraphicFramePr>
        <p:xfrm>
          <a:off x="506167" y="2232540"/>
          <a:ext cx="5337754" cy="3749160"/>
        </p:xfrm>
        <a:graphic>
          <a:graphicData uri="http://schemas.openxmlformats.org/drawingml/2006/table">
            <a:tbl>
              <a:tblPr firstRow="1" bandRow="1">
                <a:tableStyleId>{00A15C55-8517-42AA-B614-E9B94910E393}</a:tableStyleId>
              </a:tblPr>
              <a:tblGrid>
                <a:gridCol w="1130100">
                  <a:extLst>
                    <a:ext uri="{9D8B030D-6E8A-4147-A177-3AD203B41FA5}">
                      <a16:colId xmlns:a16="http://schemas.microsoft.com/office/drawing/2014/main" val="1551974525"/>
                    </a:ext>
                  </a:extLst>
                </a:gridCol>
                <a:gridCol w="2592833">
                  <a:extLst>
                    <a:ext uri="{9D8B030D-6E8A-4147-A177-3AD203B41FA5}">
                      <a16:colId xmlns:a16="http://schemas.microsoft.com/office/drawing/2014/main" val="587885695"/>
                    </a:ext>
                  </a:extLst>
                </a:gridCol>
                <a:gridCol w="1614821">
                  <a:extLst>
                    <a:ext uri="{9D8B030D-6E8A-4147-A177-3AD203B41FA5}">
                      <a16:colId xmlns:a16="http://schemas.microsoft.com/office/drawing/2014/main" val="1738124389"/>
                    </a:ext>
                  </a:extLst>
                </a:gridCol>
              </a:tblGrid>
              <a:tr h="392126">
                <a:tc>
                  <a:txBody>
                    <a:bodyPr/>
                    <a:lstStyle/>
                    <a:p>
                      <a:pPr algn="ctr"/>
                      <a:r>
                        <a:rPr lang="en-US" sz="1800" noProof="0">
                          <a:solidFill>
                            <a:schemeClr val="tx2"/>
                          </a:solidFill>
                        </a:rPr>
                        <a:t>Operator</a:t>
                      </a:r>
                    </a:p>
                  </a:txBody>
                  <a:tcPr marL="73273" marR="73273" marT="36637" marB="36637" anchor="ctr"/>
                </a:tc>
                <a:tc>
                  <a:txBody>
                    <a:bodyPr/>
                    <a:lstStyle/>
                    <a:p>
                      <a:pPr algn="ctr"/>
                      <a:r>
                        <a:rPr lang="en-US" sz="1800" noProof="0">
                          <a:solidFill>
                            <a:schemeClr val="tx2"/>
                          </a:solidFill>
                        </a:rPr>
                        <a:t>Meaning</a:t>
                      </a:r>
                    </a:p>
                  </a:txBody>
                  <a:tcPr marL="73273" marR="73273" marT="36637" marB="36637" anchor="ctr"/>
                </a:tc>
                <a:tc>
                  <a:txBody>
                    <a:bodyPr/>
                    <a:lstStyle/>
                    <a:p>
                      <a:pPr algn="ctr"/>
                      <a:r>
                        <a:rPr lang="en-US" sz="1800" noProof="0">
                          <a:solidFill>
                            <a:schemeClr val="tx2"/>
                          </a:solidFill>
                        </a:rPr>
                        <a:t>Example</a:t>
                      </a:r>
                    </a:p>
                  </a:txBody>
                  <a:tcPr marL="73273" marR="73273" marT="36637" marB="36637" anchor="ctr"/>
                </a:tc>
                <a:extLst>
                  <a:ext uri="{0D108BD9-81ED-4DB2-BD59-A6C34878D82A}">
                    <a16:rowId xmlns:a16="http://schemas.microsoft.com/office/drawing/2014/main" val="2345767861"/>
                  </a:ext>
                </a:extLst>
              </a:tr>
              <a:tr h="36752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&lt;</a:t>
                      </a:r>
                      <a:endParaRPr lang="en-US" sz="1800" b="1" i="0" noProof="0">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noProof="0"/>
                        <a:t>Value less than</a:t>
                      </a:r>
                    </a:p>
                  </a:txBody>
                  <a:tcPr marL="73273" marR="73273" marT="36637" marB="36637" anchor="ctr"/>
                </a:tc>
                <a:tc>
                  <a:txBody>
                    <a:bodyPr/>
                    <a:lstStyle/>
                    <a:p>
                      <a:pPr algn="l">
                        <a:spcBef>
                          <a:spcPts val="600"/>
                        </a:spcBef>
                      </a:pPr>
                      <a:r>
                        <a:rPr lang="en-US" sz="1800" noProof="0"/>
                        <a:t>expr &lt; expr</a:t>
                      </a:r>
                    </a:p>
                  </a:txBody>
                  <a:tcPr marL="73273" marR="73273" marT="36637" marB="36637" anchor="ctr"/>
                </a:tc>
                <a:extLst>
                  <a:ext uri="{0D108BD9-81ED-4DB2-BD59-A6C34878D82A}">
                    <a16:rowId xmlns:a16="http://schemas.microsoft.com/office/drawing/2014/main" val="3137229064"/>
                  </a:ext>
                </a:extLst>
              </a:tr>
              <a:tr h="36752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&lt;=</a:t>
                      </a:r>
                      <a:endParaRPr lang="en-US" sz="1800" b="1" i="0" noProof="0">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noProof="0"/>
                        <a:t>Value less than or equal</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dirty="0"/>
                        <a:t>expr &lt;= expr</a:t>
                      </a:r>
                    </a:p>
                  </a:txBody>
                  <a:tcPr marL="73273" marR="73273" marT="36637" marB="36637" anchor="ctr"/>
                </a:tc>
                <a:extLst>
                  <a:ext uri="{0D108BD9-81ED-4DB2-BD59-A6C34878D82A}">
                    <a16:rowId xmlns:a16="http://schemas.microsoft.com/office/drawing/2014/main" val="1119249700"/>
                  </a:ext>
                </a:extLst>
              </a:tr>
              <a:tr h="41178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&gt;</a:t>
                      </a:r>
                      <a:endParaRPr lang="en-US" sz="1800" b="1" i="0" noProof="0">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noProof="0"/>
                        <a:t>Value greater than</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a:t>expr &gt; expr</a:t>
                      </a:r>
                    </a:p>
                  </a:txBody>
                  <a:tcPr marL="73273" marR="73273" marT="36637" marB="36637" anchor="ctr"/>
                </a:tc>
                <a:extLst>
                  <a:ext uri="{0D108BD9-81ED-4DB2-BD59-A6C34878D82A}">
                    <a16:rowId xmlns:a16="http://schemas.microsoft.com/office/drawing/2014/main" val="2222224547"/>
                  </a:ext>
                </a:extLst>
              </a:tr>
              <a:tr h="65757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&gt;=</a:t>
                      </a:r>
                      <a:endParaRPr lang="en-US" sz="1800" b="1" i="0" noProof="0">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noProof="0" dirty="0"/>
                        <a:t>Value greater than or equal</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a:t>expr &gt;= expr</a:t>
                      </a:r>
                    </a:p>
                  </a:txBody>
                  <a:tcPr marL="73273" marR="73273" marT="36637" marB="36637" anchor="ctr"/>
                </a:tc>
                <a:extLst>
                  <a:ext uri="{0D108BD9-81ED-4DB2-BD59-A6C34878D82A}">
                    <a16:rowId xmlns:a16="http://schemas.microsoft.com/office/drawing/2014/main" val="4180840069"/>
                  </a:ext>
                </a:extLst>
              </a:tr>
              <a:tr h="44752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a:t>
                      </a:r>
                      <a:endParaRPr lang="en-US" sz="1800" b="1" i="0" noProof="0">
                        <a:latin typeface="+mn-lt"/>
                        <a:cs typeface="Courier New" panose="02070309020205020404" pitchFamily="49" charset="0"/>
                      </a:endParaRPr>
                    </a:p>
                  </a:txBody>
                  <a:tcPr marL="73273" marR="73273" marT="36637" marB="36637" anchor="ctr"/>
                </a:tc>
                <a:tc>
                  <a:txBody>
                    <a:bodyPr/>
                    <a:lstStyle/>
                    <a:p>
                      <a:pPr algn="l">
                        <a:spcBef>
                          <a:spcPts val="600"/>
                        </a:spcBef>
                      </a:pPr>
                      <a:r>
                        <a:rPr lang="en-US" sz="1800" noProof="0"/>
                        <a:t>Value equality</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a:t>expr == expr</a:t>
                      </a:r>
                    </a:p>
                  </a:txBody>
                  <a:tcPr marL="73273" marR="73273" marT="36637" marB="36637" anchor="ctr"/>
                </a:tc>
                <a:extLst>
                  <a:ext uri="{0D108BD9-81ED-4DB2-BD59-A6C34878D82A}">
                    <a16:rowId xmlns:a16="http://schemas.microsoft.com/office/drawing/2014/main" val="2760987105"/>
                  </a:ext>
                </a:extLst>
              </a:tr>
              <a:tr h="447529">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a:t>
                      </a:r>
                      <a:endParaRPr lang="en-US" sz="1800" b="1" i="0" noProof="0">
                        <a:latin typeface="+mn-lt"/>
                        <a:cs typeface="Courier New" panose="02070309020205020404" pitchFamily="49" charset="0"/>
                      </a:endParaRPr>
                    </a:p>
                  </a:txBody>
                  <a:tcPr marL="73273" marR="73273" marT="36637" marB="36637" anchor="ctr"/>
                </a:tc>
                <a:tc>
                  <a:txBody>
                    <a:bodyPr/>
                    <a:lstStyle/>
                    <a:p>
                      <a:pPr algn="l">
                        <a:spcBef>
                          <a:spcPts val="600"/>
                        </a:spcBef>
                      </a:pPr>
                      <a:r>
                        <a:rPr lang="en-US" sz="1800" noProof="0"/>
                        <a:t>Value inequality</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a:t>expr != expr</a:t>
                      </a:r>
                    </a:p>
                  </a:txBody>
                  <a:tcPr marL="73273" marR="73273" marT="36637" marB="36637" anchor="ctr"/>
                </a:tc>
                <a:extLst>
                  <a:ext uri="{0D108BD9-81ED-4DB2-BD59-A6C34878D82A}">
                    <a16:rowId xmlns:a16="http://schemas.microsoft.com/office/drawing/2014/main" val="1329854863"/>
                  </a:ext>
                </a:extLst>
              </a:tr>
              <a:tr h="65757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is</a:t>
                      </a:r>
                      <a:endParaRPr lang="en-US" sz="1800" b="1" i="0" noProof="0">
                        <a:latin typeface="+mn-lt"/>
                        <a:cs typeface="Courier New" panose="02070309020205020404" pitchFamily="49" charset="0"/>
                      </a:endParaRPr>
                    </a:p>
                  </a:txBody>
                  <a:tcPr marL="73273" marR="73273" marT="36637" marB="36637" anchor="ctr"/>
                </a:tc>
                <a:tc>
                  <a:txBody>
                    <a:bodyPr/>
                    <a:lstStyle/>
                    <a:p>
                      <a:pPr algn="l">
                        <a:spcBef>
                          <a:spcPts val="600"/>
                        </a:spcBef>
                      </a:pPr>
                      <a:r>
                        <a:rPr lang="en-US" sz="1800" noProof="0"/>
                        <a:t>Object identity is the same</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dirty="0"/>
                        <a:t>expr is expr</a:t>
                      </a:r>
                    </a:p>
                  </a:txBody>
                  <a:tcPr marL="73273" marR="73273" marT="36637" marB="36637" anchor="ctr"/>
                </a:tc>
                <a:extLst>
                  <a:ext uri="{0D108BD9-81ED-4DB2-BD59-A6C34878D82A}">
                    <a16:rowId xmlns:a16="http://schemas.microsoft.com/office/drawing/2014/main" val="347526517"/>
                  </a:ext>
                </a:extLst>
              </a:tr>
            </a:tbl>
          </a:graphicData>
        </a:graphic>
      </p:graphicFrame>
      <p:graphicFrame>
        <p:nvGraphicFramePr>
          <p:cNvPr id="7" name="Table 6">
            <a:extLst>
              <a:ext uri="{FF2B5EF4-FFF2-40B4-BE49-F238E27FC236}">
                <a16:creationId xmlns:a16="http://schemas.microsoft.com/office/drawing/2014/main" id="{D7A511FD-0CFF-CD4E-8245-C41814A9AA51}"/>
              </a:ext>
            </a:extLst>
          </p:cNvPr>
          <p:cNvGraphicFramePr>
            <a:graphicFrameLocks noGrp="1"/>
          </p:cNvGraphicFramePr>
          <p:nvPr>
            <p:extLst>
              <p:ext uri="{D42A27DB-BD31-4B8C-83A1-F6EECF244321}">
                <p14:modId xmlns:p14="http://schemas.microsoft.com/office/powerpoint/2010/main" val="3911221086"/>
              </p:ext>
            </p:extLst>
          </p:nvPr>
        </p:nvGraphicFramePr>
        <p:xfrm>
          <a:off x="6213456" y="2232540"/>
          <a:ext cx="5534624" cy="1084638"/>
        </p:xfrm>
        <a:graphic>
          <a:graphicData uri="http://schemas.openxmlformats.org/drawingml/2006/table">
            <a:tbl>
              <a:tblPr bandRow="1">
                <a:tableStyleId>{00A15C55-8517-42AA-B614-E9B94910E393}</a:tableStyleId>
              </a:tblPr>
              <a:tblGrid>
                <a:gridCol w="1184618">
                  <a:extLst>
                    <a:ext uri="{9D8B030D-6E8A-4147-A177-3AD203B41FA5}">
                      <a16:colId xmlns:a16="http://schemas.microsoft.com/office/drawing/2014/main" val="1551974525"/>
                    </a:ext>
                  </a:extLst>
                </a:gridCol>
                <a:gridCol w="2551657">
                  <a:extLst>
                    <a:ext uri="{9D8B030D-6E8A-4147-A177-3AD203B41FA5}">
                      <a16:colId xmlns:a16="http://schemas.microsoft.com/office/drawing/2014/main" val="587885695"/>
                    </a:ext>
                  </a:extLst>
                </a:gridCol>
                <a:gridCol w="1798349">
                  <a:extLst>
                    <a:ext uri="{9D8B030D-6E8A-4147-A177-3AD203B41FA5}">
                      <a16:colId xmlns:a16="http://schemas.microsoft.com/office/drawing/2014/main" val="1738124389"/>
                    </a:ext>
                  </a:extLst>
                </a:gridCol>
              </a:tblGrid>
              <a:tr h="33573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solidFill>
                            <a:schemeClr val="tx1"/>
                          </a:solidFill>
                        </a:rPr>
                        <a:t>not</a:t>
                      </a:r>
                      <a:endParaRPr lang="en-US" sz="1800" b="1" i="0" noProof="0">
                        <a:solidFill>
                          <a:schemeClr val="tx1"/>
                        </a:solidFill>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b="0" noProof="0">
                          <a:solidFill>
                            <a:schemeClr val="tx1"/>
                          </a:solidFill>
                        </a:rPr>
                        <a:t>Logical NOT</a:t>
                      </a:r>
                    </a:p>
                  </a:txBody>
                  <a:tcPr marL="73273" marR="73273" marT="36637" marB="36637" anchor="ctr"/>
                </a:tc>
                <a:tc>
                  <a:txBody>
                    <a:bodyPr/>
                    <a:lstStyle/>
                    <a:p>
                      <a:pPr algn="l">
                        <a:spcBef>
                          <a:spcPts val="600"/>
                        </a:spcBef>
                      </a:pPr>
                      <a:r>
                        <a:rPr lang="en-US" sz="1800" b="1" noProof="0" dirty="0">
                          <a:solidFill>
                            <a:schemeClr val="tx1"/>
                          </a:solidFill>
                        </a:rPr>
                        <a:t>not</a:t>
                      </a:r>
                      <a:r>
                        <a:rPr lang="en-US" sz="1800" noProof="0" dirty="0">
                          <a:solidFill>
                            <a:schemeClr val="tx1"/>
                          </a:solidFill>
                        </a:rPr>
                        <a:t> </a:t>
                      </a:r>
                      <a:r>
                        <a:rPr lang="en-US" sz="1800" b="0" noProof="0" dirty="0">
                          <a:solidFill>
                            <a:schemeClr val="tx1"/>
                          </a:solidFill>
                        </a:rPr>
                        <a:t>expr</a:t>
                      </a:r>
                    </a:p>
                  </a:txBody>
                  <a:tcPr marL="73273" marR="73273" marT="36637" marB="36637" anchor="ctr"/>
                </a:tc>
                <a:extLst>
                  <a:ext uri="{0D108BD9-81ED-4DB2-BD59-A6C34878D82A}">
                    <a16:rowId xmlns:a16="http://schemas.microsoft.com/office/drawing/2014/main" val="3137229064"/>
                  </a:ext>
                </a:extLst>
              </a:tr>
              <a:tr h="32033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and</a:t>
                      </a:r>
                      <a:endParaRPr lang="en-US" sz="1800" b="1" i="0" noProof="0">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noProof="0"/>
                        <a:t>Logical AND</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a:t>expr </a:t>
                      </a:r>
                      <a:r>
                        <a:rPr lang="en-US" sz="1800" b="1" noProof="0"/>
                        <a:t>and</a:t>
                      </a:r>
                      <a:r>
                        <a:rPr lang="en-US" sz="1800" noProof="0"/>
                        <a:t> expr</a:t>
                      </a:r>
                    </a:p>
                  </a:txBody>
                  <a:tcPr marL="73273" marR="73273" marT="36637" marB="36637" anchor="ctr"/>
                </a:tc>
                <a:extLst>
                  <a:ext uri="{0D108BD9-81ED-4DB2-BD59-A6C34878D82A}">
                    <a16:rowId xmlns:a16="http://schemas.microsoft.com/office/drawing/2014/main" val="1119249700"/>
                  </a:ext>
                </a:extLst>
              </a:tr>
              <a:tr h="38945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noProof="0"/>
                        <a:t>or</a:t>
                      </a:r>
                      <a:endParaRPr lang="en-US" sz="1800" b="1" i="0" noProof="0">
                        <a:latin typeface="Courier New" panose="02070309020205020404" pitchFamily="49" charset="0"/>
                        <a:cs typeface="Courier New" panose="02070309020205020404" pitchFamily="49" charset="0"/>
                      </a:endParaRPr>
                    </a:p>
                  </a:txBody>
                  <a:tcPr marL="73273" marR="73273" marT="36637" marB="36637" anchor="ctr"/>
                </a:tc>
                <a:tc>
                  <a:txBody>
                    <a:bodyPr/>
                    <a:lstStyle/>
                    <a:p>
                      <a:pPr algn="l">
                        <a:spcBef>
                          <a:spcPts val="600"/>
                        </a:spcBef>
                      </a:pPr>
                      <a:r>
                        <a:rPr lang="en-US" sz="1800" noProof="0"/>
                        <a:t>Logical OR</a:t>
                      </a: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800" noProof="0" dirty="0"/>
                        <a:t>expr </a:t>
                      </a:r>
                      <a:r>
                        <a:rPr lang="en-US" sz="1800" b="1" noProof="0" dirty="0"/>
                        <a:t>or</a:t>
                      </a:r>
                      <a:r>
                        <a:rPr lang="en-US" sz="1800" noProof="0" dirty="0"/>
                        <a:t>  expr</a:t>
                      </a:r>
                    </a:p>
                  </a:txBody>
                  <a:tcPr marL="73273" marR="73273" marT="36637" marB="36637" anchor="ctr"/>
                </a:tc>
                <a:extLst>
                  <a:ext uri="{0D108BD9-81ED-4DB2-BD59-A6C34878D82A}">
                    <a16:rowId xmlns:a16="http://schemas.microsoft.com/office/drawing/2014/main" val="2222224547"/>
                  </a:ext>
                </a:extLst>
              </a:tr>
            </a:tbl>
          </a:graphicData>
        </a:graphic>
      </p:graphicFrame>
    </p:spTree>
    <p:extLst>
      <p:ext uri="{BB962C8B-B14F-4D97-AF65-F5344CB8AC3E}">
        <p14:creationId xmlns:p14="http://schemas.microsoft.com/office/powerpoint/2010/main" val="1508686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4D64F-00C8-4D63-E51A-DFB7A3430625}"/>
              </a:ext>
            </a:extLst>
          </p:cNvPr>
          <p:cNvSpPr>
            <a:spLocks noGrp="1"/>
          </p:cNvSpPr>
          <p:nvPr>
            <p:ph type="ctrTitle"/>
          </p:nvPr>
        </p:nvSpPr>
        <p:spPr/>
        <p:txBody>
          <a:bodyPr/>
          <a:lstStyle/>
          <a:p>
            <a:r>
              <a:rPr lang="en-GB" dirty="0"/>
              <a:t>Review questions</a:t>
            </a:r>
          </a:p>
        </p:txBody>
      </p:sp>
      <p:sp>
        <p:nvSpPr>
          <p:cNvPr id="6" name="Text Placeholder 5">
            <a:extLst>
              <a:ext uri="{FF2B5EF4-FFF2-40B4-BE49-F238E27FC236}">
                <a16:creationId xmlns:a16="http://schemas.microsoft.com/office/drawing/2014/main" id="{9A3EAC25-A4FA-3E86-789C-3F19C3B2315B}"/>
              </a:ext>
            </a:extLst>
          </p:cNvPr>
          <p:cNvSpPr>
            <a:spLocks noGrp="1"/>
          </p:cNvSpPr>
          <p:nvPr>
            <p:ph type="body" sz="quarter" idx="13"/>
          </p:nvPr>
        </p:nvSpPr>
        <p:spPr/>
        <p:txBody>
          <a:bodyPr/>
          <a:lstStyle/>
          <a:p>
            <a:pPr marL="263525" indent="-263525">
              <a:buAutoNum type="arabicPeriod"/>
            </a:pPr>
            <a:r>
              <a:rPr lang="en-GB" b="1" dirty="0"/>
              <a:t>What is the correct statement about Python variables?</a:t>
            </a:r>
          </a:p>
          <a:p>
            <a:pPr marL="538163" indent="-274638">
              <a:buFont typeface="+mj-lt"/>
              <a:buAutoNum type="alphaLcPeriod"/>
            </a:pPr>
            <a:r>
              <a:rPr lang="en-GB" dirty="0"/>
              <a:t>They must be declared with a type.</a:t>
            </a:r>
          </a:p>
          <a:p>
            <a:pPr marL="538163" indent="-274638">
              <a:buFont typeface="+mj-lt"/>
              <a:buAutoNum type="alphaLcPeriod"/>
            </a:pPr>
            <a:r>
              <a:rPr lang="en-GB" dirty="0"/>
              <a:t>They store the actual value.</a:t>
            </a:r>
          </a:p>
          <a:p>
            <a:pPr marL="538163" indent="-274638">
              <a:buFont typeface="+mj-lt"/>
              <a:buAutoNum type="alphaLcPeriod"/>
            </a:pPr>
            <a:r>
              <a:rPr lang="en-GB" dirty="0"/>
              <a:t>They are references to objects in memory .</a:t>
            </a:r>
          </a:p>
          <a:p>
            <a:pPr marL="538163" indent="-274638">
              <a:buFont typeface="+mj-lt"/>
              <a:buAutoNum type="alphaLcPeriod"/>
            </a:pPr>
            <a:r>
              <a:rPr lang="en-GB" dirty="0"/>
              <a:t>They must start with an uppercase letter.</a:t>
            </a:r>
          </a:p>
          <a:p>
            <a:pPr marL="263525" indent="-263525">
              <a:buFont typeface="+mj-lt"/>
              <a:buAutoNum type="arabicPeriod" startAt="2"/>
            </a:pPr>
            <a:r>
              <a:rPr lang="en-GB" b="1" dirty="0"/>
              <a:t>Which of the following types is immutable in Python?</a:t>
            </a:r>
          </a:p>
          <a:p>
            <a:pPr marL="538163" indent="-274638">
              <a:buFont typeface="+mj-lt"/>
              <a:buAutoNum type="alphaLcPeriod"/>
            </a:pPr>
            <a:r>
              <a:rPr lang="en-GB" dirty="0"/>
              <a:t>List</a:t>
            </a:r>
          </a:p>
          <a:p>
            <a:pPr marL="538163" indent="-274638">
              <a:buFont typeface="+mj-lt"/>
              <a:buAutoNum type="alphaLcPeriod"/>
            </a:pPr>
            <a:r>
              <a:rPr lang="en-GB" dirty="0"/>
              <a:t>Dictionary</a:t>
            </a:r>
          </a:p>
          <a:p>
            <a:pPr marL="538163" indent="-274638">
              <a:buFont typeface="+mj-lt"/>
              <a:buAutoNum type="alphaLcPeriod"/>
            </a:pPr>
            <a:r>
              <a:rPr lang="en-GB" dirty="0"/>
              <a:t>Set</a:t>
            </a:r>
          </a:p>
          <a:p>
            <a:pPr marL="538163" indent="-274638">
              <a:buFont typeface="+mj-lt"/>
              <a:buAutoNum type="alphaLcPeriod"/>
            </a:pPr>
            <a:r>
              <a:rPr lang="en-GB" dirty="0"/>
              <a:t>Tuple</a:t>
            </a:r>
          </a:p>
        </p:txBody>
      </p:sp>
      <p:sp>
        <p:nvSpPr>
          <p:cNvPr id="4" name="Slide Number Placeholder 3">
            <a:extLst>
              <a:ext uri="{FF2B5EF4-FFF2-40B4-BE49-F238E27FC236}">
                <a16:creationId xmlns:a16="http://schemas.microsoft.com/office/drawing/2014/main" id="{509DA24A-B334-E6AB-0D72-8E6C2AF2ED05}"/>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13</a:t>
            </a:fld>
            <a:endParaRPr lang="en-US"/>
          </a:p>
        </p:txBody>
      </p:sp>
    </p:spTree>
    <p:extLst>
      <p:ext uri="{BB962C8B-B14F-4D97-AF65-F5344CB8AC3E}">
        <p14:creationId xmlns:p14="http://schemas.microsoft.com/office/powerpoint/2010/main" val="2917445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B570A-74CA-95B2-FA95-9869F781E2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BDC4B9-32D9-7C9A-51A4-1D671BB98AE4}"/>
              </a:ext>
            </a:extLst>
          </p:cNvPr>
          <p:cNvSpPr>
            <a:spLocks noGrp="1"/>
          </p:cNvSpPr>
          <p:nvPr>
            <p:ph type="ctrTitle"/>
          </p:nvPr>
        </p:nvSpPr>
        <p:spPr/>
        <p:txBody>
          <a:bodyPr/>
          <a:lstStyle/>
          <a:p>
            <a:r>
              <a:rPr lang="en-GB" dirty="0"/>
              <a:t>Review questions</a:t>
            </a:r>
          </a:p>
        </p:txBody>
      </p:sp>
      <p:sp>
        <p:nvSpPr>
          <p:cNvPr id="6" name="Text Placeholder 5">
            <a:extLst>
              <a:ext uri="{FF2B5EF4-FFF2-40B4-BE49-F238E27FC236}">
                <a16:creationId xmlns:a16="http://schemas.microsoft.com/office/drawing/2014/main" id="{645CF064-E311-738D-AB8D-525E017BB6F7}"/>
              </a:ext>
            </a:extLst>
          </p:cNvPr>
          <p:cNvSpPr>
            <a:spLocks noGrp="1"/>
          </p:cNvSpPr>
          <p:nvPr>
            <p:ph type="body" sz="quarter" idx="13"/>
          </p:nvPr>
        </p:nvSpPr>
        <p:spPr/>
        <p:txBody>
          <a:bodyPr/>
          <a:lstStyle/>
          <a:p>
            <a:pPr marL="263525" indent="-263525">
              <a:buFont typeface="+mj-lt"/>
              <a:buAutoNum type="arabicPeriod" startAt="3"/>
            </a:pPr>
            <a:r>
              <a:rPr lang="en-GB" b="1" dirty="0"/>
              <a:t>What does the += operator do in Python?</a:t>
            </a:r>
          </a:p>
          <a:p>
            <a:pPr marL="538163" indent="-274638">
              <a:buFont typeface="+mj-lt"/>
              <a:buAutoNum type="alphaLcPeriod"/>
            </a:pPr>
            <a:r>
              <a:rPr lang="en-GB" dirty="0"/>
              <a:t>Adds two variables and deletes the second.</a:t>
            </a:r>
          </a:p>
          <a:p>
            <a:pPr marL="538163" indent="-274638">
              <a:buFont typeface="+mj-lt"/>
              <a:buAutoNum type="alphaLcPeriod"/>
            </a:pPr>
            <a:r>
              <a:rPr lang="en-GB" dirty="0"/>
              <a:t>Appends to a list only.</a:t>
            </a:r>
          </a:p>
          <a:p>
            <a:pPr marL="538163" indent="-274638">
              <a:buFont typeface="+mj-lt"/>
              <a:buAutoNum type="alphaLcPeriod"/>
            </a:pPr>
            <a:r>
              <a:rPr lang="en-GB" dirty="0"/>
              <a:t>Combines addition and assignment in one step.</a:t>
            </a:r>
          </a:p>
          <a:p>
            <a:pPr marL="538163" indent="-274638">
              <a:buFont typeface="+mj-lt"/>
              <a:buAutoNum type="alphaLcPeriod"/>
            </a:pPr>
            <a:r>
              <a:rPr lang="en-GB" dirty="0"/>
              <a:t>Only works with integers.</a:t>
            </a:r>
          </a:p>
          <a:p>
            <a:pPr marL="263525" indent="-263525">
              <a:buFont typeface="+mj-lt"/>
              <a:buAutoNum type="arabicPeriod" startAt="4"/>
            </a:pPr>
            <a:r>
              <a:rPr lang="en-GB" b="1" dirty="0"/>
              <a:t>What will type("Hello") return?</a:t>
            </a:r>
          </a:p>
          <a:p>
            <a:pPr marL="606425" indent="-342900">
              <a:buFont typeface="+mj-lt"/>
              <a:buAutoNum type="alphaLcPeriod"/>
            </a:pPr>
            <a:r>
              <a:rPr lang="en-GB" dirty="0"/>
              <a:t>'String’</a:t>
            </a:r>
          </a:p>
          <a:p>
            <a:pPr marL="606425" indent="-342900">
              <a:buFont typeface="+mj-lt"/>
              <a:buAutoNum type="alphaLcPeriod"/>
            </a:pPr>
            <a:r>
              <a:rPr lang="en-GB" dirty="0"/>
              <a:t>&lt;type 'Text’&gt;</a:t>
            </a:r>
          </a:p>
          <a:p>
            <a:pPr marL="606425" indent="-342900">
              <a:buFont typeface="+mj-lt"/>
              <a:buAutoNum type="alphaLcPeriod"/>
            </a:pPr>
            <a:r>
              <a:rPr lang="en-GB" dirty="0"/>
              <a:t>&lt;class 'str’&gt; </a:t>
            </a:r>
          </a:p>
          <a:p>
            <a:pPr marL="606425" indent="-342900">
              <a:buFont typeface="+mj-lt"/>
              <a:buAutoNum type="alphaLcPeriod"/>
            </a:pPr>
            <a:r>
              <a:rPr lang="en-GB" dirty="0"/>
              <a:t>object(str)</a:t>
            </a:r>
          </a:p>
        </p:txBody>
      </p:sp>
      <p:sp>
        <p:nvSpPr>
          <p:cNvPr id="4" name="Slide Number Placeholder 3">
            <a:extLst>
              <a:ext uri="{FF2B5EF4-FFF2-40B4-BE49-F238E27FC236}">
                <a16:creationId xmlns:a16="http://schemas.microsoft.com/office/drawing/2014/main" id="{BED82164-30A5-453C-3CEE-24D80A899AF1}"/>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14</a:t>
            </a:fld>
            <a:endParaRPr lang="en-US"/>
          </a:p>
        </p:txBody>
      </p:sp>
    </p:spTree>
    <p:extLst>
      <p:ext uri="{BB962C8B-B14F-4D97-AF65-F5344CB8AC3E}">
        <p14:creationId xmlns:p14="http://schemas.microsoft.com/office/powerpoint/2010/main" val="3223880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FFB4-BCA5-18E9-9F68-1408ED834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34928-5BC1-8AE5-4586-E89CFE7979AC}"/>
              </a:ext>
            </a:extLst>
          </p:cNvPr>
          <p:cNvSpPr>
            <a:spLocks noGrp="1"/>
          </p:cNvSpPr>
          <p:nvPr>
            <p:ph type="ctrTitle"/>
          </p:nvPr>
        </p:nvSpPr>
        <p:spPr/>
        <p:txBody>
          <a:bodyPr/>
          <a:lstStyle/>
          <a:p>
            <a:r>
              <a:rPr lang="en-GB"/>
              <a:t>Summary</a:t>
            </a:r>
          </a:p>
        </p:txBody>
      </p:sp>
      <p:sp>
        <p:nvSpPr>
          <p:cNvPr id="3" name="Text Placeholder 2">
            <a:extLst>
              <a:ext uri="{FF2B5EF4-FFF2-40B4-BE49-F238E27FC236}">
                <a16:creationId xmlns:a16="http://schemas.microsoft.com/office/drawing/2014/main" id="{454A328C-3ADF-54A6-C46E-2DA907147B23}"/>
              </a:ext>
            </a:extLst>
          </p:cNvPr>
          <p:cNvSpPr>
            <a:spLocks noGrp="1"/>
          </p:cNvSpPr>
          <p:nvPr>
            <p:ph type="body" sz="quarter" idx="14"/>
          </p:nvPr>
        </p:nvSpPr>
        <p:spPr/>
        <p:txBody>
          <a:bodyPr/>
          <a:lstStyle/>
          <a:p>
            <a:r>
              <a:rPr lang="en-GB" b="1" dirty="0"/>
              <a:t>Everything is an object in Python</a:t>
            </a:r>
          </a:p>
          <a:p>
            <a:pPr marL="285750" indent="-285750">
              <a:buFont typeface="Arial" panose="020B0604020202020204" pitchFamily="34" charset="0"/>
              <a:buChar char="•"/>
            </a:pPr>
            <a:r>
              <a:rPr lang="en-GB" dirty="0"/>
              <a:t>Variables are simply names referencing these objects.</a:t>
            </a:r>
          </a:p>
          <a:p>
            <a:pPr marL="971550" lvl="1" indent="-285750">
              <a:lnSpc>
                <a:spcPct val="100000"/>
              </a:lnSpc>
            </a:pPr>
            <a:r>
              <a:rPr lang="en-GB" dirty="0"/>
              <a:t>Follow good naming conventions.</a:t>
            </a:r>
          </a:p>
          <a:p>
            <a:pPr marL="285750" indent="-285750">
              <a:buFont typeface="Arial" panose="020B0604020202020204" pitchFamily="34" charset="0"/>
              <a:buChar char="•"/>
            </a:pPr>
            <a:r>
              <a:rPr lang="en-GB" dirty="0"/>
              <a:t>Variables are dynamically typed — determined at assignment.</a:t>
            </a:r>
          </a:p>
          <a:p>
            <a:pPr marL="285750" indent="-285750">
              <a:buFont typeface="Arial" panose="020B0604020202020204" pitchFamily="34" charset="0"/>
              <a:buChar char="•"/>
            </a:pPr>
            <a:r>
              <a:rPr lang="en-GB" dirty="0"/>
              <a:t>Use type() and isinstance() to inspect the class/type of an object.</a:t>
            </a:r>
          </a:p>
        </p:txBody>
      </p:sp>
      <p:sp>
        <p:nvSpPr>
          <p:cNvPr id="4" name="Text Placeholder 3">
            <a:extLst>
              <a:ext uri="{FF2B5EF4-FFF2-40B4-BE49-F238E27FC236}">
                <a16:creationId xmlns:a16="http://schemas.microsoft.com/office/drawing/2014/main" id="{E8530FD8-9DD9-7B9D-1B12-EF087BC7AF5E}"/>
              </a:ext>
            </a:extLst>
          </p:cNvPr>
          <p:cNvSpPr>
            <a:spLocks noGrp="1"/>
          </p:cNvSpPr>
          <p:nvPr>
            <p:ph type="body" sz="quarter" idx="15"/>
          </p:nvPr>
        </p:nvSpPr>
        <p:spPr>
          <a:xfrm>
            <a:off x="6108120" y="1733108"/>
            <a:ext cx="5226629" cy="4061405"/>
          </a:xfrm>
        </p:spPr>
        <p:txBody>
          <a:bodyPr/>
          <a:lstStyle/>
          <a:p>
            <a:pPr marL="285750" indent="-285750">
              <a:buFont typeface="Arial" panose="020B0604020202020204" pitchFamily="34" charset="0"/>
              <a:buChar char="•"/>
            </a:pPr>
            <a:r>
              <a:rPr lang="en-GB" dirty="0"/>
              <a:t>Common built-in types include:</a:t>
            </a:r>
          </a:p>
          <a:p>
            <a:pPr marL="971550" lvl="1" indent="-285750">
              <a:lnSpc>
                <a:spcPct val="100000"/>
              </a:lnSpc>
            </a:pPr>
            <a:r>
              <a:rPr lang="en-GB" b="1" dirty="0"/>
              <a:t>Numbers: </a:t>
            </a:r>
            <a:r>
              <a:rPr lang="en-GB" dirty="0"/>
              <a:t>int, float, complex.</a:t>
            </a:r>
          </a:p>
          <a:p>
            <a:pPr marL="971550" lvl="1" indent="-285750">
              <a:lnSpc>
                <a:spcPct val="100000"/>
              </a:lnSpc>
            </a:pPr>
            <a:r>
              <a:rPr lang="en-GB" b="1" dirty="0"/>
              <a:t>Text: </a:t>
            </a:r>
            <a:r>
              <a:rPr lang="en-GB" dirty="0"/>
              <a:t>str.</a:t>
            </a:r>
          </a:p>
          <a:p>
            <a:pPr marL="971550" lvl="1" indent="-285750">
              <a:lnSpc>
                <a:spcPct val="100000"/>
              </a:lnSpc>
            </a:pPr>
            <a:r>
              <a:rPr lang="en-GB" b="1" dirty="0"/>
              <a:t>Collections:</a:t>
            </a:r>
            <a:r>
              <a:rPr lang="en-GB" dirty="0"/>
              <a:t> list, tuple, </a:t>
            </a:r>
            <a:r>
              <a:rPr lang="en-GB" dirty="0" err="1"/>
              <a:t>dict</a:t>
            </a:r>
            <a:r>
              <a:rPr lang="en-GB" dirty="0"/>
              <a:t>, set, </a:t>
            </a:r>
            <a:r>
              <a:rPr lang="en-GB" dirty="0" err="1"/>
              <a:t>frozenset</a:t>
            </a:r>
            <a:r>
              <a:rPr lang="en-GB" dirty="0"/>
              <a:t>.</a:t>
            </a:r>
          </a:p>
          <a:p>
            <a:pPr marL="971550" lvl="1" indent="-285750">
              <a:lnSpc>
                <a:spcPct val="100000"/>
              </a:lnSpc>
            </a:pPr>
            <a:r>
              <a:rPr lang="en-GB" b="1" dirty="0"/>
              <a:t>Binary:</a:t>
            </a:r>
            <a:r>
              <a:rPr lang="en-GB" dirty="0"/>
              <a:t> bytes, </a:t>
            </a:r>
            <a:r>
              <a:rPr lang="en-GB" dirty="0" err="1"/>
              <a:t>bytearray</a:t>
            </a:r>
            <a:r>
              <a:rPr lang="en-GB" dirty="0"/>
              <a:t>.</a:t>
            </a:r>
          </a:p>
          <a:p>
            <a:pPr marL="285750" indent="-285750">
              <a:buFont typeface="Arial" panose="020B0604020202020204" pitchFamily="34" charset="0"/>
              <a:buChar char="•"/>
            </a:pPr>
            <a:r>
              <a:rPr lang="en-GB" dirty="0"/>
              <a:t>Mutable vs Immutable:</a:t>
            </a:r>
          </a:p>
          <a:p>
            <a:pPr marL="971550" lvl="1" indent="-285750">
              <a:lnSpc>
                <a:spcPct val="100000"/>
              </a:lnSpc>
            </a:pPr>
            <a:r>
              <a:rPr lang="en-GB" b="1" dirty="0"/>
              <a:t>Mutable</a:t>
            </a:r>
            <a:r>
              <a:rPr lang="en-GB" dirty="0"/>
              <a:t>: list, </a:t>
            </a:r>
            <a:r>
              <a:rPr lang="en-GB" dirty="0" err="1"/>
              <a:t>dict</a:t>
            </a:r>
            <a:r>
              <a:rPr lang="en-GB" dirty="0"/>
              <a:t>, set, </a:t>
            </a:r>
            <a:r>
              <a:rPr lang="en-GB" dirty="0" err="1"/>
              <a:t>bytearray</a:t>
            </a:r>
            <a:endParaRPr lang="en-GB" dirty="0"/>
          </a:p>
          <a:p>
            <a:pPr marL="971550" lvl="1" indent="-285750">
              <a:lnSpc>
                <a:spcPct val="100000"/>
              </a:lnSpc>
            </a:pPr>
            <a:r>
              <a:rPr lang="en-GB" b="1" dirty="0"/>
              <a:t>Immutable</a:t>
            </a:r>
            <a:r>
              <a:rPr lang="en-GB" dirty="0"/>
              <a:t>: int, float, str, tuple, </a:t>
            </a:r>
            <a:r>
              <a:rPr lang="en-GB" dirty="0" err="1"/>
              <a:t>frozenset</a:t>
            </a:r>
            <a:r>
              <a:rPr lang="en-GB" dirty="0"/>
              <a:t>, bytes</a:t>
            </a:r>
          </a:p>
          <a:p>
            <a:pPr marL="285750" indent="-285750">
              <a:buFont typeface="Arial" panose="020B0604020202020204" pitchFamily="34" charset="0"/>
              <a:buChar char="•"/>
            </a:pPr>
            <a:r>
              <a:rPr lang="en-GB" dirty="0"/>
              <a:t>Augmented assignment operators (+=, -=, *=)</a:t>
            </a:r>
          </a:p>
          <a:p>
            <a:pPr marL="285750" indent="-285750">
              <a:buFont typeface="Arial" panose="020B0604020202020204" pitchFamily="34" charset="0"/>
              <a:buChar char="•"/>
            </a:pPr>
            <a:r>
              <a:rPr lang="en-GB" dirty="0"/>
              <a:t>Conversions between types (for example, str(), int()) must be explicit.</a:t>
            </a:r>
          </a:p>
          <a:p>
            <a:endParaRPr lang="en-US" dirty="0"/>
          </a:p>
        </p:txBody>
      </p:sp>
      <p:sp>
        <p:nvSpPr>
          <p:cNvPr id="5" name="Slide Number Placeholder 3">
            <a:extLst>
              <a:ext uri="{FF2B5EF4-FFF2-40B4-BE49-F238E27FC236}">
                <a16:creationId xmlns:a16="http://schemas.microsoft.com/office/drawing/2014/main" id="{6DB604F4-0CCF-1569-8C7F-E0792F7D2034}"/>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15</a:t>
            </a:fld>
            <a:endParaRPr lang="en-US" dirty="0"/>
          </a:p>
        </p:txBody>
      </p:sp>
    </p:spTree>
    <p:extLst>
      <p:ext uri="{BB962C8B-B14F-4D97-AF65-F5344CB8AC3E}">
        <p14:creationId xmlns:p14="http://schemas.microsoft.com/office/powerpoint/2010/main" val="4147090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US" dirty="0"/>
              <a:t>Module 3: String handling</a:t>
            </a:r>
          </a:p>
        </p:txBody>
      </p:sp>
      <p:sp>
        <p:nvSpPr>
          <p:cNvPr id="2" name="Subtitle 1">
            <a:extLst>
              <a:ext uri="{FF2B5EF4-FFF2-40B4-BE49-F238E27FC236}">
                <a16:creationId xmlns:a16="http://schemas.microsoft.com/office/drawing/2014/main" id="{CA40A33F-90B5-F3E5-7C90-7C57E811F95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809671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1098-A3A8-149C-7237-526FAFD9E4CF}"/>
              </a:ext>
            </a:extLst>
          </p:cNvPr>
          <p:cNvSpPr>
            <a:spLocks noGrp="1"/>
          </p:cNvSpPr>
          <p:nvPr>
            <p:ph type="ctrTitle"/>
          </p:nvPr>
        </p:nvSpPr>
        <p:spPr/>
        <p:txBody>
          <a:bodyPr/>
          <a:lstStyle/>
          <a:p>
            <a:r>
              <a:rPr lang="en-GB"/>
              <a:t>Learning objectives</a:t>
            </a:r>
            <a:endParaRPr lang="en-GB" dirty="0"/>
          </a:p>
        </p:txBody>
      </p:sp>
      <p:sp>
        <p:nvSpPr>
          <p:cNvPr id="5" name="Text Placeholder 4">
            <a:extLst>
              <a:ext uri="{FF2B5EF4-FFF2-40B4-BE49-F238E27FC236}">
                <a16:creationId xmlns:a16="http://schemas.microsoft.com/office/drawing/2014/main" id="{CF3D17F6-A452-9FAF-389D-E9ED04A5DEB1}"/>
              </a:ext>
            </a:extLst>
          </p:cNvPr>
          <p:cNvSpPr>
            <a:spLocks noGrp="1"/>
          </p:cNvSpPr>
          <p:nvPr>
            <p:ph type="body" sz="quarter" idx="13"/>
          </p:nvPr>
        </p:nvSpPr>
        <p:spPr/>
        <p:txBody>
          <a:bodyPr/>
          <a:lstStyle/>
          <a:p>
            <a:r>
              <a:rPr lang="en-GB"/>
              <a:t>By the end of this chapter, you will be able to:</a:t>
            </a:r>
          </a:p>
          <a:p>
            <a:pPr marL="285750" indent="-285750">
              <a:buFont typeface="Arial" panose="020B0604020202020204" pitchFamily="34" charset="0"/>
              <a:buChar char="•"/>
            </a:pPr>
            <a:r>
              <a:rPr lang="en-GB"/>
              <a:t>Explain how Python represents strings as Unicode text.</a:t>
            </a:r>
          </a:p>
          <a:p>
            <a:pPr marL="285750" indent="-285750">
              <a:buFont typeface="Arial" panose="020B0604020202020204" pitchFamily="34" charset="0"/>
              <a:buChar char="•"/>
            </a:pPr>
            <a:r>
              <a:rPr lang="en-GB"/>
              <a:t>Use escape sequences and triple quotes to handle special and multi-line text.</a:t>
            </a:r>
          </a:p>
          <a:p>
            <a:pPr marL="285750" indent="-285750">
              <a:buFont typeface="Arial" panose="020B0604020202020204" pitchFamily="34" charset="0"/>
              <a:buChar char="•"/>
            </a:pPr>
            <a:r>
              <a:rPr lang="en-GB"/>
              <a:t>Apply string concatenation and understand why strings are immutable.</a:t>
            </a:r>
          </a:p>
          <a:p>
            <a:pPr marL="285750" indent="-285750">
              <a:buFont typeface="Arial" panose="020B0604020202020204" pitchFamily="34" charset="0"/>
              <a:buChar char="•"/>
            </a:pPr>
            <a:r>
              <a:rPr lang="en-GB"/>
              <a:t>Use key string methods for searching, testing, and transforming text.</a:t>
            </a:r>
          </a:p>
          <a:p>
            <a:pPr marL="285750" indent="-285750">
              <a:buFont typeface="Arial" panose="020B0604020202020204" pitchFamily="34" charset="0"/>
              <a:buChar char="•"/>
            </a:pPr>
            <a:r>
              <a:rPr lang="en-GB"/>
              <a:t>Format strings using str.format() and f-strings.</a:t>
            </a:r>
          </a:p>
          <a:p>
            <a:pPr marL="285750" indent="-285750">
              <a:buFont typeface="Arial" panose="020B0604020202020204" pitchFamily="34" charset="0"/>
              <a:buChar char="•"/>
            </a:pPr>
            <a:r>
              <a:rPr lang="en-GB"/>
              <a:t>Split and join strings effectively for text processing.</a:t>
            </a:r>
          </a:p>
          <a:p>
            <a:pPr marL="285750" indent="-285750">
              <a:buFont typeface="Arial" panose="020B0604020202020204" pitchFamily="34" charset="0"/>
              <a:buChar char="•"/>
            </a:pPr>
            <a:r>
              <a:rPr lang="en-GB"/>
              <a:t>Perform slicing operations on strings and other sequence types.</a:t>
            </a:r>
            <a:endParaRPr lang="en-GB" dirty="0"/>
          </a:p>
        </p:txBody>
      </p:sp>
    </p:spTree>
    <p:extLst>
      <p:ext uri="{BB962C8B-B14F-4D97-AF65-F5344CB8AC3E}">
        <p14:creationId xmlns:p14="http://schemas.microsoft.com/office/powerpoint/2010/main" val="2937095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4B0F1-82D2-7C9A-B4BD-F396264D487D}"/>
              </a:ext>
            </a:extLst>
          </p:cNvPr>
          <p:cNvSpPr>
            <a:spLocks noGrp="1"/>
          </p:cNvSpPr>
          <p:nvPr>
            <p:ph type="ctrTitle"/>
          </p:nvPr>
        </p:nvSpPr>
        <p:spPr/>
        <p:txBody>
          <a:bodyPr/>
          <a:lstStyle/>
          <a:p>
            <a:r>
              <a:rPr lang="en-GB" dirty="0"/>
              <a:t>Printing strings in Python</a:t>
            </a:r>
          </a:p>
        </p:txBody>
      </p:sp>
      <p:sp>
        <p:nvSpPr>
          <p:cNvPr id="3" name="Text Placeholder 2">
            <a:extLst>
              <a:ext uri="{FF2B5EF4-FFF2-40B4-BE49-F238E27FC236}">
                <a16:creationId xmlns:a16="http://schemas.microsoft.com/office/drawing/2014/main" id="{25650063-5C20-A6A3-FA3E-9E0DF06EFDB6}"/>
              </a:ext>
            </a:extLst>
          </p:cNvPr>
          <p:cNvSpPr>
            <a:spLocks noGrp="1"/>
          </p:cNvSpPr>
          <p:nvPr>
            <p:ph type="body" sz="quarter" idx="14"/>
          </p:nvPr>
        </p:nvSpPr>
        <p:spPr>
          <a:xfrm>
            <a:off x="443921" y="1733108"/>
            <a:ext cx="8921592" cy="4061405"/>
          </a:xfrm>
        </p:spPr>
        <p:txBody>
          <a:bodyPr/>
          <a:lstStyle/>
          <a:p>
            <a:r>
              <a:rPr lang="en-GB" b="1" dirty="0"/>
              <a:t>Printing strings in Python:</a:t>
            </a:r>
          </a:p>
          <a:p>
            <a:pPr marL="285750" indent="-285750">
              <a:buFont typeface="Arial" panose="020B0604020202020204" pitchFamily="34" charset="0"/>
              <a:buChar char="•"/>
            </a:pPr>
            <a:r>
              <a:rPr lang="en-GB" dirty="0"/>
              <a:t>print() is one of the most commonly used functions:</a:t>
            </a:r>
          </a:p>
          <a:p>
            <a:pPr marL="285750" indent="-285750">
              <a:buFont typeface="Arial" panose="020B0604020202020204" pitchFamily="34" charset="0"/>
              <a:buChar char="•"/>
            </a:pPr>
            <a:r>
              <a:rPr lang="en-GB" dirty="0"/>
              <a:t>Display a </a:t>
            </a:r>
            <a:r>
              <a:rPr lang="en-GB" b="1" dirty="0"/>
              <a:t>comma-separated list of objects</a:t>
            </a:r>
            <a:r>
              <a:rPr lang="en-GB" dirty="0"/>
              <a:t>, automatically converting to strings.</a:t>
            </a:r>
          </a:p>
          <a:p>
            <a:endParaRPr lang="en-GB" dirty="0"/>
          </a:p>
          <a:p>
            <a:r>
              <a:rPr lang="en-GB" b="1" dirty="0"/>
              <a:t>Key named arguments (can appear in any order):</a:t>
            </a:r>
          </a:p>
          <a:p>
            <a:pPr marL="285750" indent="-285750">
              <a:buFont typeface="Arial" panose="020B0604020202020204" pitchFamily="34" charset="0"/>
              <a:buChar char="•"/>
            </a:pPr>
            <a:r>
              <a:rPr lang="en-GB" b="1" dirty="0" err="1"/>
              <a:t>sep</a:t>
            </a:r>
            <a:r>
              <a:rPr lang="en-GB" b="1" dirty="0"/>
              <a:t>:</a:t>
            </a:r>
            <a:r>
              <a:rPr lang="en-GB" dirty="0"/>
              <a:t> Separator between items (default is space).</a:t>
            </a:r>
          </a:p>
          <a:p>
            <a:pPr marL="285750" indent="-285750">
              <a:buFont typeface="Arial" panose="020B0604020202020204" pitchFamily="34" charset="0"/>
              <a:buChar char="•"/>
            </a:pPr>
            <a:r>
              <a:rPr lang="en-GB" b="1" dirty="0"/>
              <a:t>end:</a:t>
            </a:r>
            <a:r>
              <a:rPr lang="en-GB" dirty="0"/>
              <a:t> String appended after output (default is newline \n)</a:t>
            </a:r>
          </a:p>
          <a:p>
            <a:pPr marL="285750" indent="-285750">
              <a:buFont typeface="Arial" panose="020B0604020202020204" pitchFamily="34" charset="0"/>
              <a:buChar char="•"/>
            </a:pPr>
            <a:r>
              <a:rPr lang="en-GB" b="1" dirty="0"/>
              <a:t>File:</a:t>
            </a:r>
            <a:r>
              <a:rPr lang="en-GB" dirty="0"/>
              <a:t> File-like object to write to (default is </a:t>
            </a:r>
            <a:r>
              <a:rPr lang="en-GB" dirty="0" err="1"/>
              <a:t>sys.stdout</a:t>
            </a:r>
            <a:r>
              <a:rPr lang="en-GB" dirty="0"/>
              <a:t>).</a:t>
            </a:r>
          </a:p>
          <a:p>
            <a:pPr marL="285750" indent="-285750">
              <a:buFont typeface="Arial" panose="020B0604020202020204" pitchFamily="34" charset="0"/>
              <a:buChar char="•"/>
            </a:pPr>
            <a:r>
              <a:rPr lang="en-GB" b="1" dirty="0"/>
              <a:t>Flush:</a:t>
            </a:r>
            <a:r>
              <a:rPr lang="en-GB" dirty="0"/>
              <a:t> Whether to flush the output buffer (default is False since 3.3).</a:t>
            </a:r>
          </a:p>
          <a:p>
            <a:endParaRPr lang="en-GB" dirty="0"/>
          </a:p>
        </p:txBody>
      </p:sp>
      <p:sp>
        <p:nvSpPr>
          <p:cNvPr id="5" name="Slide Number Placeholder 4">
            <a:extLst>
              <a:ext uri="{FF2B5EF4-FFF2-40B4-BE49-F238E27FC236}">
                <a16:creationId xmlns:a16="http://schemas.microsoft.com/office/drawing/2014/main" id="{2CB3F27D-E72E-446E-42FB-B1CC3F971D92}"/>
              </a:ext>
            </a:extLst>
          </p:cNvPr>
          <p:cNvSpPr>
            <a:spLocks noGrp="1"/>
          </p:cNvSpPr>
          <p:nvPr>
            <p:ph type="sldNum" sz="quarter" idx="12"/>
          </p:nvPr>
        </p:nvSpPr>
        <p:spPr/>
        <p:txBody>
          <a:bodyPr/>
          <a:lstStyle/>
          <a:p>
            <a:fld id="{F3469444-D02B-D446-9CF8-19DEDDE073D1}" type="slidenum">
              <a:rPr lang="en-US" smtClean="0"/>
              <a:pPr/>
              <a:t>18</a:t>
            </a:fld>
            <a:endParaRPr lang="en-US"/>
          </a:p>
        </p:txBody>
      </p:sp>
      <p:sp>
        <p:nvSpPr>
          <p:cNvPr id="6" name="Rectangle 4">
            <a:extLst>
              <a:ext uri="{FF2B5EF4-FFF2-40B4-BE49-F238E27FC236}">
                <a16:creationId xmlns:a16="http://schemas.microsoft.com/office/drawing/2014/main" id="{8BB699D2-5228-2B5F-0905-04BC37256D5C}"/>
              </a:ext>
            </a:extLst>
          </p:cNvPr>
          <p:cNvSpPr txBox="1">
            <a:spLocks noChangeArrowheads="1"/>
          </p:cNvSpPr>
          <p:nvPr/>
        </p:nvSpPr>
        <p:spPr bwMode="auto">
          <a:xfrm>
            <a:off x="835314" y="2918049"/>
            <a:ext cx="3569046"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print(object1, object2, … )</a:t>
            </a:r>
          </a:p>
        </p:txBody>
      </p:sp>
      <p:sp>
        <p:nvSpPr>
          <p:cNvPr id="7" name="Rectangle 4">
            <a:extLst>
              <a:ext uri="{FF2B5EF4-FFF2-40B4-BE49-F238E27FC236}">
                <a16:creationId xmlns:a16="http://schemas.microsoft.com/office/drawing/2014/main" id="{3C8DD317-D18E-B44D-75D2-CC41C0612B5F}"/>
              </a:ext>
            </a:extLst>
          </p:cNvPr>
          <p:cNvSpPr txBox="1">
            <a:spLocks noChangeArrowheads="1"/>
          </p:cNvSpPr>
          <p:nvPr/>
        </p:nvSpPr>
        <p:spPr bwMode="auto">
          <a:xfrm>
            <a:off x="835314" y="5430744"/>
            <a:ext cx="6975186" cy="7191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print("The answer is", 42, "always", </a:t>
            </a:r>
            <a:r>
              <a:rPr lang="en-GB" altLang="en-US" b="1" err="1">
                <a:solidFill>
                  <a:schemeClr val="accent1"/>
                </a:solidFill>
                <a:latin typeface="Consolas" panose="020B0609020204030204" pitchFamily="49" charset="0"/>
                <a:cs typeface="Consolas" panose="020B0609020204030204" pitchFamily="49" charset="0"/>
              </a:rPr>
              <a:t>sep</a:t>
            </a:r>
            <a:r>
              <a:rPr lang="en-GB" altLang="en-US" b="1">
                <a:solidFill>
                  <a:schemeClr val="accent1"/>
                </a:solidFill>
                <a:latin typeface="Consolas" panose="020B0609020204030204" pitchFamily="49" charset="0"/>
                <a:cs typeface="Consolas" panose="020B0609020204030204" pitchFamily="49" charset="0"/>
              </a:rPr>
              <a:t>=': '</a:t>
            </a:r>
            <a:r>
              <a:rPr lang="en-GB" altLang="en-US">
                <a:solidFill>
                  <a:schemeClr val="bg1"/>
                </a:solidFill>
                <a:latin typeface="Consolas" panose="020B0609020204030204" pitchFamily="49" charset="0"/>
                <a:cs typeface="Consolas" panose="020B0609020204030204" pitchFamily="49" charset="0"/>
              </a:rPr>
              <a:t>, </a:t>
            </a:r>
            <a:r>
              <a:rPr lang="en-GB" altLang="en-US" b="1">
                <a:solidFill>
                  <a:schemeClr val="accent2"/>
                </a:solidFill>
                <a:latin typeface="Consolas" panose="020B0609020204030204" pitchFamily="49" charset="0"/>
                <a:cs typeface="Consolas" panose="020B0609020204030204" pitchFamily="49" charset="0"/>
              </a:rPr>
              <a:t>end=''</a:t>
            </a:r>
            <a:r>
              <a:rPr lang="en-GB" altLang="en-US">
                <a:solidFill>
                  <a:schemeClr val="bg1"/>
                </a:solidFill>
                <a:latin typeface="Consolas" panose="020B0609020204030204" pitchFamily="49" charset="0"/>
                <a:cs typeface="Consolas" panose="020B0609020204030204" pitchFamily="49" charset="0"/>
              </a:rPr>
              <a:t>)</a:t>
            </a:r>
          </a:p>
          <a:p>
            <a:pPr marL="0" indent="0">
              <a:buNone/>
            </a:pPr>
            <a:r>
              <a:rPr lang="en-GB" altLang="en-US">
                <a:solidFill>
                  <a:schemeClr val="bg1"/>
                </a:solidFill>
                <a:latin typeface="Consolas" panose="020B0609020204030204" pitchFamily="49" charset="0"/>
                <a:cs typeface="Consolas" panose="020B0609020204030204" pitchFamily="49" charset="0"/>
              </a:rPr>
              <a:t>print("(I think)")</a:t>
            </a:r>
          </a:p>
        </p:txBody>
      </p:sp>
      <p:sp>
        <p:nvSpPr>
          <p:cNvPr id="8" name="TextBox 7">
            <a:extLst>
              <a:ext uri="{FF2B5EF4-FFF2-40B4-BE49-F238E27FC236}">
                <a16:creationId xmlns:a16="http://schemas.microsoft.com/office/drawing/2014/main" id="{9FAA2FF2-1785-1925-9DA9-802AFB6BC314}"/>
              </a:ext>
            </a:extLst>
          </p:cNvPr>
          <p:cNvSpPr txBox="1"/>
          <p:nvPr/>
        </p:nvSpPr>
        <p:spPr>
          <a:xfrm>
            <a:off x="4191000" y="6149915"/>
            <a:ext cx="3619500" cy="369332"/>
          </a:xfrm>
          <a:prstGeom prst="rect">
            <a:avLst/>
          </a:prstGeom>
          <a:solidFill>
            <a:schemeClr val="bg1"/>
          </a:solidFill>
          <a:ln>
            <a:solidFill>
              <a:schemeClr val="tx1"/>
            </a:solidFill>
          </a:ln>
        </p:spPr>
        <p:txBody>
          <a:bodyPr wrap="square" rtlCol="0">
            <a:spAutoFit/>
          </a:bodyPr>
          <a:lstStyle/>
          <a:p>
            <a:r>
              <a:rPr lang="en-GB"/>
              <a:t>The answer is: 42: always(I think)</a:t>
            </a:r>
          </a:p>
        </p:txBody>
      </p:sp>
    </p:spTree>
    <p:extLst>
      <p:ext uri="{BB962C8B-B14F-4D97-AF65-F5344CB8AC3E}">
        <p14:creationId xmlns:p14="http://schemas.microsoft.com/office/powerpoint/2010/main" val="5781034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CD2A-885A-8502-38BD-B67D2413793F}"/>
              </a:ext>
            </a:extLst>
          </p:cNvPr>
          <p:cNvSpPr>
            <a:spLocks noGrp="1"/>
          </p:cNvSpPr>
          <p:nvPr>
            <p:ph type="ctrTitle"/>
          </p:nvPr>
        </p:nvSpPr>
        <p:spPr/>
        <p:txBody>
          <a:bodyPr/>
          <a:lstStyle/>
          <a:p>
            <a:r>
              <a:rPr lang="en-GB" dirty="0"/>
              <a:t>Escape sequences in strings</a:t>
            </a:r>
          </a:p>
        </p:txBody>
      </p:sp>
      <p:sp>
        <p:nvSpPr>
          <p:cNvPr id="3" name="Text Placeholder 2">
            <a:extLst>
              <a:ext uri="{FF2B5EF4-FFF2-40B4-BE49-F238E27FC236}">
                <a16:creationId xmlns:a16="http://schemas.microsoft.com/office/drawing/2014/main" id="{3A5FAA60-D81F-5B06-B3AF-E41B3E73DEB5}"/>
              </a:ext>
            </a:extLst>
          </p:cNvPr>
          <p:cNvSpPr>
            <a:spLocks noGrp="1"/>
          </p:cNvSpPr>
          <p:nvPr>
            <p:ph type="body" sz="quarter" idx="13"/>
          </p:nvPr>
        </p:nvSpPr>
        <p:spPr/>
        <p:txBody>
          <a:bodyPr/>
          <a:lstStyle/>
          <a:p>
            <a:r>
              <a:rPr lang="en-GB" b="1" dirty="0"/>
              <a:t>Escape sequences add special meaning to characters:</a:t>
            </a:r>
          </a:p>
          <a:p>
            <a:pPr marL="285750" indent="-285750">
              <a:buFont typeface="Arial" panose="020B0604020202020204" pitchFamily="34" charset="0"/>
              <a:buChar char="•"/>
            </a:pPr>
            <a:r>
              <a:rPr lang="en-GB" dirty="0"/>
              <a:t>\n → newline.</a:t>
            </a:r>
          </a:p>
          <a:p>
            <a:pPr marL="285750" indent="-285750">
              <a:buFont typeface="Arial" panose="020B0604020202020204" pitchFamily="34" charset="0"/>
              <a:buChar char="•"/>
            </a:pPr>
            <a:r>
              <a:rPr lang="en-GB" dirty="0"/>
              <a:t>\t → tab.</a:t>
            </a:r>
          </a:p>
          <a:p>
            <a:pPr marL="285750" indent="-285750">
              <a:buFont typeface="Arial" panose="020B0604020202020204" pitchFamily="34" charset="0"/>
              <a:buChar char="•"/>
            </a:pPr>
            <a:r>
              <a:rPr lang="en-GB" dirty="0"/>
              <a:t>…and many more.</a:t>
            </a:r>
          </a:p>
          <a:p>
            <a:r>
              <a:rPr lang="en-GB" b="1" dirty="0"/>
              <a:t>Escapes can also remove special meaning:</a:t>
            </a:r>
          </a:p>
          <a:p>
            <a:pPr marL="285750" indent="-285750">
              <a:buFont typeface="Arial" panose="020B0604020202020204" pitchFamily="34" charset="0"/>
              <a:buChar char="•"/>
            </a:pPr>
            <a:r>
              <a:rPr lang="en-GB" dirty="0"/>
              <a:t>\\ → literal backslash.</a:t>
            </a:r>
          </a:p>
          <a:p>
            <a:pPr marL="285750" indent="-285750">
              <a:buFont typeface="Arial" panose="020B0604020202020204" pitchFamily="34" charset="0"/>
              <a:buChar char="•"/>
            </a:pPr>
            <a:r>
              <a:rPr lang="en-GB" dirty="0"/>
              <a:t>\' → literal single quote.</a:t>
            </a:r>
          </a:p>
          <a:p>
            <a:pPr marL="285750" indent="-285750">
              <a:buFont typeface="Arial" panose="020B0604020202020204" pitchFamily="34" charset="0"/>
              <a:buChar char="•"/>
            </a:pPr>
            <a:r>
              <a:rPr lang="en-GB" dirty="0"/>
              <a:t>\" → literal double quote.</a:t>
            </a:r>
          </a:p>
          <a:p>
            <a:r>
              <a:rPr lang="en-GB" b="1" dirty="0"/>
              <a:t>Raw strings (prefix r"..."):</a:t>
            </a:r>
          </a:p>
          <a:p>
            <a:pPr marL="285750" indent="-285750">
              <a:buFont typeface="Arial" panose="020B0604020202020204" pitchFamily="34" charset="0"/>
              <a:buChar char="•"/>
            </a:pPr>
            <a:r>
              <a:rPr lang="en-GB" dirty="0"/>
              <a:t>treat \ as a normal character, with no escaping.</a:t>
            </a:r>
          </a:p>
        </p:txBody>
      </p:sp>
      <p:sp>
        <p:nvSpPr>
          <p:cNvPr id="4" name="Slide Number Placeholder 3">
            <a:extLst>
              <a:ext uri="{FF2B5EF4-FFF2-40B4-BE49-F238E27FC236}">
                <a16:creationId xmlns:a16="http://schemas.microsoft.com/office/drawing/2014/main" id="{0EB14EE9-2592-8111-9B2F-23A3D8C5422C}"/>
              </a:ext>
            </a:extLst>
          </p:cNvPr>
          <p:cNvSpPr>
            <a:spLocks noGrp="1"/>
          </p:cNvSpPr>
          <p:nvPr>
            <p:ph type="sldNum" sz="quarter" idx="12"/>
          </p:nvPr>
        </p:nvSpPr>
        <p:spPr/>
        <p:txBody>
          <a:bodyPr/>
          <a:lstStyle/>
          <a:p>
            <a:fld id="{F3469444-D02B-D446-9CF8-19DEDDE073D1}" type="slidenum">
              <a:rPr lang="en-US" smtClean="0"/>
              <a:pPr/>
              <a:t>19</a:t>
            </a:fld>
            <a:endParaRPr lang="en-US"/>
          </a:p>
        </p:txBody>
      </p:sp>
      <p:graphicFrame>
        <p:nvGraphicFramePr>
          <p:cNvPr id="6" name="Table 5">
            <a:extLst>
              <a:ext uri="{FF2B5EF4-FFF2-40B4-BE49-F238E27FC236}">
                <a16:creationId xmlns:a16="http://schemas.microsoft.com/office/drawing/2014/main" id="{04DDD09D-E86B-AF16-88A3-EEADC8711872}"/>
              </a:ext>
            </a:extLst>
          </p:cNvPr>
          <p:cNvGraphicFramePr>
            <a:graphicFrameLocks noGrp="1"/>
          </p:cNvGraphicFramePr>
          <p:nvPr>
            <p:extLst>
              <p:ext uri="{D42A27DB-BD31-4B8C-83A1-F6EECF244321}">
                <p14:modId xmlns:p14="http://schemas.microsoft.com/office/powerpoint/2010/main" val="2143639376"/>
              </p:ext>
            </p:extLst>
          </p:nvPr>
        </p:nvGraphicFramePr>
        <p:xfrm>
          <a:off x="6962349" y="707735"/>
          <a:ext cx="4281572" cy="5442530"/>
        </p:xfrm>
        <a:graphic>
          <a:graphicData uri="http://schemas.openxmlformats.org/drawingml/2006/table">
            <a:tbl>
              <a:tblPr firstRow="1" bandRow="1">
                <a:tableStyleId>{5C22544A-7EE6-4342-B048-85BDC9FD1C3A}</a:tableStyleId>
              </a:tblPr>
              <a:tblGrid>
                <a:gridCol w="1605046">
                  <a:extLst>
                    <a:ext uri="{9D8B030D-6E8A-4147-A177-3AD203B41FA5}">
                      <a16:colId xmlns:a16="http://schemas.microsoft.com/office/drawing/2014/main" val="1551974525"/>
                    </a:ext>
                  </a:extLst>
                </a:gridCol>
                <a:gridCol w="2676526">
                  <a:extLst>
                    <a:ext uri="{9D8B030D-6E8A-4147-A177-3AD203B41FA5}">
                      <a16:colId xmlns:a16="http://schemas.microsoft.com/office/drawing/2014/main" val="587885695"/>
                    </a:ext>
                  </a:extLst>
                </a:gridCol>
              </a:tblGrid>
              <a:tr h="303070">
                <a:tc>
                  <a:txBody>
                    <a:bodyPr/>
                    <a:lstStyle/>
                    <a:p>
                      <a:pPr algn="ctr"/>
                      <a:r>
                        <a:rPr lang="en-GB" sz="1800" dirty="0">
                          <a:solidFill>
                            <a:schemeClr val="tx2"/>
                          </a:solidFill>
                        </a:rPr>
                        <a:t>Escape</a:t>
                      </a:r>
                    </a:p>
                  </a:txBody>
                  <a:tcPr marL="73273" marR="73273" marT="36637" marB="36637" anchor="ctr">
                    <a:solidFill>
                      <a:schemeClr val="accent1"/>
                    </a:solidFill>
                  </a:tcPr>
                </a:tc>
                <a:tc>
                  <a:txBody>
                    <a:bodyPr/>
                    <a:lstStyle/>
                    <a:p>
                      <a:pPr algn="ctr"/>
                      <a:r>
                        <a:rPr lang="en-GB" sz="1800">
                          <a:solidFill>
                            <a:schemeClr val="tx2"/>
                          </a:solidFill>
                        </a:rPr>
                        <a:t>Meaning</a:t>
                      </a:r>
                    </a:p>
                  </a:txBody>
                  <a:tcPr marL="73273" marR="73273" marT="36637" marB="36637" anchor="ctr">
                    <a:solidFill>
                      <a:schemeClr val="accent1"/>
                    </a:solidFill>
                  </a:tcPr>
                </a:tc>
                <a:extLst>
                  <a:ext uri="{0D108BD9-81ED-4DB2-BD59-A6C34878D82A}">
                    <a16:rowId xmlns:a16="http://schemas.microsoft.com/office/drawing/2014/main" val="2345767861"/>
                  </a:ext>
                </a:extLst>
              </a:tr>
              <a:tr h="289782">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urier New" panose="02070309020205020404" pitchFamily="49" charset="0"/>
                          <a:cs typeface="Courier New" panose="02070309020205020404" pitchFamily="49" charset="0"/>
                        </a:rPr>
                        <a:t>\newline</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Newline is ignored</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137229064"/>
                  </a:ext>
                </a:extLst>
              </a:tr>
              <a:tr h="289782">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urier New" panose="020703090202050204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Backslash \</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119249700"/>
                  </a:ext>
                </a:extLst>
              </a:tr>
              <a:tr h="314975">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urier New" panose="020703090202050204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Single quote</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22224547"/>
                  </a:ext>
                </a:extLst>
              </a:tr>
              <a:tr h="289782">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urier New" panose="020703090202050204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Double quote</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4180840069"/>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\a</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Bell (BEL)</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760987105"/>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\b</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Backspace (BS)</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329854863"/>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\f</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err="1"/>
                        <a:t>Formfeed</a:t>
                      </a:r>
                      <a:r>
                        <a:rPr lang="en-US" altLang="en-US" sz="1700" dirty="0"/>
                        <a:t> (FF)</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47526517"/>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\n</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Linefeed (LF)</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3228250285"/>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\N{name}</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Unicode char by name</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63202906"/>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\r</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Carriage return (CR)</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966646257"/>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Horizontal tab (TAB)</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607870741"/>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a:t>
                      </a:r>
                      <a:r>
                        <a:rPr lang="en-GB" sz="1700" b="1" i="0" err="1">
                          <a:latin typeface="+mn-lt"/>
                          <a:cs typeface="Courier New" panose="02070309020205020404" pitchFamily="49" charset="0"/>
                        </a:rPr>
                        <a:t>uxxxx</a:t>
                      </a:r>
                      <a:endParaRPr lang="en-GB" sz="1700" b="1" i="0">
                        <a:latin typeface="+mn-lt"/>
                        <a:cs typeface="Courier New" panose="02070309020205020404" pitchFamily="49" charset="0"/>
                      </a:endParaRP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Unicode char: 16 bit</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3269015096"/>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a:t>
                      </a:r>
                      <a:r>
                        <a:rPr lang="en-GB" sz="1700" b="1" i="0" err="1">
                          <a:latin typeface="+mn-lt"/>
                          <a:cs typeface="Courier New" panose="02070309020205020404" pitchFamily="49" charset="0"/>
                        </a:rPr>
                        <a:t>Uxxxxxxxx</a:t>
                      </a:r>
                      <a:endParaRPr lang="en-GB" sz="1700" b="1" i="0">
                        <a:latin typeface="+mn-lt"/>
                        <a:cs typeface="Courier New" panose="02070309020205020404" pitchFamily="49" charset="0"/>
                      </a:endParaRP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Unicode char: 32 bit</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895543618"/>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a:t>
                      </a:r>
                      <a:r>
                        <a:rPr lang="en-GB" sz="1700" b="1" i="0" err="1">
                          <a:latin typeface="+mn-lt"/>
                          <a:cs typeface="Courier New" panose="02070309020205020404" pitchFamily="49" charset="0"/>
                        </a:rPr>
                        <a:t>xhh</a:t>
                      </a:r>
                      <a:endParaRPr lang="en-GB" sz="1700" b="1" i="0">
                        <a:latin typeface="+mn-lt"/>
                        <a:cs typeface="Courier New" panose="02070309020205020404" pitchFamily="49" charset="0"/>
                      </a:endParaRP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Char: Hex value</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3852294847"/>
                  </a:ext>
                </a:extLst>
              </a:tr>
              <a:tr h="342320">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mn-lt"/>
                          <a:cs typeface="Courier New" panose="02070309020205020404" pitchFamily="49" charset="0"/>
                        </a:rPr>
                        <a:t>\</a:t>
                      </a:r>
                      <a:r>
                        <a:rPr lang="en-GB" sz="1700" b="1" i="0" err="1">
                          <a:latin typeface="+mn-lt"/>
                          <a:cs typeface="Courier New" panose="02070309020205020404" pitchFamily="49" charset="0"/>
                        </a:rPr>
                        <a:t>ooo</a:t>
                      </a:r>
                      <a:endParaRPr lang="en-GB" sz="1700" b="1" i="0">
                        <a:latin typeface="+mn-lt"/>
                        <a:cs typeface="Courier New" panose="02070309020205020404" pitchFamily="49" charset="0"/>
                      </a:endParaRP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Char: Octal value</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451537461"/>
                  </a:ext>
                </a:extLst>
              </a:tr>
            </a:tbl>
          </a:graphicData>
        </a:graphic>
      </p:graphicFrame>
    </p:spTree>
    <p:extLst>
      <p:ext uri="{BB962C8B-B14F-4D97-AF65-F5344CB8AC3E}">
        <p14:creationId xmlns:p14="http://schemas.microsoft.com/office/powerpoint/2010/main" val="1144152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0E330-BA31-2F43-74E0-53EDF7958DF9}"/>
              </a:ext>
            </a:extLst>
          </p:cNvPr>
          <p:cNvSpPr>
            <a:spLocks noGrp="1"/>
          </p:cNvSpPr>
          <p:nvPr>
            <p:ph type="ctrTitle"/>
          </p:nvPr>
        </p:nvSpPr>
        <p:spPr/>
        <p:txBody>
          <a:bodyPr/>
          <a:lstStyle/>
          <a:p>
            <a:r>
              <a:rPr lang="en-GB" dirty="0"/>
              <a:t>String concatenation</a:t>
            </a:r>
          </a:p>
        </p:txBody>
      </p:sp>
      <p:sp>
        <p:nvSpPr>
          <p:cNvPr id="3" name="Text Placeholder 2">
            <a:extLst>
              <a:ext uri="{FF2B5EF4-FFF2-40B4-BE49-F238E27FC236}">
                <a16:creationId xmlns:a16="http://schemas.microsoft.com/office/drawing/2014/main" id="{884B92F2-1493-D425-45C1-12C7C837973C}"/>
              </a:ext>
            </a:extLst>
          </p:cNvPr>
          <p:cNvSpPr>
            <a:spLocks noGrp="1"/>
          </p:cNvSpPr>
          <p:nvPr>
            <p:ph type="body" sz="quarter" idx="13"/>
          </p:nvPr>
        </p:nvSpPr>
        <p:spPr/>
        <p:txBody>
          <a:bodyPr/>
          <a:lstStyle/>
          <a:p>
            <a:r>
              <a:rPr lang="en-GB" b="1" dirty="0"/>
              <a:t>Adjacent literals are concatenated.</a:t>
            </a:r>
          </a:p>
          <a:p>
            <a:endParaRPr lang="en-GB" dirty="0"/>
          </a:p>
          <a:p>
            <a:endParaRPr lang="en-GB" dirty="0"/>
          </a:p>
          <a:p>
            <a:endParaRPr lang="en-GB" dirty="0"/>
          </a:p>
          <a:p>
            <a:pPr marL="285750" indent="-285750">
              <a:buFont typeface="Arial" panose="020B0604020202020204" pitchFamily="34" charset="0"/>
              <a:buChar char="•"/>
            </a:pPr>
            <a:r>
              <a:rPr lang="en-GB" dirty="0"/>
              <a:t>But that does not work with variables.</a:t>
            </a:r>
          </a:p>
          <a:p>
            <a:pPr marL="285750" indent="-285750">
              <a:buFont typeface="Arial" panose="020B0604020202020204" pitchFamily="34" charset="0"/>
              <a:buChar char="•"/>
            </a:pPr>
            <a:r>
              <a:rPr lang="en-GB" dirty="0"/>
              <a:t>Use the overloaded + operator instead.</a:t>
            </a:r>
          </a:p>
          <a:p>
            <a:endParaRPr lang="en-GB" dirty="0"/>
          </a:p>
          <a:p>
            <a:r>
              <a:rPr lang="en-GB" dirty="0"/>
              <a:t>But remember that strings are </a:t>
            </a:r>
            <a:r>
              <a:rPr lang="en-GB" dirty="0">
                <a:solidFill>
                  <a:srgbClr val="FF0000"/>
                </a:solidFill>
              </a:rPr>
              <a:t>immutable</a:t>
            </a:r>
            <a:r>
              <a:rPr lang="en-GB" dirty="0"/>
              <a:t>.</a:t>
            </a:r>
          </a:p>
          <a:p>
            <a:endParaRPr lang="en-GB" dirty="0"/>
          </a:p>
        </p:txBody>
      </p:sp>
      <p:sp>
        <p:nvSpPr>
          <p:cNvPr id="4" name="Slide Number Placeholder 3">
            <a:extLst>
              <a:ext uri="{FF2B5EF4-FFF2-40B4-BE49-F238E27FC236}">
                <a16:creationId xmlns:a16="http://schemas.microsoft.com/office/drawing/2014/main" id="{E085D2C9-747F-568B-499F-8601CA03E283}"/>
              </a:ext>
            </a:extLst>
          </p:cNvPr>
          <p:cNvSpPr>
            <a:spLocks noGrp="1"/>
          </p:cNvSpPr>
          <p:nvPr>
            <p:ph type="sldNum" sz="quarter" idx="12"/>
          </p:nvPr>
        </p:nvSpPr>
        <p:spPr/>
        <p:txBody>
          <a:bodyPr/>
          <a:lstStyle/>
          <a:p>
            <a:fld id="{F3469444-D02B-D446-9CF8-19DEDDE073D1}" type="slidenum">
              <a:rPr lang="en-US" smtClean="0"/>
              <a:pPr/>
              <a:t>20</a:t>
            </a:fld>
            <a:endParaRPr lang="en-US"/>
          </a:p>
        </p:txBody>
      </p:sp>
      <p:sp>
        <p:nvSpPr>
          <p:cNvPr id="6" name="Rectangle 4">
            <a:extLst>
              <a:ext uri="{FF2B5EF4-FFF2-40B4-BE49-F238E27FC236}">
                <a16:creationId xmlns:a16="http://schemas.microsoft.com/office/drawing/2014/main" id="{C345A0AF-475C-F4BD-BF76-A1F9989B3FB5}"/>
              </a:ext>
            </a:extLst>
          </p:cNvPr>
          <p:cNvSpPr txBox="1">
            <a:spLocks noChangeArrowheads="1"/>
          </p:cNvSpPr>
          <p:nvPr/>
        </p:nvSpPr>
        <p:spPr bwMode="auto">
          <a:xfrm>
            <a:off x="4470639" y="1483244"/>
            <a:ext cx="3706206" cy="171329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&gt;&gt;&gt; name = '</a:t>
            </a:r>
            <a:r>
              <a:rPr lang="en-GB" altLang="en-US" sz="1600" err="1">
                <a:solidFill>
                  <a:schemeClr val="bg1"/>
                </a:solidFill>
                <a:latin typeface="Consolas" panose="020B0609020204030204" pitchFamily="49" charset="0"/>
                <a:cs typeface="Consolas" panose="020B0609020204030204" pitchFamily="49" charset="0"/>
              </a:rPr>
              <a:t>fred</a:t>
            </a:r>
            <a:r>
              <a:rPr lang="en-GB" altLang="en-US" sz="1600">
                <a:solidFill>
                  <a:schemeClr val="bg1"/>
                </a:solidFill>
                <a:latin typeface="Consolas" panose="020B0609020204030204" pitchFamily="49" charset="0"/>
                <a:cs typeface="Consolas" panose="020B0609020204030204" pitchFamily="49" charset="0"/>
              </a:rPr>
              <a:t>' '</a:t>
            </a:r>
            <a:r>
              <a:rPr lang="en-GB" altLang="en-US" sz="1600" err="1">
                <a:solidFill>
                  <a:schemeClr val="bg1"/>
                </a:solidFill>
                <a:latin typeface="Consolas" panose="020B0609020204030204" pitchFamily="49" charset="0"/>
                <a:cs typeface="Consolas" panose="020B0609020204030204" pitchFamily="49" charset="0"/>
              </a:rPr>
              <a:t>bloggs</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&gt;&gt;&gt; name</a:t>
            </a:r>
          </a:p>
          <a:p>
            <a:pPr marL="0" indent="0">
              <a:buNone/>
            </a:pPr>
            <a:r>
              <a:rPr lang="en-GB" altLang="en-US" sz="1600">
                <a:solidFill>
                  <a:schemeClr val="bg1"/>
                </a:solidFill>
                <a:latin typeface="Consolas" panose="020B0609020204030204" pitchFamily="49" charset="0"/>
                <a:cs typeface="Consolas" panose="020B0609020204030204" pitchFamily="49" charset="0"/>
              </a:rPr>
              <a:t>'</a:t>
            </a:r>
            <a:r>
              <a:rPr lang="en-GB" altLang="en-US" sz="1600" err="1">
                <a:solidFill>
                  <a:schemeClr val="bg1"/>
                </a:solidFill>
                <a:latin typeface="Consolas" panose="020B0609020204030204" pitchFamily="49" charset="0"/>
                <a:cs typeface="Consolas" panose="020B0609020204030204" pitchFamily="49" charset="0"/>
              </a:rPr>
              <a:t>fredbloggs</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&gt;&gt;&gt; name = '</a:t>
            </a:r>
            <a:r>
              <a:rPr lang="en-GB" altLang="en-US" sz="1600" err="1">
                <a:solidFill>
                  <a:schemeClr val="bg1"/>
                </a:solidFill>
                <a:latin typeface="Consolas" panose="020B0609020204030204" pitchFamily="49" charset="0"/>
                <a:cs typeface="Consolas" panose="020B0609020204030204" pitchFamily="49" charset="0"/>
              </a:rPr>
              <a:t>fred</a:t>
            </a:r>
            <a:r>
              <a:rPr lang="en-GB" altLang="en-US" sz="1600">
                <a:solidFill>
                  <a:schemeClr val="bg1"/>
                </a:solidFill>
                <a:latin typeface="Consolas" panose="020B0609020204030204" pitchFamily="49" charset="0"/>
                <a:cs typeface="Consolas" panose="020B0609020204030204" pitchFamily="49" charset="0"/>
              </a:rPr>
              <a:t>' \</a:t>
            </a:r>
          </a:p>
          <a:p>
            <a:pPr marL="0" indent="0">
              <a:buNone/>
            </a:pPr>
            <a:r>
              <a:rPr lang="en-GB" altLang="en-US" sz="1600">
                <a:solidFill>
                  <a:schemeClr val="bg1"/>
                </a:solidFill>
                <a:latin typeface="Consolas" panose="020B0609020204030204" pitchFamily="49" charset="0"/>
                <a:cs typeface="Consolas" panose="020B0609020204030204" pitchFamily="49" charset="0"/>
              </a:rPr>
              <a:t>... '</a:t>
            </a:r>
            <a:r>
              <a:rPr lang="en-GB" altLang="en-US" sz="1600" err="1">
                <a:solidFill>
                  <a:schemeClr val="bg1"/>
                </a:solidFill>
                <a:latin typeface="Consolas" panose="020B0609020204030204" pitchFamily="49" charset="0"/>
                <a:cs typeface="Consolas" panose="020B0609020204030204" pitchFamily="49" charset="0"/>
              </a:rPr>
              <a:t>bloggs</a:t>
            </a:r>
            <a:r>
              <a:rPr lang="en-GB" altLang="en-US" sz="1600">
                <a:solidFill>
                  <a:schemeClr val="bg1"/>
                </a:solidFill>
                <a:latin typeface="Consolas" panose="020B0609020204030204" pitchFamily="49" charset="0"/>
                <a:cs typeface="Consolas" panose="020B0609020204030204" pitchFamily="49" charset="0"/>
              </a:rPr>
              <a:t>'</a:t>
            </a:r>
          </a:p>
        </p:txBody>
      </p:sp>
      <p:sp>
        <p:nvSpPr>
          <p:cNvPr id="7" name="Rectangle 4">
            <a:extLst>
              <a:ext uri="{FF2B5EF4-FFF2-40B4-BE49-F238E27FC236}">
                <a16:creationId xmlns:a16="http://schemas.microsoft.com/office/drawing/2014/main" id="{48025E48-C21C-A560-A72F-5C4483FA9AA1}"/>
              </a:ext>
            </a:extLst>
          </p:cNvPr>
          <p:cNvSpPr txBox="1">
            <a:spLocks noChangeArrowheads="1"/>
          </p:cNvSpPr>
          <p:nvPr/>
        </p:nvSpPr>
        <p:spPr bwMode="auto">
          <a:xfrm>
            <a:off x="5002544" y="3715561"/>
            <a:ext cx="3706206"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&gt;&gt;&gt; name = first + 'bloggs'</a:t>
            </a:r>
          </a:p>
        </p:txBody>
      </p:sp>
      <p:sp>
        <p:nvSpPr>
          <p:cNvPr id="8" name="Rectangle 4">
            <a:extLst>
              <a:ext uri="{FF2B5EF4-FFF2-40B4-BE49-F238E27FC236}">
                <a16:creationId xmlns:a16="http://schemas.microsoft.com/office/drawing/2014/main" id="{44FD5825-8EC3-9056-03BC-3073797C143D}"/>
              </a:ext>
            </a:extLst>
          </p:cNvPr>
          <p:cNvSpPr txBox="1">
            <a:spLocks noChangeArrowheads="1"/>
          </p:cNvSpPr>
          <p:nvPr/>
        </p:nvSpPr>
        <p:spPr bwMode="auto">
          <a:xfrm>
            <a:off x="5002544" y="4394749"/>
            <a:ext cx="3706206" cy="109671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s = ""</a:t>
            </a:r>
          </a:p>
          <a:p>
            <a:pPr marL="0" indent="0">
              <a:buNone/>
            </a:pPr>
            <a:r>
              <a:rPr lang="en-GB" altLang="en-US">
                <a:solidFill>
                  <a:schemeClr val="bg1"/>
                </a:solidFill>
                <a:latin typeface="Consolas" panose="020B0609020204030204" pitchFamily="49" charset="0"/>
                <a:cs typeface="Consolas" panose="020B0609020204030204" pitchFamily="49" charset="0"/>
              </a:rPr>
              <a:t>for item in </a:t>
            </a:r>
            <a:r>
              <a:rPr lang="en-GB" altLang="en-US" err="1">
                <a:solidFill>
                  <a:schemeClr val="bg1"/>
                </a:solidFill>
                <a:latin typeface="Consolas" panose="020B0609020204030204" pitchFamily="49" charset="0"/>
                <a:cs typeface="Consolas" panose="020B0609020204030204" pitchFamily="49" charset="0"/>
              </a:rPr>
              <a:t>alist</a:t>
            </a:r>
            <a:r>
              <a:rPr lang="en-GB" altLang="en-US">
                <a:solidFill>
                  <a:schemeClr val="bg1"/>
                </a:solidFill>
                <a:latin typeface="Consolas" panose="020B0609020204030204" pitchFamily="49" charset="0"/>
                <a:cs typeface="Consolas" panose="020B0609020204030204" pitchFamily="49" charset="0"/>
              </a:rPr>
              <a:t>:</a:t>
            </a:r>
          </a:p>
          <a:p>
            <a:pPr marL="0" indent="0">
              <a:buNone/>
            </a:pPr>
            <a:r>
              <a:rPr lang="en-GB" altLang="en-US">
                <a:solidFill>
                  <a:schemeClr val="bg1"/>
                </a:solidFill>
                <a:latin typeface="Consolas" panose="020B0609020204030204" pitchFamily="49" charset="0"/>
                <a:cs typeface="Consolas" panose="020B0609020204030204" pitchFamily="49" charset="0"/>
              </a:rPr>
              <a:t>    s </a:t>
            </a:r>
            <a:r>
              <a:rPr lang="en-GB" altLang="en-US" b="1">
                <a:solidFill>
                  <a:srgbClr val="FF0000"/>
                </a:solidFill>
                <a:latin typeface="Consolas" panose="020B0609020204030204" pitchFamily="49" charset="0"/>
                <a:cs typeface="Consolas" panose="020B0609020204030204" pitchFamily="49" charset="0"/>
              </a:rPr>
              <a:t>=</a:t>
            </a:r>
            <a:r>
              <a:rPr lang="en-GB" altLang="en-US">
                <a:solidFill>
                  <a:schemeClr val="bg1"/>
                </a:solidFill>
                <a:latin typeface="Consolas" panose="020B0609020204030204" pitchFamily="49" charset="0"/>
                <a:cs typeface="Consolas" panose="020B0609020204030204" pitchFamily="49" charset="0"/>
              </a:rPr>
              <a:t> s </a:t>
            </a:r>
            <a:r>
              <a:rPr lang="en-GB" altLang="en-US" b="1">
                <a:solidFill>
                  <a:srgbClr val="FF0000"/>
                </a:solidFill>
                <a:latin typeface="Consolas" panose="020B0609020204030204" pitchFamily="49" charset="0"/>
                <a:cs typeface="Consolas" panose="020B0609020204030204" pitchFamily="49" charset="0"/>
              </a:rPr>
              <a:t>+</a:t>
            </a:r>
            <a:r>
              <a:rPr lang="en-GB" altLang="en-US">
                <a:solidFill>
                  <a:schemeClr val="bg1"/>
                </a:solidFill>
                <a:latin typeface="Consolas" panose="020B0609020204030204" pitchFamily="49" charset="0"/>
                <a:cs typeface="Consolas" panose="020B0609020204030204" pitchFamily="49" charset="0"/>
              </a:rPr>
              <a:t> str(item) </a:t>
            </a:r>
            <a:r>
              <a:rPr lang="en-GB" altLang="en-US" b="1">
                <a:solidFill>
                  <a:srgbClr val="FF0000"/>
                </a:solidFill>
                <a:latin typeface="Consolas" panose="020B0609020204030204" pitchFamily="49" charset="0"/>
                <a:cs typeface="Consolas" panose="020B0609020204030204" pitchFamily="49" charset="0"/>
              </a:rPr>
              <a:t>+</a:t>
            </a:r>
            <a:r>
              <a:rPr lang="en-GB" altLang="en-US">
                <a:solidFill>
                  <a:schemeClr val="bg1"/>
                </a:solidFill>
                <a:latin typeface="Consolas" panose="020B0609020204030204" pitchFamily="49" charset="0"/>
                <a:cs typeface="Consolas" panose="020B0609020204030204" pitchFamily="49" charset="0"/>
              </a:rPr>
              <a:t> " "</a:t>
            </a:r>
          </a:p>
        </p:txBody>
      </p:sp>
      <p:pic>
        <p:nvPicPr>
          <p:cNvPr id="9" name="Graphic 8" descr="Stopwatch 33%">
            <a:extLst>
              <a:ext uri="{FF2B5EF4-FFF2-40B4-BE49-F238E27FC236}">
                <a16:creationId xmlns:a16="http://schemas.microsoft.com/office/drawing/2014/main" id="{68EF93D8-37F8-7288-4561-2DC64E9BF8FC}"/>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746772" y="4307057"/>
            <a:ext cx="758758" cy="758758"/>
          </a:xfrm>
          <a:prstGeom prst="rect">
            <a:avLst/>
          </a:prstGeom>
        </p:spPr>
      </p:pic>
      <p:sp>
        <p:nvSpPr>
          <p:cNvPr id="10" name="TextBox 9">
            <a:extLst>
              <a:ext uri="{FF2B5EF4-FFF2-40B4-BE49-F238E27FC236}">
                <a16:creationId xmlns:a16="http://schemas.microsoft.com/office/drawing/2014/main" id="{6DBD856B-F0AC-0164-2629-A9719413EC3C}"/>
              </a:ext>
            </a:extLst>
          </p:cNvPr>
          <p:cNvSpPr txBox="1"/>
          <p:nvPr/>
        </p:nvSpPr>
        <p:spPr>
          <a:xfrm>
            <a:off x="8429917" y="2477208"/>
            <a:ext cx="2038058"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a:t>Line continuation</a:t>
            </a:r>
          </a:p>
        </p:txBody>
      </p:sp>
      <p:sp>
        <p:nvSpPr>
          <p:cNvPr id="11" name="Line 11">
            <a:extLst>
              <a:ext uri="{FF2B5EF4-FFF2-40B4-BE49-F238E27FC236}">
                <a16:creationId xmlns:a16="http://schemas.microsoft.com/office/drawing/2014/main" id="{7E93AF91-D613-1338-8057-06CE261210A2}"/>
              </a:ext>
            </a:extLst>
          </p:cNvPr>
          <p:cNvSpPr>
            <a:spLocks noChangeShapeType="1"/>
          </p:cNvSpPr>
          <p:nvPr/>
        </p:nvSpPr>
        <p:spPr bwMode="auto">
          <a:xfrm flipH="1" flipV="1">
            <a:off x="6931289" y="2681615"/>
            <a:ext cx="1498628" cy="0"/>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2" name="Rectangle: Rounded Corners 11">
            <a:extLst>
              <a:ext uri="{FF2B5EF4-FFF2-40B4-BE49-F238E27FC236}">
                <a16:creationId xmlns:a16="http://schemas.microsoft.com/office/drawing/2014/main" id="{90080994-7DC3-D2FC-FA6A-8715D276F640}"/>
              </a:ext>
            </a:extLst>
          </p:cNvPr>
          <p:cNvSpPr/>
          <p:nvPr/>
        </p:nvSpPr>
        <p:spPr>
          <a:xfrm>
            <a:off x="6463813" y="2489084"/>
            <a:ext cx="428808" cy="377952"/>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663C20B2-9D08-7896-41B5-FA7C80218973}"/>
              </a:ext>
            </a:extLst>
          </p:cNvPr>
          <p:cNvSpPr txBox="1"/>
          <p:nvPr/>
        </p:nvSpPr>
        <p:spPr>
          <a:xfrm>
            <a:off x="8961822" y="5122127"/>
            <a:ext cx="2540927" cy="369332"/>
          </a:xfrm>
          <a:prstGeom prst="rect">
            <a:avLst/>
          </a:prstGeom>
          <a:solidFill>
            <a:schemeClr val="accent4">
              <a:lumMod val="40000"/>
              <a:lumOff val="60000"/>
            </a:schemeClr>
          </a:solidFill>
          <a:ln>
            <a:noFill/>
          </a:ln>
        </p:spPr>
        <p:txBody>
          <a:bodyPr wrap="square" rtlCol="0">
            <a:spAutoFit/>
          </a:bodyPr>
          <a:lstStyle/>
          <a:p>
            <a:r>
              <a:rPr lang="en-GB" dirty="0"/>
              <a:t>Very inefficient code</a:t>
            </a:r>
          </a:p>
        </p:txBody>
      </p:sp>
      <p:sp>
        <p:nvSpPr>
          <p:cNvPr id="14" name="Line 11">
            <a:extLst>
              <a:ext uri="{FF2B5EF4-FFF2-40B4-BE49-F238E27FC236}">
                <a16:creationId xmlns:a16="http://schemas.microsoft.com/office/drawing/2014/main" id="{036CE30D-E50B-E05D-6AA3-305D5AA12090}"/>
              </a:ext>
            </a:extLst>
          </p:cNvPr>
          <p:cNvSpPr>
            <a:spLocks noChangeShapeType="1"/>
          </p:cNvSpPr>
          <p:nvPr/>
        </p:nvSpPr>
        <p:spPr bwMode="auto">
          <a:xfrm flipH="1">
            <a:off x="8518249" y="5304768"/>
            <a:ext cx="443572" cy="1461"/>
          </a:xfrm>
          <a:prstGeom prst="line">
            <a:avLst/>
          </a:prstGeom>
          <a:noFill/>
          <a:ln w="19050">
            <a:solidFill>
              <a:schemeClr val="accent4">
                <a:lumMod val="60000"/>
                <a:lumOff val="40000"/>
              </a:schemeClr>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5" name="Rectangle: Rounded Corners 14">
            <a:extLst>
              <a:ext uri="{FF2B5EF4-FFF2-40B4-BE49-F238E27FC236}">
                <a16:creationId xmlns:a16="http://schemas.microsoft.com/office/drawing/2014/main" id="{41F73BB0-DF46-F9DF-DE3C-EEE6C6B3900C}"/>
              </a:ext>
            </a:extLst>
          </p:cNvPr>
          <p:cNvSpPr/>
          <p:nvPr/>
        </p:nvSpPr>
        <p:spPr>
          <a:xfrm>
            <a:off x="5527293" y="5122127"/>
            <a:ext cx="2971387" cy="334357"/>
          </a:xfrm>
          <a:prstGeom prst="roundRect">
            <a:avLst/>
          </a:prstGeom>
          <a:noFill/>
          <a:ln w="254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AD59E351-BB59-CCF3-82AB-1B9883E80A0C}"/>
              </a:ext>
            </a:extLst>
          </p:cNvPr>
          <p:cNvSpPr txBox="1"/>
          <p:nvPr/>
        </p:nvSpPr>
        <p:spPr>
          <a:xfrm>
            <a:off x="8961821" y="5604018"/>
            <a:ext cx="2540928" cy="369332"/>
          </a:xfrm>
          <a:prstGeom prst="rect">
            <a:avLst/>
          </a:prstGeom>
          <a:solidFill>
            <a:schemeClr val="accent4">
              <a:lumMod val="40000"/>
              <a:lumOff val="60000"/>
            </a:schemeClr>
          </a:solidFill>
          <a:ln>
            <a:noFill/>
          </a:ln>
        </p:spPr>
        <p:txBody>
          <a:bodyPr wrap="square" rtlCol="0">
            <a:spAutoFit/>
          </a:bodyPr>
          <a:lstStyle/>
          <a:p>
            <a:r>
              <a:rPr lang="en-GB"/>
              <a:t>Use </a:t>
            </a:r>
            <a:r>
              <a:rPr lang="en-GB" err="1"/>
              <a:t>str.join</a:t>
            </a:r>
            <a:r>
              <a:rPr lang="en-GB"/>
              <a:t>() instead</a:t>
            </a:r>
          </a:p>
        </p:txBody>
      </p:sp>
    </p:spTree>
    <p:extLst>
      <p:ext uri="{BB962C8B-B14F-4D97-AF65-F5344CB8AC3E}">
        <p14:creationId xmlns:p14="http://schemas.microsoft.com/office/powerpoint/2010/main" val="339275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4E7ED-C77F-F234-DE24-A6ED36F6F9BF}"/>
              </a:ext>
            </a:extLst>
          </p:cNvPr>
          <p:cNvSpPr>
            <a:spLocks noGrp="1"/>
          </p:cNvSpPr>
          <p:nvPr>
            <p:ph type="ctrTitle"/>
          </p:nvPr>
        </p:nvSpPr>
        <p:spPr/>
        <p:txBody>
          <a:bodyPr/>
          <a:lstStyle/>
          <a:p>
            <a:r>
              <a:rPr lang="en-GB" dirty="0"/>
              <a:t>Quotes in Python strings</a:t>
            </a:r>
          </a:p>
        </p:txBody>
      </p:sp>
      <p:sp>
        <p:nvSpPr>
          <p:cNvPr id="3" name="Text Placeholder 2">
            <a:extLst>
              <a:ext uri="{FF2B5EF4-FFF2-40B4-BE49-F238E27FC236}">
                <a16:creationId xmlns:a16="http://schemas.microsoft.com/office/drawing/2014/main" id="{797C7F45-406C-4D12-3F96-E284F6F7198C}"/>
              </a:ext>
            </a:extLst>
          </p:cNvPr>
          <p:cNvSpPr>
            <a:spLocks noGrp="1"/>
          </p:cNvSpPr>
          <p:nvPr>
            <p:ph type="body" sz="quarter" idx="13"/>
          </p:nvPr>
        </p:nvSpPr>
        <p:spPr>
          <a:xfrm>
            <a:off x="443922" y="1733108"/>
            <a:ext cx="8129858" cy="4348715"/>
          </a:xfrm>
        </p:spPr>
        <p:txBody>
          <a:bodyPr/>
          <a:lstStyle/>
          <a:p>
            <a:pPr marL="285750" indent="-285750">
              <a:buFont typeface="Arial" panose="020B0604020202020204" pitchFamily="34" charset="0"/>
              <a:buChar char="•"/>
            </a:pPr>
            <a:r>
              <a:rPr lang="en-GB" dirty="0"/>
              <a:t>Single (') and double (") quotes behave the same.</a:t>
            </a:r>
          </a:p>
          <a:p>
            <a:pPr marL="285750" indent="-285750">
              <a:buFont typeface="Arial" panose="020B0604020202020204" pitchFamily="34" charset="0"/>
              <a:buChar char="•"/>
            </a:pPr>
            <a:r>
              <a:rPr lang="en-GB" dirty="0"/>
              <a:t>Choose one style to avoid escaping:</a:t>
            </a:r>
          </a:p>
          <a:p>
            <a:pPr marL="971550" lvl="1" indent="-285750"/>
            <a:r>
              <a:rPr lang="en-GB" dirty="0"/>
              <a:t>Use " if the string contains ‘.</a:t>
            </a:r>
          </a:p>
          <a:p>
            <a:pPr marL="971550" lvl="1" indent="-285750"/>
            <a:r>
              <a:rPr lang="en-GB" dirty="0"/>
              <a:t>Use ' if the string contains “.</a:t>
            </a:r>
          </a:p>
          <a:p>
            <a:pPr marL="285750" indent="-285750">
              <a:buFont typeface="Arial" panose="020B0604020202020204" pitchFamily="34" charset="0"/>
              <a:buChar char="•"/>
            </a:pPr>
            <a:r>
              <a:rPr lang="en-GB" dirty="0"/>
              <a:t>For strings with </a:t>
            </a:r>
            <a:r>
              <a:rPr lang="en-GB" b="1" dirty="0"/>
              <a:t>embedded</a:t>
            </a:r>
            <a:r>
              <a:rPr lang="en-GB" dirty="0"/>
              <a:t> </a:t>
            </a:r>
            <a:r>
              <a:rPr lang="en-GB" b="1" dirty="0"/>
              <a:t>quotes</a:t>
            </a:r>
            <a:r>
              <a:rPr lang="en-GB" dirty="0"/>
              <a:t> or </a:t>
            </a:r>
            <a:r>
              <a:rPr lang="en-GB" b="1" dirty="0"/>
              <a:t>newlines:</a:t>
            </a:r>
          </a:p>
          <a:p>
            <a:pPr marL="971550" lvl="1" indent="-285750"/>
            <a:r>
              <a:rPr lang="en-GB" dirty="0"/>
              <a:t>Use triple quotes (''' or """).</a:t>
            </a:r>
          </a:p>
        </p:txBody>
      </p:sp>
      <p:sp>
        <p:nvSpPr>
          <p:cNvPr id="4" name="Slide Number Placeholder 3">
            <a:extLst>
              <a:ext uri="{FF2B5EF4-FFF2-40B4-BE49-F238E27FC236}">
                <a16:creationId xmlns:a16="http://schemas.microsoft.com/office/drawing/2014/main" id="{01353006-D0FA-59EE-983D-0EBFB4E1C790}"/>
              </a:ext>
            </a:extLst>
          </p:cNvPr>
          <p:cNvSpPr>
            <a:spLocks noGrp="1"/>
          </p:cNvSpPr>
          <p:nvPr>
            <p:ph type="sldNum" sz="quarter" idx="12"/>
          </p:nvPr>
        </p:nvSpPr>
        <p:spPr/>
        <p:txBody>
          <a:bodyPr/>
          <a:lstStyle/>
          <a:p>
            <a:fld id="{F3469444-D02B-D446-9CF8-19DEDDE073D1}" type="slidenum">
              <a:rPr lang="en-US" smtClean="0"/>
              <a:pPr/>
              <a:t>21</a:t>
            </a:fld>
            <a:endParaRPr lang="en-US"/>
          </a:p>
        </p:txBody>
      </p:sp>
      <p:sp>
        <p:nvSpPr>
          <p:cNvPr id="5" name="Rectangle 4">
            <a:extLst>
              <a:ext uri="{FF2B5EF4-FFF2-40B4-BE49-F238E27FC236}">
                <a16:creationId xmlns:a16="http://schemas.microsoft.com/office/drawing/2014/main" id="{69C2A7CD-3D1D-A4AD-BA58-F5C69B8FABE3}"/>
              </a:ext>
            </a:extLst>
          </p:cNvPr>
          <p:cNvSpPr txBox="1">
            <a:spLocks noChangeArrowheads="1"/>
          </p:cNvSpPr>
          <p:nvPr/>
        </p:nvSpPr>
        <p:spPr bwMode="auto">
          <a:xfrm>
            <a:off x="4548794" y="2709304"/>
            <a:ext cx="2857846"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print('hello\nworld')</a:t>
            </a:r>
          </a:p>
        </p:txBody>
      </p:sp>
      <p:sp>
        <p:nvSpPr>
          <p:cNvPr id="6" name="Rectangle 4">
            <a:extLst>
              <a:ext uri="{FF2B5EF4-FFF2-40B4-BE49-F238E27FC236}">
                <a16:creationId xmlns:a16="http://schemas.microsoft.com/office/drawing/2014/main" id="{B77762CB-E20E-078D-9903-CAF4D5AF6F6C}"/>
              </a:ext>
            </a:extLst>
          </p:cNvPr>
          <p:cNvSpPr txBox="1">
            <a:spLocks noChangeArrowheads="1"/>
          </p:cNvSpPr>
          <p:nvPr/>
        </p:nvSpPr>
        <p:spPr bwMode="auto">
          <a:xfrm>
            <a:off x="2843820" y="3842774"/>
            <a:ext cx="7048845" cy="2063129"/>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 &gt;&gt;&gt; html = </a:t>
            </a:r>
            <a:r>
              <a:rPr lang="en-GB" altLang="en-US" sz="1600">
                <a:solidFill>
                  <a:srgbClr val="FFFF00"/>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&lt;tr&gt;</a:t>
            </a:r>
          </a:p>
          <a:p>
            <a:pPr marL="0" indent="0">
              <a:buNone/>
            </a:pPr>
            <a:r>
              <a:rPr lang="en-GB" altLang="en-US" sz="1600">
                <a:solidFill>
                  <a:schemeClr val="bg1"/>
                </a:solidFill>
                <a:latin typeface="Consolas" panose="020B0609020204030204" pitchFamily="49" charset="0"/>
                <a:cs typeface="Consolas" panose="020B0609020204030204" pitchFamily="49" charset="0"/>
              </a:rPr>
              <a:t>      &lt;td&gt;&lt;font </a:t>
            </a:r>
            <a:r>
              <a:rPr lang="en-GB" altLang="en-US" sz="1600" err="1">
                <a:solidFill>
                  <a:schemeClr val="bg1"/>
                </a:solidFill>
                <a:latin typeface="Consolas" panose="020B0609020204030204" pitchFamily="49" charset="0"/>
                <a:cs typeface="Consolas" panose="020B0609020204030204" pitchFamily="49" charset="0"/>
              </a:rPr>
              <a:t>color</a:t>
            </a:r>
            <a:r>
              <a:rPr lang="en-GB" altLang="en-US" sz="1600">
                <a:solidFill>
                  <a:schemeClr val="bg1"/>
                </a:solidFill>
                <a:latin typeface="Consolas" panose="020B0609020204030204" pitchFamily="49" charset="0"/>
                <a:cs typeface="Consolas" panose="020B0609020204030204" pitchFamily="49" charset="0"/>
              </a:rPr>
              <a:t>=</a:t>
            </a:r>
            <a:r>
              <a:rPr lang="en-GB" altLang="en-US" sz="1600" b="1">
                <a:solidFill>
                  <a:schemeClr val="accent2"/>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#690000</a:t>
            </a:r>
            <a:r>
              <a:rPr lang="en-GB" altLang="en-US" sz="1600" b="1">
                <a:solidFill>
                  <a:schemeClr val="accent2"/>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&gt;&lt;b&gt;Username :&lt;/b&gt;&lt;/font&gt;&lt;/td&gt;</a:t>
            </a:r>
          </a:p>
          <a:p>
            <a:pPr marL="0" indent="0">
              <a:buNone/>
            </a:pPr>
            <a:r>
              <a:rPr lang="en-GB" altLang="en-US" sz="1600">
                <a:solidFill>
                  <a:schemeClr val="bg1"/>
                </a:solidFill>
                <a:latin typeface="Consolas" panose="020B0609020204030204" pitchFamily="49" charset="0"/>
                <a:cs typeface="Consolas" panose="020B0609020204030204" pitchFamily="49" charset="0"/>
              </a:rPr>
              <a:t>      &lt;td&gt;&lt;input type=</a:t>
            </a:r>
            <a:r>
              <a:rPr lang="en-GB" altLang="en-US" sz="1600" b="1">
                <a:solidFill>
                  <a:schemeClr val="accent3"/>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textbox</a:t>
            </a:r>
            <a:r>
              <a:rPr lang="en-GB" altLang="en-US" sz="1600" b="1">
                <a:solidFill>
                  <a:schemeClr val="accent3"/>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 name=</a:t>
            </a:r>
            <a:r>
              <a:rPr lang="en-GB" altLang="en-US" sz="1600" b="1">
                <a:solidFill>
                  <a:schemeClr val="accent3"/>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username</a:t>
            </a:r>
            <a:r>
              <a:rPr lang="en-GB" altLang="en-US" sz="1600" b="1">
                <a:solidFill>
                  <a:schemeClr val="accent3"/>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&gt;&lt;/td&gt;</a:t>
            </a:r>
          </a:p>
          <a:p>
            <a:pPr marL="0" indent="0">
              <a:buNone/>
            </a:pPr>
            <a:r>
              <a:rPr lang="en-GB" altLang="en-US" sz="1600">
                <a:solidFill>
                  <a:schemeClr val="bg1"/>
                </a:solidFill>
                <a:latin typeface="Consolas" panose="020B0609020204030204" pitchFamily="49" charset="0"/>
                <a:cs typeface="Consolas" panose="020B0609020204030204" pitchFamily="49" charset="0"/>
              </a:rPr>
              <a:t>&lt;/tr&gt;</a:t>
            </a:r>
          </a:p>
          <a:p>
            <a:pPr marL="0" indent="0">
              <a:buNone/>
            </a:pPr>
            <a:r>
              <a:rPr lang="en-GB" altLang="en-US" sz="1600" b="1">
                <a:solidFill>
                  <a:srgbClr val="FFFF00"/>
                </a:solidFill>
                <a:latin typeface="Consolas" panose="020B0609020204030204" pitchFamily="49" charset="0"/>
                <a:cs typeface="Consolas" panose="020B0609020204030204" pitchFamily="49" charset="0"/>
              </a:rPr>
              <a:t>"""</a:t>
            </a:r>
          </a:p>
        </p:txBody>
      </p:sp>
      <p:sp>
        <p:nvSpPr>
          <p:cNvPr id="7" name="Rectangle 4">
            <a:extLst>
              <a:ext uri="{FF2B5EF4-FFF2-40B4-BE49-F238E27FC236}">
                <a16:creationId xmlns:a16="http://schemas.microsoft.com/office/drawing/2014/main" id="{47EF6535-FD8E-33A7-D5FD-35A1EF472175}"/>
              </a:ext>
            </a:extLst>
          </p:cNvPr>
          <p:cNvSpPr txBox="1">
            <a:spLocks noChangeArrowheads="1"/>
          </p:cNvSpPr>
          <p:nvPr/>
        </p:nvSpPr>
        <p:spPr bwMode="auto">
          <a:xfrm>
            <a:off x="8671214" y="2709304"/>
            <a:ext cx="2857846"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print("hello\</a:t>
            </a:r>
            <a:r>
              <a:rPr lang="en-GB" altLang="en-US" err="1">
                <a:solidFill>
                  <a:schemeClr val="bg1"/>
                </a:solidFill>
                <a:latin typeface="Consolas" panose="020B0609020204030204" pitchFamily="49" charset="0"/>
                <a:cs typeface="Consolas" panose="020B0609020204030204" pitchFamily="49" charset="0"/>
              </a:rPr>
              <a:t>nworld</a:t>
            </a:r>
            <a:r>
              <a:rPr lang="en-GB" altLang="en-US">
                <a:solidFill>
                  <a:schemeClr val="bg1"/>
                </a:solidFill>
                <a:latin typeface="Consolas" panose="020B0609020204030204" pitchFamily="49" charset="0"/>
                <a:cs typeface="Consolas" panose="020B0609020204030204" pitchFamily="49" charset="0"/>
              </a:rPr>
              <a:t>")</a:t>
            </a:r>
          </a:p>
        </p:txBody>
      </p:sp>
      <p:grpSp>
        <p:nvGrpSpPr>
          <p:cNvPr id="10" name="Group 9">
            <a:extLst>
              <a:ext uri="{FF2B5EF4-FFF2-40B4-BE49-F238E27FC236}">
                <a16:creationId xmlns:a16="http://schemas.microsoft.com/office/drawing/2014/main" id="{DEE6D53F-F32F-FBEF-D370-4478983E74C3}"/>
              </a:ext>
            </a:extLst>
          </p:cNvPr>
          <p:cNvGrpSpPr/>
          <p:nvPr/>
        </p:nvGrpSpPr>
        <p:grpSpPr>
          <a:xfrm>
            <a:off x="7551259" y="2637804"/>
            <a:ext cx="1035803" cy="484632"/>
            <a:chOff x="5956299" y="2564572"/>
            <a:chExt cx="1035803" cy="484632"/>
          </a:xfrm>
          <a:solidFill>
            <a:schemeClr val="accent1">
              <a:lumMod val="40000"/>
              <a:lumOff val="60000"/>
            </a:schemeClr>
          </a:solidFill>
        </p:grpSpPr>
        <p:sp>
          <p:nvSpPr>
            <p:cNvPr id="8" name="Arrow: Right 7">
              <a:extLst>
                <a:ext uri="{FF2B5EF4-FFF2-40B4-BE49-F238E27FC236}">
                  <a16:creationId xmlns:a16="http://schemas.microsoft.com/office/drawing/2014/main" id="{6105BCE3-D8ED-FDB7-44C1-9F08D9CF7BC8}"/>
                </a:ext>
              </a:extLst>
            </p:cNvPr>
            <p:cNvSpPr/>
            <p:nvPr/>
          </p:nvSpPr>
          <p:spPr>
            <a:xfrm>
              <a:off x="6316979" y="2564572"/>
              <a:ext cx="675123" cy="484632"/>
            </a:xfrm>
            <a:prstGeom prst="rightArrow">
              <a:avLst/>
            </a:prstGeom>
            <a:grp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id="{610094BA-DA4F-1F05-14D6-81A0AD325EF9}"/>
                </a:ext>
              </a:extLst>
            </p:cNvPr>
            <p:cNvSpPr/>
            <p:nvPr/>
          </p:nvSpPr>
          <p:spPr>
            <a:xfrm rot="10800000">
              <a:off x="5956299" y="2564572"/>
              <a:ext cx="675123" cy="484632"/>
            </a:xfrm>
            <a:prstGeom prst="rightArrow">
              <a:avLst/>
            </a:prstGeom>
            <a:grpFill/>
            <a:ln>
              <a:solidFill>
                <a:schemeClr val="accent1">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 name="Rectangle 4">
            <a:extLst>
              <a:ext uri="{FF2B5EF4-FFF2-40B4-BE49-F238E27FC236}">
                <a16:creationId xmlns:a16="http://schemas.microsoft.com/office/drawing/2014/main" id="{54D31335-78BD-3BB4-E8F8-D51B0EC925AC}"/>
              </a:ext>
            </a:extLst>
          </p:cNvPr>
          <p:cNvSpPr txBox="1">
            <a:spLocks noChangeArrowheads="1"/>
          </p:cNvSpPr>
          <p:nvPr/>
        </p:nvSpPr>
        <p:spPr bwMode="auto">
          <a:xfrm>
            <a:off x="2843820" y="5986851"/>
            <a:ext cx="7772746" cy="6637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'\n&lt;tr&gt;\n\t&lt;td&gt;&lt;font </a:t>
            </a:r>
            <a:r>
              <a:rPr lang="en-GB" altLang="en-US" sz="1600" err="1">
                <a:solidFill>
                  <a:schemeClr val="bg1"/>
                </a:solidFill>
                <a:latin typeface="Consolas" panose="020B0609020204030204" pitchFamily="49" charset="0"/>
                <a:cs typeface="Consolas" panose="020B0609020204030204" pitchFamily="49" charset="0"/>
              </a:rPr>
              <a:t>color</a:t>
            </a:r>
            <a:r>
              <a:rPr lang="en-GB" altLang="en-US" sz="1600">
                <a:solidFill>
                  <a:schemeClr val="bg1"/>
                </a:solidFill>
                <a:latin typeface="Consolas" panose="020B0609020204030204" pitchFamily="49" charset="0"/>
                <a:cs typeface="Consolas" panose="020B0609020204030204" pitchFamily="49" charset="0"/>
              </a:rPr>
              <a:t>="#690000"&gt;&lt;b&gt;Username :&lt;/b&gt;&lt;/font&gt;&lt;/td&gt;\n</a:t>
            </a:r>
          </a:p>
          <a:p>
            <a:pPr marL="0" indent="0">
              <a:buNone/>
            </a:pPr>
            <a:r>
              <a:rPr lang="en-GB" altLang="en-US" sz="1600">
                <a:solidFill>
                  <a:schemeClr val="bg1"/>
                </a:solidFill>
                <a:latin typeface="Consolas" panose="020B0609020204030204" pitchFamily="49" charset="0"/>
                <a:cs typeface="Consolas" panose="020B0609020204030204" pitchFamily="49" charset="0"/>
              </a:rPr>
              <a:t>\t&lt;td&gt;&lt;input type=\'textbox\' name=\'username\'&gt;&lt;/td&gt;\n&lt;/tr&gt;\n'</a:t>
            </a:r>
          </a:p>
        </p:txBody>
      </p:sp>
      <p:sp>
        <p:nvSpPr>
          <p:cNvPr id="12" name="TextBox 11">
            <a:extLst>
              <a:ext uri="{FF2B5EF4-FFF2-40B4-BE49-F238E27FC236}">
                <a16:creationId xmlns:a16="http://schemas.microsoft.com/office/drawing/2014/main" id="{D0CF194E-F689-B9E4-3D23-300E23D50EC6}"/>
              </a:ext>
            </a:extLst>
          </p:cNvPr>
          <p:cNvSpPr txBox="1"/>
          <p:nvPr/>
        </p:nvSpPr>
        <p:spPr>
          <a:xfrm>
            <a:off x="10325023" y="4701330"/>
            <a:ext cx="1686002" cy="1200329"/>
          </a:xfrm>
          <a:prstGeom prst="rect">
            <a:avLst/>
          </a:prstGeom>
          <a:solidFill>
            <a:schemeClr val="accent4">
              <a:lumMod val="40000"/>
              <a:lumOff val="60000"/>
            </a:schemeClr>
          </a:solidFill>
          <a:ln>
            <a:noFill/>
          </a:ln>
        </p:spPr>
        <p:txBody>
          <a:bodyPr wrap="square" rtlCol="0">
            <a:spAutoFit/>
          </a:bodyPr>
          <a:lstStyle/>
          <a:p>
            <a:r>
              <a:rPr lang="en-GB" dirty="0"/>
              <a:t>Triple quoted strings improve readability!</a:t>
            </a:r>
          </a:p>
        </p:txBody>
      </p:sp>
      <p:sp>
        <p:nvSpPr>
          <p:cNvPr id="13" name="Line 11">
            <a:extLst>
              <a:ext uri="{FF2B5EF4-FFF2-40B4-BE49-F238E27FC236}">
                <a16:creationId xmlns:a16="http://schemas.microsoft.com/office/drawing/2014/main" id="{BB277D88-864C-9669-072A-F449D1A2CB46}"/>
              </a:ext>
            </a:extLst>
          </p:cNvPr>
          <p:cNvSpPr>
            <a:spLocks noChangeShapeType="1"/>
          </p:cNvSpPr>
          <p:nvPr/>
        </p:nvSpPr>
        <p:spPr bwMode="auto">
          <a:xfrm flipH="1">
            <a:off x="9881451" y="5001599"/>
            <a:ext cx="443572" cy="1461"/>
          </a:xfrm>
          <a:prstGeom prst="line">
            <a:avLst/>
          </a:prstGeom>
          <a:noFill/>
          <a:ln w="19050">
            <a:solidFill>
              <a:schemeClr val="accent4">
                <a:lumMod val="60000"/>
                <a:lumOff val="40000"/>
              </a:schemeClr>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Tree>
    <p:extLst>
      <p:ext uri="{BB962C8B-B14F-4D97-AF65-F5344CB8AC3E}">
        <p14:creationId xmlns:p14="http://schemas.microsoft.com/office/powerpoint/2010/main" val="1181996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83363-1450-E076-0762-01ED2AD1D94E}"/>
              </a:ext>
            </a:extLst>
          </p:cNvPr>
          <p:cNvSpPr>
            <a:spLocks noGrp="1"/>
          </p:cNvSpPr>
          <p:nvPr>
            <p:ph type="ctrTitle"/>
          </p:nvPr>
        </p:nvSpPr>
        <p:spPr/>
        <p:txBody>
          <a:bodyPr/>
          <a:lstStyle/>
          <a:p>
            <a:r>
              <a:rPr lang="en-GB"/>
              <a:t>String functions and methods</a:t>
            </a:r>
          </a:p>
        </p:txBody>
      </p:sp>
      <p:sp>
        <p:nvSpPr>
          <p:cNvPr id="12" name="Text Placeholder 11">
            <a:extLst>
              <a:ext uri="{FF2B5EF4-FFF2-40B4-BE49-F238E27FC236}">
                <a16:creationId xmlns:a16="http://schemas.microsoft.com/office/drawing/2014/main" id="{2658BE05-66DD-AA75-09FA-5C1B0FF3B122}"/>
              </a:ext>
            </a:extLst>
          </p:cNvPr>
          <p:cNvSpPr>
            <a:spLocks noGrp="1"/>
          </p:cNvSpPr>
          <p:nvPr>
            <p:ph type="body" sz="quarter" idx="13"/>
          </p:nvPr>
        </p:nvSpPr>
        <p:spPr/>
        <p:txBody>
          <a:bodyPr/>
          <a:lstStyle/>
          <a:p>
            <a:r>
              <a:rPr lang="en-GB" b="1" dirty="0"/>
              <a:t>Some useful string functions</a:t>
            </a:r>
          </a:p>
          <a:p>
            <a:pPr marL="285750" indent="-285750">
              <a:buFont typeface="Arial" panose="020B0604020202020204" pitchFamily="34" charset="0"/>
              <a:buChar char="•"/>
            </a:pPr>
            <a:r>
              <a:rPr lang="en-GB" dirty="0"/>
              <a:t>Most of these can be used with other types.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Overloaded * operator — string replication.</a:t>
            </a:r>
          </a:p>
          <a:p>
            <a:endParaRPr lang="en-GB" b="1" dirty="0"/>
          </a:p>
        </p:txBody>
      </p:sp>
      <p:sp>
        <p:nvSpPr>
          <p:cNvPr id="11" name="Content Placeholder 10">
            <a:extLst>
              <a:ext uri="{FF2B5EF4-FFF2-40B4-BE49-F238E27FC236}">
                <a16:creationId xmlns:a16="http://schemas.microsoft.com/office/drawing/2014/main" id="{D7862460-ACA2-4AEB-D819-CC51C434E1C2}"/>
              </a:ext>
            </a:extLst>
          </p:cNvPr>
          <p:cNvSpPr>
            <a:spLocks noGrp="1"/>
          </p:cNvSpPr>
          <p:nvPr>
            <p:ph sz="quarter" idx="4"/>
          </p:nvPr>
        </p:nvSpPr>
        <p:spPr/>
        <p:txBody>
          <a:bodyPr/>
          <a:lstStyle/>
          <a:p>
            <a:pPr marL="0" indent="0">
              <a:buNone/>
            </a:pPr>
            <a:r>
              <a:rPr lang="en-GB" b="1" dirty="0">
                <a:solidFill>
                  <a:schemeClr val="tx1"/>
                </a:solidFill>
              </a:rPr>
              <a:t>Some useful string methods</a:t>
            </a:r>
          </a:p>
          <a:p>
            <a:r>
              <a:rPr lang="en-GB" dirty="0">
                <a:solidFill>
                  <a:schemeClr val="tx1"/>
                </a:solidFill>
              </a:rPr>
              <a:t>Over 40 methods available.</a:t>
            </a:r>
          </a:p>
        </p:txBody>
      </p:sp>
      <p:sp>
        <p:nvSpPr>
          <p:cNvPr id="4" name="Slide Number Placeholder 3">
            <a:extLst>
              <a:ext uri="{FF2B5EF4-FFF2-40B4-BE49-F238E27FC236}">
                <a16:creationId xmlns:a16="http://schemas.microsoft.com/office/drawing/2014/main" id="{6E4A3013-9C93-9EDB-5A64-94D66C5D280E}"/>
              </a:ext>
            </a:extLst>
          </p:cNvPr>
          <p:cNvSpPr>
            <a:spLocks noGrp="1"/>
          </p:cNvSpPr>
          <p:nvPr>
            <p:ph type="sldNum" sz="quarter" idx="12"/>
          </p:nvPr>
        </p:nvSpPr>
        <p:spPr/>
        <p:txBody>
          <a:bodyPr/>
          <a:lstStyle/>
          <a:p>
            <a:fld id="{F3469444-D02B-D446-9CF8-19DEDDE073D1}" type="slidenum">
              <a:rPr lang="en-US" smtClean="0"/>
              <a:pPr/>
              <a:t>22</a:t>
            </a:fld>
            <a:endParaRPr lang="en-US"/>
          </a:p>
        </p:txBody>
      </p:sp>
      <p:graphicFrame>
        <p:nvGraphicFramePr>
          <p:cNvPr id="9" name="Table 8">
            <a:extLst>
              <a:ext uri="{FF2B5EF4-FFF2-40B4-BE49-F238E27FC236}">
                <a16:creationId xmlns:a16="http://schemas.microsoft.com/office/drawing/2014/main" id="{8D195A62-F985-74FF-08EC-E712E6575A23}"/>
              </a:ext>
            </a:extLst>
          </p:cNvPr>
          <p:cNvGraphicFramePr>
            <a:graphicFrameLocks noGrp="1"/>
          </p:cNvGraphicFramePr>
          <p:nvPr>
            <p:extLst>
              <p:ext uri="{D42A27DB-BD31-4B8C-83A1-F6EECF244321}">
                <p14:modId xmlns:p14="http://schemas.microsoft.com/office/powerpoint/2010/main" val="2088867906"/>
              </p:ext>
            </p:extLst>
          </p:nvPr>
        </p:nvGraphicFramePr>
        <p:xfrm>
          <a:off x="6659426" y="2521940"/>
          <a:ext cx="4827724" cy="2983509"/>
        </p:xfrm>
        <a:graphic>
          <a:graphicData uri="http://schemas.openxmlformats.org/drawingml/2006/table">
            <a:tbl>
              <a:tblPr firstRow="1" bandRow="1">
                <a:tableStyleId>{5C22544A-7EE6-4342-B048-85BDC9FD1C3A}</a:tableStyleId>
              </a:tblPr>
              <a:tblGrid>
                <a:gridCol w="1969623">
                  <a:extLst>
                    <a:ext uri="{9D8B030D-6E8A-4147-A177-3AD203B41FA5}">
                      <a16:colId xmlns:a16="http://schemas.microsoft.com/office/drawing/2014/main" val="1551974525"/>
                    </a:ext>
                  </a:extLst>
                </a:gridCol>
                <a:gridCol w="2858101">
                  <a:extLst>
                    <a:ext uri="{9D8B030D-6E8A-4147-A177-3AD203B41FA5}">
                      <a16:colId xmlns:a16="http://schemas.microsoft.com/office/drawing/2014/main" val="587885695"/>
                    </a:ext>
                  </a:extLst>
                </a:gridCol>
              </a:tblGrid>
              <a:tr h="359621">
                <a:tc>
                  <a:txBody>
                    <a:bodyPr/>
                    <a:lstStyle/>
                    <a:p>
                      <a:pPr algn="ctr"/>
                      <a:r>
                        <a:rPr lang="en-GB" sz="1800">
                          <a:solidFill>
                            <a:schemeClr val="tx2"/>
                          </a:solidFill>
                        </a:rPr>
                        <a:t>Method</a:t>
                      </a:r>
                    </a:p>
                  </a:txBody>
                  <a:tcPr marL="73273" marR="73273" marT="36637" marB="36637" anchor="ctr">
                    <a:solidFill>
                      <a:schemeClr val="accent1"/>
                    </a:solidFill>
                  </a:tcPr>
                </a:tc>
                <a:tc>
                  <a:txBody>
                    <a:bodyPr/>
                    <a:lstStyle/>
                    <a:p>
                      <a:pPr algn="ctr"/>
                      <a:r>
                        <a:rPr lang="en-GB" sz="1800">
                          <a:solidFill>
                            <a:schemeClr val="tx2"/>
                          </a:solidFill>
                        </a:rPr>
                        <a:t>Meaning</a:t>
                      </a:r>
                    </a:p>
                  </a:txBody>
                  <a:tcPr marL="73273" marR="73273" marT="36637" marB="36637" anchor="ctr">
                    <a:solidFill>
                      <a:schemeClr val="accent1"/>
                    </a:solidFill>
                  </a:tcPr>
                </a:tc>
                <a:extLst>
                  <a:ext uri="{0D108BD9-81ED-4DB2-BD59-A6C34878D82A}">
                    <a16:rowId xmlns:a16="http://schemas.microsoft.com/office/drawing/2014/main" val="2345767861"/>
                  </a:ext>
                </a:extLst>
              </a:tr>
              <a:tr h="34385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str.upper</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Return upper-case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137229064"/>
                  </a:ext>
                </a:extLst>
              </a:tr>
              <a:tr h="34385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dirty="0" err="1">
                          <a:latin typeface="Consolas" panose="020B0609020204030204" pitchFamily="49" charset="0"/>
                          <a:cs typeface="Courier New" panose="02070309020205020404" pitchFamily="49" charset="0"/>
                        </a:rPr>
                        <a:t>str.lower</a:t>
                      </a:r>
                      <a:r>
                        <a:rPr lang="en-GB" sz="1700" b="1" i="0" dirty="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Return lower-case string</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119249700"/>
                  </a:ext>
                </a:extLst>
              </a:tr>
              <a:tr h="37374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str.title</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700"/>
                        <a:t>Return title-case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22224547"/>
                  </a:ext>
                </a:extLst>
              </a:tr>
              <a:tr h="34385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str.find</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Search for string</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4180840069"/>
                  </a:ext>
                </a:extLst>
              </a:tr>
              <a:tr h="40619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str.replace</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Replace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760987105"/>
                  </a:ext>
                </a:extLst>
              </a:tr>
              <a:tr h="40619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str.rstrip</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Strip trailing chars</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329854863"/>
                  </a:ext>
                </a:extLst>
              </a:tr>
              <a:tr h="40619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str.ljust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Left justify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47526517"/>
                  </a:ext>
                </a:extLst>
              </a:tr>
            </a:tbl>
          </a:graphicData>
        </a:graphic>
      </p:graphicFrame>
      <p:graphicFrame>
        <p:nvGraphicFramePr>
          <p:cNvPr id="10" name="Table 9">
            <a:extLst>
              <a:ext uri="{FF2B5EF4-FFF2-40B4-BE49-F238E27FC236}">
                <a16:creationId xmlns:a16="http://schemas.microsoft.com/office/drawing/2014/main" id="{AFF0E722-9BF8-A6EB-AC1B-E353F1F18AC7}"/>
              </a:ext>
            </a:extLst>
          </p:cNvPr>
          <p:cNvGraphicFramePr>
            <a:graphicFrameLocks noGrp="1"/>
          </p:cNvGraphicFramePr>
          <p:nvPr>
            <p:extLst>
              <p:ext uri="{D42A27DB-BD31-4B8C-83A1-F6EECF244321}">
                <p14:modId xmlns:p14="http://schemas.microsoft.com/office/powerpoint/2010/main" val="575155581"/>
              </p:ext>
            </p:extLst>
          </p:nvPr>
        </p:nvGraphicFramePr>
        <p:xfrm>
          <a:off x="820054" y="2521940"/>
          <a:ext cx="5021707" cy="2782212"/>
        </p:xfrm>
        <a:graphic>
          <a:graphicData uri="http://schemas.openxmlformats.org/drawingml/2006/table">
            <a:tbl>
              <a:tblPr firstRow="1" bandRow="1">
                <a:tableStyleId>{5C22544A-7EE6-4342-B048-85BDC9FD1C3A}</a:tableStyleId>
              </a:tblPr>
              <a:tblGrid>
                <a:gridCol w="1808846">
                  <a:extLst>
                    <a:ext uri="{9D8B030D-6E8A-4147-A177-3AD203B41FA5}">
                      <a16:colId xmlns:a16="http://schemas.microsoft.com/office/drawing/2014/main" val="1551974525"/>
                    </a:ext>
                  </a:extLst>
                </a:gridCol>
                <a:gridCol w="3212861">
                  <a:extLst>
                    <a:ext uri="{9D8B030D-6E8A-4147-A177-3AD203B41FA5}">
                      <a16:colId xmlns:a16="http://schemas.microsoft.com/office/drawing/2014/main" val="587885695"/>
                    </a:ext>
                  </a:extLst>
                </a:gridCol>
              </a:tblGrid>
              <a:tr h="273776">
                <a:tc>
                  <a:txBody>
                    <a:bodyPr/>
                    <a:lstStyle/>
                    <a:p>
                      <a:pPr algn="ctr"/>
                      <a:r>
                        <a:rPr lang="en-GB" sz="1800">
                          <a:solidFill>
                            <a:schemeClr val="tx2"/>
                          </a:solidFill>
                        </a:rPr>
                        <a:t>Function</a:t>
                      </a:r>
                    </a:p>
                  </a:txBody>
                  <a:tcPr marL="73273" marR="73273" marT="36637" marB="36637" anchor="ctr">
                    <a:solidFill>
                      <a:schemeClr val="accent1"/>
                    </a:solidFill>
                  </a:tcPr>
                </a:tc>
                <a:tc>
                  <a:txBody>
                    <a:bodyPr/>
                    <a:lstStyle/>
                    <a:p>
                      <a:pPr algn="ctr"/>
                      <a:r>
                        <a:rPr lang="en-GB" sz="1800">
                          <a:solidFill>
                            <a:schemeClr val="tx2"/>
                          </a:solidFill>
                        </a:rPr>
                        <a:t>Meaning</a:t>
                      </a:r>
                    </a:p>
                  </a:txBody>
                  <a:tcPr marL="73273" marR="73273" marT="36637" marB="36637" anchor="ctr">
                    <a:solidFill>
                      <a:schemeClr val="accent1"/>
                    </a:solidFill>
                  </a:tcPr>
                </a:tc>
                <a:extLst>
                  <a:ext uri="{0D108BD9-81ED-4DB2-BD59-A6C34878D82A}">
                    <a16:rowId xmlns:a16="http://schemas.microsoft.com/office/drawing/2014/main" val="2345767861"/>
                  </a:ext>
                </a:extLst>
              </a:tr>
              <a:tr h="27377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int(</a:t>
                      </a:r>
                      <a:r>
                        <a:rPr lang="en-GB" altLang="en-US" sz="1600" b="1">
                          <a:solidFill>
                            <a:schemeClr val="tx1"/>
                          </a:solidFill>
                          <a:latin typeface="Consolas" panose="020B0609020204030204" pitchFamily="49" charset="0"/>
                          <a:cs typeface="Consolas" panose="020B0609020204030204" pitchFamily="49" charset="0"/>
                        </a:rPr>
                        <a:t>"</a:t>
                      </a:r>
                      <a:r>
                        <a:rPr lang="en-GB" sz="1700" b="1" i="0">
                          <a:latin typeface="Consolas" panose="020B0609020204030204" pitchFamily="49" charset="0"/>
                          <a:cs typeface="Courier New" panose="02070309020205020404" pitchFamily="49" charset="0"/>
                        </a:rPr>
                        <a:t>42</a:t>
                      </a:r>
                      <a:r>
                        <a:rPr lang="en-GB" altLang="en-US" sz="1800">
                          <a:solidFill>
                            <a:schemeClr val="tx1"/>
                          </a:solidFill>
                          <a:latin typeface="Consolas" panose="020B0609020204030204" pitchFamily="49" charset="0"/>
                          <a:cs typeface="Consolas" panose="020B0609020204030204" pitchFamily="49" charset="0"/>
                        </a:rPr>
                        <a: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Convert string to integer</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137229064"/>
                  </a:ext>
                </a:extLst>
              </a:tr>
              <a:tr h="26177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str(42)</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Convert integer to string</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119249700"/>
                  </a:ext>
                </a:extLst>
              </a:tr>
              <a:tr h="34905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len</a:t>
                      </a:r>
                      <a:r>
                        <a:rPr lang="en-GB" sz="1700" b="1" i="0">
                          <a:latin typeface="Consolas" panose="020B0609020204030204" pitchFamily="49" charset="0"/>
                          <a:cs typeface="Courier New" panose="02070309020205020404" pitchFamily="49" charset="0"/>
                        </a:rPr>
                        <a:t>(</a:t>
                      </a:r>
                      <a:r>
                        <a:rPr lang="en-GB" altLang="en-US" sz="1600" b="1">
                          <a:solidFill>
                            <a:schemeClr val="tx1"/>
                          </a:solidFill>
                          <a:latin typeface="Consolas" panose="020B0609020204030204" pitchFamily="49" charset="0"/>
                          <a:cs typeface="Consolas" panose="020B0609020204030204" pitchFamily="49" charset="0"/>
                        </a:rPr>
                        <a:t>"</a:t>
                      </a:r>
                      <a:r>
                        <a:rPr lang="en-GB" sz="1700" b="1" i="0">
                          <a:latin typeface="Consolas" panose="020B0609020204030204" pitchFamily="49" charset="0"/>
                          <a:cs typeface="Courier New" panose="02070309020205020404" pitchFamily="49" charset="0"/>
                        </a:rPr>
                        <a:t>42</a:t>
                      </a:r>
                      <a:r>
                        <a:rPr lang="en-GB" altLang="en-US" sz="1800">
                          <a:solidFill>
                            <a:schemeClr val="tx1"/>
                          </a:solidFill>
                          <a:latin typeface="Consolas" panose="020B0609020204030204" pitchFamily="49" charset="0"/>
                          <a:cs typeface="Consolas" panose="020B0609020204030204" pitchFamily="49" charset="0"/>
                        </a:rPr>
                        <a: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Return num of chars in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22224547"/>
                  </a:ext>
                </a:extLst>
              </a:tr>
              <a:tr h="27377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min(</a:t>
                      </a:r>
                      <a:r>
                        <a:rPr lang="en-GB" altLang="en-US" sz="1600">
                          <a:solidFill>
                            <a:schemeClr val="tx1"/>
                          </a:solidFill>
                          <a:latin typeface="Consolas" panose="020B0609020204030204" pitchFamily="49" charset="0"/>
                          <a:cs typeface="Consolas" panose="020B0609020204030204" pitchFamily="49" charset="0"/>
                        </a:rPr>
                        <a:t>"</a:t>
                      </a:r>
                      <a:r>
                        <a:rPr lang="en-GB" altLang="en-US" sz="1600" b="1" err="1">
                          <a:solidFill>
                            <a:schemeClr val="tx1"/>
                          </a:solidFill>
                          <a:latin typeface="Consolas" panose="020B0609020204030204" pitchFamily="49" charset="0"/>
                          <a:cs typeface="Consolas" panose="020B0609020204030204" pitchFamily="49" charset="0"/>
                        </a:rPr>
                        <a:t>abc</a:t>
                      </a:r>
                      <a:r>
                        <a:rPr lang="en-GB" altLang="en-US" sz="1800">
                          <a:solidFill>
                            <a:schemeClr val="tx1"/>
                          </a:solidFill>
                          <a:latin typeface="Consolas" panose="020B0609020204030204" pitchFamily="49" charset="0"/>
                          <a:cs typeface="Consolas" panose="020B0609020204030204" pitchFamily="49" charset="0"/>
                        </a:rPr>
                        <a: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Smallest Unicode char –a</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4180840069"/>
                  </a:ext>
                </a:extLst>
              </a:tr>
              <a:tr h="27377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max(</a:t>
                      </a:r>
                      <a:r>
                        <a:rPr lang="en-GB" altLang="en-US" sz="1600">
                          <a:solidFill>
                            <a:schemeClr val="tx1"/>
                          </a:solidFill>
                          <a:latin typeface="Consolas" panose="020B0609020204030204" pitchFamily="49" charset="0"/>
                          <a:cs typeface="Consolas" panose="020B0609020204030204" pitchFamily="49" charset="0"/>
                        </a:rPr>
                        <a:t>"</a:t>
                      </a:r>
                      <a:r>
                        <a:rPr lang="en-GB" altLang="en-US" sz="1600" b="1" err="1">
                          <a:solidFill>
                            <a:schemeClr val="tx1"/>
                          </a:solidFill>
                          <a:latin typeface="Consolas" panose="020B0609020204030204" pitchFamily="49" charset="0"/>
                          <a:cs typeface="Consolas" panose="020B0609020204030204" pitchFamily="49" charset="0"/>
                        </a:rPr>
                        <a:t>abc</a:t>
                      </a:r>
                      <a:r>
                        <a:rPr lang="en-GB" altLang="en-US" sz="1800">
                          <a:solidFill>
                            <a:schemeClr val="tx1"/>
                          </a:solidFill>
                          <a:latin typeface="Consolas" panose="020B0609020204030204" pitchFamily="49" charset="0"/>
                          <a:cs typeface="Consolas" panose="020B0609020204030204" pitchFamily="49" charset="0"/>
                        </a:rPr>
                        <a: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700"/>
                        <a:t>Largest Unicode char – c</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760987105"/>
                  </a:ext>
                </a:extLst>
              </a:tr>
              <a:tr h="349054">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dirty="0">
                          <a:latin typeface="Consolas" panose="020B0609020204030204" pitchFamily="49" charset="0"/>
                          <a:cs typeface="Courier New" panose="02070309020205020404" pitchFamily="49" charset="0"/>
                        </a:rPr>
                        <a:t>sorted(</a:t>
                      </a:r>
                      <a:r>
                        <a:rPr lang="en-GB" altLang="en-US" sz="1800" dirty="0">
                          <a:solidFill>
                            <a:schemeClr val="tx1"/>
                          </a:solidFill>
                          <a:latin typeface="Consolas" panose="020B0609020204030204" pitchFamily="49" charset="0"/>
                          <a:cs typeface="Consolas" panose="020B0609020204030204" pitchFamily="49" charset="0"/>
                        </a:rPr>
                        <a:t>"</a:t>
                      </a:r>
                      <a:r>
                        <a:rPr lang="en-GB" altLang="en-US" sz="1800" b="1" dirty="0">
                          <a:solidFill>
                            <a:schemeClr val="tx1"/>
                          </a:solidFill>
                          <a:latin typeface="Consolas" panose="020B0609020204030204" pitchFamily="49" charset="0"/>
                          <a:cs typeface="Consolas" panose="020B0609020204030204" pitchFamily="49" charset="0"/>
                        </a:rPr>
                        <a:t>cba</a:t>
                      </a:r>
                      <a:r>
                        <a:rPr lang="en-GB" altLang="en-US" sz="2000" dirty="0">
                          <a:solidFill>
                            <a:schemeClr val="tx1"/>
                          </a:solidFill>
                          <a:latin typeface="Consolas" panose="020B0609020204030204" pitchFamily="49" charset="0"/>
                          <a:cs typeface="Consolas" panose="020B0609020204030204" pitchFamily="49" charset="0"/>
                        </a:rPr>
                        <a:t>")</a:t>
                      </a:r>
                      <a:endParaRPr lang="en-GB" sz="1700" b="1" i="0" dirty="0">
                        <a:latin typeface="Consolas" panose="020B0609020204030204" pitchFamily="49" charset="0"/>
                        <a:cs typeface="Courier New" panose="02070309020205020404" pitchFamily="49" charset="0"/>
                      </a:endParaRP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Return sorted list – [‘a’, ‘b’, ‘c’]</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329854863"/>
                  </a:ext>
                </a:extLst>
              </a:tr>
              <a:tr h="26177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chr(0x20ac)</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dirty="0"/>
                        <a:t>Returns Unicode char - €</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47526517"/>
                  </a:ext>
                </a:extLst>
              </a:tr>
            </a:tbl>
          </a:graphicData>
        </a:graphic>
      </p:graphicFrame>
      <p:sp>
        <p:nvSpPr>
          <p:cNvPr id="13" name="Rectangle 4">
            <a:extLst>
              <a:ext uri="{FF2B5EF4-FFF2-40B4-BE49-F238E27FC236}">
                <a16:creationId xmlns:a16="http://schemas.microsoft.com/office/drawing/2014/main" id="{63E35948-4525-6665-2884-5ACC7DD6582B}"/>
              </a:ext>
            </a:extLst>
          </p:cNvPr>
          <p:cNvSpPr txBox="1">
            <a:spLocks noChangeArrowheads="1"/>
          </p:cNvSpPr>
          <p:nvPr/>
        </p:nvSpPr>
        <p:spPr bwMode="auto">
          <a:xfrm>
            <a:off x="820055" y="5728059"/>
            <a:ext cx="3109688"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&gt;&gt;&gt; name = "spam " * 4</a:t>
            </a:r>
          </a:p>
        </p:txBody>
      </p:sp>
      <p:sp>
        <p:nvSpPr>
          <p:cNvPr id="14" name="TextBox 13">
            <a:extLst>
              <a:ext uri="{FF2B5EF4-FFF2-40B4-BE49-F238E27FC236}">
                <a16:creationId xmlns:a16="http://schemas.microsoft.com/office/drawing/2014/main" id="{91599004-4D37-3FD0-C831-DADF20C176C9}"/>
              </a:ext>
            </a:extLst>
          </p:cNvPr>
          <p:cNvSpPr txBox="1"/>
          <p:nvPr/>
        </p:nvSpPr>
        <p:spPr>
          <a:xfrm>
            <a:off x="3098561" y="6059321"/>
            <a:ext cx="2743200" cy="369332"/>
          </a:xfrm>
          <a:prstGeom prst="rect">
            <a:avLst/>
          </a:prstGeom>
          <a:solidFill>
            <a:schemeClr val="bg1"/>
          </a:solidFill>
          <a:ln>
            <a:solidFill>
              <a:schemeClr val="tx1"/>
            </a:solidFill>
          </a:ln>
        </p:spPr>
        <p:txBody>
          <a:bodyPr wrap="square" rtlCol="0">
            <a:spAutoFit/>
          </a:bodyPr>
          <a:lstStyle/>
          <a:p>
            <a:r>
              <a:rPr lang="en-GB" dirty="0"/>
              <a:t>'spam </a:t>
            </a:r>
            <a:r>
              <a:rPr lang="en-GB" dirty="0" err="1"/>
              <a:t>spam</a:t>
            </a:r>
            <a:r>
              <a:rPr lang="en-GB" dirty="0"/>
              <a:t> </a:t>
            </a:r>
            <a:r>
              <a:rPr lang="en-GB" dirty="0" err="1"/>
              <a:t>spam</a:t>
            </a:r>
            <a:r>
              <a:rPr lang="en-GB" dirty="0"/>
              <a:t> </a:t>
            </a:r>
            <a:r>
              <a:rPr lang="en-GB" dirty="0" err="1"/>
              <a:t>spam</a:t>
            </a:r>
            <a:r>
              <a:rPr lang="en-GB" dirty="0"/>
              <a:t> '</a:t>
            </a:r>
          </a:p>
        </p:txBody>
      </p:sp>
      <p:sp>
        <p:nvSpPr>
          <p:cNvPr id="16" name="TextBox 15">
            <a:extLst>
              <a:ext uri="{FF2B5EF4-FFF2-40B4-BE49-F238E27FC236}">
                <a16:creationId xmlns:a16="http://schemas.microsoft.com/office/drawing/2014/main" id="{CDE15206-8560-4309-2424-27B31FD282BB}"/>
              </a:ext>
            </a:extLst>
          </p:cNvPr>
          <p:cNvSpPr txBox="1"/>
          <p:nvPr/>
        </p:nvSpPr>
        <p:spPr>
          <a:xfrm>
            <a:off x="3630999" y="6400953"/>
            <a:ext cx="2057615" cy="307777"/>
          </a:xfrm>
          <a:prstGeom prst="rect">
            <a:avLst/>
          </a:prstGeom>
          <a:noFill/>
        </p:spPr>
        <p:txBody>
          <a:bodyPr wrap="none" rtlCol="0">
            <a:spAutoFit/>
          </a:bodyPr>
          <a:lstStyle/>
          <a:p>
            <a:r>
              <a:rPr lang="en-GB" sz="1400"/>
              <a:t>^Monty Python reference</a:t>
            </a:r>
          </a:p>
        </p:txBody>
      </p:sp>
    </p:spTree>
    <p:extLst>
      <p:ext uri="{BB962C8B-B14F-4D97-AF65-F5344CB8AC3E}">
        <p14:creationId xmlns:p14="http://schemas.microsoft.com/office/powerpoint/2010/main" val="3122966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7C754A-4584-0074-BA13-623D2922CB3F}"/>
              </a:ext>
            </a:extLst>
          </p:cNvPr>
          <p:cNvSpPr>
            <a:spLocks noGrp="1"/>
          </p:cNvSpPr>
          <p:nvPr>
            <p:ph type="ctrTitle"/>
          </p:nvPr>
        </p:nvSpPr>
        <p:spPr/>
        <p:txBody>
          <a:bodyPr/>
          <a:lstStyle/>
          <a:p>
            <a:r>
              <a:rPr lang="en-GB" dirty="0"/>
              <a:t>Searching and testing strings</a:t>
            </a:r>
          </a:p>
        </p:txBody>
      </p:sp>
      <p:sp>
        <p:nvSpPr>
          <p:cNvPr id="6" name="Text Placeholder 5">
            <a:extLst>
              <a:ext uri="{FF2B5EF4-FFF2-40B4-BE49-F238E27FC236}">
                <a16:creationId xmlns:a16="http://schemas.microsoft.com/office/drawing/2014/main" id="{24345D10-612D-CA8C-62AE-4BB4832B430B}"/>
              </a:ext>
            </a:extLst>
          </p:cNvPr>
          <p:cNvSpPr>
            <a:spLocks noGrp="1"/>
          </p:cNvSpPr>
          <p:nvPr>
            <p:ph type="body" sz="quarter" idx="13"/>
          </p:nvPr>
        </p:nvSpPr>
        <p:spPr>
          <a:xfrm>
            <a:off x="443921" y="1733108"/>
            <a:ext cx="6474599" cy="4348715"/>
          </a:xfrm>
        </p:spPr>
        <p:txBody>
          <a:bodyPr/>
          <a:lstStyle/>
          <a:p>
            <a:r>
              <a:rPr lang="en-GB" dirty="0"/>
              <a:t>Searching for substrings using the </a:t>
            </a:r>
            <a:r>
              <a:rPr lang="en-GB" b="1" dirty="0"/>
              <a:t>in operator</a:t>
            </a:r>
            <a:r>
              <a:rPr lang="en-GB" dirty="0"/>
              <a:t>.</a:t>
            </a:r>
          </a:p>
          <a:p>
            <a:r>
              <a:rPr lang="en-GB" dirty="0"/>
              <a:t>Testing a string type can often be done with a </a:t>
            </a:r>
            <a:r>
              <a:rPr lang="en-GB" b="1" dirty="0"/>
              <a:t>method</a:t>
            </a:r>
            <a:r>
              <a:rPr lang="en-GB" dirty="0"/>
              <a:t>:</a:t>
            </a:r>
          </a:p>
          <a:p>
            <a:pPr marL="285750" indent="-285750">
              <a:buFont typeface="Arial" panose="020B0604020202020204" pitchFamily="34" charset="0"/>
              <a:buChar char="•"/>
            </a:pPr>
            <a:r>
              <a:rPr lang="en-GB" dirty="0"/>
              <a:t>Regular expressions can also be used but can be slow.</a:t>
            </a:r>
          </a:p>
          <a:p>
            <a:endParaRPr lang="en-GB" dirty="0"/>
          </a:p>
        </p:txBody>
      </p:sp>
      <p:sp>
        <p:nvSpPr>
          <p:cNvPr id="4" name="Slide Number Placeholder 3">
            <a:extLst>
              <a:ext uri="{FF2B5EF4-FFF2-40B4-BE49-F238E27FC236}">
                <a16:creationId xmlns:a16="http://schemas.microsoft.com/office/drawing/2014/main" id="{AE3781E9-A3C0-EBED-74F0-4A8714878B93}"/>
              </a:ext>
            </a:extLst>
          </p:cNvPr>
          <p:cNvSpPr>
            <a:spLocks noGrp="1"/>
          </p:cNvSpPr>
          <p:nvPr>
            <p:ph type="sldNum" sz="quarter" idx="12"/>
          </p:nvPr>
        </p:nvSpPr>
        <p:spPr/>
        <p:txBody>
          <a:bodyPr/>
          <a:lstStyle/>
          <a:p>
            <a:fld id="{F3469444-D02B-D446-9CF8-19DEDDE073D1}" type="slidenum">
              <a:rPr lang="en-US" smtClean="0"/>
              <a:pPr/>
              <a:t>23</a:t>
            </a:fld>
            <a:endParaRPr lang="en-US"/>
          </a:p>
        </p:txBody>
      </p:sp>
      <p:sp>
        <p:nvSpPr>
          <p:cNvPr id="7" name="Rectangle 4">
            <a:extLst>
              <a:ext uri="{FF2B5EF4-FFF2-40B4-BE49-F238E27FC236}">
                <a16:creationId xmlns:a16="http://schemas.microsoft.com/office/drawing/2014/main" id="{4A5F55A9-1CA3-8C6C-A906-F3620848DD85}"/>
              </a:ext>
            </a:extLst>
          </p:cNvPr>
          <p:cNvSpPr txBox="1">
            <a:spLocks noChangeArrowheads="1"/>
          </p:cNvSpPr>
          <p:nvPr/>
        </p:nvSpPr>
        <p:spPr bwMode="auto">
          <a:xfrm>
            <a:off x="5535580" y="1711648"/>
            <a:ext cx="2842606"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dirty="0">
                <a:solidFill>
                  <a:schemeClr val="bg1"/>
                </a:solidFill>
                <a:latin typeface="Consolas" panose="020B0609020204030204" pitchFamily="49" charset="0"/>
                <a:cs typeface="Consolas" panose="020B0609020204030204" pitchFamily="49" charset="0"/>
              </a:rPr>
              <a:t>if </a:t>
            </a:r>
            <a:r>
              <a:rPr lang="en-GB" altLang="en-US" dirty="0" err="1">
                <a:solidFill>
                  <a:srgbClr val="FFFF00"/>
                </a:solidFill>
                <a:latin typeface="Consolas" panose="020B0609020204030204" pitchFamily="49" charset="0"/>
                <a:cs typeface="Consolas" panose="020B0609020204030204" pitchFamily="49" charset="0"/>
              </a:rPr>
              <a:t>substr</a:t>
            </a:r>
            <a:r>
              <a:rPr lang="en-GB" altLang="en-US" dirty="0">
                <a:solidFill>
                  <a:schemeClr val="bg1"/>
                </a:solidFill>
                <a:latin typeface="Consolas" panose="020B0609020204030204" pitchFamily="49" charset="0"/>
                <a:cs typeface="Consolas" panose="020B0609020204030204" pitchFamily="49" charset="0"/>
              </a:rPr>
              <a:t> in </a:t>
            </a:r>
            <a:r>
              <a:rPr lang="en-GB" altLang="en-US" dirty="0">
                <a:solidFill>
                  <a:srgbClr val="FFFF00"/>
                </a:solidFill>
                <a:latin typeface="Consolas" panose="020B0609020204030204" pitchFamily="49" charset="0"/>
                <a:cs typeface="Consolas" panose="020B0609020204030204" pitchFamily="49" charset="0"/>
              </a:rPr>
              <a:t>string</a:t>
            </a:r>
            <a:r>
              <a:rPr lang="en-GB" altLang="en-US" dirty="0">
                <a:solidFill>
                  <a:schemeClr val="bg1"/>
                </a:solidFill>
                <a:latin typeface="Consolas" panose="020B0609020204030204" pitchFamily="49" charset="0"/>
                <a:cs typeface="Consolas" panose="020B0609020204030204" pitchFamily="49" charset="0"/>
              </a:rPr>
              <a:t>:</a:t>
            </a:r>
          </a:p>
        </p:txBody>
      </p:sp>
      <p:sp>
        <p:nvSpPr>
          <p:cNvPr id="8" name="Rectangle 4">
            <a:extLst>
              <a:ext uri="{FF2B5EF4-FFF2-40B4-BE49-F238E27FC236}">
                <a16:creationId xmlns:a16="http://schemas.microsoft.com/office/drawing/2014/main" id="{C2357097-A466-7A14-68EF-8976294A4C84}"/>
              </a:ext>
            </a:extLst>
          </p:cNvPr>
          <p:cNvSpPr txBox="1">
            <a:spLocks noChangeArrowheads="1"/>
          </p:cNvSpPr>
          <p:nvPr/>
        </p:nvSpPr>
        <p:spPr bwMode="auto">
          <a:xfrm>
            <a:off x="2573038" y="2943308"/>
            <a:ext cx="4139820" cy="3112647"/>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text = "</a:t>
            </a:r>
            <a:r>
              <a:rPr lang="en-GB" altLang="en-US" sz="1600">
                <a:solidFill>
                  <a:schemeClr val="accent2"/>
                </a:solidFill>
                <a:latin typeface="Consolas" panose="020B0609020204030204" pitchFamily="49" charset="0"/>
                <a:cs typeface="Consolas" panose="020B0609020204030204" pitchFamily="49" charset="0"/>
              </a:rPr>
              <a:t>hell</a:t>
            </a:r>
            <a:r>
              <a:rPr lang="en-GB" altLang="en-US" sz="1600">
                <a:solidFill>
                  <a:schemeClr val="accent1"/>
                </a:solidFill>
                <a:latin typeface="Consolas" panose="020B0609020204030204" pitchFamily="49" charset="0"/>
                <a:cs typeface="Consolas" panose="020B0609020204030204" pitchFamily="49" charset="0"/>
              </a:rPr>
              <a:t>o</a:t>
            </a:r>
            <a:r>
              <a:rPr lang="en-GB" altLang="en-US" sz="1600">
                <a:solidFill>
                  <a:schemeClr val="bg1"/>
                </a:solidFill>
                <a:latin typeface="Consolas" panose="020B0609020204030204" pitchFamily="49" charset="0"/>
                <a:cs typeface="Consolas" panose="020B0609020204030204" pitchFamily="49" charset="0"/>
              </a:rPr>
              <a:t> w</a:t>
            </a:r>
            <a:r>
              <a:rPr lang="en-GB" altLang="en-US" sz="1600">
                <a:solidFill>
                  <a:schemeClr val="accent1"/>
                </a:solidFill>
                <a:latin typeface="Consolas" panose="020B0609020204030204" pitchFamily="49" charset="0"/>
                <a:cs typeface="Consolas" panose="020B0609020204030204" pitchFamily="49" charset="0"/>
              </a:rPr>
              <a:t>o</a:t>
            </a:r>
            <a:r>
              <a:rPr lang="en-GB" altLang="en-US" sz="1600">
                <a:solidFill>
                  <a:schemeClr val="bg1"/>
                </a:solidFill>
                <a:latin typeface="Consolas" panose="020B0609020204030204" pitchFamily="49" charset="0"/>
                <a:cs typeface="Consolas" panose="020B0609020204030204" pitchFamily="49" charset="0"/>
              </a:rPr>
              <a:t>rld"</a:t>
            </a:r>
          </a:p>
          <a:p>
            <a:pPr marL="0" indent="0">
              <a:buNone/>
            </a:pPr>
            <a:r>
              <a:rPr lang="en-GB" altLang="en-US" sz="1600">
                <a:solidFill>
                  <a:schemeClr val="bg1"/>
                </a:solidFill>
                <a:latin typeface="Consolas" panose="020B0609020204030204" pitchFamily="49" charset="0"/>
                <a:cs typeface="Consolas" panose="020B0609020204030204" pitchFamily="49" charset="0"/>
              </a:rPr>
              <a:t>print(</a:t>
            </a:r>
            <a:r>
              <a:rPr lang="en-GB" altLang="en-US" sz="1600" err="1">
                <a:solidFill>
                  <a:schemeClr val="bg1"/>
                </a:solidFill>
                <a:latin typeface="Consolas" panose="020B0609020204030204" pitchFamily="49" charset="0"/>
                <a:cs typeface="Consolas" panose="020B0609020204030204" pitchFamily="49" charset="0"/>
              </a:rPr>
              <a:t>text.count</a:t>
            </a:r>
            <a:r>
              <a:rPr lang="en-GB" altLang="en-US" sz="1600">
                <a:solidFill>
                  <a:schemeClr val="bg1"/>
                </a:solidFill>
                <a:latin typeface="Consolas" panose="020B0609020204030204" pitchFamily="49" charset="0"/>
                <a:cs typeface="Consolas" panose="020B0609020204030204" pitchFamily="49" charset="0"/>
              </a:rPr>
              <a:t>("</a:t>
            </a:r>
            <a:r>
              <a:rPr lang="en-GB" altLang="en-US" sz="1600">
                <a:solidFill>
                  <a:schemeClr val="accent1"/>
                </a:solidFill>
                <a:latin typeface="Consolas" panose="020B0609020204030204" pitchFamily="49" charset="0"/>
                <a:cs typeface="Consolas" panose="020B0609020204030204" pitchFamily="49" charset="0"/>
              </a:rPr>
              <a:t>o</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if </a:t>
            </a:r>
            <a:r>
              <a:rPr lang="en-GB" altLang="en-US" sz="1600" err="1">
                <a:solidFill>
                  <a:schemeClr val="bg1"/>
                </a:solidFill>
                <a:latin typeface="Consolas" panose="020B0609020204030204" pitchFamily="49" charset="0"/>
                <a:cs typeface="Consolas" panose="020B0609020204030204" pitchFamily="49" charset="0"/>
              </a:rPr>
              <a:t>text.startswith</a:t>
            </a:r>
            <a:r>
              <a:rPr lang="en-GB" altLang="en-US" sz="1600">
                <a:solidFill>
                  <a:schemeClr val="bg1"/>
                </a:solidFill>
                <a:latin typeface="Consolas" panose="020B0609020204030204" pitchFamily="49" charset="0"/>
                <a:cs typeface="Consolas" panose="020B0609020204030204" pitchFamily="49" charset="0"/>
              </a:rPr>
              <a:t>("</a:t>
            </a:r>
            <a:r>
              <a:rPr lang="en-GB" altLang="en-US" sz="1600">
                <a:solidFill>
                  <a:schemeClr val="accent2"/>
                </a:solidFill>
                <a:latin typeface="Consolas" panose="020B0609020204030204" pitchFamily="49" charset="0"/>
                <a:cs typeface="Consolas" panose="020B0609020204030204" pitchFamily="49" charset="0"/>
              </a:rPr>
              <a:t>hell</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    print("It's hell in there")</a:t>
            </a:r>
          </a:p>
          <a:p>
            <a:pPr marL="0" indent="0">
              <a:buNone/>
            </a:pPr>
            <a:r>
              <a:rPr lang="en-GB" altLang="en-US" sz="1600">
                <a:solidFill>
                  <a:schemeClr val="bg1"/>
                </a:solidFill>
                <a:latin typeface="Consolas" panose="020B0609020204030204" pitchFamily="49" charset="0"/>
                <a:cs typeface="Consolas" panose="020B0609020204030204" pitchFamily="49" charset="0"/>
              </a:rPr>
              <a:t>if </a:t>
            </a:r>
            <a:r>
              <a:rPr lang="en-GB" altLang="en-US" sz="1600" err="1">
                <a:solidFill>
                  <a:schemeClr val="bg1"/>
                </a:solidFill>
                <a:latin typeface="Consolas" panose="020B0609020204030204" pitchFamily="49" charset="0"/>
                <a:cs typeface="Consolas" panose="020B0609020204030204" pitchFamily="49" charset="0"/>
              </a:rPr>
              <a:t>text.isalpha</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    print("string is all alpha")</a:t>
            </a:r>
          </a:p>
          <a:p>
            <a:pPr marL="0" indent="0">
              <a:buNone/>
            </a:pPr>
            <a:r>
              <a:rPr lang="en-GB" altLang="en-US" sz="1600">
                <a:solidFill>
                  <a:schemeClr val="bg1"/>
                </a:solidFill>
                <a:latin typeface="Consolas" panose="020B0609020204030204" pitchFamily="49" charset="0"/>
                <a:cs typeface="Consolas" panose="020B0609020204030204" pitchFamily="49" charset="0"/>
              </a:rPr>
              <a:t>text = " \t\r\n"</a:t>
            </a:r>
          </a:p>
          <a:p>
            <a:pPr marL="0" indent="0">
              <a:buNone/>
            </a:pPr>
            <a:r>
              <a:rPr lang="en-GB" altLang="en-US" sz="1600">
                <a:solidFill>
                  <a:schemeClr val="bg1"/>
                </a:solidFill>
                <a:latin typeface="Consolas" panose="020B0609020204030204" pitchFamily="49" charset="0"/>
                <a:cs typeface="Consolas" panose="020B0609020204030204" pitchFamily="49" charset="0"/>
              </a:rPr>
              <a:t>if </a:t>
            </a:r>
            <a:r>
              <a:rPr lang="en-GB" altLang="en-US" sz="1600" err="1">
                <a:solidFill>
                  <a:schemeClr val="bg1"/>
                </a:solidFill>
                <a:latin typeface="Consolas" panose="020B0609020204030204" pitchFamily="49" charset="0"/>
                <a:cs typeface="Consolas" panose="020B0609020204030204" pitchFamily="49" charset="0"/>
              </a:rPr>
              <a:t>text.isspace</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    print("string is whitespace")</a:t>
            </a:r>
          </a:p>
        </p:txBody>
      </p:sp>
      <p:graphicFrame>
        <p:nvGraphicFramePr>
          <p:cNvPr id="11" name="Table 10">
            <a:extLst>
              <a:ext uri="{FF2B5EF4-FFF2-40B4-BE49-F238E27FC236}">
                <a16:creationId xmlns:a16="http://schemas.microsoft.com/office/drawing/2014/main" id="{F702FE98-BA87-6E31-0618-5FB9D1B62669}"/>
              </a:ext>
            </a:extLst>
          </p:cNvPr>
          <p:cNvGraphicFramePr>
            <a:graphicFrameLocks noGrp="1"/>
          </p:cNvGraphicFramePr>
          <p:nvPr>
            <p:extLst>
              <p:ext uri="{D42A27DB-BD31-4B8C-83A1-F6EECF244321}">
                <p14:modId xmlns:p14="http://schemas.microsoft.com/office/powerpoint/2010/main" val="551800172"/>
              </p:ext>
            </p:extLst>
          </p:nvPr>
        </p:nvGraphicFramePr>
        <p:xfrm>
          <a:off x="809551" y="2970686"/>
          <a:ext cx="1669142" cy="2914379"/>
        </p:xfrm>
        <a:graphic>
          <a:graphicData uri="http://schemas.openxmlformats.org/drawingml/2006/table">
            <a:tbl>
              <a:tblPr firstRow="1" bandRow="1">
                <a:tableStyleId>{5C22544A-7EE6-4342-B048-85BDC9FD1C3A}</a:tableStyleId>
              </a:tblPr>
              <a:tblGrid>
                <a:gridCol w="1669142">
                  <a:extLst>
                    <a:ext uri="{9D8B030D-6E8A-4147-A177-3AD203B41FA5}">
                      <a16:colId xmlns:a16="http://schemas.microsoft.com/office/drawing/2014/main" val="1551974525"/>
                    </a:ext>
                  </a:extLst>
                </a:gridCol>
              </a:tblGrid>
              <a:tr h="351288">
                <a:tc>
                  <a:txBody>
                    <a:bodyPr/>
                    <a:lstStyle/>
                    <a:p>
                      <a:pPr algn="ctr"/>
                      <a:r>
                        <a:rPr lang="en-GB" sz="1800" dirty="0">
                          <a:solidFill>
                            <a:schemeClr val="tx2"/>
                          </a:solidFill>
                        </a:rPr>
                        <a:t>Test methods</a:t>
                      </a:r>
                    </a:p>
                  </a:txBody>
                  <a:tcPr marL="73273" marR="73273" marT="36637" marB="36637" anchor="ctr">
                    <a:solidFill>
                      <a:schemeClr val="accent1"/>
                    </a:solidFill>
                  </a:tcPr>
                </a:tc>
                <a:extLst>
                  <a:ext uri="{0D108BD9-81ED-4DB2-BD59-A6C34878D82A}">
                    <a16:rowId xmlns:a16="http://schemas.microsoft.com/office/drawing/2014/main" val="2345767861"/>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err="1">
                          <a:latin typeface="Consolas" panose="020B0609020204030204" pitchFamily="49" charset="0"/>
                          <a:cs typeface="Courier New" panose="02070309020205020404" pitchFamily="49" charset="0"/>
                        </a:rPr>
                        <a:t>startswith</a:t>
                      </a:r>
                      <a:r>
                        <a:rPr lang="en-GB" sz="1700" b="0"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137229064"/>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err="1">
                          <a:latin typeface="Consolas" panose="020B0609020204030204" pitchFamily="49" charset="0"/>
                          <a:cs typeface="Courier New" panose="02070309020205020404" pitchFamily="49" charset="0"/>
                        </a:rPr>
                        <a:t>endswith</a:t>
                      </a:r>
                      <a:r>
                        <a:rPr lang="en-GB" sz="1700" b="0"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119249700"/>
                  </a:ext>
                </a:extLst>
              </a:tr>
              <a:tr h="36508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err="1">
                          <a:latin typeface="Consolas" panose="020B0609020204030204" pitchFamily="49" charset="0"/>
                          <a:cs typeface="Courier New" panose="02070309020205020404" pitchFamily="49" charset="0"/>
                        </a:rPr>
                        <a:t>isalnum</a:t>
                      </a:r>
                      <a:r>
                        <a:rPr lang="en-GB" sz="1700" b="0"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22224547"/>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err="1">
                          <a:latin typeface="Consolas" panose="020B0609020204030204" pitchFamily="49" charset="0"/>
                          <a:cs typeface="Courier New" panose="02070309020205020404" pitchFamily="49" charset="0"/>
                        </a:rPr>
                        <a:t>isalpha</a:t>
                      </a:r>
                      <a:r>
                        <a:rPr lang="en-GB" sz="1700" b="0"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4180840069"/>
                  </a:ext>
                </a:extLst>
              </a:tr>
              <a:tr h="3967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err="1">
                          <a:latin typeface="Consolas" panose="020B0609020204030204" pitchFamily="49" charset="0"/>
                          <a:cs typeface="Courier New" panose="02070309020205020404" pitchFamily="49" charset="0"/>
                        </a:rPr>
                        <a:t>isdigit</a:t>
                      </a:r>
                      <a:r>
                        <a:rPr lang="en-GB" sz="1700" b="0"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760987105"/>
                  </a:ext>
                </a:extLst>
              </a:tr>
              <a:tr h="3967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err="1">
                          <a:latin typeface="Consolas" panose="020B0609020204030204" pitchFamily="49" charset="0"/>
                          <a:cs typeface="Courier New" panose="02070309020205020404" pitchFamily="49" charset="0"/>
                        </a:rPr>
                        <a:t>islower</a:t>
                      </a:r>
                      <a:r>
                        <a:rPr lang="en-GB" sz="1700" b="0"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329854863"/>
                  </a:ext>
                </a:extLst>
              </a:tr>
              <a:tr h="3967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0" i="0" dirty="0" err="1">
                          <a:latin typeface="Consolas" panose="020B0609020204030204" pitchFamily="49" charset="0"/>
                          <a:cs typeface="Courier New" panose="02070309020205020404" pitchFamily="49" charset="0"/>
                        </a:rPr>
                        <a:t>isspace</a:t>
                      </a:r>
                      <a:r>
                        <a:rPr lang="en-GB" sz="1700" b="0" i="0" dirty="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347526517"/>
                  </a:ext>
                </a:extLst>
              </a:tr>
            </a:tbl>
          </a:graphicData>
        </a:graphic>
      </p:graphicFrame>
      <p:sp>
        <p:nvSpPr>
          <p:cNvPr id="12" name="TextBox 11">
            <a:extLst>
              <a:ext uri="{FF2B5EF4-FFF2-40B4-BE49-F238E27FC236}">
                <a16:creationId xmlns:a16="http://schemas.microsoft.com/office/drawing/2014/main" id="{820EC66F-9E36-9E80-027E-2D71374438EF}"/>
              </a:ext>
            </a:extLst>
          </p:cNvPr>
          <p:cNvSpPr txBox="1"/>
          <p:nvPr/>
        </p:nvSpPr>
        <p:spPr>
          <a:xfrm>
            <a:off x="7008956" y="3254325"/>
            <a:ext cx="3306619"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Count occurrences of string.</a:t>
            </a:r>
          </a:p>
        </p:txBody>
      </p:sp>
      <p:sp>
        <p:nvSpPr>
          <p:cNvPr id="13" name="TextBox 12">
            <a:extLst>
              <a:ext uri="{FF2B5EF4-FFF2-40B4-BE49-F238E27FC236}">
                <a16:creationId xmlns:a16="http://schemas.microsoft.com/office/drawing/2014/main" id="{7F076849-A3AC-C3EF-1137-6FFC5A65FA96}"/>
              </a:ext>
            </a:extLst>
          </p:cNvPr>
          <p:cNvSpPr txBox="1"/>
          <p:nvPr/>
        </p:nvSpPr>
        <p:spPr>
          <a:xfrm>
            <a:off x="6999430" y="3680692"/>
            <a:ext cx="3306620" cy="369332"/>
          </a:xfrm>
          <a:prstGeom prst="rect">
            <a:avLst/>
          </a:prstGeom>
          <a:solidFill>
            <a:schemeClr val="accent6">
              <a:lumMod val="40000"/>
              <a:lumOff val="60000"/>
            </a:schemeClr>
          </a:solidFill>
          <a:ln>
            <a:solidFill>
              <a:schemeClr val="accent6">
                <a:lumMod val="40000"/>
                <a:lumOff val="60000"/>
              </a:schemeClr>
            </a:solidFill>
          </a:ln>
        </p:spPr>
        <p:txBody>
          <a:bodyPr wrap="square" rtlCol="0">
            <a:spAutoFit/>
          </a:bodyPr>
          <a:lstStyle/>
          <a:p>
            <a:r>
              <a:rPr lang="en-GB" dirty="0"/>
              <a:t>Test string starts with “hell”.</a:t>
            </a:r>
          </a:p>
        </p:txBody>
      </p:sp>
      <p:sp>
        <p:nvSpPr>
          <p:cNvPr id="15" name="TextBox 14">
            <a:extLst>
              <a:ext uri="{FF2B5EF4-FFF2-40B4-BE49-F238E27FC236}">
                <a16:creationId xmlns:a16="http://schemas.microsoft.com/office/drawing/2014/main" id="{C251EC60-49AE-D8EF-ACCE-6A97015BAC5C}"/>
              </a:ext>
            </a:extLst>
          </p:cNvPr>
          <p:cNvSpPr txBox="1"/>
          <p:nvPr/>
        </p:nvSpPr>
        <p:spPr>
          <a:xfrm>
            <a:off x="7008955" y="4275141"/>
            <a:ext cx="2796894" cy="923330"/>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r>
              <a:rPr lang="en-GB" dirty="0"/>
              <a:t>Test string only contains </a:t>
            </a:r>
            <a:r>
              <a:rPr lang="en-GB" dirty="0" err="1"/>
              <a:t>alpa</a:t>
            </a:r>
            <a:r>
              <a:rPr lang="en-GB" dirty="0"/>
              <a:t> chars, fails because of space.</a:t>
            </a:r>
          </a:p>
        </p:txBody>
      </p:sp>
      <p:sp>
        <p:nvSpPr>
          <p:cNvPr id="16" name="Line 11">
            <a:extLst>
              <a:ext uri="{FF2B5EF4-FFF2-40B4-BE49-F238E27FC236}">
                <a16:creationId xmlns:a16="http://schemas.microsoft.com/office/drawing/2014/main" id="{D132D2D6-F74D-86B2-E8E8-6EC202E1A338}"/>
              </a:ext>
            </a:extLst>
          </p:cNvPr>
          <p:cNvSpPr>
            <a:spLocks noChangeShapeType="1"/>
          </p:cNvSpPr>
          <p:nvPr/>
        </p:nvSpPr>
        <p:spPr bwMode="auto">
          <a:xfrm flipH="1">
            <a:off x="5206830" y="3432295"/>
            <a:ext cx="1819901" cy="2996"/>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7" name="Rectangle: Rounded Corners 16">
            <a:extLst>
              <a:ext uri="{FF2B5EF4-FFF2-40B4-BE49-F238E27FC236}">
                <a16:creationId xmlns:a16="http://schemas.microsoft.com/office/drawing/2014/main" id="{AB7CDEA0-AC20-7E63-EC15-065139DFCBA9}"/>
              </a:ext>
            </a:extLst>
          </p:cNvPr>
          <p:cNvSpPr/>
          <p:nvPr/>
        </p:nvSpPr>
        <p:spPr>
          <a:xfrm>
            <a:off x="2949390" y="3650618"/>
            <a:ext cx="2716623" cy="279264"/>
          </a:xfrm>
          <a:prstGeom prst="roundRect">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Line 11">
            <a:extLst>
              <a:ext uri="{FF2B5EF4-FFF2-40B4-BE49-F238E27FC236}">
                <a16:creationId xmlns:a16="http://schemas.microsoft.com/office/drawing/2014/main" id="{8D3F077B-D3F9-545D-18D6-EDF96702F66B}"/>
              </a:ext>
            </a:extLst>
          </p:cNvPr>
          <p:cNvSpPr>
            <a:spLocks noChangeShapeType="1"/>
          </p:cNvSpPr>
          <p:nvPr/>
        </p:nvSpPr>
        <p:spPr bwMode="auto">
          <a:xfrm flipH="1">
            <a:off x="5715064" y="3817005"/>
            <a:ext cx="1293892" cy="16"/>
          </a:xfrm>
          <a:prstGeom prst="line">
            <a:avLst/>
          </a:prstGeom>
          <a:noFill/>
          <a:ln w="19050">
            <a:solidFill>
              <a:srgbClr val="FFFF00"/>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9" name="Rectangle: Rounded Corners 18">
            <a:extLst>
              <a:ext uri="{FF2B5EF4-FFF2-40B4-BE49-F238E27FC236}">
                <a16:creationId xmlns:a16="http://schemas.microsoft.com/office/drawing/2014/main" id="{96C3BAA9-CA8A-305E-8303-1309C3A69CD9}"/>
              </a:ext>
            </a:extLst>
          </p:cNvPr>
          <p:cNvSpPr/>
          <p:nvPr/>
        </p:nvSpPr>
        <p:spPr>
          <a:xfrm>
            <a:off x="2949391" y="4315627"/>
            <a:ext cx="1724455" cy="288360"/>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Line 11">
            <a:extLst>
              <a:ext uri="{FF2B5EF4-FFF2-40B4-BE49-F238E27FC236}">
                <a16:creationId xmlns:a16="http://schemas.microsoft.com/office/drawing/2014/main" id="{899E7BB9-BED5-6B2F-D011-7BFB55D1EE86}"/>
              </a:ext>
            </a:extLst>
          </p:cNvPr>
          <p:cNvSpPr>
            <a:spLocks noChangeShapeType="1"/>
          </p:cNvSpPr>
          <p:nvPr/>
        </p:nvSpPr>
        <p:spPr bwMode="auto">
          <a:xfrm flipH="1">
            <a:off x="4767331" y="4481861"/>
            <a:ext cx="2237471" cy="2996"/>
          </a:xfrm>
          <a:prstGeom prst="line">
            <a:avLst/>
          </a:prstGeom>
          <a:noFill/>
          <a:ln w="19050">
            <a:solidFill>
              <a:schemeClr val="accent4"/>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23" name="Rectangle: Rounded Corners 22">
            <a:extLst>
              <a:ext uri="{FF2B5EF4-FFF2-40B4-BE49-F238E27FC236}">
                <a16:creationId xmlns:a16="http://schemas.microsoft.com/office/drawing/2014/main" id="{86360F44-6C90-74C6-B1A4-447D424A0DD9}"/>
              </a:ext>
            </a:extLst>
          </p:cNvPr>
          <p:cNvSpPr/>
          <p:nvPr/>
        </p:nvSpPr>
        <p:spPr>
          <a:xfrm>
            <a:off x="2614597" y="3299696"/>
            <a:ext cx="2550674" cy="279264"/>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2E5AD04B-F354-D74C-E728-7368917EC947}"/>
              </a:ext>
            </a:extLst>
          </p:cNvPr>
          <p:cNvSpPr txBox="1"/>
          <p:nvPr/>
        </p:nvSpPr>
        <p:spPr>
          <a:xfrm>
            <a:off x="8908869" y="5334997"/>
            <a:ext cx="2473580" cy="646331"/>
          </a:xfrm>
          <a:prstGeom prst="rect">
            <a:avLst/>
          </a:prstGeom>
          <a:solidFill>
            <a:schemeClr val="accent5">
              <a:lumMod val="40000"/>
              <a:lumOff val="60000"/>
            </a:schemeClr>
          </a:solidFill>
          <a:ln>
            <a:solidFill>
              <a:schemeClr val="accent5">
                <a:lumMod val="40000"/>
                <a:lumOff val="60000"/>
              </a:schemeClr>
            </a:solidFill>
          </a:ln>
        </p:spPr>
        <p:txBody>
          <a:bodyPr wrap="square" rtlCol="0">
            <a:spAutoFit/>
          </a:bodyPr>
          <a:lstStyle/>
          <a:p>
            <a:r>
              <a:rPr lang="en-GB" dirty="0"/>
              <a:t>Test string only contains whitespace.</a:t>
            </a:r>
          </a:p>
        </p:txBody>
      </p:sp>
      <p:sp>
        <p:nvSpPr>
          <p:cNvPr id="29" name="Rectangle: Rounded Corners 28">
            <a:extLst>
              <a:ext uri="{FF2B5EF4-FFF2-40B4-BE49-F238E27FC236}">
                <a16:creationId xmlns:a16="http://schemas.microsoft.com/office/drawing/2014/main" id="{E9A1725A-D020-F43D-E473-F100B1771172}"/>
              </a:ext>
            </a:extLst>
          </p:cNvPr>
          <p:cNvSpPr/>
          <p:nvPr/>
        </p:nvSpPr>
        <p:spPr>
          <a:xfrm>
            <a:off x="2902545" y="5372062"/>
            <a:ext cx="1771302" cy="326828"/>
          </a:xfrm>
          <a:prstGeom prst="roundRect">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Line 11">
            <a:extLst>
              <a:ext uri="{FF2B5EF4-FFF2-40B4-BE49-F238E27FC236}">
                <a16:creationId xmlns:a16="http://schemas.microsoft.com/office/drawing/2014/main" id="{07C339EC-4859-7155-34AA-40013CC928B3}"/>
              </a:ext>
            </a:extLst>
          </p:cNvPr>
          <p:cNvSpPr>
            <a:spLocks noChangeShapeType="1"/>
          </p:cNvSpPr>
          <p:nvPr/>
        </p:nvSpPr>
        <p:spPr bwMode="auto">
          <a:xfrm flipH="1">
            <a:off x="4707439" y="5531428"/>
            <a:ext cx="4201430" cy="25094"/>
          </a:xfrm>
          <a:prstGeom prst="line">
            <a:avLst/>
          </a:prstGeom>
          <a:noFill/>
          <a:ln w="19050">
            <a:solidFill>
              <a:schemeClr val="accent5"/>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32" name="TextBox 31">
            <a:extLst>
              <a:ext uri="{FF2B5EF4-FFF2-40B4-BE49-F238E27FC236}">
                <a16:creationId xmlns:a16="http://schemas.microsoft.com/office/drawing/2014/main" id="{8B57F73F-7BA7-10C3-38D7-ECABE9E4E091}"/>
              </a:ext>
            </a:extLst>
          </p:cNvPr>
          <p:cNvSpPr txBox="1"/>
          <p:nvPr/>
        </p:nvSpPr>
        <p:spPr>
          <a:xfrm>
            <a:off x="6539126" y="5679763"/>
            <a:ext cx="2302647" cy="646331"/>
          </a:xfrm>
          <a:prstGeom prst="rect">
            <a:avLst/>
          </a:prstGeom>
          <a:solidFill>
            <a:schemeClr val="bg1"/>
          </a:solidFill>
          <a:ln>
            <a:solidFill>
              <a:schemeClr val="tx1"/>
            </a:solidFill>
          </a:ln>
        </p:spPr>
        <p:txBody>
          <a:bodyPr wrap="square" rtlCol="0">
            <a:spAutoFit/>
          </a:bodyPr>
          <a:lstStyle/>
          <a:p>
            <a:r>
              <a:rPr lang="en-GB" dirty="0"/>
              <a:t>It's hell in there string is whitespace.</a:t>
            </a:r>
          </a:p>
        </p:txBody>
      </p:sp>
    </p:spTree>
    <p:extLst>
      <p:ext uri="{BB962C8B-B14F-4D97-AF65-F5344CB8AC3E}">
        <p14:creationId xmlns:p14="http://schemas.microsoft.com/office/powerpoint/2010/main" val="2610323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C89A-71E5-30E5-D095-0772DAB4F55D}"/>
              </a:ext>
            </a:extLst>
          </p:cNvPr>
          <p:cNvSpPr>
            <a:spLocks noGrp="1"/>
          </p:cNvSpPr>
          <p:nvPr>
            <p:ph type="ctrTitle"/>
          </p:nvPr>
        </p:nvSpPr>
        <p:spPr/>
        <p:txBody>
          <a:bodyPr/>
          <a:lstStyle/>
          <a:p>
            <a:r>
              <a:rPr lang="en-GB" dirty="0"/>
              <a:t>String formatting using </a:t>
            </a:r>
            <a:r>
              <a:rPr lang="en-GB" dirty="0" err="1"/>
              <a:t>str.format</a:t>
            </a:r>
            <a:endParaRPr lang="en-GB" dirty="0"/>
          </a:p>
        </p:txBody>
      </p:sp>
      <p:sp>
        <p:nvSpPr>
          <p:cNvPr id="3" name="Text Placeholder 2">
            <a:extLst>
              <a:ext uri="{FF2B5EF4-FFF2-40B4-BE49-F238E27FC236}">
                <a16:creationId xmlns:a16="http://schemas.microsoft.com/office/drawing/2014/main" id="{D044E479-2B0D-F77B-3602-13F4ACB7441C}"/>
              </a:ext>
            </a:extLst>
          </p:cNvPr>
          <p:cNvSpPr>
            <a:spLocks noGrp="1"/>
          </p:cNvSpPr>
          <p:nvPr>
            <p:ph type="body" sz="quarter" idx="14"/>
          </p:nvPr>
        </p:nvSpPr>
        <p:spPr/>
        <p:txBody>
          <a:bodyPr/>
          <a:lstStyle/>
          <a:p>
            <a:r>
              <a:rPr lang="en-GB" b="1" dirty="0"/>
              <a:t>Call the format method on a string..</a:t>
            </a:r>
          </a:p>
          <a:p>
            <a:endParaRPr lang="en-GB" dirty="0"/>
          </a:p>
          <a:p>
            <a:pPr marL="285750" indent="-285750">
              <a:buClr>
                <a:schemeClr val="tx1"/>
              </a:buClr>
              <a:buFont typeface="Arial" panose="020B0604020202020204" pitchFamily="34" charset="0"/>
              <a:buChar char="•"/>
            </a:pPr>
            <a:r>
              <a:rPr lang="en-GB" b="1" dirty="0">
                <a:solidFill>
                  <a:schemeClr val="accent1">
                    <a:lumMod val="75000"/>
                  </a:schemeClr>
                </a:solidFill>
              </a:rPr>
              <a:t>String</a:t>
            </a:r>
            <a:r>
              <a:rPr lang="en-GB" dirty="0"/>
              <a:t>: Contains text and the format of values to be substituted in.</a:t>
            </a:r>
          </a:p>
          <a:p>
            <a:pPr marL="285750" indent="-285750">
              <a:buClr>
                <a:schemeClr val="tx1"/>
              </a:buClr>
              <a:buFont typeface="Arial" panose="020B0604020202020204" pitchFamily="34" charset="0"/>
              <a:buChar char="•"/>
            </a:pPr>
            <a:r>
              <a:rPr lang="en-GB" b="1" dirty="0" err="1">
                <a:solidFill>
                  <a:schemeClr val="accent2">
                    <a:lumMod val="75000"/>
                  </a:schemeClr>
                </a:solidFill>
              </a:rPr>
              <a:t>field_values</a:t>
            </a:r>
            <a:r>
              <a:rPr lang="en-GB" dirty="0"/>
              <a:t>: The parameters to be evaluated in string.</a:t>
            </a:r>
          </a:p>
          <a:p>
            <a:r>
              <a:rPr lang="en-GB" b="1" dirty="0"/>
              <a:t>String format specifications are all optional, and of the form:</a:t>
            </a:r>
          </a:p>
          <a:p>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Positions are optional if sequential (Python 3.1)</a:t>
            </a:r>
          </a:p>
          <a:p>
            <a:r>
              <a:rPr lang="en-GB" b="1" dirty="0"/>
              <a:t>We can also specify index numbers or key names</a:t>
            </a:r>
          </a:p>
          <a:p>
            <a:endParaRPr lang="en-GB" dirty="0"/>
          </a:p>
        </p:txBody>
      </p:sp>
      <p:sp>
        <p:nvSpPr>
          <p:cNvPr id="4" name="Slide Number Placeholder 3">
            <a:extLst>
              <a:ext uri="{FF2B5EF4-FFF2-40B4-BE49-F238E27FC236}">
                <a16:creationId xmlns:a16="http://schemas.microsoft.com/office/drawing/2014/main" id="{2AB3E251-9E2B-D7DC-6907-57FC3D5E29E9}"/>
              </a:ext>
            </a:extLst>
          </p:cNvPr>
          <p:cNvSpPr>
            <a:spLocks noGrp="1"/>
          </p:cNvSpPr>
          <p:nvPr>
            <p:ph type="sldNum" sz="quarter" idx="12"/>
          </p:nvPr>
        </p:nvSpPr>
        <p:spPr/>
        <p:txBody>
          <a:bodyPr/>
          <a:lstStyle/>
          <a:p>
            <a:fld id="{F3469444-D02B-D446-9CF8-19DEDDE073D1}" type="slidenum">
              <a:rPr lang="en-US" smtClean="0"/>
              <a:pPr/>
              <a:t>24</a:t>
            </a:fld>
            <a:endParaRPr lang="en-US"/>
          </a:p>
        </p:txBody>
      </p:sp>
      <p:sp>
        <p:nvSpPr>
          <p:cNvPr id="5" name="Rectangle 4">
            <a:extLst>
              <a:ext uri="{FF2B5EF4-FFF2-40B4-BE49-F238E27FC236}">
                <a16:creationId xmlns:a16="http://schemas.microsoft.com/office/drawing/2014/main" id="{C9AC8DB5-36FF-E1B7-5E44-3F890F042203}"/>
              </a:ext>
            </a:extLst>
          </p:cNvPr>
          <p:cNvSpPr txBox="1">
            <a:spLocks noChangeArrowheads="1"/>
          </p:cNvSpPr>
          <p:nvPr/>
        </p:nvSpPr>
        <p:spPr bwMode="auto">
          <a:xfrm>
            <a:off x="792924" y="2119236"/>
            <a:ext cx="3937017"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a:t>
            </a:r>
            <a:r>
              <a:rPr lang="en-GB" altLang="en-US" err="1">
                <a:solidFill>
                  <a:schemeClr val="accent1"/>
                </a:solidFill>
                <a:latin typeface="Consolas" panose="020B0609020204030204" pitchFamily="49" charset="0"/>
                <a:cs typeface="Consolas" panose="020B0609020204030204" pitchFamily="49" charset="0"/>
              </a:rPr>
              <a:t>string</a:t>
            </a:r>
            <a:r>
              <a:rPr lang="en-GB" altLang="en-US" err="1">
                <a:solidFill>
                  <a:schemeClr val="bg1"/>
                </a:solidFill>
                <a:latin typeface="Consolas" panose="020B0609020204030204" pitchFamily="49" charset="0"/>
                <a:cs typeface="Consolas" panose="020B0609020204030204" pitchFamily="49" charset="0"/>
              </a:rPr>
              <a:t>".format</a:t>
            </a:r>
            <a:r>
              <a:rPr lang="en-GB" altLang="en-US">
                <a:solidFill>
                  <a:schemeClr val="bg1"/>
                </a:solidFill>
                <a:latin typeface="Consolas" panose="020B0609020204030204" pitchFamily="49" charset="0"/>
                <a:cs typeface="Consolas" panose="020B0609020204030204" pitchFamily="49" charset="0"/>
              </a:rPr>
              <a:t>(</a:t>
            </a:r>
            <a:r>
              <a:rPr lang="en-GB" altLang="en-US" err="1">
                <a:solidFill>
                  <a:schemeClr val="accent2"/>
                </a:solidFill>
                <a:latin typeface="Consolas" panose="020B0609020204030204" pitchFamily="49" charset="0"/>
                <a:cs typeface="Consolas" panose="020B0609020204030204" pitchFamily="49" charset="0"/>
              </a:rPr>
              <a:t>field_values</a:t>
            </a:r>
            <a:r>
              <a:rPr lang="en-GB" altLang="en-US">
                <a:solidFill>
                  <a:schemeClr val="bg1"/>
                </a:solidFill>
                <a:latin typeface="Consolas" panose="020B0609020204030204" pitchFamily="49" charset="0"/>
                <a:cs typeface="Consolas" panose="020B0609020204030204" pitchFamily="49" charset="0"/>
              </a:rPr>
              <a:t>)</a:t>
            </a:r>
          </a:p>
        </p:txBody>
      </p:sp>
      <p:sp>
        <p:nvSpPr>
          <p:cNvPr id="6" name="Rectangle 4">
            <a:extLst>
              <a:ext uri="{FF2B5EF4-FFF2-40B4-BE49-F238E27FC236}">
                <a16:creationId xmlns:a16="http://schemas.microsoft.com/office/drawing/2014/main" id="{0EC7F276-6B76-E8DA-244F-B1C0CC081E3D}"/>
              </a:ext>
            </a:extLst>
          </p:cNvPr>
          <p:cNvSpPr txBox="1">
            <a:spLocks noChangeArrowheads="1"/>
          </p:cNvSpPr>
          <p:nvPr/>
        </p:nvSpPr>
        <p:spPr bwMode="auto">
          <a:xfrm>
            <a:off x="792924" y="3820960"/>
            <a:ext cx="7411738"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 position </a:t>
            </a:r>
            <a:r>
              <a:rPr lang="en-GB" altLang="en-US" b="1">
                <a:solidFill>
                  <a:srgbClr val="FFFF00"/>
                </a:solidFill>
                <a:latin typeface="Consolas" panose="020B0609020204030204" pitchFamily="49" charset="0"/>
                <a:cs typeface="Consolas" panose="020B0609020204030204" pitchFamily="49" charset="0"/>
              </a:rPr>
              <a:t>:</a:t>
            </a:r>
            <a:r>
              <a:rPr lang="en-GB" altLang="en-US">
                <a:solidFill>
                  <a:schemeClr val="bg1"/>
                </a:solidFill>
                <a:latin typeface="Consolas" panose="020B0609020204030204" pitchFamily="49" charset="0"/>
                <a:cs typeface="Consolas" panose="020B0609020204030204" pitchFamily="49" charset="0"/>
              </a:rPr>
              <a:t> fill align sign # 0 width . precision type }</a:t>
            </a:r>
          </a:p>
        </p:txBody>
      </p:sp>
      <p:sp>
        <p:nvSpPr>
          <p:cNvPr id="7" name="Rectangle 4">
            <a:extLst>
              <a:ext uri="{FF2B5EF4-FFF2-40B4-BE49-F238E27FC236}">
                <a16:creationId xmlns:a16="http://schemas.microsoft.com/office/drawing/2014/main" id="{6CBFC358-38BB-3211-2EB7-EE81FC5370F4}"/>
              </a:ext>
            </a:extLst>
          </p:cNvPr>
          <p:cNvSpPr txBox="1">
            <a:spLocks noChangeArrowheads="1"/>
          </p:cNvSpPr>
          <p:nvPr/>
        </p:nvSpPr>
        <p:spPr bwMode="auto">
          <a:xfrm>
            <a:off x="792924" y="4314216"/>
            <a:ext cx="7411738"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sv-SE" altLang="en-US">
                <a:solidFill>
                  <a:schemeClr val="bg1"/>
                </a:solidFill>
                <a:latin typeface="Consolas" panose="020B0609020204030204" pitchFamily="49" charset="0"/>
                <a:cs typeface="Consolas" panose="020B0609020204030204" pitchFamily="49" charset="0"/>
              </a:rPr>
              <a:t>"text{</a:t>
            </a:r>
            <a:r>
              <a:rPr lang="sv-SE" altLang="en-US" b="1">
                <a:solidFill>
                  <a:schemeClr val="accent1"/>
                </a:solidFill>
                <a:latin typeface="Consolas" panose="020B0609020204030204" pitchFamily="49" charset="0"/>
                <a:cs typeface="Consolas" panose="020B0609020204030204" pitchFamily="49" charset="0"/>
              </a:rPr>
              <a:t>0</a:t>
            </a:r>
            <a:r>
              <a:rPr lang="sv-SE" altLang="en-US" b="1">
                <a:solidFill>
                  <a:srgbClr val="FFFF00"/>
                </a:solidFill>
                <a:latin typeface="Consolas" panose="020B0609020204030204" pitchFamily="49" charset="0"/>
                <a:cs typeface="Consolas" panose="020B0609020204030204" pitchFamily="49" charset="0"/>
              </a:rPr>
              <a:t>:</a:t>
            </a:r>
            <a:r>
              <a:rPr lang="sv-SE" altLang="en-US" b="1">
                <a:solidFill>
                  <a:schemeClr val="accent1"/>
                </a:solidFill>
                <a:latin typeface="Consolas" panose="020B0609020204030204" pitchFamily="49" charset="0"/>
                <a:cs typeface="Consolas" panose="020B0609020204030204" pitchFamily="49" charset="0"/>
              </a:rPr>
              <a:t>5.3f</a:t>
            </a:r>
            <a:r>
              <a:rPr lang="sv-SE" altLang="en-US">
                <a:solidFill>
                  <a:schemeClr val="bg1"/>
                </a:solidFill>
                <a:latin typeface="Consolas" panose="020B0609020204030204" pitchFamily="49" charset="0"/>
                <a:cs typeface="Consolas" panose="020B0609020204030204" pitchFamily="49" charset="0"/>
              </a:rPr>
              <a:t>}text{</a:t>
            </a:r>
            <a:r>
              <a:rPr lang="sv-SE" altLang="en-US" b="1">
                <a:solidFill>
                  <a:schemeClr val="accent2"/>
                </a:solidFill>
                <a:latin typeface="Consolas" panose="020B0609020204030204" pitchFamily="49" charset="0"/>
                <a:cs typeface="Consolas" panose="020B0609020204030204" pitchFamily="49" charset="0"/>
              </a:rPr>
              <a:t>1</a:t>
            </a:r>
            <a:r>
              <a:rPr lang="sv-SE" altLang="en-US" b="1">
                <a:solidFill>
                  <a:srgbClr val="FFFF00"/>
                </a:solidFill>
                <a:latin typeface="Consolas" panose="020B0609020204030204" pitchFamily="49" charset="0"/>
                <a:cs typeface="Consolas" panose="020B0609020204030204" pitchFamily="49" charset="0"/>
              </a:rPr>
              <a:t>:</a:t>
            </a:r>
            <a:r>
              <a:rPr lang="sv-SE" altLang="en-US" b="1">
                <a:solidFill>
                  <a:schemeClr val="accent2"/>
                </a:solidFill>
                <a:latin typeface="Consolas" panose="020B0609020204030204" pitchFamily="49" charset="0"/>
                <a:cs typeface="Consolas" panose="020B0609020204030204" pitchFamily="49" charset="0"/>
              </a:rPr>
              <a:t>3.d</a:t>
            </a:r>
            <a:r>
              <a:rPr lang="sv-SE" altLang="en-US">
                <a:solidFill>
                  <a:schemeClr val="bg1"/>
                </a:solidFill>
                <a:latin typeface="Consolas" panose="020B0609020204030204" pitchFamily="49" charset="0"/>
                <a:cs typeface="Consolas" panose="020B0609020204030204" pitchFamily="49" charset="0"/>
              </a:rPr>
              <a:t>}text{</a:t>
            </a:r>
            <a:r>
              <a:rPr lang="sv-SE" altLang="en-US" b="1">
                <a:solidFill>
                  <a:schemeClr val="accent3"/>
                </a:solidFill>
                <a:latin typeface="Consolas" panose="020B0609020204030204" pitchFamily="49" charset="0"/>
                <a:cs typeface="Consolas" panose="020B0609020204030204" pitchFamily="49" charset="0"/>
              </a:rPr>
              <a:t>2</a:t>
            </a:r>
            <a:r>
              <a:rPr lang="sv-SE" altLang="en-US">
                <a:solidFill>
                  <a:schemeClr val="bg1"/>
                </a:solidFill>
                <a:latin typeface="Consolas" panose="020B0609020204030204" pitchFamily="49" charset="0"/>
                <a:cs typeface="Consolas" panose="020B0609020204030204" pitchFamily="49" charset="0"/>
              </a:rPr>
              <a:t>}".format(</a:t>
            </a:r>
            <a:r>
              <a:rPr lang="sv-SE" altLang="en-US" b="1">
                <a:solidFill>
                  <a:schemeClr val="accent1"/>
                </a:solidFill>
                <a:latin typeface="Consolas" panose="020B0609020204030204" pitchFamily="49" charset="0"/>
                <a:cs typeface="Consolas" panose="020B0609020204030204" pitchFamily="49" charset="0"/>
              </a:rPr>
              <a:t>var1</a:t>
            </a:r>
            <a:r>
              <a:rPr lang="sv-SE" altLang="en-US">
                <a:solidFill>
                  <a:schemeClr val="bg1"/>
                </a:solidFill>
                <a:latin typeface="Consolas" panose="020B0609020204030204" pitchFamily="49" charset="0"/>
                <a:cs typeface="Consolas" panose="020B0609020204030204" pitchFamily="49" charset="0"/>
              </a:rPr>
              <a:t>, </a:t>
            </a:r>
            <a:r>
              <a:rPr lang="sv-SE" altLang="en-US" b="1">
                <a:solidFill>
                  <a:schemeClr val="accent2"/>
                </a:solidFill>
                <a:latin typeface="Consolas" panose="020B0609020204030204" pitchFamily="49" charset="0"/>
                <a:cs typeface="Consolas" panose="020B0609020204030204" pitchFamily="49" charset="0"/>
              </a:rPr>
              <a:t>var2</a:t>
            </a:r>
            <a:r>
              <a:rPr lang="sv-SE" altLang="en-US">
                <a:solidFill>
                  <a:schemeClr val="bg1"/>
                </a:solidFill>
                <a:latin typeface="Consolas" panose="020B0609020204030204" pitchFamily="49" charset="0"/>
                <a:cs typeface="Consolas" panose="020B0609020204030204" pitchFamily="49" charset="0"/>
              </a:rPr>
              <a:t>, </a:t>
            </a:r>
            <a:r>
              <a:rPr lang="sv-SE" altLang="en-US" b="1">
                <a:solidFill>
                  <a:schemeClr val="accent3"/>
                </a:solidFill>
                <a:latin typeface="Consolas" panose="020B0609020204030204" pitchFamily="49" charset="0"/>
                <a:cs typeface="Consolas" panose="020B0609020204030204" pitchFamily="49" charset="0"/>
              </a:rPr>
              <a:t>var3</a:t>
            </a:r>
            <a:r>
              <a:rPr lang="sv-SE" altLang="en-US">
                <a:solidFill>
                  <a:schemeClr val="bg1"/>
                </a:solidFill>
                <a:latin typeface="Consolas" panose="020B0609020204030204" pitchFamily="49" charset="0"/>
                <a:cs typeface="Consolas" panose="020B0609020204030204" pitchFamily="49" charset="0"/>
              </a:rPr>
              <a:t>)</a:t>
            </a:r>
          </a:p>
        </p:txBody>
      </p:sp>
      <p:sp>
        <p:nvSpPr>
          <p:cNvPr id="8" name="Rectangle 4">
            <a:extLst>
              <a:ext uri="{FF2B5EF4-FFF2-40B4-BE49-F238E27FC236}">
                <a16:creationId xmlns:a16="http://schemas.microsoft.com/office/drawing/2014/main" id="{E52DF97E-BE80-3B44-587D-C3832EAD7B66}"/>
              </a:ext>
            </a:extLst>
          </p:cNvPr>
          <p:cNvSpPr txBox="1">
            <a:spLocks noChangeArrowheads="1"/>
          </p:cNvSpPr>
          <p:nvPr/>
        </p:nvSpPr>
        <p:spPr bwMode="auto">
          <a:xfrm>
            <a:off x="792924" y="5775709"/>
            <a:ext cx="7411738"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"text{</a:t>
            </a:r>
            <a:r>
              <a:rPr lang="en-GB" altLang="en-US" b="1">
                <a:solidFill>
                  <a:schemeClr val="accent1"/>
                </a:solidFill>
                <a:latin typeface="Consolas" panose="020B0609020204030204" pitchFamily="49" charset="0"/>
                <a:cs typeface="Consolas" panose="020B0609020204030204" pitchFamily="49" charset="0"/>
              </a:rPr>
              <a:t>0[index]</a:t>
            </a:r>
            <a:r>
              <a:rPr lang="en-GB" altLang="en-US">
                <a:solidFill>
                  <a:schemeClr val="bg1"/>
                </a:solidFill>
                <a:latin typeface="Consolas" panose="020B0609020204030204" pitchFamily="49" charset="0"/>
                <a:cs typeface="Consolas" panose="020B0609020204030204" pitchFamily="49" charset="0"/>
              </a:rPr>
              <a:t>}text{</a:t>
            </a:r>
            <a:r>
              <a:rPr lang="en-GB" altLang="en-US" b="1">
                <a:solidFill>
                  <a:schemeClr val="accent2"/>
                </a:solidFill>
                <a:latin typeface="Consolas" panose="020B0609020204030204" pitchFamily="49" charset="0"/>
                <a:cs typeface="Consolas" panose="020B0609020204030204" pitchFamily="49" charset="0"/>
              </a:rPr>
              <a:t>1[key]</a:t>
            </a:r>
            <a:r>
              <a:rPr lang="en-GB" altLang="en-US">
                <a:solidFill>
                  <a:schemeClr val="bg1"/>
                </a:solidFill>
                <a:latin typeface="Consolas" panose="020B0609020204030204" pitchFamily="49" charset="0"/>
                <a:cs typeface="Consolas" panose="020B0609020204030204" pitchFamily="49" charset="0"/>
              </a:rPr>
              <a:t>}".format(</a:t>
            </a:r>
            <a:r>
              <a:rPr lang="en-GB" altLang="en-US" b="1">
                <a:solidFill>
                  <a:schemeClr val="accent1"/>
                </a:solidFill>
                <a:latin typeface="Consolas" panose="020B0609020204030204" pitchFamily="49" charset="0"/>
                <a:cs typeface="Consolas" panose="020B0609020204030204" pitchFamily="49" charset="0"/>
              </a:rPr>
              <a:t>list</a:t>
            </a:r>
            <a:r>
              <a:rPr lang="en-GB" altLang="en-US">
                <a:solidFill>
                  <a:schemeClr val="bg1"/>
                </a:solidFill>
                <a:latin typeface="Consolas" panose="020B0609020204030204" pitchFamily="49" charset="0"/>
                <a:cs typeface="Consolas" panose="020B0609020204030204" pitchFamily="49" charset="0"/>
              </a:rPr>
              <a:t>, </a:t>
            </a:r>
            <a:r>
              <a:rPr lang="en-GB" altLang="en-US" b="1">
                <a:solidFill>
                  <a:schemeClr val="accent2"/>
                </a:solidFill>
                <a:latin typeface="Consolas" panose="020B0609020204030204" pitchFamily="49" charset="0"/>
                <a:cs typeface="Consolas" panose="020B0609020204030204" pitchFamily="49" charset="0"/>
              </a:rPr>
              <a:t>dictionary</a:t>
            </a:r>
            <a:r>
              <a:rPr lang="en-GB" altLang="en-US">
                <a:solidFill>
                  <a:schemeClr val="bg1"/>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923171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E294BB-AC8A-3C3A-EF65-95BEA23DE29F}"/>
              </a:ext>
            </a:extLst>
          </p:cNvPr>
          <p:cNvSpPr>
            <a:spLocks noGrp="1"/>
          </p:cNvSpPr>
          <p:nvPr>
            <p:ph type="ctrTitle"/>
          </p:nvPr>
        </p:nvSpPr>
        <p:spPr/>
        <p:txBody>
          <a:bodyPr/>
          <a:lstStyle/>
          <a:p>
            <a:r>
              <a:rPr lang="en-GB" dirty="0"/>
              <a:t>Example: Using </a:t>
            </a:r>
            <a:r>
              <a:rPr lang="en-GB" dirty="0" err="1"/>
              <a:t>str.format</a:t>
            </a:r>
            <a:endParaRPr lang="en-GB" dirty="0"/>
          </a:p>
        </p:txBody>
      </p:sp>
      <p:sp>
        <p:nvSpPr>
          <p:cNvPr id="2" name="Text Placeholder 1">
            <a:extLst>
              <a:ext uri="{FF2B5EF4-FFF2-40B4-BE49-F238E27FC236}">
                <a16:creationId xmlns:a16="http://schemas.microsoft.com/office/drawing/2014/main" id="{D1CFC41B-6C1F-6D6B-F002-F66878AC5C9B}"/>
              </a:ext>
            </a:extLst>
          </p:cNvPr>
          <p:cNvSpPr>
            <a:spLocks noGrp="1"/>
          </p:cNvSpPr>
          <p:nvPr>
            <p:ph type="body" sz="quarter" idx="13"/>
          </p:nvPr>
        </p:nvSpPr>
        <p:spPr/>
        <p:txBody>
          <a:bodyPr/>
          <a:lstStyle/>
          <a:p>
            <a:r>
              <a:rPr lang="en-GB" b="1" dirty="0"/>
              <a:t>Common conversion specifiers: </a:t>
            </a:r>
          </a:p>
          <a:p>
            <a:pPr marL="285750" indent="-285750">
              <a:buFont typeface="Arial" panose="020B0604020202020204" pitchFamily="34" charset="0"/>
              <a:buChar char="•"/>
            </a:pPr>
            <a:r>
              <a:rPr lang="en-GB" dirty="0"/>
              <a:t>{d} Treats the argument as an integer number.</a:t>
            </a:r>
          </a:p>
          <a:p>
            <a:pPr marL="285750" indent="-285750">
              <a:buFont typeface="Arial" panose="020B0604020202020204" pitchFamily="34" charset="0"/>
              <a:buChar char="•"/>
            </a:pPr>
            <a:r>
              <a:rPr lang="en-GB" dirty="0"/>
              <a:t>{s} Treats the argument as a string.</a:t>
            </a:r>
          </a:p>
          <a:p>
            <a:pPr marL="285750" indent="-285750">
              <a:buFont typeface="Arial" panose="020B0604020202020204" pitchFamily="34" charset="0"/>
              <a:buChar char="•"/>
            </a:pPr>
            <a:r>
              <a:rPr lang="en-GB" dirty="0"/>
              <a:t>{f} Treats the argument as a float (and rounds).</a:t>
            </a:r>
          </a:p>
          <a:p>
            <a:endParaRPr lang="en-GB" dirty="0"/>
          </a:p>
          <a:p>
            <a:endParaRPr lang="en-GB" dirty="0"/>
          </a:p>
          <a:p>
            <a:endParaRPr lang="en-US" dirty="0"/>
          </a:p>
        </p:txBody>
      </p:sp>
      <p:sp>
        <p:nvSpPr>
          <p:cNvPr id="4" name="Slide Number Placeholder 3">
            <a:extLst>
              <a:ext uri="{FF2B5EF4-FFF2-40B4-BE49-F238E27FC236}">
                <a16:creationId xmlns:a16="http://schemas.microsoft.com/office/drawing/2014/main" id="{4B88D894-9A3C-6A30-28F2-085AD06E6699}"/>
              </a:ext>
            </a:extLst>
          </p:cNvPr>
          <p:cNvSpPr>
            <a:spLocks noGrp="1"/>
          </p:cNvSpPr>
          <p:nvPr>
            <p:ph type="sldNum" sz="quarter" idx="12"/>
          </p:nvPr>
        </p:nvSpPr>
        <p:spPr/>
        <p:txBody>
          <a:bodyPr/>
          <a:lstStyle/>
          <a:p>
            <a:fld id="{F3469444-D02B-D446-9CF8-19DEDDE073D1}" type="slidenum">
              <a:rPr lang="en-US" smtClean="0"/>
              <a:pPr/>
              <a:t>25</a:t>
            </a:fld>
            <a:endParaRPr lang="en-US"/>
          </a:p>
        </p:txBody>
      </p:sp>
      <p:pic>
        <p:nvPicPr>
          <p:cNvPr id="8" name="Picture 7">
            <a:extLst>
              <a:ext uri="{FF2B5EF4-FFF2-40B4-BE49-F238E27FC236}">
                <a16:creationId xmlns:a16="http://schemas.microsoft.com/office/drawing/2014/main" id="{6ECB5170-DE1F-3248-E832-75CE12A14FB9}"/>
              </a:ext>
            </a:extLst>
          </p:cNvPr>
          <p:cNvPicPr>
            <a:picLocks noChangeAspect="1"/>
          </p:cNvPicPr>
          <p:nvPr/>
        </p:nvPicPr>
        <p:blipFill>
          <a:blip r:embed="rId3"/>
          <a:stretch>
            <a:fillRect/>
          </a:stretch>
        </p:blipFill>
        <p:spPr>
          <a:xfrm>
            <a:off x="10984679" y="137563"/>
            <a:ext cx="1210950" cy="6720437"/>
          </a:xfrm>
          <a:prstGeom prst="rect">
            <a:avLst/>
          </a:prstGeom>
        </p:spPr>
      </p:pic>
      <p:sp>
        <p:nvSpPr>
          <p:cNvPr id="9" name="Rectangle 4">
            <a:extLst>
              <a:ext uri="{FF2B5EF4-FFF2-40B4-BE49-F238E27FC236}">
                <a16:creationId xmlns:a16="http://schemas.microsoft.com/office/drawing/2014/main" id="{B538B7A7-25CC-C983-AE53-117597CEE630}"/>
              </a:ext>
            </a:extLst>
          </p:cNvPr>
          <p:cNvSpPr txBox="1">
            <a:spLocks noChangeArrowheads="1"/>
          </p:cNvSpPr>
          <p:nvPr/>
        </p:nvSpPr>
        <p:spPr bwMode="auto">
          <a:xfrm>
            <a:off x="752475" y="3393954"/>
            <a:ext cx="7663633" cy="3112647"/>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dirty="0">
                <a:solidFill>
                  <a:schemeClr val="bg1"/>
                </a:solidFill>
                <a:latin typeface="Consolas" panose="020B0609020204030204" pitchFamily="49" charset="0"/>
                <a:cs typeface="Consolas" panose="020B0609020204030204" pitchFamily="49" charset="0"/>
              </a:rPr>
              <a:t># Distance of planets to Sun in gigametres(Gm).</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planets = {'Mercury': 57.91,</a:t>
            </a:r>
          </a:p>
          <a:p>
            <a:pPr marL="0" indent="0">
              <a:buNone/>
            </a:pPr>
            <a:r>
              <a:rPr lang="en-GB" altLang="en-US" sz="1600" dirty="0">
                <a:solidFill>
                  <a:schemeClr val="bg1"/>
                </a:solidFill>
                <a:latin typeface="Consolas" panose="020B0609020204030204" pitchFamily="49" charset="0"/>
                <a:cs typeface="Consolas" panose="020B0609020204030204" pitchFamily="49" charset="0"/>
              </a:rPr>
              <a:t>           'Venus': 108.2,</a:t>
            </a:r>
          </a:p>
          <a:p>
            <a:pPr marL="0" indent="0">
              <a:buNone/>
            </a:pPr>
            <a:r>
              <a:rPr lang="en-GB" altLang="en-US" sz="1600" dirty="0">
                <a:solidFill>
                  <a:schemeClr val="bg1"/>
                </a:solidFill>
                <a:latin typeface="Consolas" panose="020B0609020204030204" pitchFamily="49" charset="0"/>
                <a:cs typeface="Consolas" panose="020B0609020204030204" pitchFamily="49" charset="0"/>
              </a:rPr>
              <a:t>           'Earth': 149.597870,</a:t>
            </a:r>
          </a:p>
          <a:p>
            <a:pPr marL="0" indent="0">
              <a:buNone/>
            </a:pPr>
            <a:r>
              <a:rPr lang="en-GB" altLang="en-US" sz="1600" dirty="0">
                <a:solidFill>
                  <a:schemeClr val="bg1"/>
                </a:solidFill>
                <a:latin typeface="Consolas" panose="020B0609020204030204" pitchFamily="49" charset="0"/>
                <a:cs typeface="Consolas" panose="020B0609020204030204" pitchFamily="49" charset="0"/>
              </a:rPr>
              <a:t>           'Mars': 227.94</a:t>
            </a:r>
          </a:p>
          <a:p>
            <a:pPr marL="0" indent="0">
              <a:buNone/>
            </a:pPr>
            <a:r>
              <a:rPr lang="en-GB" altLang="en-US" sz="1600" dirty="0">
                <a:solidFill>
                  <a:schemeClr val="bg1"/>
                </a:solidFill>
                <a:latin typeface="Consolas" panose="020B0609020204030204" pitchFamily="49" charset="0"/>
                <a:cs typeface="Consolas" panose="020B0609020204030204" pitchFamily="49" charset="0"/>
              </a:rPr>
              <a:t>}</a:t>
            </a:r>
          </a:p>
          <a:p>
            <a:pPr marL="0" indent="0">
              <a:buNone/>
            </a:pPr>
            <a:endParaRPr lang="en-GB" altLang="en-US" sz="1600" dirty="0">
              <a:solidFill>
                <a:schemeClr val="bg1"/>
              </a:solidFill>
              <a:latin typeface="Consolas" panose="020B0609020204030204" pitchFamily="49" charset="0"/>
              <a:cs typeface="Consolas" panose="020B0609020204030204" pitchFamily="49" charset="0"/>
            </a:endParaRPr>
          </a:p>
          <a:p>
            <a:pPr marL="0" indent="0">
              <a:buNone/>
            </a:pPr>
            <a:r>
              <a:rPr lang="en-GB" altLang="en-US" sz="1600" dirty="0">
                <a:solidFill>
                  <a:schemeClr val="bg1"/>
                </a:solidFill>
                <a:latin typeface="Consolas" panose="020B0609020204030204" pitchFamily="49" charset="0"/>
                <a:cs typeface="Consolas" panose="020B0609020204030204" pitchFamily="49" charset="0"/>
              </a:rPr>
              <a:t>for i, key in enumerate(</a:t>
            </a:r>
            <a:r>
              <a:rPr lang="en-GB" altLang="en-US" sz="1600" dirty="0" err="1">
                <a:solidFill>
                  <a:schemeClr val="bg1"/>
                </a:solidFill>
                <a:latin typeface="Consolas" panose="020B0609020204030204" pitchFamily="49" charset="0"/>
                <a:cs typeface="Consolas" panose="020B0609020204030204" pitchFamily="49" charset="0"/>
              </a:rPr>
              <a:t>planets.keys</a:t>
            </a:r>
            <a:r>
              <a:rPr lang="en-GB" altLang="en-US" sz="1600" dirty="0">
                <a:solidFill>
                  <a:schemeClr val="bg1"/>
                </a:solidFill>
                <a:latin typeface="Consolas" panose="020B0609020204030204" pitchFamily="49" charset="0"/>
                <a:cs typeface="Consolas" panose="020B0609020204030204" pitchFamily="49" charset="0"/>
              </a:rPr>
              <a:t>(), start=1):</a:t>
            </a:r>
          </a:p>
          <a:p>
            <a:pPr marL="0" indent="0">
              <a:buNone/>
            </a:pPr>
            <a:r>
              <a:rPr lang="en-GB" altLang="en-US" sz="1600" dirty="0">
                <a:solidFill>
                  <a:schemeClr val="bg1"/>
                </a:solidFill>
                <a:latin typeface="Consolas" panose="020B0609020204030204" pitchFamily="49" charset="0"/>
                <a:cs typeface="Consolas" panose="020B0609020204030204" pitchFamily="49" charset="0"/>
              </a:rPr>
              <a:t>    print("{</a:t>
            </a:r>
            <a:r>
              <a:rPr lang="en-GB" altLang="en-US" sz="1600" b="1" dirty="0">
                <a:solidFill>
                  <a:schemeClr val="accent1"/>
                </a:solidFill>
                <a:latin typeface="Consolas" panose="020B0609020204030204" pitchFamily="49" charset="0"/>
                <a:cs typeface="Consolas" panose="020B0609020204030204" pitchFamily="49" charset="0"/>
              </a:rPr>
              <a:t>:2d</a:t>
            </a:r>
            <a:r>
              <a:rPr lang="en-GB" altLang="en-US" sz="1600" dirty="0">
                <a:solidFill>
                  <a:schemeClr val="bg1"/>
                </a:solidFill>
                <a:latin typeface="Consolas" panose="020B0609020204030204" pitchFamily="49" charset="0"/>
                <a:cs typeface="Consolas" panose="020B0609020204030204" pitchFamily="49" charset="0"/>
              </a:rPr>
              <a:t>} {</a:t>
            </a:r>
            <a:r>
              <a:rPr lang="en-GB" altLang="en-US" sz="1600" b="1" dirty="0">
                <a:solidFill>
                  <a:schemeClr val="accent2"/>
                </a:solidFill>
                <a:latin typeface="Consolas" panose="020B0609020204030204" pitchFamily="49" charset="0"/>
                <a:cs typeface="Consolas" panose="020B0609020204030204" pitchFamily="49" charset="0"/>
              </a:rPr>
              <a:t>:&lt;10s</a:t>
            </a:r>
            <a:r>
              <a:rPr lang="en-GB" altLang="en-US" sz="1600" dirty="0">
                <a:solidFill>
                  <a:schemeClr val="bg1"/>
                </a:solidFill>
                <a:latin typeface="Consolas" panose="020B0609020204030204" pitchFamily="49" charset="0"/>
                <a:cs typeface="Consolas" panose="020B0609020204030204" pitchFamily="49" charset="0"/>
              </a:rPr>
              <a:t>} {</a:t>
            </a:r>
            <a:r>
              <a:rPr lang="en-GB" altLang="en-US" sz="1600" b="1" dirty="0">
                <a:solidFill>
                  <a:schemeClr val="accent3"/>
                </a:solidFill>
                <a:latin typeface="Consolas" panose="020B0609020204030204" pitchFamily="49" charset="0"/>
                <a:cs typeface="Consolas" panose="020B0609020204030204" pitchFamily="49" charset="0"/>
              </a:rPr>
              <a:t>:06.2f</a:t>
            </a:r>
            <a:r>
              <a:rPr lang="en-GB" altLang="en-US" sz="1600" dirty="0">
                <a:solidFill>
                  <a:schemeClr val="bg1"/>
                </a:solidFill>
                <a:latin typeface="Consolas" panose="020B0609020204030204" pitchFamily="49" charset="0"/>
                <a:cs typeface="Consolas" panose="020B0609020204030204" pitchFamily="49" charset="0"/>
              </a:rPr>
              <a:t>} </a:t>
            </a:r>
            <a:r>
              <a:rPr lang="en-GB" altLang="en-US" sz="1600" dirty="0" err="1">
                <a:solidFill>
                  <a:schemeClr val="bg1"/>
                </a:solidFill>
                <a:latin typeface="Consolas" panose="020B0609020204030204" pitchFamily="49" charset="0"/>
                <a:cs typeface="Consolas" panose="020B0609020204030204" pitchFamily="49" charset="0"/>
              </a:rPr>
              <a:t>Gm".format</a:t>
            </a:r>
            <a:r>
              <a:rPr lang="en-GB" altLang="en-US" sz="1600" dirty="0">
                <a:solidFill>
                  <a:schemeClr val="bg1"/>
                </a:solidFill>
                <a:latin typeface="Consolas" panose="020B0609020204030204" pitchFamily="49" charset="0"/>
                <a:cs typeface="Consolas" panose="020B0609020204030204" pitchFamily="49" charset="0"/>
              </a:rPr>
              <a:t>(</a:t>
            </a:r>
            <a:r>
              <a:rPr lang="en-GB" altLang="en-US" sz="1600" b="1" dirty="0">
                <a:solidFill>
                  <a:schemeClr val="accent1"/>
                </a:solidFill>
                <a:latin typeface="Consolas" panose="020B0609020204030204" pitchFamily="49" charset="0"/>
                <a:cs typeface="Consolas" panose="020B0609020204030204" pitchFamily="49" charset="0"/>
              </a:rPr>
              <a:t>i</a:t>
            </a:r>
            <a:r>
              <a:rPr lang="en-GB" altLang="en-US" sz="1600" dirty="0">
                <a:solidFill>
                  <a:schemeClr val="bg1"/>
                </a:solidFill>
                <a:latin typeface="Consolas" panose="020B0609020204030204" pitchFamily="49" charset="0"/>
                <a:cs typeface="Consolas" panose="020B0609020204030204" pitchFamily="49" charset="0"/>
              </a:rPr>
              <a:t>, </a:t>
            </a:r>
            <a:r>
              <a:rPr lang="en-GB" altLang="en-US" sz="1600" b="1" dirty="0">
                <a:solidFill>
                  <a:schemeClr val="accent2"/>
                </a:solidFill>
                <a:latin typeface="Consolas" panose="020B0609020204030204" pitchFamily="49" charset="0"/>
                <a:cs typeface="Consolas" panose="020B0609020204030204" pitchFamily="49" charset="0"/>
              </a:rPr>
              <a:t>key</a:t>
            </a:r>
            <a:r>
              <a:rPr lang="en-GB" altLang="en-US" sz="1600" dirty="0">
                <a:solidFill>
                  <a:schemeClr val="bg1"/>
                </a:solidFill>
                <a:latin typeface="Consolas" panose="020B0609020204030204" pitchFamily="49" charset="0"/>
                <a:cs typeface="Consolas" panose="020B0609020204030204" pitchFamily="49" charset="0"/>
              </a:rPr>
              <a:t>, </a:t>
            </a:r>
            <a:r>
              <a:rPr lang="en-GB" altLang="en-US" sz="1600" b="1" dirty="0">
                <a:solidFill>
                  <a:schemeClr val="accent3"/>
                </a:solidFill>
                <a:latin typeface="Consolas" panose="020B0609020204030204" pitchFamily="49" charset="0"/>
                <a:cs typeface="Consolas" panose="020B0609020204030204" pitchFamily="49" charset="0"/>
              </a:rPr>
              <a:t>planets[key]</a:t>
            </a:r>
            <a:r>
              <a:rPr lang="en-GB" altLang="en-US" sz="1600" dirty="0">
                <a:solidFill>
                  <a:schemeClr val="bg1"/>
                </a:solidFill>
                <a:latin typeface="Consolas" panose="020B0609020204030204" pitchFamily="49" charset="0"/>
                <a:cs typeface="Consolas" panose="020B0609020204030204" pitchFamily="49" charset="0"/>
              </a:rPr>
              <a:t>))</a:t>
            </a:r>
          </a:p>
        </p:txBody>
      </p:sp>
      <p:sp>
        <p:nvSpPr>
          <p:cNvPr id="10" name="TextBox 9">
            <a:extLst>
              <a:ext uri="{FF2B5EF4-FFF2-40B4-BE49-F238E27FC236}">
                <a16:creationId xmlns:a16="http://schemas.microsoft.com/office/drawing/2014/main" id="{27B61479-273B-39A9-5CD7-C581DE6FE8DC}"/>
              </a:ext>
            </a:extLst>
          </p:cNvPr>
          <p:cNvSpPr txBox="1"/>
          <p:nvPr/>
        </p:nvSpPr>
        <p:spPr>
          <a:xfrm>
            <a:off x="8444683" y="5181983"/>
            <a:ext cx="2510230" cy="954107"/>
          </a:xfrm>
          <a:prstGeom prst="rect">
            <a:avLst/>
          </a:prstGeom>
          <a:solidFill>
            <a:schemeClr val="bg1"/>
          </a:solidFill>
          <a:ln>
            <a:solidFill>
              <a:schemeClr val="tx1"/>
            </a:solidFill>
          </a:ln>
        </p:spPr>
        <p:txBody>
          <a:bodyPr wrap="square" rtlCol="0">
            <a:spAutoFit/>
          </a:bodyPr>
          <a:lstStyle/>
          <a:p>
            <a:r>
              <a:rPr lang="en-GB" sz="1400">
                <a:latin typeface="Consolas" panose="020B0609020204030204" pitchFamily="49" charset="0"/>
              </a:rPr>
              <a:t> 1 Earth      149.60 Gm</a:t>
            </a:r>
          </a:p>
          <a:p>
            <a:r>
              <a:rPr lang="en-GB" sz="1400">
                <a:latin typeface="Consolas" panose="020B0609020204030204" pitchFamily="49" charset="0"/>
              </a:rPr>
              <a:t> 2 Mercury    057.91 Gm</a:t>
            </a:r>
          </a:p>
          <a:p>
            <a:r>
              <a:rPr lang="en-GB" sz="1400">
                <a:latin typeface="Consolas" panose="020B0609020204030204" pitchFamily="49" charset="0"/>
              </a:rPr>
              <a:t> 3 Mars       227.94 Gm</a:t>
            </a:r>
          </a:p>
          <a:p>
            <a:r>
              <a:rPr lang="en-GB" sz="1400">
                <a:latin typeface="Consolas" panose="020B0609020204030204" pitchFamily="49" charset="0"/>
              </a:rPr>
              <a:t> 4 Venus      108.20 Gm</a:t>
            </a:r>
          </a:p>
        </p:txBody>
      </p:sp>
    </p:spTree>
    <p:extLst>
      <p:ext uri="{BB962C8B-B14F-4D97-AF65-F5344CB8AC3E}">
        <p14:creationId xmlns:p14="http://schemas.microsoft.com/office/powerpoint/2010/main" val="40321191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89856-0BCA-6FC7-3F8F-38B6DF2A5D9F}"/>
              </a:ext>
            </a:extLst>
          </p:cNvPr>
          <p:cNvSpPr>
            <a:spLocks noGrp="1"/>
          </p:cNvSpPr>
          <p:nvPr>
            <p:ph type="ctrTitle"/>
          </p:nvPr>
        </p:nvSpPr>
        <p:spPr/>
        <p:txBody>
          <a:bodyPr/>
          <a:lstStyle/>
          <a:p>
            <a:r>
              <a:rPr lang="en-GB" dirty="0"/>
              <a:t>String formatting using methods</a:t>
            </a:r>
          </a:p>
        </p:txBody>
      </p:sp>
      <p:sp>
        <p:nvSpPr>
          <p:cNvPr id="6" name="Text Placeholder 5">
            <a:extLst>
              <a:ext uri="{FF2B5EF4-FFF2-40B4-BE49-F238E27FC236}">
                <a16:creationId xmlns:a16="http://schemas.microsoft.com/office/drawing/2014/main" id="{D83DB95C-D5E5-2EF8-A1A4-F6B683BB2FFE}"/>
              </a:ext>
            </a:extLst>
          </p:cNvPr>
          <p:cNvSpPr>
            <a:spLocks noGrp="1"/>
          </p:cNvSpPr>
          <p:nvPr>
            <p:ph type="body" sz="quarter" idx="14"/>
          </p:nvPr>
        </p:nvSpPr>
        <p:spPr/>
        <p:txBody>
          <a:bodyPr/>
          <a:lstStyle/>
          <a:p>
            <a:r>
              <a:rPr lang="en-GB" b="1"/>
              <a:t>Simpler and more readable</a:t>
            </a:r>
          </a:p>
        </p:txBody>
      </p:sp>
      <p:sp>
        <p:nvSpPr>
          <p:cNvPr id="4" name="Slide Number Placeholder 3">
            <a:extLst>
              <a:ext uri="{FF2B5EF4-FFF2-40B4-BE49-F238E27FC236}">
                <a16:creationId xmlns:a16="http://schemas.microsoft.com/office/drawing/2014/main" id="{5DD08A7F-75C5-B684-17BE-6560F2BF2148}"/>
              </a:ext>
            </a:extLst>
          </p:cNvPr>
          <p:cNvSpPr>
            <a:spLocks noGrp="1"/>
          </p:cNvSpPr>
          <p:nvPr>
            <p:ph type="sldNum" sz="quarter" idx="12"/>
          </p:nvPr>
        </p:nvSpPr>
        <p:spPr/>
        <p:txBody>
          <a:bodyPr/>
          <a:lstStyle/>
          <a:p>
            <a:fld id="{F3469444-D02B-D446-9CF8-19DEDDE073D1}" type="slidenum">
              <a:rPr lang="en-US" smtClean="0"/>
              <a:pPr/>
              <a:t>26</a:t>
            </a:fld>
            <a:endParaRPr lang="en-US"/>
          </a:p>
        </p:txBody>
      </p:sp>
      <p:graphicFrame>
        <p:nvGraphicFramePr>
          <p:cNvPr id="5" name="Table 4">
            <a:extLst>
              <a:ext uri="{FF2B5EF4-FFF2-40B4-BE49-F238E27FC236}">
                <a16:creationId xmlns:a16="http://schemas.microsoft.com/office/drawing/2014/main" id="{F98D898B-1FF0-B9B4-5D54-E07637CFB507}"/>
              </a:ext>
            </a:extLst>
          </p:cNvPr>
          <p:cNvGraphicFramePr>
            <a:graphicFrameLocks noGrp="1"/>
          </p:cNvGraphicFramePr>
          <p:nvPr>
            <p:extLst>
              <p:ext uri="{D42A27DB-BD31-4B8C-83A1-F6EECF244321}">
                <p14:modId xmlns:p14="http://schemas.microsoft.com/office/powerpoint/2010/main" val="1597804663"/>
              </p:ext>
            </p:extLst>
          </p:nvPr>
        </p:nvGraphicFramePr>
        <p:xfrm>
          <a:off x="512532" y="2107461"/>
          <a:ext cx="4491446" cy="1845825"/>
        </p:xfrm>
        <a:graphic>
          <a:graphicData uri="http://schemas.openxmlformats.org/drawingml/2006/table">
            <a:tbl>
              <a:tblPr firstRow="1" bandRow="1">
                <a:tableStyleId>{5C22544A-7EE6-4342-B048-85BDC9FD1C3A}</a:tableStyleId>
              </a:tblPr>
              <a:tblGrid>
                <a:gridCol w="1665514">
                  <a:extLst>
                    <a:ext uri="{9D8B030D-6E8A-4147-A177-3AD203B41FA5}">
                      <a16:colId xmlns:a16="http://schemas.microsoft.com/office/drawing/2014/main" val="1551974525"/>
                    </a:ext>
                  </a:extLst>
                </a:gridCol>
                <a:gridCol w="2825932">
                  <a:extLst>
                    <a:ext uri="{9D8B030D-6E8A-4147-A177-3AD203B41FA5}">
                      <a16:colId xmlns:a16="http://schemas.microsoft.com/office/drawing/2014/main" val="587885695"/>
                    </a:ext>
                  </a:extLst>
                </a:gridCol>
              </a:tblGrid>
              <a:tr h="351288">
                <a:tc>
                  <a:txBody>
                    <a:bodyPr/>
                    <a:lstStyle/>
                    <a:p>
                      <a:pPr algn="ctr"/>
                      <a:r>
                        <a:rPr lang="en-GB" sz="1800" dirty="0">
                          <a:solidFill>
                            <a:schemeClr val="tx2"/>
                          </a:solidFill>
                        </a:rPr>
                        <a:t>Method</a:t>
                      </a:r>
                    </a:p>
                  </a:txBody>
                  <a:tcPr marL="73273" marR="73273" marT="36637" marB="36637" anchor="ctr">
                    <a:solidFill>
                      <a:schemeClr val="accent1"/>
                    </a:solidFill>
                  </a:tcPr>
                </a:tc>
                <a:tc>
                  <a:txBody>
                    <a:bodyPr/>
                    <a:lstStyle/>
                    <a:p>
                      <a:pPr algn="ctr"/>
                      <a:r>
                        <a:rPr lang="en-GB" sz="1800">
                          <a:solidFill>
                            <a:schemeClr val="tx2"/>
                          </a:solidFill>
                        </a:rPr>
                        <a:t>Meaning</a:t>
                      </a:r>
                    </a:p>
                  </a:txBody>
                  <a:tcPr marL="73273" marR="73273" marT="36637" marB="36637" anchor="ctr">
                    <a:solidFill>
                      <a:schemeClr val="accent1"/>
                    </a:solidFill>
                  </a:tcPr>
                </a:tc>
                <a:extLst>
                  <a:ext uri="{0D108BD9-81ED-4DB2-BD59-A6C34878D82A}">
                    <a16:rowId xmlns:a16="http://schemas.microsoft.com/office/drawing/2014/main" val="2345767861"/>
                  </a:ext>
                </a:extLst>
              </a:tr>
              <a:tr h="36508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str.center</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700"/>
                        <a:t>Return title-case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22224547"/>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str.ljust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Search for string</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4180840069"/>
                  </a:ext>
                </a:extLst>
              </a:tr>
              <a:tr h="3967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err="1">
                          <a:latin typeface="Consolas" panose="020B0609020204030204" pitchFamily="49" charset="0"/>
                          <a:cs typeface="Courier New" panose="02070309020205020404" pitchFamily="49" charset="0"/>
                        </a:rPr>
                        <a:t>str.rjust</a:t>
                      </a:r>
                      <a:r>
                        <a:rPr lang="en-GB" sz="1700" b="1" i="0">
                          <a:latin typeface="Consolas" panose="020B0609020204030204" pitchFamily="49" charset="0"/>
                          <a:cs typeface="Courier New" panose="02070309020205020404" pitchFamily="49" charset="0"/>
                        </a:rPr>
                        <a:t>()</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Replace string</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760987105"/>
                  </a:ext>
                </a:extLst>
              </a:tr>
              <a:tr h="396782">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700" b="1" i="0" dirty="0" err="1">
                          <a:latin typeface="Consolas" panose="020B0609020204030204" pitchFamily="49" charset="0"/>
                          <a:cs typeface="Courier New" panose="02070309020205020404" pitchFamily="49" charset="0"/>
                        </a:rPr>
                        <a:t>str.zfill</a:t>
                      </a:r>
                      <a:r>
                        <a:rPr lang="en-GB" sz="1700" b="1" i="0" dirty="0">
                          <a:latin typeface="Consolas" panose="020B0609020204030204" pitchFamily="49" charset="0"/>
                          <a:cs typeface="Courier New" panose="02070309020205020404" pitchFamily="49" charset="0"/>
                        </a:rPr>
                        <a:t>()</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Strip trailing chars</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329854863"/>
                  </a:ext>
                </a:extLst>
              </a:tr>
            </a:tbl>
          </a:graphicData>
        </a:graphic>
      </p:graphicFrame>
      <p:sp>
        <p:nvSpPr>
          <p:cNvPr id="7" name="Rectangle 4">
            <a:extLst>
              <a:ext uri="{FF2B5EF4-FFF2-40B4-BE49-F238E27FC236}">
                <a16:creationId xmlns:a16="http://schemas.microsoft.com/office/drawing/2014/main" id="{E57A0432-675C-3860-D5D6-47E41343834E}"/>
              </a:ext>
            </a:extLst>
          </p:cNvPr>
          <p:cNvSpPr txBox="1">
            <a:spLocks noChangeArrowheads="1"/>
          </p:cNvSpPr>
          <p:nvPr/>
        </p:nvSpPr>
        <p:spPr bwMode="auto">
          <a:xfrm>
            <a:off x="1179282" y="4168449"/>
            <a:ext cx="3961952" cy="2412968"/>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dirty="0">
                <a:solidFill>
                  <a:schemeClr val="bg1"/>
                </a:solidFill>
                <a:latin typeface="Consolas" panose="020B0609020204030204" pitchFamily="49" charset="0"/>
                <a:cs typeface="Consolas" panose="020B0609020204030204" pitchFamily="49" charset="0"/>
              </a:rPr>
              <a:t>text = 'hello'</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print(</a:t>
            </a:r>
            <a:r>
              <a:rPr lang="en-GB" altLang="en-US" sz="1600" dirty="0" err="1">
                <a:solidFill>
                  <a:schemeClr val="bg1"/>
                </a:solidFill>
                <a:latin typeface="Consolas" panose="020B0609020204030204" pitchFamily="49" charset="0"/>
                <a:cs typeface="Consolas" panose="020B0609020204030204" pitchFamily="49" charset="0"/>
              </a:rPr>
              <a:t>text.capitalize</a:t>
            </a:r>
            <a:r>
              <a:rPr lang="en-GB" altLang="en-US" sz="1600" dirty="0">
                <a:solidFill>
                  <a:schemeClr val="bg1"/>
                </a:solidFill>
                <a:latin typeface="Consolas" panose="020B0609020204030204" pitchFamily="49" charset="0"/>
                <a:cs typeface="Consolas" panose="020B0609020204030204" pitchFamily="49" charset="0"/>
              </a:rPr>
              <a:t>())</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print(</a:t>
            </a:r>
            <a:r>
              <a:rPr lang="en-GB" altLang="en-US" sz="1600" dirty="0" err="1">
                <a:solidFill>
                  <a:schemeClr val="bg1"/>
                </a:solidFill>
                <a:latin typeface="Consolas" panose="020B0609020204030204" pitchFamily="49" charset="0"/>
                <a:cs typeface="Consolas" panose="020B0609020204030204" pitchFamily="49" charset="0"/>
              </a:rPr>
              <a:t>text.upper</a:t>
            </a:r>
            <a:r>
              <a:rPr lang="en-GB" altLang="en-US" sz="1600" dirty="0">
                <a:solidFill>
                  <a:schemeClr val="bg1"/>
                </a:solidFill>
                <a:latin typeface="Consolas" panose="020B0609020204030204" pitchFamily="49" charset="0"/>
                <a:cs typeface="Consolas" panose="020B0609020204030204" pitchFamily="49" charset="0"/>
              </a:rPr>
              <a:t>())</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print('&lt;'+</a:t>
            </a:r>
            <a:r>
              <a:rPr lang="en-GB" altLang="en-US" sz="1600" dirty="0" err="1">
                <a:solidFill>
                  <a:schemeClr val="bg1"/>
                </a:solidFill>
                <a:latin typeface="Consolas" panose="020B0609020204030204" pitchFamily="49" charset="0"/>
                <a:cs typeface="Consolas" panose="020B0609020204030204" pitchFamily="49" charset="0"/>
              </a:rPr>
              <a:t>text.center</a:t>
            </a:r>
            <a:r>
              <a:rPr lang="en-GB" altLang="en-US" sz="1600" dirty="0">
                <a:solidFill>
                  <a:schemeClr val="bg1"/>
                </a:solidFill>
                <a:latin typeface="Consolas" panose="020B0609020204030204" pitchFamily="49" charset="0"/>
                <a:cs typeface="Consolas" panose="020B0609020204030204" pitchFamily="49" charset="0"/>
              </a:rPr>
              <a:t>(12)+'&gt;')</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print('&lt;'+</a:t>
            </a:r>
            <a:r>
              <a:rPr lang="en-GB" altLang="en-US" sz="1600" dirty="0" err="1">
                <a:solidFill>
                  <a:schemeClr val="bg1"/>
                </a:solidFill>
                <a:latin typeface="Consolas" panose="020B0609020204030204" pitchFamily="49" charset="0"/>
                <a:cs typeface="Consolas" panose="020B0609020204030204" pitchFamily="49" charset="0"/>
              </a:rPr>
              <a:t>text.ljust</a:t>
            </a:r>
            <a:r>
              <a:rPr lang="en-GB" altLang="en-US" sz="1600" dirty="0">
                <a:solidFill>
                  <a:schemeClr val="bg1"/>
                </a:solidFill>
                <a:latin typeface="Consolas" panose="020B0609020204030204" pitchFamily="49" charset="0"/>
                <a:cs typeface="Consolas" panose="020B0609020204030204" pitchFamily="49" charset="0"/>
              </a:rPr>
              <a:t>(12)+'&gt;')</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print('&lt;'+</a:t>
            </a:r>
            <a:r>
              <a:rPr lang="en-GB" altLang="en-US" sz="1600" dirty="0" err="1">
                <a:solidFill>
                  <a:schemeClr val="bg1"/>
                </a:solidFill>
                <a:latin typeface="Consolas" panose="020B0609020204030204" pitchFamily="49" charset="0"/>
                <a:cs typeface="Consolas" panose="020B0609020204030204" pitchFamily="49" charset="0"/>
              </a:rPr>
              <a:t>text.rjust</a:t>
            </a:r>
            <a:r>
              <a:rPr lang="en-GB" altLang="en-US" sz="1600" dirty="0">
                <a:solidFill>
                  <a:schemeClr val="bg1"/>
                </a:solidFill>
                <a:latin typeface="Consolas" panose="020B0609020204030204" pitchFamily="49" charset="0"/>
                <a:cs typeface="Consolas" panose="020B0609020204030204" pitchFamily="49" charset="0"/>
              </a:rPr>
              <a:t>(12)+'&gt;')</a:t>
            </a:r>
          </a:p>
          <a:p>
            <a:pPr marL="0" indent="0">
              <a:buNone/>
            </a:pPr>
            <a:r>
              <a:rPr lang="en-GB" altLang="en-US" sz="1600" dirty="0">
                <a:solidFill>
                  <a:schemeClr val="bg1"/>
                </a:solidFill>
                <a:latin typeface="Consolas" panose="020B0609020204030204" pitchFamily="49" charset="0"/>
                <a:cs typeface="Consolas" panose="020B0609020204030204" pitchFamily="49" charset="0"/>
              </a:rPr>
              <a:t>print('&lt;'+</a:t>
            </a:r>
            <a:r>
              <a:rPr lang="en-GB" altLang="en-US" sz="1600" dirty="0" err="1">
                <a:solidFill>
                  <a:schemeClr val="bg1"/>
                </a:solidFill>
                <a:latin typeface="Consolas" panose="020B0609020204030204" pitchFamily="49" charset="0"/>
                <a:cs typeface="Consolas" panose="020B0609020204030204" pitchFamily="49" charset="0"/>
              </a:rPr>
              <a:t>text.zfill</a:t>
            </a:r>
            <a:r>
              <a:rPr lang="en-GB" altLang="en-US" sz="1600" dirty="0">
                <a:solidFill>
                  <a:schemeClr val="bg1"/>
                </a:solidFill>
                <a:latin typeface="Consolas" panose="020B0609020204030204" pitchFamily="49" charset="0"/>
                <a:cs typeface="Consolas" panose="020B0609020204030204" pitchFamily="49" charset="0"/>
              </a:rPr>
              <a:t>(12)+'&gt;')</a:t>
            </a:r>
          </a:p>
        </p:txBody>
      </p:sp>
      <p:sp>
        <p:nvSpPr>
          <p:cNvPr id="8" name="TextBox 7">
            <a:extLst>
              <a:ext uri="{FF2B5EF4-FFF2-40B4-BE49-F238E27FC236}">
                <a16:creationId xmlns:a16="http://schemas.microsoft.com/office/drawing/2014/main" id="{1E64F1A7-4390-D7FD-74A2-14B60F010B19}"/>
              </a:ext>
            </a:extLst>
          </p:cNvPr>
          <p:cNvSpPr txBox="1"/>
          <p:nvPr/>
        </p:nvSpPr>
        <p:spPr>
          <a:xfrm>
            <a:off x="5141235" y="4823796"/>
            <a:ext cx="1985280" cy="1754326"/>
          </a:xfrm>
          <a:prstGeom prst="rect">
            <a:avLst/>
          </a:prstGeom>
          <a:solidFill>
            <a:schemeClr val="bg1"/>
          </a:solidFill>
          <a:ln>
            <a:solidFill>
              <a:schemeClr val="tx1"/>
            </a:solidFill>
          </a:ln>
        </p:spPr>
        <p:txBody>
          <a:bodyPr wrap="square" rtlCol="0">
            <a:spAutoFit/>
          </a:bodyPr>
          <a:lstStyle/>
          <a:p>
            <a:r>
              <a:rPr lang="nn-NO">
                <a:latin typeface="Consolas" panose="020B0609020204030204" pitchFamily="49" charset="0"/>
              </a:rPr>
              <a:t>Hello</a:t>
            </a:r>
          </a:p>
          <a:p>
            <a:r>
              <a:rPr lang="nn-NO">
                <a:latin typeface="Consolas" panose="020B0609020204030204" pitchFamily="49" charset="0"/>
              </a:rPr>
              <a:t>HELLO</a:t>
            </a:r>
          </a:p>
          <a:p>
            <a:r>
              <a:rPr lang="nn-NO">
                <a:latin typeface="Consolas" panose="020B0609020204030204" pitchFamily="49" charset="0"/>
              </a:rPr>
              <a:t>&lt;   hello    &gt;</a:t>
            </a:r>
          </a:p>
          <a:p>
            <a:r>
              <a:rPr lang="nn-NO">
                <a:latin typeface="Consolas" panose="020B0609020204030204" pitchFamily="49" charset="0"/>
              </a:rPr>
              <a:t>&lt;hello       &gt;</a:t>
            </a:r>
          </a:p>
          <a:p>
            <a:r>
              <a:rPr lang="nn-NO">
                <a:latin typeface="Consolas" panose="020B0609020204030204" pitchFamily="49" charset="0"/>
              </a:rPr>
              <a:t>&lt;       hello&gt;</a:t>
            </a:r>
          </a:p>
          <a:p>
            <a:r>
              <a:rPr lang="nn-NO">
                <a:latin typeface="Consolas" panose="020B0609020204030204" pitchFamily="49" charset="0"/>
              </a:rPr>
              <a:t>&lt;0000000hello&gt;</a:t>
            </a:r>
          </a:p>
        </p:txBody>
      </p:sp>
    </p:spTree>
    <p:extLst>
      <p:ext uri="{BB962C8B-B14F-4D97-AF65-F5344CB8AC3E}">
        <p14:creationId xmlns:p14="http://schemas.microsoft.com/office/powerpoint/2010/main" val="2907205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D4BBC6-F40C-87A7-A893-4576C77241E0}"/>
              </a:ext>
            </a:extLst>
          </p:cNvPr>
          <p:cNvSpPr>
            <a:spLocks noGrp="1"/>
          </p:cNvSpPr>
          <p:nvPr>
            <p:ph type="ctrTitle"/>
          </p:nvPr>
        </p:nvSpPr>
        <p:spPr/>
        <p:txBody>
          <a:bodyPr/>
          <a:lstStyle/>
          <a:p>
            <a:r>
              <a:rPr lang="en-GB" dirty="0"/>
              <a:t>Literal string interpolation: f-strings</a:t>
            </a:r>
          </a:p>
        </p:txBody>
      </p:sp>
      <p:sp>
        <p:nvSpPr>
          <p:cNvPr id="7" name="Text Placeholder 6">
            <a:extLst>
              <a:ext uri="{FF2B5EF4-FFF2-40B4-BE49-F238E27FC236}">
                <a16:creationId xmlns:a16="http://schemas.microsoft.com/office/drawing/2014/main" id="{09D6237A-5777-8123-AB50-9886B1E0DE9C}"/>
              </a:ext>
            </a:extLst>
          </p:cNvPr>
          <p:cNvSpPr>
            <a:spLocks noGrp="1"/>
          </p:cNvSpPr>
          <p:nvPr>
            <p:ph type="body" sz="quarter" idx="14"/>
          </p:nvPr>
        </p:nvSpPr>
        <p:spPr/>
        <p:txBody>
          <a:bodyPr/>
          <a:lstStyle/>
          <a:p>
            <a:pPr>
              <a:spcBef>
                <a:spcPts val="600"/>
              </a:spcBef>
            </a:pPr>
            <a:r>
              <a:rPr lang="en-US" b="1" dirty="0"/>
              <a:t>Python expressions may be embedded inside a text string.</a:t>
            </a:r>
          </a:p>
          <a:p>
            <a:pPr marL="457200" lvl="1">
              <a:spcBef>
                <a:spcPts val="600"/>
              </a:spcBef>
            </a:pPr>
            <a:r>
              <a:rPr lang="en-US" dirty="0"/>
              <a:t>Available from Python 3.6</a:t>
            </a:r>
          </a:p>
          <a:p>
            <a:pPr>
              <a:spcBef>
                <a:spcPts val="600"/>
              </a:spcBef>
            </a:pPr>
            <a:r>
              <a:rPr lang="en-US" b="1" dirty="0"/>
              <a:t>Special string literals are used, known as f-strings.</a:t>
            </a:r>
          </a:p>
          <a:p>
            <a:pPr marL="457200" lvl="1">
              <a:spcBef>
                <a:spcPts val="600"/>
              </a:spcBef>
            </a:pPr>
            <a:r>
              <a:rPr lang="en-US" dirty="0"/>
              <a:t>Embed a python expression inside braces.</a:t>
            </a:r>
          </a:p>
          <a:p>
            <a:pPr lvl="1">
              <a:spcBef>
                <a:spcPts val="600"/>
              </a:spcBef>
            </a:pPr>
            <a:endParaRPr lang="en-US" dirty="0"/>
          </a:p>
          <a:p>
            <a:pPr marL="457200" lvl="1" indent="0">
              <a:spcBef>
                <a:spcPts val="600"/>
              </a:spcBef>
              <a:buNone/>
            </a:pPr>
            <a:endParaRPr lang="en-US" dirty="0"/>
          </a:p>
          <a:p>
            <a:pPr marL="457200" lvl="1" indent="0">
              <a:spcBef>
                <a:spcPts val="600"/>
              </a:spcBef>
              <a:buNone/>
            </a:pPr>
            <a:endParaRPr lang="en-US" dirty="0"/>
          </a:p>
          <a:p>
            <a:pPr>
              <a:spcBef>
                <a:spcPts val="600"/>
              </a:spcBef>
            </a:pPr>
            <a:r>
              <a:rPr lang="en-US" b="1" dirty="0"/>
              <a:t>String formats may be embedded</a:t>
            </a:r>
          </a:p>
          <a:p>
            <a:pPr marL="457200" lvl="1">
              <a:spcBef>
                <a:spcPts val="600"/>
              </a:spcBef>
            </a:pPr>
            <a:r>
              <a:rPr lang="en-US" dirty="0"/>
              <a:t>Syntax is </a:t>
            </a:r>
            <a:r>
              <a:rPr lang="en-US" dirty="0">
                <a:latin typeface="Courier New"/>
                <a:cs typeface="Courier New"/>
              </a:rPr>
              <a:t>{value:{width}.{precision}}</a:t>
            </a:r>
            <a:r>
              <a:rPr lang="en-US" dirty="0"/>
              <a:t>.</a:t>
            </a:r>
            <a:endParaRPr lang="en-US" dirty="0">
              <a:latin typeface="Courier New"/>
              <a:cs typeface="Courier New"/>
            </a:endParaRPr>
          </a:p>
          <a:p>
            <a:pPr marL="457200" lvl="1">
              <a:spcBef>
                <a:spcPts val="600"/>
              </a:spcBef>
            </a:pPr>
            <a:r>
              <a:rPr lang="en-US" dirty="0"/>
              <a:t>This is the planets example rewritten to use an f-string.</a:t>
            </a:r>
          </a:p>
          <a:p>
            <a:endParaRPr lang="en-GB" dirty="0"/>
          </a:p>
        </p:txBody>
      </p:sp>
      <p:sp>
        <p:nvSpPr>
          <p:cNvPr id="4" name="Slide Number Placeholder 3">
            <a:extLst>
              <a:ext uri="{FF2B5EF4-FFF2-40B4-BE49-F238E27FC236}">
                <a16:creationId xmlns:a16="http://schemas.microsoft.com/office/drawing/2014/main" id="{B5736368-8C9A-C1B1-18AD-AF7378B31D1A}"/>
              </a:ext>
            </a:extLst>
          </p:cNvPr>
          <p:cNvSpPr>
            <a:spLocks noGrp="1"/>
          </p:cNvSpPr>
          <p:nvPr>
            <p:ph type="sldNum" sz="quarter" idx="12"/>
          </p:nvPr>
        </p:nvSpPr>
        <p:spPr/>
        <p:txBody>
          <a:bodyPr/>
          <a:lstStyle/>
          <a:p>
            <a:fld id="{F3469444-D02B-D446-9CF8-19DEDDE073D1}" type="slidenum">
              <a:rPr lang="en-US" smtClean="0"/>
              <a:pPr/>
              <a:t>27</a:t>
            </a:fld>
            <a:endParaRPr lang="en-US"/>
          </a:p>
        </p:txBody>
      </p:sp>
      <p:sp>
        <p:nvSpPr>
          <p:cNvPr id="8" name="Rectangle 4">
            <a:extLst>
              <a:ext uri="{FF2B5EF4-FFF2-40B4-BE49-F238E27FC236}">
                <a16:creationId xmlns:a16="http://schemas.microsoft.com/office/drawing/2014/main" id="{9F1210FD-21CB-636D-4E68-7486A5B3AB73}"/>
              </a:ext>
            </a:extLst>
          </p:cNvPr>
          <p:cNvSpPr txBox="1">
            <a:spLocks noChangeArrowheads="1"/>
          </p:cNvSpPr>
          <p:nvPr/>
        </p:nvSpPr>
        <p:spPr bwMode="auto">
          <a:xfrm>
            <a:off x="1002055" y="3215245"/>
            <a:ext cx="4783602" cy="6637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b="1">
                <a:solidFill>
                  <a:schemeClr val="accent1"/>
                </a:solidFill>
                <a:latin typeface="Consolas" panose="020B0609020204030204" pitchFamily="49" charset="0"/>
                <a:cs typeface="Consolas" panose="020B0609020204030204" pitchFamily="49" charset="0"/>
              </a:rPr>
              <a:t>names</a:t>
            </a:r>
            <a:r>
              <a:rPr lang="en-GB" altLang="en-US" sz="1600">
                <a:solidFill>
                  <a:schemeClr val="bg1"/>
                </a:solidFill>
                <a:latin typeface="Consolas" panose="020B0609020204030204" pitchFamily="49" charset="0"/>
                <a:cs typeface="Consolas" panose="020B0609020204030204" pitchFamily="49" charset="0"/>
              </a:rPr>
              <a:t> = ['Tom', 'Harry', 'Jane', </a:t>
            </a:r>
            <a:r>
              <a:rPr lang="en-GB" altLang="en-US" sz="1600" b="1">
                <a:solidFill>
                  <a:schemeClr val="accent2"/>
                </a:solidFill>
                <a:latin typeface="Consolas" panose="020B0609020204030204" pitchFamily="49" charset="0"/>
                <a:cs typeface="Consolas" panose="020B0609020204030204" pitchFamily="49" charset="0"/>
              </a:rPr>
              <a:t>'Mary</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s = </a:t>
            </a:r>
            <a:r>
              <a:rPr lang="en-GB" altLang="en-US" sz="1600" err="1">
                <a:solidFill>
                  <a:schemeClr val="bg1"/>
                </a:solidFill>
                <a:latin typeface="Consolas" panose="020B0609020204030204" pitchFamily="49" charset="0"/>
                <a:cs typeface="Consolas" panose="020B0609020204030204" pitchFamily="49" charset="0"/>
              </a:rPr>
              <a:t>f"The</a:t>
            </a:r>
            <a:r>
              <a:rPr lang="en-GB" altLang="en-US" sz="1600">
                <a:solidFill>
                  <a:schemeClr val="bg1"/>
                </a:solidFill>
                <a:latin typeface="Consolas" panose="020B0609020204030204" pitchFamily="49" charset="0"/>
                <a:cs typeface="Consolas" panose="020B0609020204030204" pitchFamily="49" charset="0"/>
              </a:rPr>
              <a:t> third member is {</a:t>
            </a:r>
            <a:r>
              <a:rPr lang="en-GB" altLang="en-US" sz="1600" b="1">
                <a:solidFill>
                  <a:schemeClr val="accent1"/>
                </a:solidFill>
                <a:latin typeface="Consolas" panose="020B0609020204030204" pitchFamily="49" charset="0"/>
                <a:cs typeface="Consolas" panose="020B0609020204030204" pitchFamily="49" charset="0"/>
              </a:rPr>
              <a:t>names</a:t>
            </a:r>
            <a:r>
              <a:rPr lang="en-GB" altLang="en-US" sz="1600" b="1">
                <a:solidFill>
                  <a:schemeClr val="accent2"/>
                </a:solidFill>
                <a:latin typeface="Consolas" panose="020B0609020204030204" pitchFamily="49" charset="0"/>
                <a:cs typeface="Consolas" panose="020B0609020204030204" pitchFamily="49" charset="0"/>
              </a:rPr>
              <a:t>[3]</a:t>
            </a:r>
            <a:r>
              <a:rPr lang="en-GB" altLang="en-US" sz="1600">
                <a:solidFill>
                  <a:schemeClr val="bg1"/>
                </a:solidFill>
                <a:latin typeface="Consolas" panose="020B0609020204030204" pitchFamily="49" charset="0"/>
                <a:cs typeface="Consolas" panose="020B0609020204030204" pitchFamily="49" charset="0"/>
              </a:rPr>
              <a:t>}"</a:t>
            </a:r>
          </a:p>
        </p:txBody>
      </p:sp>
      <p:sp>
        <p:nvSpPr>
          <p:cNvPr id="9" name="Rectangle 4">
            <a:extLst>
              <a:ext uri="{FF2B5EF4-FFF2-40B4-BE49-F238E27FC236}">
                <a16:creationId xmlns:a16="http://schemas.microsoft.com/office/drawing/2014/main" id="{B41AA4DC-EB78-5FC1-9CE1-36AF4C6B88B4}"/>
              </a:ext>
            </a:extLst>
          </p:cNvPr>
          <p:cNvSpPr txBox="1">
            <a:spLocks noChangeArrowheads="1"/>
          </p:cNvSpPr>
          <p:nvPr/>
        </p:nvSpPr>
        <p:spPr bwMode="auto">
          <a:xfrm>
            <a:off x="1002055" y="5201445"/>
            <a:ext cx="6371333" cy="6637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for </a:t>
            </a:r>
            <a:r>
              <a:rPr lang="en-GB" altLang="en-US" sz="1600" err="1">
                <a:solidFill>
                  <a:schemeClr val="bg1"/>
                </a:solidFill>
                <a:latin typeface="Consolas" panose="020B0609020204030204" pitchFamily="49" charset="0"/>
                <a:cs typeface="Consolas" panose="020B0609020204030204" pitchFamily="49" charset="0"/>
              </a:rPr>
              <a:t>i</a:t>
            </a:r>
            <a:r>
              <a:rPr lang="en-GB" altLang="en-US" sz="1600">
                <a:solidFill>
                  <a:schemeClr val="bg1"/>
                </a:solidFill>
                <a:latin typeface="Consolas" panose="020B0609020204030204" pitchFamily="49" charset="0"/>
                <a:cs typeface="Consolas" panose="020B0609020204030204" pitchFamily="49" charset="0"/>
              </a:rPr>
              <a:t>, key in enumerate(</a:t>
            </a:r>
            <a:r>
              <a:rPr lang="en-GB" altLang="en-US" sz="1600" err="1">
                <a:solidFill>
                  <a:schemeClr val="bg1"/>
                </a:solidFill>
                <a:latin typeface="Consolas" panose="020B0609020204030204" pitchFamily="49" charset="0"/>
                <a:cs typeface="Consolas" panose="020B0609020204030204" pitchFamily="49" charset="0"/>
              </a:rPr>
              <a:t>planets.keys</a:t>
            </a:r>
            <a:r>
              <a:rPr lang="en-GB" altLang="en-US" sz="1600">
                <a:solidFill>
                  <a:schemeClr val="bg1"/>
                </a:solidFill>
                <a:latin typeface="Consolas" panose="020B0609020204030204" pitchFamily="49" charset="0"/>
                <a:cs typeface="Consolas" panose="020B0609020204030204" pitchFamily="49" charset="0"/>
              </a:rPr>
              <a:t>(), 1):</a:t>
            </a:r>
          </a:p>
          <a:p>
            <a:pPr marL="0" indent="0">
              <a:buNone/>
            </a:pPr>
            <a:r>
              <a:rPr lang="en-GB" altLang="en-US" sz="1600">
                <a:solidFill>
                  <a:schemeClr val="bg1"/>
                </a:solidFill>
                <a:latin typeface="Consolas" panose="020B0609020204030204" pitchFamily="49" charset="0"/>
                <a:cs typeface="Consolas" panose="020B0609020204030204" pitchFamily="49" charset="0"/>
              </a:rPr>
              <a:t>    print(f"{</a:t>
            </a:r>
            <a:r>
              <a:rPr lang="en-GB" altLang="en-US" sz="1600" b="1">
                <a:solidFill>
                  <a:schemeClr val="accent1"/>
                </a:solidFill>
                <a:latin typeface="Consolas" panose="020B0609020204030204" pitchFamily="49" charset="0"/>
                <a:cs typeface="Consolas" panose="020B0609020204030204" pitchFamily="49" charset="0"/>
              </a:rPr>
              <a:t>i</a:t>
            </a:r>
            <a:r>
              <a:rPr lang="en-GB" altLang="en-US" sz="1600">
                <a:solidFill>
                  <a:schemeClr val="bg1"/>
                </a:solidFill>
                <a:latin typeface="Consolas" panose="020B0609020204030204" pitchFamily="49" charset="0"/>
                <a:cs typeface="Consolas" panose="020B0609020204030204" pitchFamily="49" charset="0"/>
              </a:rPr>
              <a:t>:2d} {</a:t>
            </a:r>
            <a:r>
              <a:rPr lang="en-GB" altLang="en-US" sz="1600" b="1">
                <a:solidFill>
                  <a:schemeClr val="accent2"/>
                </a:solidFill>
                <a:latin typeface="Consolas" panose="020B0609020204030204" pitchFamily="49" charset="0"/>
                <a:cs typeface="Consolas" panose="020B0609020204030204" pitchFamily="49" charset="0"/>
              </a:rPr>
              <a:t>key</a:t>
            </a:r>
            <a:r>
              <a:rPr lang="en-GB" altLang="en-US" sz="1600">
                <a:solidFill>
                  <a:schemeClr val="bg1"/>
                </a:solidFill>
                <a:latin typeface="Consolas" panose="020B0609020204030204" pitchFamily="49" charset="0"/>
                <a:cs typeface="Consolas" panose="020B0609020204030204" pitchFamily="49" charset="0"/>
              </a:rPr>
              <a:t>:&lt;10s} {</a:t>
            </a:r>
            <a:r>
              <a:rPr lang="en-GB" altLang="en-US" sz="1600" b="1">
                <a:solidFill>
                  <a:schemeClr val="accent3"/>
                </a:solidFill>
                <a:latin typeface="Consolas" panose="020B0609020204030204" pitchFamily="49" charset="0"/>
                <a:cs typeface="Consolas" panose="020B0609020204030204" pitchFamily="49" charset="0"/>
              </a:rPr>
              <a:t>planets[key]</a:t>
            </a:r>
            <a:r>
              <a:rPr lang="en-GB" altLang="en-US" sz="1600">
                <a:solidFill>
                  <a:schemeClr val="bg1"/>
                </a:solidFill>
                <a:latin typeface="Consolas" panose="020B0609020204030204" pitchFamily="49" charset="0"/>
                <a:cs typeface="Consolas" panose="020B0609020204030204" pitchFamily="49" charset="0"/>
              </a:rPr>
              <a:t>:06.2f} Gm")</a:t>
            </a:r>
          </a:p>
        </p:txBody>
      </p:sp>
    </p:spTree>
    <p:extLst>
      <p:ext uri="{BB962C8B-B14F-4D97-AF65-F5344CB8AC3E}">
        <p14:creationId xmlns:p14="http://schemas.microsoft.com/office/powerpoint/2010/main" val="28045782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36D3-39D0-7E94-F402-664110EEC5AD}"/>
              </a:ext>
            </a:extLst>
          </p:cNvPr>
          <p:cNvSpPr>
            <a:spLocks noGrp="1"/>
          </p:cNvSpPr>
          <p:nvPr>
            <p:ph type="ctrTitle"/>
          </p:nvPr>
        </p:nvSpPr>
        <p:spPr/>
        <p:txBody>
          <a:bodyPr/>
          <a:lstStyle/>
          <a:p>
            <a:r>
              <a:rPr lang="en-GB" dirty="0"/>
              <a:t>Literal string interpolation: With expressions</a:t>
            </a:r>
          </a:p>
        </p:txBody>
      </p:sp>
      <p:sp>
        <p:nvSpPr>
          <p:cNvPr id="3" name="Text Placeholder 2">
            <a:extLst>
              <a:ext uri="{FF2B5EF4-FFF2-40B4-BE49-F238E27FC236}">
                <a16:creationId xmlns:a16="http://schemas.microsoft.com/office/drawing/2014/main" id="{BDE3E468-767F-DB6C-C55C-2424D8217CEB}"/>
              </a:ext>
            </a:extLst>
          </p:cNvPr>
          <p:cNvSpPr>
            <a:spLocks noGrp="1"/>
          </p:cNvSpPr>
          <p:nvPr>
            <p:ph type="body" sz="quarter" idx="14"/>
          </p:nvPr>
        </p:nvSpPr>
        <p:spPr>
          <a:xfrm>
            <a:off x="443921" y="1733108"/>
            <a:ext cx="8214304" cy="4061405"/>
          </a:xfrm>
        </p:spPr>
        <p:txBody>
          <a:bodyPr/>
          <a:lstStyle/>
          <a:p>
            <a:r>
              <a:rPr lang="en-GB" dirty="0"/>
              <a:t>Any valid Python expression can be used in f-string braces:</a:t>
            </a:r>
          </a:p>
          <a:p>
            <a:endParaRPr lang="en-GB" dirty="0"/>
          </a:p>
          <a:p>
            <a:endParaRPr lang="en-GB" dirty="0"/>
          </a:p>
          <a:p>
            <a:endParaRPr lang="en-GB" dirty="0"/>
          </a:p>
          <a:p>
            <a:endParaRPr lang="en-GB" dirty="0"/>
          </a:p>
          <a:p>
            <a:endParaRPr lang="en-GB" dirty="0"/>
          </a:p>
          <a:p>
            <a:r>
              <a:rPr lang="en-GB" b="1" dirty="0"/>
              <a:t>Can also be combined with raw strings:</a:t>
            </a:r>
          </a:p>
          <a:p>
            <a:endParaRPr lang="en-GB" dirty="0"/>
          </a:p>
          <a:p>
            <a:endParaRPr lang="en-GB" dirty="0"/>
          </a:p>
          <a:p>
            <a:endParaRPr lang="en-GB" dirty="0"/>
          </a:p>
          <a:p>
            <a:r>
              <a:rPr lang="en-GB" b="1" dirty="0"/>
              <a:t>Use f-strings with Unicode text — they are not supported in byte objects.</a:t>
            </a:r>
            <a:endParaRPr lang="en-GB" dirty="0"/>
          </a:p>
          <a:p>
            <a:endParaRPr lang="en-GB" dirty="0"/>
          </a:p>
          <a:p>
            <a:endParaRPr lang="en-GB" dirty="0"/>
          </a:p>
        </p:txBody>
      </p:sp>
      <p:sp>
        <p:nvSpPr>
          <p:cNvPr id="4" name="Slide Number Placeholder 3">
            <a:extLst>
              <a:ext uri="{FF2B5EF4-FFF2-40B4-BE49-F238E27FC236}">
                <a16:creationId xmlns:a16="http://schemas.microsoft.com/office/drawing/2014/main" id="{D8325576-16CA-1473-EF7D-A5BDE597E570}"/>
              </a:ext>
            </a:extLst>
          </p:cNvPr>
          <p:cNvSpPr>
            <a:spLocks noGrp="1"/>
          </p:cNvSpPr>
          <p:nvPr>
            <p:ph type="sldNum" sz="quarter" idx="12"/>
          </p:nvPr>
        </p:nvSpPr>
        <p:spPr/>
        <p:txBody>
          <a:bodyPr/>
          <a:lstStyle/>
          <a:p>
            <a:fld id="{F3469444-D02B-D446-9CF8-19DEDDE073D1}" type="slidenum">
              <a:rPr lang="en-US" smtClean="0"/>
              <a:pPr/>
              <a:t>28</a:t>
            </a:fld>
            <a:endParaRPr lang="en-US"/>
          </a:p>
        </p:txBody>
      </p:sp>
      <p:sp>
        <p:nvSpPr>
          <p:cNvPr id="5" name="Rectangle 4">
            <a:extLst>
              <a:ext uri="{FF2B5EF4-FFF2-40B4-BE49-F238E27FC236}">
                <a16:creationId xmlns:a16="http://schemas.microsoft.com/office/drawing/2014/main" id="{A622BC0E-7C3F-5D52-369D-7E32556FCDA9}"/>
              </a:ext>
            </a:extLst>
          </p:cNvPr>
          <p:cNvSpPr txBox="1">
            <a:spLocks noChangeArrowheads="1"/>
          </p:cNvSpPr>
          <p:nvPr/>
        </p:nvSpPr>
        <p:spPr bwMode="auto">
          <a:xfrm>
            <a:off x="744500" y="2141842"/>
            <a:ext cx="6846544" cy="171329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names = ["Tom", "Harry", "Jane", "Mary"]</a:t>
            </a:r>
          </a:p>
          <a:p>
            <a:pPr marL="0" indent="0">
              <a:buNone/>
            </a:pPr>
            <a:r>
              <a:rPr lang="en-GB" altLang="en-US" sz="1600">
                <a:solidFill>
                  <a:schemeClr val="bg1"/>
                </a:solidFill>
                <a:latin typeface="Consolas" panose="020B0609020204030204" pitchFamily="49" charset="0"/>
                <a:cs typeface="Consolas" panose="020B0609020204030204" pitchFamily="49" charset="0"/>
              </a:rPr>
              <a:t>suffix = ["</a:t>
            </a:r>
            <a:r>
              <a:rPr lang="en-GB" altLang="en-US" sz="1600" err="1">
                <a:solidFill>
                  <a:schemeClr val="bg1"/>
                </a:solidFill>
                <a:latin typeface="Consolas" panose="020B0609020204030204" pitchFamily="49" charset="0"/>
                <a:cs typeface="Consolas" panose="020B0609020204030204" pitchFamily="49" charset="0"/>
              </a:rPr>
              <a:t>st</a:t>
            </a:r>
            <a:r>
              <a:rPr lang="en-GB" altLang="en-US" sz="1600">
                <a:solidFill>
                  <a:schemeClr val="bg1"/>
                </a:solidFill>
                <a:latin typeface="Consolas" panose="020B0609020204030204" pitchFamily="49" charset="0"/>
                <a:cs typeface="Consolas" panose="020B0609020204030204" pitchFamily="49" charset="0"/>
              </a:rPr>
              <a:t>", "</a:t>
            </a:r>
            <a:r>
              <a:rPr lang="en-GB" altLang="en-US" sz="1600" err="1">
                <a:solidFill>
                  <a:schemeClr val="bg1"/>
                </a:solidFill>
                <a:latin typeface="Consolas" panose="020B0609020204030204" pitchFamily="49" charset="0"/>
                <a:cs typeface="Consolas" panose="020B0609020204030204" pitchFamily="49" charset="0"/>
              </a:rPr>
              <a:t>nd</a:t>
            </a:r>
            <a:r>
              <a:rPr lang="en-GB" altLang="en-US" sz="1600">
                <a:solidFill>
                  <a:schemeClr val="bg1"/>
                </a:solidFill>
                <a:latin typeface="Consolas" panose="020B0609020204030204" pitchFamily="49" charset="0"/>
                <a:cs typeface="Consolas" panose="020B0609020204030204" pitchFamily="49" charset="0"/>
              </a:rPr>
              <a:t>", "</a:t>
            </a:r>
            <a:r>
              <a:rPr lang="en-GB" altLang="en-US" sz="1600" err="1">
                <a:solidFill>
                  <a:schemeClr val="bg1"/>
                </a:solidFill>
                <a:latin typeface="Consolas" panose="020B0609020204030204" pitchFamily="49" charset="0"/>
                <a:cs typeface="Consolas" panose="020B0609020204030204" pitchFamily="49" charset="0"/>
              </a:rPr>
              <a:t>rd</a:t>
            </a:r>
            <a:r>
              <a:rPr lang="en-GB" altLang="en-US" sz="1600">
                <a:solidFill>
                  <a:schemeClr val="bg1"/>
                </a:solidFill>
                <a:latin typeface="Consolas" panose="020B0609020204030204" pitchFamily="49" charset="0"/>
                <a:cs typeface="Consolas" panose="020B0609020204030204" pitchFamily="49" charset="0"/>
              </a:rPr>
              <a:t>", "</a:t>
            </a:r>
            <a:r>
              <a:rPr lang="en-GB" altLang="en-US" sz="1600" err="1">
                <a:solidFill>
                  <a:schemeClr val="bg1"/>
                </a:solidFill>
                <a:latin typeface="Consolas" panose="020B0609020204030204" pitchFamily="49" charset="0"/>
                <a:cs typeface="Consolas" panose="020B0609020204030204" pitchFamily="49" charset="0"/>
              </a:rPr>
              <a:t>th</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n = 1</a:t>
            </a:r>
          </a:p>
          <a:p>
            <a:pPr marL="0" indent="0">
              <a:buNone/>
            </a:pPr>
            <a:r>
              <a:rPr lang="en-GB" altLang="en-US" sz="1600">
                <a:solidFill>
                  <a:schemeClr val="bg1"/>
                </a:solidFill>
                <a:latin typeface="Consolas" panose="020B0609020204030204" pitchFamily="49" charset="0"/>
                <a:cs typeface="Consolas" panose="020B0609020204030204" pitchFamily="49" charset="0"/>
              </a:rPr>
              <a:t>s = </a:t>
            </a:r>
            <a:r>
              <a:rPr lang="en-GB" altLang="en-US" sz="1600" b="1">
                <a:solidFill>
                  <a:srgbClr val="FFFF00"/>
                </a:solidFill>
                <a:latin typeface="Consolas" panose="020B0609020204030204" pitchFamily="49" charset="0"/>
                <a:cs typeface="Consolas" panose="020B0609020204030204" pitchFamily="49" charset="0"/>
              </a:rPr>
              <a:t>f</a:t>
            </a:r>
            <a:r>
              <a:rPr lang="en-GB" altLang="en-US" sz="1600">
                <a:solidFill>
                  <a:schemeClr val="bg1"/>
                </a:solidFill>
                <a:latin typeface="Consolas" panose="020B0609020204030204" pitchFamily="49" charset="0"/>
                <a:cs typeface="Consolas" panose="020B0609020204030204" pitchFamily="49" charset="0"/>
              </a:rPr>
              <a:t>"</a:t>
            </a:r>
            <a:r>
              <a:rPr lang="en-GB" altLang="en-US" sz="1600" b="1">
                <a:solidFill>
                  <a:srgbClr val="FFFF00"/>
                </a:solidFill>
                <a:latin typeface="Consolas" panose="020B0609020204030204" pitchFamily="49" charset="0"/>
                <a:cs typeface="Consolas" panose="020B0609020204030204" pitchFamily="49" charset="0"/>
              </a:rPr>
              <a:t>{</a:t>
            </a:r>
            <a:r>
              <a:rPr lang="en-GB" altLang="en-US" sz="1600" b="1">
                <a:solidFill>
                  <a:schemeClr val="accent1"/>
                </a:solidFill>
                <a:latin typeface="Consolas" panose="020B0609020204030204" pitchFamily="49" charset="0"/>
                <a:cs typeface="Consolas" panose="020B0609020204030204" pitchFamily="49" charset="0"/>
              </a:rPr>
              <a:t>str(n+1) + suffix[n]</a:t>
            </a:r>
            <a:r>
              <a:rPr lang="en-GB" altLang="en-US" sz="1600" b="1">
                <a:solidFill>
                  <a:srgbClr val="FFFF00"/>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 of </a:t>
            </a:r>
            <a:r>
              <a:rPr lang="en-GB" altLang="en-US" sz="1600" b="1">
                <a:solidFill>
                  <a:srgbClr val="FFFF00"/>
                </a:solidFill>
                <a:latin typeface="Consolas" panose="020B0609020204030204" pitchFamily="49" charset="0"/>
                <a:cs typeface="Consolas" panose="020B0609020204030204" pitchFamily="49" charset="0"/>
              </a:rPr>
              <a:t>{</a:t>
            </a:r>
            <a:r>
              <a:rPr lang="en-GB" altLang="en-US" sz="1600" b="1" err="1">
                <a:solidFill>
                  <a:schemeClr val="accent2"/>
                </a:solidFill>
                <a:latin typeface="Consolas" panose="020B0609020204030204" pitchFamily="49" charset="0"/>
                <a:cs typeface="Consolas" panose="020B0609020204030204" pitchFamily="49" charset="0"/>
              </a:rPr>
              <a:t>len</a:t>
            </a:r>
            <a:r>
              <a:rPr lang="en-GB" altLang="en-US" sz="1600" b="1">
                <a:solidFill>
                  <a:schemeClr val="accent2"/>
                </a:solidFill>
                <a:latin typeface="Consolas" panose="020B0609020204030204" pitchFamily="49" charset="0"/>
                <a:cs typeface="Consolas" panose="020B0609020204030204" pitchFamily="49" charset="0"/>
              </a:rPr>
              <a:t>(names)} is {names[n]</a:t>
            </a:r>
            <a:r>
              <a:rPr lang="en-GB" altLang="en-US" sz="1600" b="1">
                <a:solidFill>
                  <a:srgbClr val="FFFF00"/>
                </a:solidFill>
                <a:latin typeface="Consolas" panose="020B0609020204030204" pitchFamily="49" charset="0"/>
                <a:cs typeface="Consolas" panose="020B0609020204030204" pitchFamily="49" charset="0"/>
              </a:rPr>
              <a:t>}</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print(s)</a:t>
            </a:r>
          </a:p>
        </p:txBody>
      </p:sp>
      <p:sp>
        <p:nvSpPr>
          <p:cNvPr id="6" name="Rectangle 4">
            <a:extLst>
              <a:ext uri="{FF2B5EF4-FFF2-40B4-BE49-F238E27FC236}">
                <a16:creationId xmlns:a16="http://schemas.microsoft.com/office/drawing/2014/main" id="{A6880DE0-27FE-CCD3-74E1-1A5023CF38E8}"/>
              </a:ext>
            </a:extLst>
          </p:cNvPr>
          <p:cNvSpPr txBox="1">
            <a:spLocks noChangeArrowheads="1"/>
          </p:cNvSpPr>
          <p:nvPr/>
        </p:nvSpPr>
        <p:spPr bwMode="auto">
          <a:xfrm>
            <a:off x="750596" y="4502677"/>
            <a:ext cx="3402304" cy="101361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drive = "C:"</a:t>
            </a:r>
          </a:p>
          <a:p>
            <a:pPr marL="0" indent="0">
              <a:buNone/>
            </a:pPr>
            <a:r>
              <a:rPr lang="en-GB" altLang="en-US" sz="1600" err="1">
                <a:solidFill>
                  <a:schemeClr val="bg1"/>
                </a:solidFill>
                <a:latin typeface="Consolas" panose="020B0609020204030204" pitchFamily="49" charset="0"/>
                <a:cs typeface="Consolas" panose="020B0609020204030204" pitchFamily="49" charset="0"/>
              </a:rPr>
              <a:t>dir</a:t>
            </a:r>
            <a:r>
              <a:rPr lang="en-GB" altLang="en-US" sz="1600">
                <a:solidFill>
                  <a:schemeClr val="bg1"/>
                </a:solidFill>
                <a:latin typeface="Consolas" panose="020B0609020204030204" pitchFamily="49" charset="0"/>
                <a:cs typeface="Consolas" panose="020B0609020204030204" pitchFamily="49" charset="0"/>
              </a:rPr>
              <a:t> = "Windows"</a:t>
            </a:r>
          </a:p>
          <a:p>
            <a:pPr marL="0" indent="0">
              <a:buNone/>
            </a:pPr>
            <a:r>
              <a:rPr lang="en-GB" altLang="en-US" sz="1600">
                <a:solidFill>
                  <a:schemeClr val="bg1"/>
                </a:solidFill>
                <a:latin typeface="Consolas" panose="020B0609020204030204" pitchFamily="49" charset="0"/>
                <a:cs typeface="Consolas" panose="020B0609020204030204" pitchFamily="49" charset="0"/>
              </a:rPr>
              <a:t>path = </a:t>
            </a:r>
            <a:r>
              <a:rPr lang="en-GB" altLang="en-US" sz="1600" b="1" err="1">
                <a:solidFill>
                  <a:srgbClr val="FFFF00"/>
                </a:solidFill>
                <a:latin typeface="Consolas" panose="020B0609020204030204" pitchFamily="49" charset="0"/>
                <a:cs typeface="Consolas" panose="020B0609020204030204" pitchFamily="49" charset="0"/>
              </a:rPr>
              <a:t>fr</a:t>
            </a:r>
            <a:r>
              <a:rPr lang="en-GB" altLang="en-US" sz="1600">
                <a:solidFill>
                  <a:schemeClr val="bg1"/>
                </a:solidFill>
                <a:latin typeface="Consolas" panose="020B0609020204030204" pitchFamily="49" charset="0"/>
                <a:cs typeface="Consolas" panose="020B0609020204030204" pitchFamily="49" charset="0"/>
              </a:rPr>
              <a:t>"{drive}\{</a:t>
            </a:r>
            <a:r>
              <a:rPr lang="en-GB" altLang="en-US" sz="1600" err="1">
                <a:solidFill>
                  <a:schemeClr val="bg1"/>
                </a:solidFill>
                <a:latin typeface="Consolas" panose="020B0609020204030204" pitchFamily="49" charset="0"/>
                <a:cs typeface="Consolas" panose="020B0609020204030204" pitchFamily="49" charset="0"/>
              </a:rPr>
              <a:t>dir</a:t>
            </a:r>
            <a:r>
              <a:rPr lang="en-GB" altLang="en-US" sz="1600">
                <a:solidFill>
                  <a:schemeClr val="bg1"/>
                </a:solidFill>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9A7947D5-E1FE-E297-DCC3-93F3ED0AA5D0}"/>
              </a:ext>
            </a:extLst>
          </p:cNvPr>
          <p:cNvSpPr txBox="1"/>
          <p:nvPr/>
        </p:nvSpPr>
        <p:spPr>
          <a:xfrm>
            <a:off x="5232675" y="3851521"/>
            <a:ext cx="2356845" cy="369332"/>
          </a:xfrm>
          <a:prstGeom prst="rect">
            <a:avLst/>
          </a:prstGeom>
          <a:solidFill>
            <a:schemeClr val="bg1"/>
          </a:solidFill>
          <a:ln>
            <a:solidFill>
              <a:schemeClr val="tx1"/>
            </a:solidFill>
          </a:ln>
        </p:spPr>
        <p:txBody>
          <a:bodyPr wrap="square" rtlCol="0">
            <a:spAutoFit/>
          </a:bodyPr>
          <a:lstStyle/>
          <a:p>
            <a:r>
              <a:rPr lang="nn-NO">
                <a:latin typeface="Consolas" panose="020B0609020204030204" pitchFamily="49" charset="0"/>
              </a:rPr>
              <a:t>2nd of 4 is Harry</a:t>
            </a:r>
          </a:p>
        </p:txBody>
      </p:sp>
    </p:spTree>
    <p:extLst>
      <p:ext uri="{BB962C8B-B14F-4D97-AF65-F5344CB8AC3E}">
        <p14:creationId xmlns:p14="http://schemas.microsoft.com/office/powerpoint/2010/main" val="1879324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543FCE1-3862-7E82-6507-59C024C39512}"/>
              </a:ext>
            </a:extLst>
          </p:cNvPr>
          <p:cNvSpPr>
            <a:spLocks noGrp="1"/>
          </p:cNvSpPr>
          <p:nvPr>
            <p:ph type="ctrTitle"/>
          </p:nvPr>
        </p:nvSpPr>
        <p:spPr/>
        <p:txBody>
          <a:bodyPr/>
          <a:lstStyle/>
          <a:p>
            <a:r>
              <a:rPr lang="en-GB"/>
              <a:t>Slicing a string</a:t>
            </a:r>
          </a:p>
        </p:txBody>
      </p:sp>
      <p:sp>
        <p:nvSpPr>
          <p:cNvPr id="8" name="Text Placeholder 7">
            <a:extLst>
              <a:ext uri="{FF2B5EF4-FFF2-40B4-BE49-F238E27FC236}">
                <a16:creationId xmlns:a16="http://schemas.microsoft.com/office/drawing/2014/main" id="{30145882-01BD-AA5D-C8AE-F7393F5CD6D3}"/>
              </a:ext>
            </a:extLst>
          </p:cNvPr>
          <p:cNvSpPr>
            <a:spLocks noGrp="1"/>
          </p:cNvSpPr>
          <p:nvPr>
            <p:ph type="body" sz="quarter" idx="13"/>
          </p:nvPr>
        </p:nvSpPr>
        <p:spPr/>
        <p:txBody>
          <a:bodyPr/>
          <a:lstStyle/>
          <a:p>
            <a:r>
              <a:rPr lang="en-GB" b="1" dirty="0"/>
              <a:t>A Python string is an immutable sequence type.</a:t>
            </a:r>
          </a:p>
          <a:p>
            <a:pPr marL="285750" indent="-285750">
              <a:buFont typeface="Arial" panose="020B0604020202020204" pitchFamily="34" charset="0"/>
              <a:buChar char="•"/>
            </a:pPr>
            <a:r>
              <a:rPr lang="en-GB" dirty="0"/>
              <a:t>Slicing is the same for all sequence types.</a:t>
            </a:r>
          </a:p>
          <a:p>
            <a:r>
              <a:rPr lang="en-GB" b="1" dirty="0"/>
              <a:t>Slice by start and end+1 position.</a:t>
            </a:r>
          </a:p>
          <a:p>
            <a:pPr marL="285750" indent="-285750">
              <a:buFont typeface="Arial" panose="020B0604020202020204" pitchFamily="34" charset="0"/>
              <a:buChar char="•"/>
            </a:pPr>
            <a:r>
              <a:rPr lang="en-GB" dirty="0"/>
              <a:t>Counting from zero on </a:t>
            </a:r>
            <a:r>
              <a:rPr lang="en-GB" dirty="0" err="1"/>
              <a:t>lhs</a:t>
            </a:r>
            <a:r>
              <a:rPr lang="en-GB" dirty="0"/>
              <a:t>, from -1 on </a:t>
            </a:r>
            <a:r>
              <a:rPr lang="en-GB" dirty="0" err="1"/>
              <a:t>rhs</a:t>
            </a:r>
            <a:r>
              <a:rPr lang="en-GB" dirty="0"/>
              <a:t>.</a:t>
            </a:r>
          </a:p>
          <a:p>
            <a:endParaRPr lang="en-GB" dirty="0"/>
          </a:p>
          <a:p>
            <a:endParaRPr lang="en-GB" dirty="0"/>
          </a:p>
          <a:p>
            <a:endParaRPr lang="en-GB" dirty="0"/>
          </a:p>
          <a:p>
            <a:endParaRPr lang="en-GB" dirty="0"/>
          </a:p>
          <a:p>
            <a:pPr marL="285750" indent="-285750">
              <a:buFont typeface="Arial" panose="020B0604020202020204" pitchFamily="34" charset="0"/>
              <a:buChar char="•"/>
            </a:pPr>
            <a:r>
              <a:rPr lang="en-GB" dirty="0"/>
              <a:t>Start and end positions may be defaulted.</a:t>
            </a:r>
          </a:p>
          <a:p>
            <a:endParaRPr lang="en-GB" dirty="0"/>
          </a:p>
        </p:txBody>
      </p:sp>
      <p:pic>
        <p:nvPicPr>
          <p:cNvPr id="10" name="Content Placeholder 9" descr="A blue and yellow parrot with its beak open&#10;&#10;AI-generated content may be incorrect.">
            <a:extLst>
              <a:ext uri="{FF2B5EF4-FFF2-40B4-BE49-F238E27FC236}">
                <a16:creationId xmlns:a16="http://schemas.microsoft.com/office/drawing/2014/main" id="{3F2308B5-92A2-5629-87E6-522E3A3BA7FD}"/>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9600828" y="4666944"/>
            <a:ext cx="2667372" cy="2191056"/>
          </a:xfrm>
        </p:spPr>
      </p:pic>
      <p:sp>
        <p:nvSpPr>
          <p:cNvPr id="11" name="Text Box 9">
            <a:extLst>
              <a:ext uri="{FF2B5EF4-FFF2-40B4-BE49-F238E27FC236}">
                <a16:creationId xmlns:a16="http://schemas.microsoft.com/office/drawing/2014/main" id="{C9A8D9FE-40FB-0468-FAB5-909743256BB7}"/>
              </a:ext>
            </a:extLst>
          </p:cNvPr>
          <p:cNvSpPr txBox="1">
            <a:spLocks noChangeArrowheads="1"/>
          </p:cNvSpPr>
          <p:nvPr/>
        </p:nvSpPr>
        <p:spPr bwMode="auto">
          <a:xfrm>
            <a:off x="8684948" y="6304835"/>
            <a:ext cx="2052165" cy="369332"/>
          </a:xfrm>
          <a:prstGeom prst="rect">
            <a:avLst/>
          </a:prstGeom>
          <a:noFill/>
          <a:ln>
            <a:noFill/>
          </a:ln>
          <a:extLst>
            <a:ext uri="{909E8E84-426E-40dd-AFC4-6F175D3DCCD1}">
              <a14:hiddenFill xmlns="" xmlns:lc="http://schemas.openxmlformats.org/drawingml/2006/lockedCanvas" xmlns:a14="http://schemas.microsoft.com/office/drawing/2010/main">
                <a:solidFill>
                  <a:srgbClr val="FFFFFF"/>
                </a:solidFill>
              </a14:hiddenFill>
            </a:ext>
            <a:ext uri="{91240B29-F687-4f45-9708-019B960494DF}">
              <a14:hiddenLine xmlns="" xmlns:lc="http://schemas.openxmlformats.org/drawingml/2006/lockedCanvas" xmlns:a14="http://schemas.microsoft.com/office/drawing/2010/main" w="9525">
                <a:solidFill>
                  <a:srgbClr val="000000"/>
                </a:solidFill>
                <a:miter lim="800000"/>
                <a:headEnd/>
                <a:tailEnd/>
              </a14:hiddenLine>
            </a:ext>
          </a:extLst>
        </p:spPr>
        <p:txBody>
          <a:bodyPr wrap="none" lIns="91440" tIns="45720" rIns="91440" bIns="45720" anchor="t">
            <a:spAutoFit/>
          </a:bodyPr>
          <a:lstStyle>
            <a:defPPr>
              <a:defRPr lang="en-US"/>
            </a:defPPr>
            <a:lvl1pPr marL="0" algn="l" defTabSz="914400" rtl="0" eaLnBrk="1" latinLnBrk="0" hangingPunct="1">
              <a:defRPr sz="1000" kern="1200">
                <a:solidFill>
                  <a:schemeClr val="tx1"/>
                </a:solidFill>
                <a:latin typeface="Arial" charset="0"/>
                <a:ea typeface="+mn-ea"/>
                <a:cs typeface="+mn-cs"/>
              </a:defRPr>
            </a:lvl1pPr>
            <a:lvl2pPr marL="742950" indent="-285750" algn="l" defTabSz="914400" rtl="0" eaLnBrk="1" latinLnBrk="0" hangingPunct="1">
              <a:defRPr sz="1000" kern="1200">
                <a:solidFill>
                  <a:schemeClr val="tx1"/>
                </a:solidFill>
                <a:latin typeface="Arial" charset="0"/>
                <a:ea typeface="+mn-ea"/>
                <a:cs typeface="+mn-cs"/>
              </a:defRPr>
            </a:lvl2pPr>
            <a:lvl3pPr marL="1143000" indent="-228600" algn="l" defTabSz="914400" rtl="0" eaLnBrk="1" latinLnBrk="0" hangingPunct="1">
              <a:defRPr sz="1000" kern="1200">
                <a:solidFill>
                  <a:schemeClr val="tx1"/>
                </a:solidFill>
                <a:latin typeface="Arial" charset="0"/>
                <a:ea typeface="+mn-ea"/>
                <a:cs typeface="+mn-cs"/>
              </a:defRPr>
            </a:lvl3pPr>
            <a:lvl4pPr marL="1600200" indent="-228600" algn="l" defTabSz="914400" rtl="0" eaLnBrk="1" latinLnBrk="0" hangingPunct="1">
              <a:defRPr sz="1000" kern="1200">
                <a:solidFill>
                  <a:schemeClr val="tx1"/>
                </a:solidFill>
                <a:latin typeface="Arial" charset="0"/>
                <a:ea typeface="+mn-ea"/>
                <a:cs typeface="+mn-cs"/>
              </a:defRPr>
            </a:lvl4pPr>
            <a:lvl5pPr marL="2057400" indent="-228600" algn="l" defTabSz="914400" rtl="0" eaLnBrk="1" latinLnBrk="0" hangingPunct="1">
              <a:defRPr sz="1000" kern="1200">
                <a:solidFill>
                  <a:schemeClr val="tx1"/>
                </a:solidFill>
                <a:latin typeface="Arial" charset="0"/>
                <a:ea typeface="+mn-ea"/>
                <a:cs typeface="+mn-cs"/>
              </a:defRPr>
            </a:lvl5pPr>
            <a:lvl6pPr marL="25146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6pPr>
            <a:lvl7pPr marL="29718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7pPr>
            <a:lvl8pPr marL="34290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8pPr>
            <a:lvl9pPr marL="3886200" indent="-228600" algn="l" defTabSz="914400" rtl="0" eaLnBrk="0" fontAlgn="base" latinLnBrk="0" hangingPunct="0">
              <a:spcBef>
                <a:spcPct val="50000"/>
              </a:spcBef>
              <a:spcAft>
                <a:spcPct val="0"/>
              </a:spcAft>
              <a:defRPr sz="1000" kern="1200">
                <a:solidFill>
                  <a:schemeClr val="tx1"/>
                </a:solidFill>
                <a:latin typeface="Arial" charset="0"/>
                <a:ea typeface="+mn-ea"/>
                <a:cs typeface="+mn-cs"/>
              </a:defRPr>
            </a:lvl9pPr>
          </a:lstStyle>
          <a:p>
            <a:r>
              <a:rPr lang="en-GB" sz="1800" dirty="0">
                <a:latin typeface="+mn-lt"/>
                <a:cs typeface="Arial"/>
              </a:rPr>
              <a:t>Beautiful plumage</a:t>
            </a:r>
            <a:endParaRPr lang="en-US" sz="1050" dirty="0">
              <a:latin typeface="+mn-lt"/>
            </a:endParaRPr>
          </a:p>
        </p:txBody>
      </p:sp>
      <p:sp>
        <p:nvSpPr>
          <p:cNvPr id="14" name="Rectangle 4">
            <a:extLst>
              <a:ext uri="{FF2B5EF4-FFF2-40B4-BE49-F238E27FC236}">
                <a16:creationId xmlns:a16="http://schemas.microsoft.com/office/drawing/2014/main" id="{6AE2A900-FE3C-D149-5768-2ABA16ABA9FC}"/>
              </a:ext>
            </a:extLst>
          </p:cNvPr>
          <p:cNvSpPr txBox="1">
            <a:spLocks noChangeArrowheads="1"/>
          </p:cNvSpPr>
          <p:nvPr/>
        </p:nvSpPr>
        <p:spPr bwMode="auto">
          <a:xfrm>
            <a:off x="837149" y="3298975"/>
            <a:ext cx="5141285" cy="136345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       01234567890123456789012345678901234</a:t>
            </a:r>
          </a:p>
          <a:p>
            <a:pPr marL="0" indent="0">
              <a:buNone/>
            </a:pPr>
            <a:r>
              <a:rPr lang="en-GB" altLang="en-US" sz="1600">
                <a:solidFill>
                  <a:schemeClr val="bg1"/>
                </a:solidFill>
                <a:latin typeface="Consolas" panose="020B0609020204030204" pitchFamily="49" charset="0"/>
                <a:cs typeface="Consolas" panose="020B0609020204030204" pitchFamily="49" charset="0"/>
              </a:rPr>
              <a:t>text = "Remarkable </a:t>
            </a:r>
            <a:r>
              <a:rPr lang="en-GB" altLang="en-US" sz="1600" b="1">
                <a:solidFill>
                  <a:schemeClr val="accent3"/>
                </a:solidFill>
                <a:latin typeface="Consolas" panose="020B0609020204030204" pitchFamily="49" charset="0"/>
                <a:cs typeface="Consolas" panose="020B0609020204030204" pitchFamily="49" charset="0"/>
              </a:rPr>
              <a:t>bir</a:t>
            </a:r>
            <a:r>
              <a:rPr lang="en-GB" altLang="en-US" sz="1600">
                <a:solidFill>
                  <a:schemeClr val="bg1"/>
                </a:solidFill>
                <a:latin typeface="Consolas" panose="020B0609020204030204" pitchFamily="49" charset="0"/>
                <a:cs typeface="Consolas" panose="020B0609020204030204" pitchFamily="49" charset="0"/>
              </a:rPr>
              <a:t>d, the Norwegi</a:t>
            </a:r>
            <a:r>
              <a:rPr lang="en-GB" altLang="en-US" sz="1600" b="1">
                <a:solidFill>
                  <a:schemeClr val="accent2"/>
                </a:solidFill>
                <a:latin typeface="Consolas" panose="020B0609020204030204" pitchFamily="49" charset="0"/>
                <a:cs typeface="Consolas" panose="020B0609020204030204" pitchFamily="49" charset="0"/>
              </a:rPr>
              <a:t>an Blu</a:t>
            </a:r>
            <a:r>
              <a:rPr lang="en-GB" altLang="en-US" sz="1600">
                <a:solidFill>
                  <a:schemeClr val="bg1"/>
                </a:solidFill>
                <a:latin typeface="Consolas" panose="020B0609020204030204" pitchFamily="49" charset="0"/>
                <a:cs typeface="Consolas" panose="020B0609020204030204" pitchFamily="49" charset="0"/>
              </a:rPr>
              <a:t>e"</a:t>
            </a:r>
          </a:p>
          <a:p>
            <a:pPr marL="0" indent="0">
              <a:buNone/>
            </a:pPr>
            <a:r>
              <a:rPr lang="en-GB" altLang="en-US" sz="1600">
                <a:solidFill>
                  <a:schemeClr val="bg1"/>
                </a:solidFill>
                <a:latin typeface="Consolas" panose="020B0609020204030204" pitchFamily="49" charset="0"/>
                <a:cs typeface="Consolas" panose="020B0609020204030204" pitchFamily="49" charset="0"/>
              </a:rPr>
              <a:t>print(text[</a:t>
            </a:r>
            <a:r>
              <a:rPr lang="en-GB" altLang="en-US" sz="1600" b="1">
                <a:solidFill>
                  <a:schemeClr val="accent1"/>
                </a:solidFill>
                <a:latin typeface="Consolas" panose="020B0609020204030204" pitchFamily="49" charset="0"/>
                <a:cs typeface="Consolas" panose="020B0609020204030204" pitchFamily="49" charset="0"/>
              </a:rPr>
              <a:t>11:14</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print(text[</a:t>
            </a:r>
            <a:r>
              <a:rPr lang="en-GB" altLang="en-US" sz="1600" b="1">
                <a:solidFill>
                  <a:schemeClr val="accent2"/>
                </a:solidFill>
                <a:latin typeface="Consolas" panose="020B0609020204030204" pitchFamily="49" charset="0"/>
                <a:cs typeface="Consolas" panose="020B0609020204030204" pitchFamily="49" charset="0"/>
              </a:rPr>
              <a:t>-7:-1</a:t>
            </a:r>
            <a:r>
              <a:rPr lang="en-GB" altLang="en-US" sz="1600">
                <a:solidFill>
                  <a:schemeClr val="bg1"/>
                </a:solidFill>
                <a:latin typeface="Consolas" panose="020B0609020204030204" pitchFamily="49" charset="0"/>
                <a:cs typeface="Consolas" panose="020B0609020204030204" pitchFamily="49" charset="0"/>
              </a:rPr>
              <a:t>])</a:t>
            </a:r>
          </a:p>
        </p:txBody>
      </p:sp>
      <p:sp>
        <p:nvSpPr>
          <p:cNvPr id="15" name="Rectangle 4">
            <a:extLst>
              <a:ext uri="{FF2B5EF4-FFF2-40B4-BE49-F238E27FC236}">
                <a16:creationId xmlns:a16="http://schemas.microsoft.com/office/drawing/2014/main" id="{50DFC082-3C34-7CBA-1333-A5444042E526}"/>
              </a:ext>
            </a:extLst>
          </p:cNvPr>
          <p:cNvSpPr txBox="1">
            <a:spLocks noChangeArrowheads="1"/>
          </p:cNvSpPr>
          <p:nvPr/>
        </p:nvSpPr>
        <p:spPr bwMode="auto">
          <a:xfrm>
            <a:off x="837149" y="5360207"/>
            <a:ext cx="2189080" cy="6637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print(text[:14])</a:t>
            </a:r>
          </a:p>
          <a:p>
            <a:pPr marL="0" indent="0">
              <a:buNone/>
            </a:pPr>
            <a:r>
              <a:rPr lang="en-GB" altLang="en-US" sz="1600">
                <a:solidFill>
                  <a:schemeClr val="bg1"/>
                </a:solidFill>
                <a:latin typeface="Consolas" panose="020B0609020204030204" pitchFamily="49" charset="0"/>
                <a:cs typeface="Consolas" panose="020B0609020204030204" pitchFamily="49" charset="0"/>
              </a:rPr>
              <a:t>print(text[-7:])</a:t>
            </a:r>
          </a:p>
        </p:txBody>
      </p:sp>
      <p:sp>
        <p:nvSpPr>
          <p:cNvPr id="16" name="TextBox 15">
            <a:extLst>
              <a:ext uri="{FF2B5EF4-FFF2-40B4-BE49-F238E27FC236}">
                <a16:creationId xmlns:a16="http://schemas.microsoft.com/office/drawing/2014/main" id="{7473E0F2-F000-5160-38D6-753095C5F83A}"/>
              </a:ext>
            </a:extLst>
          </p:cNvPr>
          <p:cNvSpPr txBox="1"/>
          <p:nvPr/>
        </p:nvSpPr>
        <p:spPr>
          <a:xfrm>
            <a:off x="5978434" y="4000854"/>
            <a:ext cx="860516" cy="646331"/>
          </a:xfrm>
          <a:prstGeom prst="rect">
            <a:avLst/>
          </a:prstGeom>
          <a:solidFill>
            <a:schemeClr val="bg1"/>
          </a:solidFill>
          <a:ln>
            <a:solidFill>
              <a:schemeClr val="tx1"/>
            </a:solidFill>
          </a:ln>
        </p:spPr>
        <p:txBody>
          <a:bodyPr wrap="square" rtlCol="0">
            <a:spAutoFit/>
          </a:bodyPr>
          <a:lstStyle/>
          <a:p>
            <a:r>
              <a:rPr lang="en-GB" err="1"/>
              <a:t>bir</a:t>
            </a:r>
            <a:endParaRPr lang="en-GB"/>
          </a:p>
          <a:p>
            <a:r>
              <a:rPr lang="en-GB"/>
              <a:t>an Blu</a:t>
            </a:r>
          </a:p>
        </p:txBody>
      </p:sp>
      <p:sp>
        <p:nvSpPr>
          <p:cNvPr id="17" name="TextBox 16">
            <a:extLst>
              <a:ext uri="{FF2B5EF4-FFF2-40B4-BE49-F238E27FC236}">
                <a16:creationId xmlns:a16="http://schemas.microsoft.com/office/drawing/2014/main" id="{BA2DAD55-F086-741D-F991-D8248A4BC504}"/>
              </a:ext>
            </a:extLst>
          </p:cNvPr>
          <p:cNvSpPr txBox="1"/>
          <p:nvPr/>
        </p:nvSpPr>
        <p:spPr>
          <a:xfrm>
            <a:off x="3026229" y="5360207"/>
            <a:ext cx="1632858" cy="923330"/>
          </a:xfrm>
          <a:prstGeom prst="rect">
            <a:avLst/>
          </a:prstGeom>
          <a:solidFill>
            <a:schemeClr val="bg1"/>
          </a:solidFill>
          <a:ln>
            <a:solidFill>
              <a:schemeClr val="tx1"/>
            </a:solidFill>
          </a:ln>
        </p:spPr>
        <p:txBody>
          <a:bodyPr wrap="square" rtlCol="0">
            <a:spAutoFit/>
          </a:bodyPr>
          <a:lstStyle/>
          <a:p>
            <a:r>
              <a:rPr lang="en-GB" dirty="0"/>
              <a:t>Remarkable </a:t>
            </a:r>
            <a:r>
              <a:rPr lang="en-GB" dirty="0" err="1"/>
              <a:t>bir</a:t>
            </a:r>
            <a:endParaRPr lang="en-GB" dirty="0"/>
          </a:p>
          <a:p>
            <a:r>
              <a:rPr lang="en-GB" dirty="0"/>
              <a:t>an Blue</a:t>
            </a:r>
          </a:p>
        </p:txBody>
      </p:sp>
    </p:spTree>
    <p:extLst>
      <p:ext uri="{BB962C8B-B14F-4D97-AF65-F5344CB8AC3E}">
        <p14:creationId xmlns:p14="http://schemas.microsoft.com/office/powerpoint/2010/main" val="29783120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78D174-FA6B-3269-63E0-07EC0A11329C}"/>
              </a:ext>
            </a:extLst>
          </p:cNvPr>
          <p:cNvSpPr>
            <a:spLocks noGrp="1"/>
          </p:cNvSpPr>
          <p:nvPr>
            <p:ph type="ctrTitle"/>
          </p:nvPr>
        </p:nvSpPr>
        <p:spPr/>
        <p:txBody>
          <a:bodyPr/>
          <a:lstStyle/>
          <a:p>
            <a:r>
              <a:rPr lang="en-GB" dirty="0"/>
              <a:t>Splitting and joining strings</a:t>
            </a:r>
          </a:p>
        </p:txBody>
      </p:sp>
      <p:sp>
        <p:nvSpPr>
          <p:cNvPr id="6" name="Text Placeholder 5">
            <a:extLst>
              <a:ext uri="{FF2B5EF4-FFF2-40B4-BE49-F238E27FC236}">
                <a16:creationId xmlns:a16="http://schemas.microsoft.com/office/drawing/2014/main" id="{DA3A74DF-F77B-3119-7A3D-0F716C584119}"/>
              </a:ext>
            </a:extLst>
          </p:cNvPr>
          <p:cNvSpPr>
            <a:spLocks noGrp="1"/>
          </p:cNvSpPr>
          <p:nvPr>
            <p:ph type="body" sz="quarter" idx="14"/>
          </p:nvPr>
        </p:nvSpPr>
        <p:spPr/>
        <p:txBody>
          <a:bodyPr/>
          <a:lstStyle/>
          <a:p>
            <a:r>
              <a:rPr lang="en-GB" b="1" dirty="0"/>
              <a:t>String to list — split:</a:t>
            </a:r>
          </a:p>
          <a:p>
            <a:endParaRPr lang="en-GB" dirty="0"/>
          </a:p>
          <a:p>
            <a:pPr marL="285750" indent="-285750">
              <a:buFont typeface="Arial" panose="020B0604020202020204" pitchFamily="34" charset="0"/>
              <a:buChar char="•"/>
            </a:pPr>
            <a:r>
              <a:rPr lang="en-GB" dirty="0"/>
              <a:t>If </a:t>
            </a:r>
            <a:r>
              <a:rPr lang="en-GB" b="1" dirty="0">
                <a:solidFill>
                  <a:schemeClr val="accent1">
                    <a:lumMod val="75000"/>
                  </a:schemeClr>
                </a:solidFill>
              </a:rPr>
              <a:t>separator</a:t>
            </a:r>
            <a:r>
              <a:rPr lang="en-GB" dirty="0">
                <a:solidFill>
                  <a:schemeClr val="accent1">
                    <a:lumMod val="75000"/>
                  </a:schemeClr>
                </a:solidFill>
              </a:rPr>
              <a:t> </a:t>
            </a:r>
            <a:r>
              <a:rPr lang="en-GB" dirty="0"/>
              <a:t>is omitted, split on one or more whitespace characters.</a:t>
            </a:r>
          </a:p>
          <a:p>
            <a:pPr marL="285750" indent="-285750">
              <a:buFont typeface="Arial" panose="020B0604020202020204" pitchFamily="34" charset="0"/>
              <a:buChar char="•"/>
            </a:pPr>
            <a:r>
              <a:rPr lang="en-GB" dirty="0"/>
              <a:t>If </a:t>
            </a:r>
            <a:r>
              <a:rPr lang="en-GB" b="1" dirty="0" err="1">
                <a:solidFill>
                  <a:schemeClr val="accent2">
                    <a:lumMod val="75000"/>
                  </a:schemeClr>
                </a:solidFill>
              </a:rPr>
              <a:t>max_splits</a:t>
            </a:r>
            <a:r>
              <a:rPr lang="en-GB" b="1" dirty="0">
                <a:solidFill>
                  <a:schemeClr val="accent2">
                    <a:lumMod val="75000"/>
                  </a:schemeClr>
                </a:solidFill>
              </a:rPr>
              <a:t> </a:t>
            </a:r>
            <a:r>
              <a:rPr lang="en-GB" dirty="0"/>
              <a:t>is omitted, split the entire string.</a:t>
            </a:r>
          </a:p>
          <a:p>
            <a:pPr marL="285750" indent="-285750">
              <a:buFont typeface="Arial" panose="020B0604020202020204" pitchFamily="34" charset="0"/>
              <a:buChar char="•"/>
            </a:pPr>
            <a:r>
              <a:rPr lang="en-GB" dirty="0"/>
              <a:t>Use </a:t>
            </a:r>
            <a:r>
              <a:rPr lang="en-GB" b="1" dirty="0" err="1"/>
              <a:t>string.splitlines</a:t>
            </a:r>
            <a:r>
              <a:rPr lang="en-GB" b="1" dirty="0"/>
              <a:t>() </a:t>
            </a:r>
            <a:r>
              <a:rPr lang="en-GB" dirty="0"/>
              <a:t>to split text into lines (for example, from files).</a:t>
            </a:r>
          </a:p>
          <a:p>
            <a:r>
              <a:rPr lang="en-GB" b="1" dirty="0"/>
              <a:t>Sequence to string — join:</a:t>
            </a:r>
          </a:p>
          <a:p>
            <a:pPr marL="285750" indent="-285750">
              <a:buFont typeface="Arial" panose="020B0604020202020204" pitchFamily="34" charset="0"/>
              <a:buChar char="•"/>
            </a:pPr>
            <a:endParaRPr lang="en-GB" b="1" dirty="0"/>
          </a:p>
          <a:p>
            <a:pPr marL="285750" indent="-285750">
              <a:buClr>
                <a:schemeClr val="tx1"/>
              </a:buClr>
              <a:buFont typeface="Arial" panose="020B0604020202020204" pitchFamily="34" charset="0"/>
              <a:buChar char="•"/>
            </a:pPr>
            <a:r>
              <a:rPr lang="en-GB" b="1" dirty="0">
                <a:solidFill>
                  <a:schemeClr val="accent3">
                    <a:lumMod val="75000"/>
                  </a:schemeClr>
                </a:solidFill>
              </a:rPr>
              <a:t>sequence</a:t>
            </a:r>
            <a:r>
              <a:rPr lang="en-GB" dirty="0">
                <a:solidFill>
                  <a:schemeClr val="accent3">
                    <a:lumMod val="75000"/>
                  </a:schemeClr>
                </a:solidFill>
              </a:rPr>
              <a:t> </a:t>
            </a:r>
            <a:r>
              <a:rPr lang="en-GB" dirty="0"/>
              <a:t>can be a string, list, or a tuple.</a:t>
            </a:r>
          </a:p>
          <a:p>
            <a:endParaRPr lang="en-GB" dirty="0"/>
          </a:p>
        </p:txBody>
      </p:sp>
      <p:sp>
        <p:nvSpPr>
          <p:cNvPr id="4" name="Slide Number Placeholder 3">
            <a:extLst>
              <a:ext uri="{FF2B5EF4-FFF2-40B4-BE49-F238E27FC236}">
                <a16:creationId xmlns:a16="http://schemas.microsoft.com/office/drawing/2014/main" id="{9B9104E9-C211-FBCA-ABCE-A777E51238C7}"/>
              </a:ext>
            </a:extLst>
          </p:cNvPr>
          <p:cNvSpPr>
            <a:spLocks noGrp="1"/>
          </p:cNvSpPr>
          <p:nvPr>
            <p:ph type="sldNum" sz="quarter" idx="12"/>
          </p:nvPr>
        </p:nvSpPr>
        <p:spPr/>
        <p:txBody>
          <a:bodyPr/>
          <a:lstStyle/>
          <a:p>
            <a:fld id="{F3469444-D02B-D446-9CF8-19DEDDE073D1}" type="slidenum">
              <a:rPr lang="en-US" smtClean="0"/>
              <a:pPr/>
              <a:t>30</a:t>
            </a:fld>
            <a:endParaRPr lang="en-US"/>
          </a:p>
        </p:txBody>
      </p:sp>
      <p:sp>
        <p:nvSpPr>
          <p:cNvPr id="8" name="Rectangle 4">
            <a:extLst>
              <a:ext uri="{FF2B5EF4-FFF2-40B4-BE49-F238E27FC236}">
                <a16:creationId xmlns:a16="http://schemas.microsoft.com/office/drawing/2014/main" id="{EE844F7F-E5A6-CC78-362B-37F1BE7787C5}"/>
              </a:ext>
            </a:extLst>
          </p:cNvPr>
          <p:cNvSpPr txBox="1">
            <a:spLocks noGrp="1" noChangeArrowheads="1"/>
          </p:cNvSpPr>
          <p:nvPr>
            <p:ph type="body" sz="quarter" idx="15"/>
          </p:nvPr>
        </p:nvSpPr>
        <p:spPr bwMode="auto">
          <a:xfrm>
            <a:off x="6230620" y="2110447"/>
            <a:ext cx="4955540" cy="2412968"/>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line = "</a:t>
            </a:r>
            <a:r>
              <a:rPr lang="en-GB" altLang="en-US" sz="1600" b="1">
                <a:solidFill>
                  <a:schemeClr val="accent1"/>
                </a:solidFill>
                <a:latin typeface="Consolas" panose="020B0609020204030204" pitchFamily="49" charset="0"/>
                <a:cs typeface="Consolas" panose="020B0609020204030204" pitchFamily="49" charset="0"/>
              </a:rPr>
              <a:t>root</a:t>
            </a:r>
            <a:r>
              <a:rPr lang="en-GB" altLang="en-US" sz="1600">
                <a:solidFill>
                  <a:schemeClr val="bg1"/>
                </a:solidFill>
                <a:latin typeface="Consolas" panose="020B0609020204030204" pitchFamily="49" charset="0"/>
                <a:cs typeface="Consolas" panose="020B0609020204030204" pitchFamily="49" charset="0"/>
              </a:rPr>
              <a:t>::0:0:</a:t>
            </a:r>
            <a:r>
              <a:rPr lang="en-GB" altLang="en-US" sz="1600" b="1">
                <a:solidFill>
                  <a:schemeClr val="accent2"/>
                </a:solidFill>
                <a:latin typeface="Consolas" panose="020B0609020204030204" pitchFamily="49" charset="0"/>
                <a:cs typeface="Consolas" panose="020B0609020204030204" pitchFamily="49" charset="0"/>
              </a:rPr>
              <a:t>superuser</a:t>
            </a:r>
            <a:r>
              <a:rPr lang="en-GB" altLang="en-US" sz="1600">
                <a:solidFill>
                  <a:schemeClr val="bg1"/>
                </a:solidFill>
                <a:latin typeface="Consolas" panose="020B0609020204030204" pitchFamily="49" charset="0"/>
                <a:cs typeface="Consolas" panose="020B0609020204030204" pitchFamily="49" charset="0"/>
              </a:rPr>
              <a:t>:/root:/bin/</a:t>
            </a:r>
            <a:r>
              <a:rPr lang="en-GB" altLang="en-US" sz="1600" err="1">
                <a:solidFill>
                  <a:schemeClr val="bg1"/>
                </a:solidFill>
                <a:latin typeface="Consolas" panose="020B0609020204030204" pitchFamily="49" charset="0"/>
                <a:cs typeface="Consolas" panose="020B0609020204030204" pitchFamily="49" charset="0"/>
              </a:rPr>
              <a:t>sh</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err="1">
                <a:solidFill>
                  <a:schemeClr val="bg1"/>
                </a:solidFill>
                <a:latin typeface="Consolas" panose="020B0609020204030204" pitchFamily="49" charset="0"/>
                <a:cs typeface="Consolas" panose="020B0609020204030204" pitchFamily="49" charset="0"/>
              </a:rPr>
              <a:t>elems</a:t>
            </a:r>
            <a:r>
              <a:rPr lang="en-GB" altLang="en-US" sz="1600">
                <a:solidFill>
                  <a:schemeClr val="bg1"/>
                </a:solidFill>
                <a:latin typeface="Consolas" panose="020B0609020204030204" pitchFamily="49" charset="0"/>
                <a:cs typeface="Consolas" panose="020B0609020204030204" pitchFamily="49" charset="0"/>
              </a:rPr>
              <a:t> = </a:t>
            </a:r>
            <a:r>
              <a:rPr lang="en-GB" altLang="en-US" sz="1600" err="1">
                <a:solidFill>
                  <a:schemeClr val="bg1"/>
                </a:solidFill>
                <a:latin typeface="Consolas" panose="020B0609020204030204" pitchFamily="49" charset="0"/>
                <a:cs typeface="Consolas" panose="020B0609020204030204" pitchFamily="49" charset="0"/>
              </a:rPr>
              <a:t>line.split</a:t>
            </a:r>
            <a:r>
              <a:rPr lang="en-GB" altLang="en-US" sz="1600">
                <a:solidFill>
                  <a:schemeClr val="bg1"/>
                </a:solidFill>
                <a:latin typeface="Consolas" panose="020B0609020204030204" pitchFamily="49" charset="0"/>
                <a:cs typeface="Consolas" panose="020B0609020204030204" pitchFamily="49" charset="0"/>
              </a:rPr>
              <a:t>(':')</a:t>
            </a:r>
          </a:p>
          <a:p>
            <a:pPr marL="0" indent="0">
              <a:buNone/>
            </a:pPr>
            <a:endParaRPr lang="en-GB" altLang="en-US" sz="1600">
              <a:solidFill>
                <a:schemeClr val="bg1"/>
              </a:solidFill>
              <a:latin typeface="Consolas" panose="020B0609020204030204" pitchFamily="49" charset="0"/>
              <a:cs typeface="Consolas" panose="020B0609020204030204" pitchFamily="49" charset="0"/>
            </a:endParaRPr>
          </a:p>
          <a:p>
            <a:pPr marL="0" indent="0">
              <a:buNone/>
            </a:pPr>
            <a:r>
              <a:rPr lang="en-GB" altLang="en-US" sz="1600" err="1">
                <a:solidFill>
                  <a:schemeClr val="bg1"/>
                </a:solidFill>
                <a:latin typeface="Consolas" panose="020B0609020204030204" pitchFamily="49" charset="0"/>
                <a:cs typeface="Consolas" panose="020B0609020204030204" pitchFamily="49" charset="0"/>
              </a:rPr>
              <a:t>elems</a:t>
            </a:r>
            <a:r>
              <a:rPr lang="en-GB" altLang="en-US" sz="1600">
                <a:solidFill>
                  <a:schemeClr val="bg1"/>
                </a:solidFill>
                <a:latin typeface="Consolas" panose="020B0609020204030204" pitchFamily="49" charset="0"/>
                <a:cs typeface="Consolas" panose="020B0609020204030204" pitchFamily="49" charset="0"/>
              </a:rPr>
              <a:t>[</a:t>
            </a:r>
            <a:r>
              <a:rPr lang="en-GB" altLang="en-US" sz="1600" b="1">
                <a:solidFill>
                  <a:schemeClr val="accent1"/>
                </a:solidFill>
                <a:latin typeface="Consolas" panose="020B0609020204030204" pitchFamily="49" charset="0"/>
                <a:cs typeface="Consolas" panose="020B0609020204030204" pitchFamily="49" charset="0"/>
              </a:rPr>
              <a:t>0</a:t>
            </a:r>
            <a:r>
              <a:rPr lang="en-GB" altLang="en-US" sz="1600">
                <a:solidFill>
                  <a:schemeClr val="bg1"/>
                </a:solidFill>
                <a:latin typeface="Consolas" panose="020B0609020204030204" pitchFamily="49" charset="0"/>
                <a:cs typeface="Consolas" panose="020B0609020204030204" pitchFamily="49" charset="0"/>
              </a:rPr>
              <a:t>] = "</a:t>
            </a:r>
            <a:r>
              <a:rPr lang="en-GB" altLang="en-US" sz="1600" err="1">
                <a:solidFill>
                  <a:schemeClr val="bg1"/>
                </a:solidFill>
                <a:latin typeface="Consolas" panose="020B0609020204030204" pitchFamily="49" charset="0"/>
                <a:cs typeface="Consolas" panose="020B0609020204030204" pitchFamily="49" charset="0"/>
              </a:rPr>
              <a:t>brian</a:t>
            </a:r>
            <a:r>
              <a:rPr lang="en-GB" altLang="en-US" sz="1600">
                <a:solidFill>
                  <a:schemeClr val="bg1"/>
                </a:solidFill>
                <a:latin typeface="Consolas" panose="020B0609020204030204" pitchFamily="49" charset="0"/>
                <a:cs typeface="Consolas" panose="020B0609020204030204" pitchFamily="49" charset="0"/>
              </a:rPr>
              <a:t>" </a:t>
            </a:r>
          </a:p>
          <a:p>
            <a:pPr marL="0" indent="0">
              <a:buNone/>
            </a:pPr>
            <a:r>
              <a:rPr lang="en-GB" altLang="en-US" sz="1600" err="1">
                <a:solidFill>
                  <a:schemeClr val="bg1"/>
                </a:solidFill>
                <a:latin typeface="Consolas" panose="020B0609020204030204" pitchFamily="49" charset="0"/>
                <a:cs typeface="Consolas" panose="020B0609020204030204" pitchFamily="49" charset="0"/>
              </a:rPr>
              <a:t>elems</a:t>
            </a:r>
            <a:r>
              <a:rPr lang="en-GB" altLang="en-US" sz="1600">
                <a:solidFill>
                  <a:schemeClr val="bg1"/>
                </a:solidFill>
                <a:latin typeface="Consolas" panose="020B0609020204030204" pitchFamily="49" charset="0"/>
                <a:cs typeface="Consolas" panose="020B0609020204030204" pitchFamily="49" charset="0"/>
              </a:rPr>
              <a:t>[</a:t>
            </a:r>
            <a:r>
              <a:rPr lang="en-GB" altLang="en-US" sz="1600" b="1">
                <a:solidFill>
                  <a:schemeClr val="accent2"/>
                </a:solidFill>
                <a:latin typeface="Consolas" panose="020B0609020204030204" pitchFamily="49" charset="0"/>
                <a:cs typeface="Consolas" panose="020B0609020204030204" pitchFamily="49" charset="0"/>
              </a:rPr>
              <a:t>4</a:t>
            </a:r>
            <a:r>
              <a:rPr lang="en-GB" altLang="en-US" sz="1600">
                <a:solidFill>
                  <a:schemeClr val="bg1"/>
                </a:solidFill>
                <a:latin typeface="Consolas" panose="020B0609020204030204" pitchFamily="49" charset="0"/>
                <a:cs typeface="Consolas" panose="020B0609020204030204" pitchFamily="49" charset="0"/>
              </a:rPr>
              <a:t>] = "superuser – NOT the Messiah"</a:t>
            </a:r>
          </a:p>
          <a:p>
            <a:pPr marL="0" indent="0">
              <a:buNone/>
            </a:pPr>
            <a:r>
              <a:rPr lang="en-GB" altLang="en-US" sz="1600">
                <a:solidFill>
                  <a:schemeClr val="bg1"/>
                </a:solidFill>
                <a:latin typeface="Consolas" panose="020B0609020204030204" pitchFamily="49" charset="0"/>
                <a:cs typeface="Consolas" panose="020B0609020204030204" pitchFamily="49" charset="0"/>
              </a:rPr>
              <a:t>line = ":".join(</a:t>
            </a:r>
            <a:r>
              <a:rPr lang="en-GB" altLang="en-US" sz="1600" err="1">
                <a:solidFill>
                  <a:schemeClr val="bg1"/>
                </a:solidFill>
                <a:latin typeface="Consolas" panose="020B0609020204030204" pitchFamily="49" charset="0"/>
                <a:cs typeface="Consolas" panose="020B0609020204030204" pitchFamily="49" charset="0"/>
              </a:rPr>
              <a:t>elems</a:t>
            </a:r>
            <a:r>
              <a:rPr lang="en-GB" altLang="en-US" sz="1600">
                <a:solidFill>
                  <a:schemeClr val="bg1"/>
                </a:solidFill>
                <a:latin typeface="Consolas" panose="020B0609020204030204" pitchFamily="49" charset="0"/>
                <a:cs typeface="Consolas" panose="020B0609020204030204" pitchFamily="49" charset="0"/>
              </a:rPr>
              <a:t>)</a:t>
            </a:r>
          </a:p>
          <a:p>
            <a:pPr marL="0" indent="0">
              <a:buNone/>
            </a:pPr>
            <a:r>
              <a:rPr lang="en-GB" altLang="en-US" sz="1600">
                <a:solidFill>
                  <a:schemeClr val="bg1"/>
                </a:solidFill>
                <a:latin typeface="Consolas" panose="020B0609020204030204" pitchFamily="49" charset="0"/>
                <a:cs typeface="Consolas" panose="020B0609020204030204" pitchFamily="49" charset="0"/>
              </a:rPr>
              <a:t>print(line)</a:t>
            </a:r>
          </a:p>
        </p:txBody>
      </p:sp>
      <p:sp>
        <p:nvSpPr>
          <p:cNvPr id="11" name="Rectangle 4">
            <a:extLst>
              <a:ext uri="{FF2B5EF4-FFF2-40B4-BE49-F238E27FC236}">
                <a16:creationId xmlns:a16="http://schemas.microsoft.com/office/drawing/2014/main" id="{F6D60B97-9FE2-ACA9-5E94-392697608926}"/>
              </a:ext>
            </a:extLst>
          </p:cNvPr>
          <p:cNvSpPr txBox="1">
            <a:spLocks noChangeArrowheads="1"/>
          </p:cNvSpPr>
          <p:nvPr/>
        </p:nvSpPr>
        <p:spPr bwMode="auto">
          <a:xfrm>
            <a:off x="812373" y="2110447"/>
            <a:ext cx="4628308" cy="313932"/>
          </a:xfrm>
          <a:prstGeom prst="rect">
            <a:avLst/>
          </a:prstGeom>
          <a:solidFill>
            <a:schemeClr val="tx1"/>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sz="1600" err="1">
                <a:solidFill>
                  <a:schemeClr val="bg1"/>
                </a:solidFill>
                <a:latin typeface="Consolas" panose="020B0609020204030204" pitchFamily="49" charset="0"/>
                <a:cs typeface="Consolas" panose="020B0609020204030204" pitchFamily="49" charset="0"/>
              </a:rPr>
              <a:t>string.split</a:t>
            </a:r>
            <a:r>
              <a:rPr lang="en-GB" altLang="en-US" sz="1600">
                <a:solidFill>
                  <a:schemeClr val="bg1"/>
                </a:solidFill>
                <a:latin typeface="Consolas" panose="020B0609020204030204" pitchFamily="49" charset="0"/>
                <a:cs typeface="Consolas" panose="020B0609020204030204" pitchFamily="49" charset="0"/>
              </a:rPr>
              <a:t>([ </a:t>
            </a:r>
            <a:r>
              <a:rPr lang="en-GB" altLang="en-US" sz="1600" b="1">
                <a:solidFill>
                  <a:schemeClr val="accent1"/>
                </a:solidFill>
                <a:latin typeface="Consolas" panose="020B0609020204030204" pitchFamily="49" charset="0"/>
                <a:cs typeface="Consolas" panose="020B0609020204030204" pitchFamily="49" charset="0"/>
              </a:rPr>
              <a:t>separator</a:t>
            </a:r>
            <a:r>
              <a:rPr lang="en-GB" altLang="en-US" sz="1600">
                <a:solidFill>
                  <a:schemeClr val="bg1"/>
                </a:solidFill>
                <a:latin typeface="Consolas" panose="020B0609020204030204" pitchFamily="49" charset="0"/>
                <a:cs typeface="Consolas" panose="020B0609020204030204" pitchFamily="49" charset="0"/>
              </a:rPr>
              <a:t>[, </a:t>
            </a:r>
            <a:r>
              <a:rPr lang="en-GB" altLang="en-US" sz="1600" b="1" err="1">
                <a:solidFill>
                  <a:schemeClr val="accent2"/>
                </a:solidFill>
                <a:latin typeface="Consolas" panose="020B0609020204030204" pitchFamily="49" charset="0"/>
                <a:cs typeface="Consolas" panose="020B0609020204030204" pitchFamily="49" charset="0"/>
              </a:rPr>
              <a:t>max_splits</a:t>
            </a:r>
            <a:r>
              <a:rPr lang="en-GB" altLang="en-US" sz="1600">
                <a:solidFill>
                  <a:schemeClr val="bg1"/>
                </a:solidFill>
                <a:latin typeface="Consolas" panose="020B0609020204030204" pitchFamily="49" charset="0"/>
                <a:cs typeface="Consolas" panose="020B0609020204030204" pitchFamily="49" charset="0"/>
              </a:rPr>
              <a:t>]])</a:t>
            </a:r>
          </a:p>
        </p:txBody>
      </p:sp>
      <p:sp>
        <p:nvSpPr>
          <p:cNvPr id="12" name="Rectangle 4">
            <a:extLst>
              <a:ext uri="{FF2B5EF4-FFF2-40B4-BE49-F238E27FC236}">
                <a16:creationId xmlns:a16="http://schemas.microsoft.com/office/drawing/2014/main" id="{E0DDE4AF-BD89-06E7-A3D8-7C0B63D97FCB}"/>
              </a:ext>
            </a:extLst>
          </p:cNvPr>
          <p:cNvSpPr txBox="1">
            <a:spLocks noChangeArrowheads="1"/>
          </p:cNvSpPr>
          <p:nvPr/>
        </p:nvSpPr>
        <p:spPr bwMode="auto">
          <a:xfrm>
            <a:off x="812373" y="4738812"/>
            <a:ext cx="2863515" cy="313932"/>
          </a:xfrm>
          <a:prstGeom prst="rect">
            <a:avLst/>
          </a:prstGeom>
          <a:solidFill>
            <a:schemeClr val="tx1"/>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sz="1600" err="1">
                <a:solidFill>
                  <a:schemeClr val="bg1"/>
                </a:solidFill>
                <a:latin typeface="Consolas" panose="020B0609020204030204" pitchFamily="49" charset="0"/>
                <a:cs typeface="Consolas" panose="020B0609020204030204" pitchFamily="49" charset="0"/>
              </a:rPr>
              <a:t>separator.join</a:t>
            </a:r>
            <a:r>
              <a:rPr lang="en-GB" altLang="en-US" sz="1600">
                <a:solidFill>
                  <a:schemeClr val="bg1"/>
                </a:solidFill>
                <a:latin typeface="Consolas" panose="020B0609020204030204" pitchFamily="49" charset="0"/>
                <a:cs typeface="Consolas" panose="020B0609020204030204" pitchFamily="49" charset="0"/>
              </a:rPr>
              <a:t>(</a:t>
            </a:r>
            <a:r>
              <a:rPr lang="en-GB" altLang="en-US" sz="1600" b="1">
                <a:solidFill>
                  <a:schemeClr val="accent3"/>
                </a:solidFill>
                <a:latin typeface="Consolas" panose="020B0609020204030204" pitchFamily="49" charset="0"/>
                <a:cs typeface="Consolas" panose="020B0609020204030204" pitchFamily="49" charset="0"/>
              </a:rPr>
              <a:t>sequence</a:t>
            </a:r>
            <a:r>
              <a:rPr lang="en-GB" altLang="en-US" sz="1600">
                <a:solidFill>
                  <a:schemeClr val="bg1"/>
                </a:solidFill>
                <a:latin typeface="Consolas" panose="020B0609020204030204" pitchFamily="49" charset="0"/>
                <a:cs typeface="Consolas" panose="020B0609020204030204" pitchFamily="49" charset="0"/>
              </a:rPr>
              <a:t>)</a:t>
            </a:r>
          </a:p>
        </p:txBody>
      </p:sp>
      <p:sp>
        <p:nvSpPr>
          <p:cNvPr id="13" name="TextBox 12">
            <a:extLst>
              <a:ext uri="{FF2B5EF4-FFF2-40B4-BE49-F238E27FC236}">
                <a16:creationId xmlns:a16="http://schemas.microsoft.com/office/drawing/2014/main" id="{D8A79125-4B8D-C1CA-6C59-878FE28D2988}"/>
              </a:ext>
            </a:extLst>
          </p:cNvPr>
          <p:cNvSpPr txBox="1"/>
          <p:nvPr/>
        </p:nvSpPr>
        <p:spPr>
          <a:xfrm>
            <a:off x="6230620" y="4516732"/>
            <a:ext cx="4955540" cy="338554"/>
          </a:xfrm>
          <a:prstGeom prst="rect">
            <a:avLst/>
          </a:prstGeom>
          <a:solidFill>
            <a:schemeClr val="bg1"/>
          </a:solidFill>
          <a:ln>
            <a:solidFill>
              <a:schemeClr val="tx1"/>
            </a:solidFill>
          </a:ln>
        </p:spPr>
        <p:txBody>
          <a:bodyPr wrap="square" rtlCol="0">
            <a:spAutoFit/>
          </a:bodyPr>
          <a:lstStyle/>
          <a:p>
            <a:r>
              <a:rPr lang="nl-NL" sz="1600"/>
              <a:t>brian::0:0:superuser - NOT the Messiah:/root:/bin/sh</a:t>
            </a:r>
            <a:endParaRPr lang="en-GB" sz="1600"/>
          </a:p>
        </p:txBody>
      </p:sp>
    </p:spTree>
    <p:extLst>
      <p:ext uri="{BB962C8B-B14F-4D97-AF65-F5344CB8AC3E}">
        <p14:creationId xmlns:p14="http://schemas.microsoft.com/office/powerpoint/2010/main" val="5195837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024DF-FA0B-4026-86BA-0DC641B9C46E}"/>
              </a:ext>
            </a:extLst>
          </p:cNvPr>
          <p:cNvSpPr>
            <a:spLocks noGrp="1"/>
          </p:cNvSpPr>
          <p:nvPr>
            <p:ph type="ctrTitle"/>
          </p:nvPr>
        </p:nvSpPr>
        <p:spPr/>
        <p:txBody>
          <a:bodyPr/>
          <a:lstStyle/>
          <a:p>
            <a:r>
              <a:rPr lang="en-GB" dirty="0"/>
              <a:t>Python lists introduced</a:t>
            </a:r>
          </a:p>
        </p:txBody>
      </p:sp>
      <p:sp>
        <p:nvSpPr>
          <p:cNvPr id="6" name="Text Placeholder 5">
            <a:extLst>
              <a:ext uri="{FF2B5EF4-FFF2-40B4-BE49-F238E27FC236}">
                <a16:creationId xmlns:a16="http://schemas.microsoft.com/office/drawing/2014/main" id="{9D2DA89B-B40E-BC45-A829-1286044E90C2}"/>
              </a:ext>
            </a:extLst>
          </p:cNvPr>
          <p:cNvSpPr>
            <a:spLocks noGrp="1"/>
          </p:cNvSpPr>
          <p:nvPr>
            <p:ph type="body" sz="quarter" idx="14"/>
          </p:nvPr>
        </p:nvSpPr>
        <p:spPr/>
        <p:txBody>
          <a:bodyPr/>
          <a:lstStyle/>
          <a:p>
            <a:r>
              <a:rPr lang="en-GB" b="1" dirty="0"/>
              <a:t>Python lists are similar to arrays in other languages.</a:t>
            </a:r>
          </a:p>
          <a:p>
            <a:pPr marL="285750" indent="-285750">
              <a:buFont typeface="Arial" panose="020B0604020202020204" pitchFamily="34" charset="0"/>
              <a:buChar char="•"/>
            </a:pPr>
            <a:r>
              <a:rPr lang="en-GB" dirty="0"/>
              <a:t>Items may be accessed from the left by an index starting at 0.</a:t>
            </a:r>
          </a:p>
          <a:p>
            <a:pPr marL="285750" indent="-285750">
              <a:buFont typeface="Arial" panose="020B0604020202020204" pitchFamily="34" charset="0"/>
              <a:buChar char="•"/>
            </a:pPr>
            <a:r>
              <a:rPr lang="en-GB" dirty="0"/>
              <a:t>Items may be accessed from the right by an index starting at -1.</a:t>
            </a:r>
          </a:p>
          <a:p>
            <a:pPr marL="285750" indent="-285750">
              <a:buFont typeface="Arial" panose="020B0604020202020204" pitchFamily="34" charset="0"/>
              <a:buChar char="•"/>
            </a:pPr>
            <a:r>
              <a:rPr lang="en-GB" dirty="0"/>
              <a:t>Specified as a comma-separated list of objects inside [ ].</a:t>
            </a:r>
          </a:p>
          <a:p>
            <a:endParaRPr lang="en-GB" dirty="0"/>
          </a:p>
          <a:p>
            <a:endParaRPr lang="en-GB" dirty="0"/>
          </a:p>
          <a:p>
            <a:endParaRPr lang="en-GB" dirty="0"/>
          </a:p>
          <a:p>
            <a:endParaRPr lang="en-GB" dirty="0"/>
          </a:p>
          <a:p>
            <a:r>
              <a:rPr lang="en-GB" b="1" dirty="0"/>
              <a:t>Multi-dimensional lists are just lists containing others:</a:t>
            </a:r>
          </a:p>
          <a:p>
            <a:endParaRPr lang="en-GB" dirty="0"/>
          </a:p>
          <a:p>
            <a:endParaRPr lang="en-GB" dirty="0"/>
          </a:p>
          <a:p>
            <a:endParaRPr lang="en-GB" dirty="0"/>
          </a:p>
        </p:txBody>
      </p:sp>
      <p:sp>
        <p:nvSpPr>
          <p:cNvPr id="5" name="Slide Number Placeholder 4">
            <a:extLst>
              <a:ext uri="{FF2B5EF4-FFF2-40B4-BE49-F238E27FC236}">
                <a16:creationId xmlns:a16="http://schemas.microsoft.com/office/drawing/2014/main" id="{0FCB9650-8820-D449-ECFA-944049D762A0}"/>
              </a:ext>
            </a:extLst>
          </p:cNvPr>
          <p:cNvSpPr>
            <a:spLocks noGrp="1"/>
          </p:cNvSpPr>
          <p:nvPr>
            <p:ph type="sldNum" sz="quarter" idx="12"/>
          </p:nvPr>
        </p:nvSpPr>
        <p:spPr/>
        <p:txBody>
          <a:bodyPr/>
          <a:lstStyle/>
          <a:p>
            <a:fld id="{F3469444-D02B-D446-9CF8-19DEDDE073D1}" type="slidenum">
              <a:rPr lang="en-US" smtClean="0"/>
              <a:pPr/>
              <a:t>31</a:t>
            </a:fld>
            <a:endParaRPr lang="en-US"/>
          </a:p>
        </p:txBody>
      </p:sp>
      <p:sp>
        <p:nvSpPr>
          <p:cNvPr id="7" name="Rectangle 6">
            <a:extLst>
              <a:ext uri="{FF2B5EF4-FFF2-40B4-BE49-F238E27FC236}">
                <a16:creationId xmlns:a16="http://schemas.microsoft.com/office/drawing/2014/main" id="{D31EDEFA-173C-4651-EFAB-A48251DEB840}"/>
              </a:ext>
            </a:extLst>
          </p:cNvPr>
          <p:cNvSpPr>
            <a:spLocks noChangeArrowheads="1"/>
          </p:cNvSpPr>
          <p:nvPr/>
        </p:nvSpPr>
        <p:spPr bwMode="auto">
          <a:xfrm>
            <a:off x="807225" y="3379475"/>
            <a:ext cx="6959678" cy="1138773"/>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cheese = ['Cheddar', 'Stilton', 'Cornish Yarg']</a:t>
            </a:r>
          </a:p>
          <a:p>
            <a:r>
              <a:rPr lang="pt-BR" altLang="en-US" sz="1700">
                <a:solidFill>
                  <a:schemeClr val="bg1"/>
                </a:solidFill>
                <a:latin typeface="Consolas" panose="020B0609020204030204" pitchFamily="49" charset="0"/>
                <a:cs typeface="Consolas" panose="020B0609020204030204" pitchFamily="49" charset="0"/>
              </a:rPr>
              <a:t>print(cheese[1])</a:t>
            </a:r>
          </a:p>
          <a:p>
            <a:r>
              <a:rPr lang="pt-BR" altLang="en-US" sz="1700">
                <a:solidFill>
                  <a:schemeClr val="bg1"/>
                </a:solidFill>
                <a:latin typeface="Consolas" panose="020B0609020204030204" pitchFamily="49" charset="0"/>
                <a:cs typeface="Consolas" panose="020B0609020204030204" pitchFamily="49" charset="0"/>
              </a:rPr>
              <a:t>cheese[-1] = 'Red Leicester'</a:t>
            </a:r>
          </a:p>
          <a:p>
            <a:r>
              <a:rPr lang="pt-BR" altLang="en-US" sz="1700">
                <a:solidFill>
                  <a:schemeClr val="bg1"/>
                </a:solidFill>
                <a:latin typeface="Consolas" panose="020B0609020204030204" pitchFamily="49" charset="0"/>
                <a:cs typeface="Consolas" panose="020B0609020204030204" pitchFamily="49" charset="0"/>
              </a:rPr>
              <a:t>print(cheese)</a:t>
            </a:r>
          </a:p>
        </p:txBody>
      </p:sp>
      <p:sp>
        <p:nvSpPr>
          <p:cNvPr id="8" name="Rectangle 7">
            <a:extLst>
              <a:ext uri="{FF2B5EF4-FFF2-40B4-BE49-F238E27FC236}">
                <a16:creationId xmlns:a16="http://schemas.microsoft.com/office/drawing/2014/main" id="{DB7BA8FA-1ABF-5048-03DD-4F7FC5D029B0}"/>
              </a:ext>
            </a:extLst>
          </p:cNvPr>
          <p:cNvSpPr>
            <a:spLocks noChangeArrowheads="1"/>
          </p:cNvSpPr>
          <p:nvPr/>
        </p:nvSpPr>
        <p:spPr bwMode="auto">
          <a:xfrm>
            <a:off x="807225" y="5375915"/>
            <a:ext cx="6959678" cy="615553"/>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cheese = ['Cheddar', ['Camembert', 'Brie'], 'Stilton']</a:t>
            </a:r>
          </a:p>
          <a:p>
            <a:r>
              <a:rPr lang="pt-BR" altLang="en-US" sz="1700">
                <a:solidFill>
                  <a:schemeClr val="bg1"/>
                </a:solidFill>
                <a:latin typeface="Consolas" panose="020B0609020204030204" pitchFamily="49" charset="0"/>
                <a:cs typeface="Consolas" panose="020B0609020204030204" pitchFamily="49" charset="0"/>
              </a:rPr>
              <a:t>print(cheese[1][0])</a:t>
            </a:r>
          </a:p>
        </p:txBody>
      </p:sp>
      <p:sp>
        <p:nvSpPr>
          <p:cNvPr id="11" name="TextBox 10">
            <a:extLst>
              <a:ext uri="{FF2B5EF4-FFF2-40B4-BE49-F238E27FC236}">
                <a16:creationId xmlns:a16="http://schemas.microsoft.com/office/drawing/2014/main" id="{DEA269D4-8609-0409-6C5E-79F72223504D}"/>
              </a:ext>
            </a:extLst>
          </p:cNvPr>
          <p:cNvSpPr txBox="1"/>
          <p:nvPr/>
        </p:nvSpPr>
        <p:spPr>
          <a:xfrm>
            <a:off x="6321265" y="5959683"/>
            <a:ext cx="1445638" cy="369332"/>
          </a:xfrm>
          <a:prstGeom prst="rect">
            <a:avLst/>
          </a:prstGeom>
          <a:solidFill>
            <a:schemeClr val="bg1"/>
          </a:solidFill>
          <a:ln>
            <a:solidFill>
              <a:schemeClr val="tx1"/>
            </a:solidFill>
          </a:ln>
        </p:spPr>
        <p:txBody>
          <a:bodyPr wrap="square" rtlCol="0">
            <a:spAutoFit/>
          </a:bodyPr>
          <a:lstStyle/>
          <a:p>
            <a:r>
              <a:rPr lang="en-GB"/>
              <a:t>Camembert</a:t>
            </a:r>
          </a:p>
        </p:txBody>
      </p:sp>
      <p:sp>
        <p:nvSpPr>
          <p:cNvPr id="12" name="TextBox 11">
            <a:extLst>
              <a:ext uri="{FF2B5EF4-FFF2-40B4-BE49-F238E27FC236}">
                <a16:creationId xmlns:a16="http://schemas.microsoft.com/office/drawing/2014/main" id="{2D3A60F3-4F82-A57A-4848-CE408D2CC86A}"/>
              </a:ext>
            </a:extLst>
          </p:cNvPr>
          <p:cNvSpPr txBox="1"/>
          <p:nvPr/>
        </p:nvSpPr>
        <p:spPr>
          <a:xfrm>
            <a:off x="6143882" y="4195082"/>
            <a:ext cx="3812918" cy="646331"/>
          </a:xfrm>
          <a:prstGeom prst="rect">
            <a:avLst/>
          </a:prstGeom>
          <a:solidFill>
            <a:schemeClr val="bg1"/>
          </a:solidFill>
          <a:ln>
            <a:solidFill>
              <a:schemeClr val="tx1"/>
            </a:solidFill>
          </a:ln>
        </p:spPr>
        <p:txBody>
          <a:bodyPr wrap="square" rtlCol="0">
            <a:spAutoFit/>
          </a:bodyPr>
          <a:lstStyle/>
          <a:p>
            <a:r>
              <a:rPr lang="en-GB"/>
              <a:t>Stilton</a:t>
            </a:r>
          </a:p>
          <a:p>
            <a:r>
              <a:rPr lang="en-GB"/>
              <a:t>['Cheddar', 'Stilton', 'Red Leicester']</a:t>
            </a:r>
          </a:p>
        </p:txBody>
      </p:sp>
    </p:spTree>
    <p:extLst>
      <p:ext uri="{BB962C8B-B14F-4D97-AF65-F5344CB8AC3E}">
        <p14:creationId xmlns:p14="http://schemas.microsoft.com/office/powerpoint/2010/main" val="2579657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4DC77B-D328-5784-4264-1A19A6D53DD0}"/>
              </a:ext>
            </a:extLst>
          </p:cNvPr>
          <p:cNvSpPr>
            <a:spLocks noGrp="1"/>
          </p:cNvSpPr>
          <p:nvPr>
            <p:ph type="ctrTitle"/>
          </p:nvPr>
        </p:nvSpPr>
        <p:spPr/>
        <p:txBody>
          <a:bodyPr/>
          <a:lstStyle/>
          <a:p>
            <a:r>
              <a:rPr lang="en-GB" dirty="0"/>
              <a:t>Python tuples introduced</a:t>
            </a:r>
          </a:p>
        </p:txBody>
      </p:sp>
      <p:sp>
        <p:nvSpPr>
          <p:cNvPr id="6" name="Text Placeholder 5">
            <a:extLst>
              <a:ext uri="{FF2B5EF4-FFF2-40B4-BE49-F238E27FC236}">
                <a16:creationId xmlns:a16="http://schemas.microsoft.com/office/drawing/2014/main" id="{8D436760-ABE0-4D4A-A32A-D62076CBDB06}"/>
              </a:ext>
            </a:extLst>
          </p:cNvPr>
          <p:cNvSpPr>
            <a:spLocks noGrp="1"/>
          </p:cNvSpPr>
          <p:nvPr>
            <p:ph type="body" sz="quarter" idx="14"/>
          </p:nvPr>
        </p:nvSpPr>
        <p:spPr/>
        <p:txBody>
          <a:bodyPr/>
          <a:lstStyle/>
          <a:p>
            <a:r>
              <a:rPr lang="en-GB" b="1" dirty="0"/>
              <a:t>Tuples are immutable (read-only) objects.</a:t>
            </a:r>
          </a:p>
          <a:p>
            <a:pPr marL="285750" indent="-285750">
              <a:buFont typeface="Arial" panose="020B0604020202020204" pitchFamily="34" charset="0"/>
              <a:buChar char="•"/>
            </a:pPr>
            <a:r>
              <a:rPr lang="en-GB" dirty="0"/>
              <a:t>Specified as a comma-separated list of objects, often inside ( ).</a:t>
            </a:r>
          </a:p>
          <a:p>
            <a:pPr marL="285750" indent="-285750">
              <a:buFont typeface="Arial" panose="020B0604020202020204" pitchFamily="34" charset="0"/>
              <a:buChar char="•"/>
            </a:pPr>
            <a:r>
              <a:rPr lang="en-GB" dirty="0"/>
              <a:t>Can be specified inside ( ) sometimes required for precedence.</a:t>
            </a:r>
          </a:p>
          <a:p>
            <a:pPr marL="285750" indent="-285750">
              <a:buFont typeface="Arial" panose="020B0604020202020204" pitchFamily="34" charset="0"/>
              <a:buChar char="•"/>
            </a:pPr>
            <a:r>
              <a:rPr lang="en-GB" dirty="0"/>
              <a:t>The comma makes a tuple, not the ( ).</a:t>
            </a:r>
          </a:p>
          <a:p>
            <a:pPr marL="285750" indent="-285750">
              <a:buFont typeface="Arial" panose="020B0604020202020204" pitchFamily="34" charset="0"/>
              <a:buChar char="•"/>
            </a:pPr>
            <a:r>
              <a:rPr lang="en-GB" dirty="0"/>
              <a:t>Indexed like lists starting from 0 on the LHS or -1 on the RHS.</a:t>
            </a:r>
          </a:p>
          <a:p>
            <a:endParaRPr lang="en-GB" dirty="0"/>
          </a:p>
          <a:p>
            <a:endParaRPr lang="en-GB" dirty="0"/>
          </a:p>
          <a:p>
            <a:endParaRPr lang="en-GB" dirty="0"/>
          </a:p>
          <a:p>
            <a:pPr marL="285750" indent="-285750">
              <a:buFont typeface="Arial" panose="020B0604020202020204" pitchFamily="34" charset="0"/>
              <a:buChar char="•"/>
            </a:pPr>
            <a:r>
              <a:rPr lang="en-GB" dirty="0"/>
              <a:t>Can be reassigned but not altered.</a:t>
            </a:r>
          </a:p>
          <a:p>
            <a:endParaRPr lang="en-GB" dirty="0"/>
          </a:p>
          <a:p>
            <a:endParaRPr lang="en-GB" dirty="0"/>
          </a:p>
        </p:txBody>
      </p:sp>
      <p:sp>
        <p:nvSpPr>
          <p:cNvPr id="4" name="Slide Number Placeholder 3">
            <a:extLst>
              <a:ext uri="{FF2B5EF4-FFF2-40B4-BE49-F238E27FC236}">
                <a16:creationId xmlns:a16="http://schemas.microsoft.com/office/drawing/2014/main" id="{5E9AFE2B-9D11-51C9-1B87-2785FCFB304C}"/>
              </a:ext>
            </a:extLst>
          </p:cNvPr>
          <p:cNvSpPr>
            <a:spLocks noGrp="1"/>
          </p:cNvSpPr>
          <p:nvPr>
            <p:ph type="sldNum" sz="quarter" idx="12"/>
          </p:nvPr>
        </p:nvSpPr>
        <p:spPr/>
        <p:txBody>
          <a:bodyPr/>
          <a:lstStyle/>
          <a:p>
            <a:fld id="{F3469444-D02B-D446-9CF8-19DEDDE073D1}" type="slidenum">
              <a:rPr lang="en-US" smtClean="0"/>
              <a:pPr/>
              <a:t>32</a:t>
            </a:fld>
            <a:endParaRPr lang="en-US"/>
          </a:p>
        </p:txBody>
      </p:sp>
      <p:sp>
        <p:nvSpPr>
          <p:cNvPr id="8" name="Rectangle 7">
            <a:extLst>
              <a:ext uri="{FF2B5EF4-FFF2-40B4-BE49-F238E27FC236}">
                <a16:creationId xmlns:a16="http://schemas.microsoft.com/office/drawing/2014/main" id="{33F8800F-893D-869F-8317-1B334EB12D3B}"/>
              </a:ext>
            </a:extLst>
          </p:cNvPr>
          <p:cNvSpPr>
            <a:spLocks noChangeArrowheads="1"/>
          </p:cNvSpPr>
          <p:nvPr/>
        </p:nvSpPr>
        <p:spPr bwMode="auto">
          <a:xfrm>
            <a:off x="797065" y="3763810"/>
            <a:ext cx="5644375" cy="1138773"/>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mytuple = 'eggs', 'bacon', 'spam', 'tea'</a:t>
            </a:r>
          </a:p>
          <a:p>
            <a:r>
              <a:rPr lang="pt-BR" altLang="en-US" sz="1700">
                <a:solidFill>
                  <a:schemeClr val="bg1"/>
                </a:solidFill>
                <a:latin typeface="Consolas" panose="020B0609020204030204" pitchFamily="49" charset="0"/>
                <a:cs typeface="Consolas" panose="020B0609020204030204" pitchFamily="49" charset="0"/>
              </a:rPr>
              <a:t>print(mytuple)</a:t>
            </a:r>
          </a:p>
          <a:p>
            <a:r>
              <a:rPr lang="pt-BR" altLang="en-US" sz="1700">
                <a:solidFill>
                  <a:schemeClr val="bg1"/>
                </a:solidFill>
                <a:latin typeface="Consolas" panose="020B0609020204030204" pitchFamily="49" charset="0"/>
                <a:cs typeface="Consolas" panose="020B0609020204030204" pitchFamily="49" charset="0"/>
              </a:rPr>
              <a:t>print(mytuple[1])</a:t>
            </a:r>
          </a:p>
          <a:p>
            <a:r>
              <a:rPr lang="pt-BR" altLang="en-US" sz="1700">
                <a:solidFill>
                  <a:schemeClr val="bg1"/>
                </a:solidFill>
                <a:latin typeface="Consolas" panose="020B0609020204030204" pitchFamily="49" charset="0"/>
                <a:cs typeface="Consolas" panose="020B0609020204030204" pitchFamily="49" charset="0"/>
              </a:rPr>
              <a:t>print(mytuple[-1])</a:t>
            </a:r>
          </a:p>
        </p:txBody>
      </p:sp>
      <p:sp>
        <p:nvSpPr>
          <p:cNvPr id="9" name="Rectangle 8">
            <a:extLst>
              <a:ext uri="{FF2B5EF4-FFF2-40B4-BE49-F238E27FC236}">
                <a16:creationId xmlns:a16="http://schemas.microsoft.com/office/drawing/2014/main" id="{DE7DC322-ED5D-D40C-19BC-63C88C6B93F0}"/>
              </a:ext>
            </a:extLst>
          </p:cNvPr>
          <p:cNvSpPr>
            <a:spLocks noChangeArrowheads="1"/>
          </p:cNvSpPr>
          <p:nvPr/>
        </p:nvSpPr>
        <p:spPr bwMode="auto">
          <a:xfrm>
            <a:off x="797065" y="5291279"/>
            <a:ext cx="7158215" cy="615553"/>
          </a:xfrm>
          <a:prstGeom prst="rect">
            <a:avLst/>
          </a:prstGeom>
          <a:solidFill>
            <a:schemeClr val="tx1"/>
          </a:solidFill>
        </p:spPr>
        <p:txBody>
          <a:bodyPr wrap="square" rtlCol="0">
            <a:spAutoFit/>
          </a:bodyPr>
          <a:lstStyle/>
          <a:p>
            <a:r>
              <a:rPr lang="en-GB" altLang="en-US" sz="1700" err="1">
                <a:solidFill>
                  <a:schemeClr val="bg1"/>
                </a:solidFill>
                <a:latin typeface="Consolas" panose="020B0609020204030204" pitchFamily="49" charset="0"/>
                <a:cs typeface="Consolas" panose="020B0609020204030204" pitchFamily="49" charset="0"/>
              </a:rPr>
              <a:t>mytuple</a:t>
            </a:r>
            <a:r>
              <a:rPr lang="en-GB" altLang="en-US" sz="1700">
                <a:solidFill>
                  <a:schemeClr val="bg1"/>
                </a:solidFill>
                <a:latin typeface="Consolas" panose="020B0609020204030204" pitchFamily="49" charset="0"/>
                <a:cs typeface="Consolas" panose="020B0609020204030204" pitchFamily="49" charset="0"/>
              </a:rPr>
              <a:t>[2] = 'spam'</a:t>
            </a:r>
          </a:p>
          <a:p>
            <a:r>
              <a:rPr lang="en-GB" altLang="en-US" sz="1700" err="1">
                <a:solidFill>
                  <a:schemeClr val="accent4"/>
                </a:solidFill>
                <a:latin typeface="Consolas" panose="020B0609020204030204" pitchFamily="49" charset="0"/>
                <a:cs typeface="Consolas" panose="020B0609020204030204" pitchFamily="49" charset="0"/>
              </a:rPr>
              <a:t>TypeError</a:t>
            </a:r>
            <a:r>
              <a:rPr lang="en-GB" altLang="en-US" sz="1700">
                <a:solidFill>
                  <a:schemeClr val="accent4"/>
                </a:solidFill>
                <a:latin typeface="Consolas" panose="020B0609020204030204" pitchFamily="49" charset="0"/>
                <a:cs typeface="Consolas" panose="020B0609020204030204" pitchFamily="49" charset="0"/>
              </a:rPr>
              <a:t>: 'tuple' object does not support item assignment</a:t>
            </a:r>
          </a:p>
        </p:txBody>
      </p:sp>
      <p:sp>
        <p:nvSpPr>
          <p:cNvPr id="10" name="TextBox 9">
            <a:extLst>
              <a:ext uri="{FF2B5EF4-FFF2-40B4-BE49-F238E27FC236}">
                <a16:creationId xmlns:a16="http://schemas.microsoft.com/office/drawing/2014/main" id="{5B023E6B-B6FF-434B-5BFD-E1102C9D8ED3}"/>
              </a:ext>
            </a:extLst>
          </p:cNvPr>
          <p:cNvSpPr txBox="1"/>
          <p:nvPr/>
        </p:nvSpPr>
        <p:spPr>
          <a:xfrm>
            <a:off x="6441440" y="3979253"/>
            <a:ext cx="3191151" cy="923330"/>
          </a:xfrm>
          <a:prstGeom prst="rect">
            <a:avLst/>
          </a:prstGeom>
          <a:solidFill>
            <a:schemeClr val="bg1"/>
          </a:solidFill>
          <a:ln>
            <a:solidFill>
              <a:schemeClr val="tx1"/>
            </a:solidFill>
          </a:ln>
        </p:spPr>
        <p:txBody>
          <a:bodyPr wrap="square" rtlCol="0">
            <a:spAutoFit/>
          </a:bodyPr>
          <a:lstStyle/>
          <a:p>
            <a:r>
              <a:rPr lang="en-GB"/>
              <a:t>('eggs', 'bacon', 'spam', 'tea')</a:t>
            </a:r>
          </a:p>
          <a:p>
            <a:r>
              <a:rPr lang="en-GB"/>
              <a:t>bacon</a:t>
            </a:r>
          </a:p>
          <a:p>
            <a:r>
              <a:rPr lang="en-GB"/>
              <a:t>tea</a:t>
            </a:r>
          </a:p>
        </p:txBody>
      </p:sp>
    </p:spTree>
    <p:extLst>
      <p:ext uri="{BB962C8B-B14F-4D97-AF65-F5344CB8AC3E}">
        <p14:creationId xmlns:p14="http://schemas.microsoft.com/office/powerpoint/2010/main" val="371370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8801E-CB8E-1FC8-A82E-737CCABD5222}"/>
              </a:ext>
            </a:extLst>
          </p:cNvPr>
          <p:cNvSpPr>
            <a:spLocks noGrp="1"/>
          </p:cNvSpPr>
          <p:nvPr>
            <p:ph type="ctrTitle"/>
          </p:nvPr>
        </p:nvSpPr>
        <p:spPr/>
        <p:txBody>
          <a:bodyPr/>
          <a:lstStyle/>
          <a:p>
            <a:r>
              <a:rPr lang="en-GB" dirty="0"/>
              <a:t>Python dictionaries introduced</a:t>
            </a:r>
          </a:p>
        </p:txBody>
      </p:sp>
      <p:sp>
        <p:nvSpPr>
          <p:cNvPr id="3" name="Text Placeholder 2">
            <a:extLst>
              <a:ext uri="{FF2B5EF4-FFF2-40B4-BE49-F238E27FC236}">
                <a16:creationId xmlns:a16="http://schemas.microsoft.com/office/drawing/2014/main" id="{C81DB412-C8E4-492A-DB1E-01ACDABD8443}"/>
              </a:ext>
            </a:extLst>
          </p:cNvPr>
          <p:cNvSpPr>
            <a:spLocks noGrp="1"/>
          </p:cNvSpPr>
          <p:nvPr>
            <p:ph type="body" sz="quarter" idx="14"/>
          </p:nvPr>
        </p:nvSpPr>
        <p:spPr/>
        <p:txBody>
          <a:bodyPr/>
          <a:lstStyle/>
          <a:p>
            <a:r>
              <a:rPr lang="en-GB" b="1" dirty="0"/>
              <a:t>A dictionary object is an ‘ordered’ collection of objects</a:t>
            </a:r>
          </a:p>
          <a:p>
            <a:pPr marL="285750" indent="-285750">
              <a:buFont typeface="Arial" panose="020B0604020202020204" pitchFamily="34" charset="0"/>
              <a:buChar char="•"/>
            </a:pPr>
            <a:r>
              <a:rPr lang="en-GB" dirty="0"/>
              <a:t>From Python 3.6, Python dictionaries are ordered in insertion order.</a:t>
            </a:r>
          </a:p>
          <a:p>
            <a:pPr marL="285750" indent="-285750">
              <a:buFont typeface="Arial" panose="020B0604020202020204" pitchFamily="34" charset="0"/>
              <a:buChar char="•"/>
            </a:pPr>
            <a:r>
              <a:rPr lang="en-GB" dirty="0"/>
              <a:t>Constructed from { } or </a:t>
            </a:r>
            <a:r>
              <a:rPr lang="en-GB" dirty="0" err="1"/>
              <a:t>dict</a:t>
            </a:r>
            <a:r>
              <a:rPr lang="en-GB" dirty="0"/>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 key is a text string, or anything that yields a text string.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Example:</a:t>
            </a:r>
          </a:p>
          <a:p>
            <a:endParaRPr lang="en-GB" dirty="0"/>
          </a:p>
        </p:txBody>
      </p:sp>
      <p:sp>
        <p:nvSpPr>
          <p:cNvPr id="4" name="Slide Number Placeholder 3">
            <a:extLst>
              <a:ext uri="{FF2B5EF4-FFF2-40B4-BE49-F238E27FC236}">
                <a16:creationId xmlns:a16="http://schemas.microsoft.com/office/drawing/2014/main" id="{0883039B-595B-D7C5-CE49-F3CCDAEBBE74}"/>
              </a:ext>
            </a:extLst>
          </p:cNvPr>
          <p:cNvSpPr>
            <a:spLocks noGrp="1"/>
          </p:cNvSpPr>
          <p:nvPr>
            <p:ph type="sldNum" sz="quarter" idx="12"/>
          </p:nvPr>
        </p:nvSpPr>
        <p:spPr/>
        <p:txBody>
          <a:bodyPr/>
          <a:lstStyle/>
          <a:p>
            <a:fld id="{F3469444-D02B-D446-9CF8-19DEDDE073D1}" type="slidenum">
              <a:rPr lang="en-US" smtClean="0"/>
              <a:pPr/>
              <a:t>33</a:t>
            </a:fld>
            <a:endParaRPr lang="en-US"/>
          </a:p>
        </p:txBody>
      </p:sp>
      <p:sp>
        <p:nvSpPr>
          <p:cNvPr id="5" name="Rectangle 4">
            <a:extLst>
              <a:ext uri="{FF2B5EF4-FFF2-40B4-BE49-F238E27FC236}">
                <a16:creationId xmlns:a16="http://schemas.microsoft.com/office/drawing/2014/main" id="{63A7F4E7-025C-5237-4FAF-1E4DC1A1077A}"/>
              </a:ext>
            </a:extLst>
          </p:cNvPr>
          <p:cNvSpPr>
            <a:spLocks noChangeArrowheads="1"/>
          </p:cNvSpPr>
          <p:nvPr/>
        </p:nvSpPr>
        <p:spPr bwMode="auto">
          <a:xfrm>
            <a:off x="827545" y="2917218"/>
            <a:ext cx="7066775" cy="353943"/>
          </a:xfrm>
          <a:prstGeom prst="rect">
            <a:avLst/>
          </a:prstGeom>
          <a:solidFill>
            <a:schemeClr val="tx1"/>
          </a:solidFill>
        </p:spPr>
        <p:txBody>
          <a:bodyPr wrap="square" rtlCol="0">
            <a:spAutoFit/>
          </a:bodyPr>
          <a:lstStyle/>
          <a:p>
            <a:r>
              <a:rPr lang="en-GB" altLang="en-US" sz="1700" err="1">
                <a:solidFill>
                  <a:schemeClr val="bg1"/>
                </a:solidFill>
                <a:latin typeface="Consolas" panose="020B0609020204030204" pitchFamily="49" charset="0"/>
                <a:cs typeface="Consolas" panose="020B0609020204030204" pitchFamily="49" charset="0"/>
              </a:rPr>
              <a:t>mydict</a:t>
            </a:r>
            <a:r>
              <a:rPr lang="en-GB" altLang="en-US" sz="1700">
                <a:solidFill>
                  <a:schemeClr val="bg1"/>
                </a:solidFill>
                <a:latin typeface="Consolas" panose="020B0609020204030204" pitchFamily="49" charset="0"/>
                <a:cs typeface="Consolas" panose="020B0609020204030204" pitchFamily="49" charset="0"/>
              </a:rPr>
              <a:t> = {'key1':object1, 'key2':object2, 'key3':object3}</a:t>
            </a:r>
          </a:p>
        </p:txBody>
      </p:sp>
      <p:sp>
        <p:nvSpPr>
          <p:cNvPr id="6" name="Rectangle 5">
            <a:extLst>
              <a:ext uri="{FF2B5EF4-FFF2-40B4-BE49-F238E27FC236}">
                <a16:creationId xmlns:a16="http://schemas.microsoft.com/office/drawing/2014/main" id="{BF6AED5E-5101-C57B-07F4-A4CBD2B3CAFC}"/>
              </a:ext>
            </a:extLst>
          </p:cNvPr>
          <p:cNvSpPr>
            <a:spLocks noChangeArrowheads="1"/>
          </p:cNvSpPr>
          <p:nvPr/>
        </p:nvSpPr>
        <p:spPr bwMode="auto">
          <a:xfrm>
            <a:off x="827545" y="3758260"/>
            <a:ext cx="3205975" cy="353943"/>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mydict['key4'] = object4</a:t>
            </a:r>
          </a:p>
        </p:txBody>
      </p:sp>
      <p:sp>
        <p:nvSpPr>
          <p:cNvPr id="7" name="Rectangle 6">
            <a:extLst>
              <a:ext uri="{FF2B5EF4-FFF2-40B4-BE49-F238E27FC236}">
                <a16:creationId xmlns:a16="http://schemas.microsoft.com/office/drawing/2014/main" id="{C0AF40FB-A11B-2740-E15F-D2819D141A5F}"/>
              </a:ext>
            </a:extLst>
          </p:cNvPr>
          <p:cNvSpPr>
            <a:spLocks noChangeArrowheads="1"/>
          </p:cNvSpPr>
          <p:nvPr/>
        </p:nvSpPr>
        <p:spPr bwMode="auto">
          <a:xfrm>
            <a:off x="827545" y="4486132"/>
            <a:ext cx="6599415" cy="2185214"/>
          </a:xfrm>
          <a:prstGeom prst="rect">
            <a:avLst/>
          </a:prstGeom>
          <a:solidFill>
            <a:schemeClr val="tx1"/>
          </a:solidFill>
        </p:spPr>
        <p:txBody>
          <a:bodyPr wrap="square" rtlCol="0">
            <a:spAutoFit/>
          </a:bodyPr>
          <a:lstStyle/>
          <a:p>
            <a:r>
              <a:rPr lang="pt-BR" altLang="en-US" sz="1700">
                <a:solidFill>
                  <a:schemeClr val="bg1"/>
                </a:solidFill>
                <a:latin typeface="Consolas" panose="020B0609020204030204" pitchFamily="49" charset="0"/>
                <a:cs typeface="Consolas" panose="020B0609020204030204" pitchFamily="49" charset="0"/>
              </a:rPr>
              <a:t>mydict = {'Australia':'Canberra', 'Eire':'Dublin',</a:t>
            </a:r>
          </a:p>
          <a:p>
            <a:r>
              <a:rPr lang="pt-BR" altLang="en-US" sz="1700">
                <a:solidFill>
                  <a:schemeClr val="bg1"/>
                </a:solidFill>
                <a:latin typeface="Consolas" panose="020B0609020204030204" pitchFamily="49" charset="0"/>
                <a:cs typeface="Consolas" panose="020B0609020204030204" pitchFamily="49" charset="0"/>
              </a:rPr>
              <a:t>          'France':'Paris', 'Finland':'Helsinki', </a:t>
            </a:r>
          </a:p>
          <a:p>
            <a:r>
              <a:rPr lang="pt-BR" altLang="en-US" sz="1700">
                <a:solidFill>
                  <a:schemeClr val="bg1"/>
                </a:solidFill>
                <a:latin typeface="Consolas" panose="020B0609020204030204" pitchFamily="49" charset="0"/>
                <a:cs typeface="Consolas" panose="020B0609020204030204" pitchFamily="49" charset="0"/>
              </a:rPr>
              <a:t>          'UK':'London', 'US':'Washington’</a:t>
            </a:r>
          </a:p>
          <a:p>
            <a:r>
              <a:rPr lang="pt-BR" altLang="en-US" sz="1700">
                <a:solidFill>
                  <a:schemeClr val="bg1"/>
                </a:solidFill>
                <a:latin typeface="Consolas" panose="020B0609020204030204" pitchFamily="49" charset="0"/>
                <a:cs typeface="Consolas" panose="020B0609020204030204" pitchFamily="49" charset="0"/>
              </a:rPr>
              <a:t>}</a:t>
            </a:r>
          </a:p>
          <a:p>
            <a:r>
              <a:rPr lang="pt-BR" altLang="en-US" sz="1700">
                <a:solidFill>
                  <a:schemeClr val="bg1"/>
                </a:solidFill>
                <a:latin typeface="Consolas" panose="020B0609020204030204" pitchFamily="49" charset="0"/>
                <a:cs typeface="Consolas" panose="020B0609020204030204" pitchFamily="49" charset="0"/>
              </a:rPr>
              <a:t>print(mydict['UK'])</a:t>
            </a:r>
          </a:p>
          <a:p>
            <a:endParaRPr lang="pt-BR" altLang="en-US" sz="1700">
              <a:solidFill>
                <a:schemeClr val="bg1"/>
              </a:solidFill>
              <a:latin typeface="Consolas" panose="020B0609020204030204" pitchFamily="49" charset="0"/>
              <a:cs typeface="Consolas" panose="020B0609020204030204" pitchFamily="49" charset="0"/>
            </a:endParaRPr>
          </a:p>
          <a:p>
            <a:r>
              <a:rPr lang="pt-BR" altLang="en-US" sz="1700">
                <a:solidFill>
                  <a:schemeClr val="bg1"/>
                </a:solidFill>
                <a:latin typeface="Consolas" panose="020B0609020204030204" pitchFamily="49" charset="0"/>
                <a:cs typeface="Consolas" panose="020B0609020204030204" pitchFamily="49" charset="0"/>
              </a:rPr>
              <a:t>country = 'Iceland'</a:t>
            </a:r>
          </a:p>
          <a:p>
            <a:r>
              <a:rPr lang="pt-BR" altLang="en-US" sz="1700">
                <a:solidFill>
                  <a:schemeClr val="bg1"/>
                </a:solidFill>
                <a:latin typeface="Consolas" panose="020B0609020204030204" pitchFamily="49" charset="0"/>
                <a:cs typeface="Consolas" panose="020B0609020204030204" pitchFamily="49" charset="0"/>
              </a:rPr>
              <a:t>mydict[country] = 'Reykjavik'</a:t>
            </a:r>
          </a:p>
        </p:txBody>
      </p:sp>
      <p:sp>
        <p:nvSpPr>
          <p:cNvPr id="8" name="TextBox 7">
            <a:extLst>
              <a:ext uri="{FF2B5EF4-FFF2-40B4-BE49-F238E27FC236}">
                <a16:creationId xmlns:a16="http://schemas.microsoft.com/office/drawing/2014/main" id="{C2A0F888-D06B-1D9B-0AA0-EC6E506C8A90}"/>
              </a:ext>
            </a:extLst>
          </p:cNvPr>
          <p:cNvSpPr txBox="1"/>
          <p:nvPr/>
        </p:nvSpPr>
        <p:spPr>
          <a:xfrm>
            <a:off x="7426960" y="5532510"/>
            <a:ext cx="1134299" cy="369332"/>
          </a:xfrm>
          <a:prstGeom prst="rect">
            <a:avLst/>
          </a:prstGeom>
          <a:solidFill>
            <a:schemeClr val="bg1"/>
          </a:solidFill>
          <a:ln>
            <a:solidFill>
              <a:schemeClr val="tx1"/>
            </a:solidFill>
          </a:ln>
        </p:spPr>
        <p:txBody>
          <a:bodyPr wrap="square" rtlCol="0">
            <a:spAutoFit/>
          </a:bodyPr>
          <a:lstStyle/>
          <a:p>
            <a:r>
              <a:rPr lang="en-GB"/>
              <a:t>London</a:t>
            </a:r>
          </a:p>
        </p:txBody>
      </p:sp>
    </p:spTree>
    <p:extLst>
      <p:ext uri="{BB962C8B-B14F-4D97-AF65-F5344CB8AC3E}">
        <p14:creationId xmlns:p14="http://schemas.microsoft.com/office/powerpoint/2010/main" val="3633410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1375-47F3-E4C3-E72A-8D38ECEDB2D3}"/>
              </a:ext>
            </a:extLst>
          </p:cNvPr>
          <p:cNvSpPr>
            <a:spLocks noGrp="1"/>
          </p:cNvSpPr>
          <p:nvPr>
            <p:ph type="ctrTitle"/>
          </p:nvPr>
        </p:nvSpPr>
        <p:spPr>
          <a:xfrm>
            <a:off x="473406" y="1118152"/>
            <a:ext cx="6777996" cy="1247916"/>
          </a:xfrm>
        </p:spPr>
        <p:txBody>
          <a:bodyPr/>
          <a:lstStyle/>
          <a:p>
            <a:r>
              <a:rPr lang="en-GB" dirty="0"/>
              <a:t>Review and lab</a:t>
            </a:r>
          </a:p>
        </p:txBody>
      </p:sp>
      <p:sp>
        <p:nvSpPr>
          <p:cNvPr id="3" name="Subtitle 2">
            <a:extLst>
              <a:ext uri="{FF2B5EF4-FFF2-40B4-BE49-F238E27FC236}">
                <a16:creationId xmlns:a16="http://schemas.microsoft.com/office/drawing/2014/main" id="{5B667537-6F41-46D5-6DF6-22E94EC419AB}"/>
              </a:ext>
            </a:extLst>
          </p:cNvPr>
          <p:cNvSpPr>
            <a:spLocks noGrp="1"/>
          </p:cNvSpPr>
          <p:nvPr>
            <p:ph type="subTitle" idx="1"/>
          </p:nvPr>
        </p:nvSpPr>
        <p:spPr>
          <a:xfrm>
            <a:off x="473075" y="2901949"/>
            <a:ext cx="6151563" cy="1247775"/>
          </a:xfrm>
        </p:spPr>
        <p:txBody>
          <a:bodyPr>
            <a:normAutofit/>
          </a:bodyPr>
          <a:lstStyle/>
          <a:p>
            <a:r>
              <a:rPr lang="en-GB" dirty="0"/>
              <a:t>Answer the review questions.</a:t>
            </a:r>
          </a:p>
          <a:p>
            <a:r>
              <a:rPr lang="en-GB" dirty="0"/>
              <a:t>Your instructor will guide you on which lab exercises to complete.</a:t>
            </a:r>
          </a:p>
        </p:txBody>
      </p:sp>
    </p:spTree>
    <p:extLst>
      <p:ext uri="{BB962C8B-B14F-4D97-AF65-F5344CB8AC3E}">
        <p14:creationId xmlns:p14="http://schemas.microsoft.com/office/powerpoint/2010/main" val="9136106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4D64F-00C8-4D63-E51A-DFB7A3430625}"/>
              </a:ext>
            </a:extLst>
          </p:cNvPr>
          <p:cNvSpPr>
            <a:spLocks noGrp="1"/>
          </p:cNvSpPr>
          <p:nvPr>
            <p:ph type="ctrTitle"/>
          </p:nvPr>
        </p:nvSpPr>
        <p:spPr>
          <a:prstGeom prst="rect">
            <a:avLst/>
          </a:prstGeom>
        </p:spPr>
        <p:txBody>
          <a:bodyPr/>
          <a:lstStyle/>
          <a:p>
            <a:r>
              <a:rPr lang="en-GB" dirty="0"/>
              <a:t>Review questions</a:t>
            </a:r>
          </a:p>
        </p:txBody>
      </p:sp>
      <p:sp>
        <p:nvSpPr>
          <p:cNvPr id="6" name="Text Placeholder 5">
            <a:extLst>
              <a:ext uri="{FF2B5EF4-FFF2-40B4-BE49-F238E27FC236}">
                <a16:creationId xmlns:a16="http://schemas.microsoft.com/office/drawing/2014/main" id="{9A3EAC25-A4FA-3E86-789C-3F19C3B2315B}"/>
              </a:ext>
            </a:extLst>
          </p:cNvPr>
          <p:cNvSpPr>
            <a:spLocks noGrp="1"/>
          </p:cNvSpPr>
          <p:nvPr>
            <p:ph type="body" sz="quarter" idx="13"/>
          </p:nvPr>
        </p:nvSpPr>
        <p:spPr>
          <a:xfrm>
            <a:off x="443921" y="1733108"/>
            <a:ext cx="6909379" cy="4061405"/>
          </a:xfrm>
        </p:spPr>
        <p:txBody>
          <a:bodyPr/>
          <a:lstStyle/>
          <a:p>
            <a:pPr marL="263525" indent="-263525">
              <a:buAutoNum type="arabicPeriod"/>
            </a:pPr>
            <a:r>
              <a:rPr lang="en-GB" b="1" dirty="0"/>
              <a:t>Which of the following correctly creates a multi-line string?</a:t>
            </a:r>
          </a:p>
          <a:p>
            <a:pPr marL="538163" indent="-274638">
              <a:buFont typeface="+mj-lt"/>
              <a:buAutoNum type="alphaLcPeriod"/>
            </a:pPr>
            <a:r>
              <a:rPr lang="en-GB" dirty="0"/>
              <a:t>'This is a string\</a:t>
            </a:r>
            <a:r>
              <a:rPr lang="en-GB" dirty="0" err="1"/>
              <a:t>nwith</a:t>
            </a:r>
            <a:r>
              <a:rPr lang="en-GB" dirty="0"/>
              <a:t> multiple lines’</a:t>
            </a:r>
          </a:p>
          <a:p>
            <a:pPr marL="538163" indent="-274638">
              <a:buFont typeface="+mj-lt"/>
              <a:buAutoNum type="alphaLcPeriod"/>
            </a:pPr>
            <a:r>
              <a:rPr lang="en-GB" altLang="en-US" dirty="0">
                <a:latin typeface="Consolas" panose="020B0609020204030204" pitchFamily="49" charset="0"/>
                <a:cs typeface="Consolas" panose="020B0609020204030204" pitchFamily="49" charset="0"/>
              </a:rPr>
              <a:t>"</a:t>
            </a:r>
            <a:r>
              <a:rPr lang="en-GB" dirty="0"/>
              <a:t>This is a string with multiple lines</a:t>
            </a:r>
            <a:r>
              <a:rPr lang="en-GB" altLang="en-US" dirty="0">
                <a:latin typeface="Consolas" panose="020B0609020204030204" pitchFamily="49" charset="0"/>
                <a:cs typeface="Consolas" panose="020B0609020204030204" pitchFamily="49" charset="0"/>
              </a:rPr>
              <a:t>"</a:t>
            </a:r>
            <a:endParaRPr lang="en-GB" dirty="0"/>
          </a:p>
          <a:p>
            <a:pPr marL="538163" indent="-274638">
              <a:buFont typeface="+mj-lt"/>
              <a:buAutoNum type="alphaLcPeriod"/>
            </a:pPr>
            <a:r>
              <a:rPr lang="en-GB" altLang="en-US" dirty="0">
                <a:latin typeface="Consolas" panose="020B0609020204030204" pitchFamily="49" charset="0"/>
                <a:cs typeface="Consolas" panose="020B0609020204030204" pitchFamily="49" charset="0"/>
              </a:rPr>
              <a:t>"""</a:t>
            </a:r>
            <a:r>
              <a:rPr lang="en-GB" dirty="0"/>
              <a:t>This is a string with multiple lines</a:t>
            </a:r>
            <a:r>
              <a:rPr lang="en-GB" altLang="en-US" dirty="0">
                <a:latin typeface="Consolas" panose="020B0609020204030204" pitchFamily="49" charset="0"/>
                <a:cs typeface="Consolas" panose="020B0609020204030204" pitchFamily="49" charset="0"/>
              </a:rPr>
              <a:t>"""</a:t>
            </a:r>
            <a:endParaRPr lang="en-GB" dirty="0"/>
          </a:p>
          <a:p>
            <a:pPr marL="538163" indent="-274638">
              <a:buFont typeface="+mj-lt"/>
              <a:buAutoNum type="alphaLcPeriod"/>
            </a:pPr>
            <a:r>
              <a:rPr lang="en-GB" dirty="0"/>
              <a:t>str(</a:t>
            </a:r>
            <a:r>
              <a:rPr lang="en-GB" altLang="en-US" dirty="0">
                <a:latin typeface="Consolas" panose="020B0609020204030204" pitchFamily="49" charset="0"/>
                <a:cs typeface="Consolas" panose="020B0609020204030204" pitchFamily="49" charset="0"/>
              </a:rPr>
              <a:t>"</a:t>
            </a:r>
            <a:r>
              <a:rPr lang="en-GB" dirty="0"/>
              <a:t>This is a string, with multiple lines</a:t>
            </a:r>
            <a:r>
              <a:rPr lang="en-GB" altLang="en-US" dirty="0">
                <a:latin typeface="Consolas" panose="020B0609020204030204" pitchFamily="49" charset="0"/>
                <a:cs typeface="Consolas" panose="020B0609020204030204" pitchFamily="49" charset="0"/>
              </a:rPr>
              <a:t>"</a:t>
            </a:r>
            <a:r>
              <a:rPr lang="en-GB" dirty="0"/>
              <a:t>) </a:t>
            </a:r>
          </a:p>
          <a:p>
            <a:pPr marL="263525" indent="-263525">
              <a:buFont typeface="+mj-lt"/>
              <a:buAutoNum type="arabicPeriod" startAt="2"/>
            </a:pPr>
            <a:r>
              <a:rPr lang="en-GB" b="1" dirty="0"/>
              <a:t>What is the output of the following code?</a:t>
            </a:r>
          </a:p>
          <a:p>
            <a:pPr marL="263525" indent="-263525">
              <a:buFont typeface="+mj-lt"/>
              <a:buAutoNum type="arabicPeriod" startAt="2"/>
            </a:pPr>
            <a:endParaRPr lang="en-GB" b="1" dirty="0"/>
          </a:p>
          <a:p>
            <a:pPr marL="538163" indent="-274638">
              <a:buFont typeface="+mj-lt"/>
              <a:buAutoNum type="alphaLcPeriod"/>
            </a:pPr>
            <a:r>
              <a:rPr lang="en-GB" dirty="0" err="1"/>
              <a:t>TypeError</a:t>
            </a:r>
            <a:r>
              <a:rPr lang="en-GB" dirty="0"/>
              <a:t>: Literal ’str’ object is not </a:t>
            </a:r>
            <a:r>
              <a:rPr lang="en-GB" dirty="0" err="1"/>
              <a:t>subscriptable</a:t>
            </a:r>
            <a:endParaRPr lang="en-GB" dirty="0"/>
          </a:p>
          <a:p>
            <a:pPr marL="538163" indent="-274638">
              <a:buFont typeface="+mj-lt"/>
              <a:buAutoNum type="alphaLcPeriod"/>
            </a:pPr>
            <a:r>
              <a:rPr lang="en-GB" dirty="0"/>
              <a:t>n</a:t>
            </a:r>
          </a:p>
          <a:p>
            <a:pPr marL="538163" indent="-274638">
              <a:buFont typeface="+mj-lt"/>
              <a:buAutoNum type="alphaLcPeriod"/>
            </a:pPr>
            <a:r>
              <a:rPr lang="en-GB" dirty="0"/>
              <a:t>o</a:t>
            </a:r>
          </a:p>
          <a:p>
            <a:pPr marL="538163" indent="-274638">
              <a:buFont typeface="+mj-lt"/>
              <a:buAutoNum type="alphaLcPeriod"/>
            </a:pPr>
            <a:r>
              <a:rPr lang="en-GB" dirty="0"/>
              <a:t>P</a:t>
            </a:r>
          </a:p>
        </p:txBody>
      </p:sp>
      <p:sp>
        <p:nvSpPr>
          <p:cNvPr id="4" name="Slide Number Placeholder 3">
            <a:extLst>
              <a:ext uri="{FF2B5EF4-FFF2-40B4-BE49-F238E27FC236}">
                <a16:creationId xmlns:a16="http://schemas.microsoft.com/office/drawing/2014/main" id="{509DA24A-B334-E6AB-0D72-8E6C2AF2ED05}"/>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35</a:t>
            </a:fld>
            <a:endParaRPr lang="en-US"/>
          </a:p>
        </p:txBody>
      </p:sp>
      <p:sp>
        <p:nvSpPr>
          <p:cNvPr id="2" name="Rectangle 4">
            <a:extLst>
              <a:ext uri="{FF2B5EF4-FFF2-40B4-BE49-F238E27FC236}">
                <a16:creationId xmlns:a16="http://schemas.microsoft.com/office/drawing/2014/main" id="{44D489C2-E5EF-0563-F9AE-A62D46A7312E}"/>
              </a:ext>
            </a:extLst>
          </p:cNvPr>
          <p:cNvSpPr txBox="1">
            <a:spLocks noChangeArrowheads="1"/>
          </p:cNvSpPr>
          <p:nvPr/>
        </p:nvSpPr>
        <p:spPr bwMode="auto">
          <a:xfrm>
            <a:off x="830153" y="4170387"/>
            <a:ext cx="2341291" cy="313932"/>
          </a:xfrm>
          <a:prstGeom prst="rect">
            <a:avLst/>
          </a:prstGeom>
          <a:solidFill>
            <a:schemeClr val="tx1"/>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a:solidFill>
                  <a:schemeClr val="bg1"/>
                </a:solidFill>
                <a:latin typeface="Consolas" panose="020B0609020204030204" pitchFamily="49" charset="0"/>
                <a:cs typeface="Consolas" panose="020B0609020204030204" pitchFamily="49" charset="0"/>
              </a:rPr>
              <a:t>print("Python"[-1])</a:t>
            </a:r>
          </a:p>
        </p:txBody>
      </p:sp>
    </p:spTree>
    <p:extLst>
      <p:ext uri="{BB962C8B-B14F-4D97-AF65-F5344CB8AC3E}">
        <p14:creationId xmlns:p14="http://schemas.microsoft.com/office/powerpoint/2010/main" val="4228118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B570A-74CA-95B2-FA95-9869F781E2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BDC4B9-32D9-7C9A-51A4-1D671BB98AE4}"/>
              </a:ext>
            </a:extLst>
          </p:cNvPr>
          <p:cNvSpPr>
            <a:spLocks noGrp="1"/>
          </p:cNvSpPr>
          <p:nvPr>
            <p:ph type="ctrTitle"/>
          </p:nvPr>
        </p:nvSpPr>
        <p:spPr/>
        <p:txBody>
          <a:bodyPr/>
          <a:lstStyle/>
          <a:p>
            <a:r>
              <a:rPr lang="en-GB" dirty="0"/>
              <a:t>Review questions </a:t>
            </a:r>
          </a:p>
        </p:txBody>
      </p:sp>
      <p:sp>
        <p:nvSpPr>
          <p:cNvPr id="6" name="Text Placeholder 5">
            <a:extLst>
              <a:ext uri="{FF2B5EF4-FFF2-40B4-BE49-F238E27FC236}">
                <a16:creationId xmlns:a16="http://schemas.microsoft.com/office/drawing/2014/main" id="{645CF064-E311-738D-AB8D-525E017BB6F7}"/>
              </a:ext>
            </a:extLst>
          </p:cNvPr>
          <p:cNvSpPr>
            <a:spLocks noGrp="1"/>
          </p:cNvSpPr>
          <p:nvPr>
            <p:ph type="body" sz="quarter" idx="13"/>
          </p:nvPr>
        </p:nvSpPr>
        <p:spPr/>
        <p:txBody>
          <a:bodyPr/>
          <a:lstStyle/>
          <a:p>
            <a:pPr marL="263525" indent="-263525">
              <a:buFont typeface="+mj-lt"/>
              <a:buAutoNum type="arabicPeriod" startAt="3"/>
            </a:pPr>
            <a:r>
              <a:rPr lang="en-GB" b="1" dirty="0"/>
              <a:t>What does the following code print?</a:t>
            </a:r>
          </a:p>
          <a:p>
            <a:pPr marL="263525" indent="-263525">
              <a:buFont typeface="+mj-lt"/>
              <a:buAutoNum type="arabicPeriod" startAt="3"/>
            </a:pPr>
            <a:endParaRPr lang="en-GB" b="1" dirty="0"/>
          </a:p>
          <a:p>
            <a:pPr marL="538163" indent="-274638">
              <a:buFont typeface="+mj-lt"/>
              <a:buAutoNum type="alphaLcPeriod"/>
            </a:pPr>
            <a:r>
              <a:rPr lang="en-GB" dirty="0"/>
              <a:t>Hello world</a:t>
            </a:r>
          </a:p>
          <a:p>
            <a:pPr marL="538163" indent="-274638">
              <a:buFont typeface="+mj-lt"/>
              <a:buAutoNum type="alphaLcPeriod"/>
            </a:pPr>
            <a:r>
              <a:rPr lang="en-GB" dirty="0"/>
              <a:t>HELLO WORLD</a:t>
            </a:r>
          </a:p>
          <a:p>
            <a:pPr marL="538163" indent="-274638">
              <a:buFont typeface="+mj-lt"/>
              <a:buAutoNum type="alphaLcPeriod"/>
            </a:pPr>
            <a:r>
              <a:rPr lang="en-GB" dirty="0"/>
              <a:t>hello world</a:t>
            </a:r>
          </a:p>
          <a:p>
            <a:pPr marL="538163" indent="-274638">
              <a:buFont typeface="+mj-lt"/>
              <a:buAutoNum type="alphaLcPeriod"/>
            </a:pPr>
            <a:r>
              <a:rPr lang="en-GB" dirty="0"/>
              <a:t>Hello World</a:t>
            </a:r>
          </a:p>
          <a:p>
            <a:pPr marL="263525" indent="-263525">
              <a:buFont typeface="+mj-lt"/>
              <a:buAutoNum type="arabicPeriod" startAt="4"/>
            </a:pPr>
            <a:r>
              <a:rPr lang="en-GB" b="1" dirty="0"/>
              <a:t>Which statement about f-strings is true?</a:t>
            </a:r>
          </a:p>
          <a:p>
            <a:pPr marL="606425" indent="-342900">
              <a:buFont typeface="+mj-lt"/>
              <a:buAutoNum type="alphaLcPeriod"/>
            </a:pPr>
            <a:r>
              <a:rPr lang="en-GB" dirty="0"/>
              <a:t>They can include variables and expressions inside {}.</a:t>
            </a:r>
          </a:p>
          <a:p>
            <a:pPr marL="606425" indent="-342900">
              <a:buFont typeface="+mj-lt"/>
              <a:buAutoNum type="alphaLcPeriod"/>
            </a:pPr>
            <a:r>
              <a:rPr lang="en-GB" dirty="0"/>
              <a:t>They can contain literal text.</a:t>
            </a:r>
          </a:p>
          <a:p>
            <a:pPr marL="606425" indent="-342900">
              <a:buFont typeface="+mj-lt"/>
              <a:buAutoNum type="alphaLcPeriod"/>
            </a:pPr>
            <a:r>
              <a:rPr lang="en-GB" dirty="0"/>
              <a:t>They automatically escape all special characters.</a:t>
            </a:r>
          </a:p>
          <a:p>
            <a:pPr marL="606425" indent="-342900">
              <a:buFont typeface="+mj-lt"/>
              <a:buAutoNum type="alphaLcPeriod"/>
            </a:pPr>
            <a:r>
              <a:rPr lang="en-GB" dirty="0"/>
              <a:t>They can be used with byte objects.</a:t>
            </a:r>
          </a:p>
        </p:txBody>
      </p:sp>
      <p:sp>
        <p:nvSpPr>
          <p:cNvPr id="4" name="Slide Number Placeholder 3">
            <a:extLst>
              <a:ext uri="{FF2B5EF4-FFF2-40B4-BE49-F238E27FC236}">
                <a16:creationId xmlns:a16="http://schemas.microsoft.com/office/drawing/2014/main" id="{BED82164-30A5-453C-3CEE-24D80A899AF1}"/>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36</a:t>
            </a:fld>
            <a:endParaRPr lang="en-US"/>
          </a:p>
        </p:txBody>
      </p:sp>
      <p:sp>
        <p:nvSpPr>
          <p:cNvPr id="2" name="Rectangle 4">
            <a:extLst>
              <a:ext uri="{FF2B5EF4-FFF2-40B4-BE49-F238E27FC236}">
                <a16:creationId xmlns:a16="http://schemas.microsoft.com/office/drawing/2014/main" id="{962EFCFA-537E-6ABA-3B47-DF4735333DFA}"/>
              </a:ext>
            </a:extLst>
          </p:cNvPr>
          <p:cNvSpPr txBox="1">
            <a:spLocks noChangeArrowheads="1"/>
          </p:cNvSpPr>
          <p:nvPr/>
        </p:nvSpPr>
        <p:spPr bwMode="auto">
          <a:xfrm>
            <a:off x="792053" y="2098255"/>
            <a:ext cx="3914059" cy="313932"/>
          </a:xfrm>
          <a:prstGeom prst="rect">
            <a:avLst/>
          </a:prstGeom>
          <a:solidFill>
            <a:schemeClr val="tx1"/>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1600" dirty="0">
                <a:solidFill>
                  <a:schemeClr val="bg1"/>
                </a:solidFill>
                <a:latin typeface="Consolas" panose="020B0609020204030204" pitchFamily="49" charset="0"/>
                <a:cs typeface="Consolas" panose="020B0609020204030204" pitchFamily="49" charset="0"/>
              </a:rPr>
              <a:t>print("hello </a:t>
            </a:r>
            <a:r>
              <a:rPr lang="en-GB" altLang="en-US" sz="1600" dirty="0" err="1">
                <a:solidFill>
                  <a:schemeClr val="bg1"/>
                </a:solidFill>
                <a:latin typeface="Consolas" panose="020B0609020204030204" pitchFamily="49" charset="0"/>
                <a:cs typeface="Consolas" panose="020B0609020204030204" pitchFamily="49" charset="0"/>
              </a:rPr>
              <a:t>world".capitalize</a:t>
            </a:r>
            <a:r>
              <a:rPr lang="en-GB" altLang="en-US" sz="1600" dirty="0">
                <a:solidFill>
                  <a:schemeClr val="bg1"/>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146823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4FFB4-BCA5-18E9-9F68-1408ED834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34928-5BC1-8AE5-4586-E89CFE7979AC}"/>
              </a:ext>
            </a:extLst>
          </p:cNvPr>
          <p:cNvSpPr>
            <a:spLocks noGrp="1"/>
          </p:cNvSpPr>
          <p:nvPr>
            <p:ph type="ctrTitle"/>
          </p:nvPr>
        </p:nvSpPr>
        <p:spPr/>
        <p:txBody>
          <a:bodyPr/>
          <a:lstStyle/>
          <a:p>
            <a:r>
              <a:rPr lang="en-GB"/>
              <a:t>Summary </a:t>
            </a:r>
          </a:p>
        </p:txBody>
      </p:sp>
      <p:sp>
        <p:nvSpPr>
          <p:cNvPr id="3" name="Text Placeholder 2">
            <a:extLst>
              <a:ext uri="{FF2B5EF4-FFF2-40B4-BE49-F238E27FC236}">
                <a16:creationId xmlns:a16="http://schemas.microsoft.com/office/drawing/2014/main" id="{454A328C-3ADF-54A6-C46E-2DA907147B23}"/>
              </a:ext>
            </a:extLst>
          </p:cNvPr>
          <p:cNvSpPr>
            <a:spLocks noGrp="1"/>
          </p:cNvSpPr>
          <p:nvPr>
            <p:ph type="body" sz="quarter" idx="14"/>
          </p:nvPr>
        </p:nvSpPr>
        <p:spPr/>
        <p:txBody>
          <a:bodyPr/>
          <a:lstStyle/>
          <a:p>
            <a:r>
              <a:rPr lang="en-GB" b="1" dirty="0"/>
              <a:t>Python 3 strings are Unicode.</a:t>
            </a:r>
          </a:p>
          <a:p>
            <a:pPr marL="285750" indent="-285750">
              <a:buFont typeface="Arial" panose="020B0604020202020204" pitchFamily="34" charset="0"/>
              <a:buChar char="•"/>
            </a:pPr>
            <a:r>
              <a:rPr lang="en-GB" dirty="0"/>
              <a:t>No difference between ' and </a:t>
            </a:r>
            <a:r>
              <a:rPr lang="en-GB" altLang="en-US" dirty="0">
                <a:latin typeface="Consolas" panose="020B0609020204030204" pitchFamily="49" charset="0"/>
                <a:cs typeface="Consolas" panose="020B0609020204030204" pitchFamily="49" charset="0"/>
              </a:rPr>
              <a:t>"</a:t>
            </a:r>
            <a:r>
              <a:rPr lang="en-GB" dirty="0"/>
              <a:t> — use whichever improves readability</a:t>
            </a:r>
          </a:p>
          <a:p>
            <a:pPr marL="285750" indent="-285750">
              <a:buFont typeface="Arial" panose="020B0604020202020204" pitchFamily="34" charset="0"/>
              <a:buChar char="•"/>
            </a:pPr>
            <a:r>
              <a:rPr lang="en-GB" dirty="0"/>
              <a:t>Triple quotes allow multi-line text.</a:t>
            </a:r>
          </a:p>
          <a:p>
            <a:pPr marL="285750" indent="-285750">
              <a:buFont typeface="Arial" panose="020B0604020202020204" pitchFamily="34" charset="0"/>
              <a:buChar char="•"/>
            </a:pPr>
            <a:r>
              <a:rPr lang="en-GB" dirty="0"/>
              <a:t>Escape characters like \r, \n, and \t can be included inside strings.</a:t>
            </a:r>
          </a:p>
          <a:p>
            <a:r>
              <a:rPr lang="en-GB" b="1" dirty="0"/>
              <a:t>Variables are not interpolated inside quotes.</a:t>
            </a:r>
          </a:p>
          <a:p>
            <a:pPr marL="285750" indent="-285750">
              <a:buFont typeface="Arial" panose="020B0604020202020204" pitchFamily="34" charset="0"/>
              <a:buChar char="•"/>
            </a:pPr>
            <a:r>
              <a:rPr lang="en-GB" dirty="0"/>
              <a:t>Use f-strings or format() for insertion.</a:t>
            </a:r>
          </a:p>
          <a:p>
            <a:r>
              <a:rPr lang="en-GB" b="1" dirty="0"/>
              <a:t>Common string methods:</a:t>
            </a:r>
          </a:p>
          <a:p>
            <a:pPr marL="285750" indent="-285750">
              <a:buFont typeface="Arial" panose="020B0604020202020204" pitchFamily="34" charset="0"/>
              <a:buChar char="•"/>
            </a:pPr>
            <a:r>
              <a:rPr lang="en-GB" b="1" dirty="0"/>
              <a:t>format(): </a:t>
            </a:r>
            <a:r>
              <a:rPr lang="en-GB" dirty="0"/>
              <a:t>For string formatting.</a:t>
            </a:r>
          </a:p>
          <a:p>
            <a:pPr marL="285750" indent="-285750">
              <a:buFont typeface="Arial" panose="020B0604020202020204" pitchFamily="34" charset="0"/>
              <a:buChar char="•"/>
            </a:pPr>
            <a:r>
              <a:rPr lang="en-GB" b="1" dirty="0"/>
              <a:t>split(): </a:t>
            </a:r>
            <a:r>
              <a:rPr lang="en-GB" dirty="0"/>
              <a:t>To divide a string into a list.</a:t>
            </a:r>
          </a:p>
          <a:p>
            <a:pPr marL="285750" indent="-285750">
              <a:buFont typeface="Arial" panose="020B0604020202020204" pitchFamily="34" charset="0"/>
              <a:buChar char="•"/>
            </a:pPr>
            <a:r>
              <a:rPr lang="en-GB" b="1" dirty="0"/>
              <a:t>join(): </a:t>
            </a:r>
            <a:r>
              <a:rPr lang="en-GB" dirty="0"/>
              <a:t>To combine a sequence into a string.</a:t>
            </a:r>
          </a:p>
          <a:p>
            <a:r>
              <a:rPr lang="en-GB" b="1" dirty="0"/>
              <a:t>Strings can be sliced using [start:end+1], just like other sequences.</a:t>
            </a:r>
          </a:p>
        </p:txBody>
      </p:sp>
    </p:spTree>
    <p:extLst>
      <p:ext uri="{BB962C8B-B14F-4D97-AF65-F5344CB8AC3E}">
        <p14:creationId xmlns:p14="http://schemas.microsoft.com/office/powerpoint/2010/main" val="1155526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BE159-1CEE-762C-B62A-C047DDC5F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A9490-FA1D-18C8-1991-ECBD6811D397}"/>
              </a:ext>
            </a:extLst>
          </p:cNvPr>
          <p:cNvSpPr>
            <a:spLocks noGrp="1"/>
          </p:cNvSpPr>
          <p:nvPr>
            <p:ph type="ctrTitle"/>
          </p:nvPr>
        </p:nvSpPr>
        <p:spPr/>
        <p:txBody>
          <a:bodyPr/>
          <a:lstStyle/>
          <a:p>
            <a:r>
              <a:rPr lang="en-GB" dirty="0"/>
              <a:t>String formatting: Examples</a:t>
            </a:r>
          </a:p>
        </p:txBody>
      </p:sp>
      <p:sp>
        <p:nvSpPr>
          <p:cNvPr id="4" name="Rectangle 4">
            <a:extLst>
              <a:ext uri="{FF2B5EF4-FFF2-40B4-BE49-F238E27FC236}">
                <a16:creationId xmlns:a16="http://schemas.microsoft.com/office/drawing/2014/main" id="{E49DB185-A7D8-F7F1-1265-F18163F15B87}"/>
              </a:ext>
            </a:extLst>
          </p:cNvPr>
          <p:cNvSpPr txBox="1">
            <a:spLocks noChangeArrowheads="1"/>
          </p:cNvSpPr>
          <p:nvPr/>
        </p:nvSpPr>
        <p:spPr bwMode="auto">
          <a:xfrm>
            <a:off x="560295" y="1733108"/>
            <a:ext cx="6334832" cy="7191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err="1">
                <a:solidFill>
                  <a:schemeClr val="bg1"/>
                </a:solidFill>
                <a:latin typeface="Consolas" panose="020B0609020204030204" pitchFamily="49" charset="0"/>
                <a:cs typeface="Consolas" panose="020B0609020204030204" pitchFamily="49" charset="0"/>
              </a:rPr>
              <a:t>flt</a:t>
            </a:r>
            <a:r>
              <a:rPr lang="en-GB" altLang="en-US">
                <a:solidFill>
                  <a:schemeClr val="bg1"/>
                </a:solidFill>
                <a:latin typeface="Consolas" panose="020B0609020204030204" pitchFamily="49" charset="0"/>
                <a:cs typeface="Consolas" panose="020B0609020204030204" pitchFamily="49" charset="0"/>
              </a:rPr>
              <a:t> = 22/7</a:t>
            </a:r>
          </a:p>
          <a:p>
            <a:pPr marL="0" indent="0">
              <a:buNone/>
            </a:pPr>
            <a:r>
              <a:rPr lang="en-GB" altLang="en-US">
                <a:solidFill>
                  <a:schemeClr val="bg1"/>
                </a:solidFill>
                <a:latin typeface="Consolas" panose="020B0609020204030204" pitchFamily="49" charset="0"/>
                <a:cs typeface="Consolas" panose="020B0609020204030204" pitchFamily="49" charset="0"/>
              </a:rPr>
              <a:t>print("Float: {</a:t>
            </a:r>
            <a:r>
              <a:rPr lang="en-GB" altLang="en-US" b="1">
                <a:solidFill>
                  <a:schemeClr val="accent1"/>
                </a:solidFill>
                <a:latin typeface="Consolas" panose="020B0609020204030204" pitchFamily="49" charset="0"/>
                <a:cs typeface="Consolas" panose="020B0609020204030204" pitchFamily="49" charset="0"/>
              </a:rPr>
              <a:t>0:11.8f</a:t>
            </a:r>
            <a:r>
              <a:rPr lang="en-GB" altLang="en-US">
                <a:solidFill>
                  <a:schemeClr val="bg1"/>
                </a:solidFill>
                <a:latin typeface="Consolas" panose="020B0609020204030204" pitchFamily="49" charset="0"/>
                <a:cs typeface="Consolas" panose="020B0609020204030204" pitchFamily="49" charset="0"/>
              </a:rPr>
              <a:t>}, sci: {</a:t>
            </a:r>
            <a:r>
              <a:rPr lang="en-GB" altLang="en-US" b="1">
                <a:solidFill>
                  <a:schemeClr val="accent1"/>
                </a:solidFill>
                <a:latin typeface="Consolas" panose="020B0609020204030204" pitchFamily="49" charset="0"/>
                <a:cs typeface="Consolas" panose="020B0609020204030204" pitchFamily="49" charset="0"/>
              </a:rPr>
              <a:t>0:e</a:t>
            </a:r>
            <a:r>
              <a:rPr lang="en-GB" altLang="en-US">
                <a:solidFill>
                  <a:schemeClr val="bg1"/>
                </a:solidFill>
                <a:latin typeface="Consolas" panose="020B0609020204030204" pitchFamily="49" charset="0"/>
                <a:cs typeface="Consolas" panose="020B0609020204030204" pitchFamily="49" charset="0"/>
              </a:rPr>
              <a:t>}".format(</a:t>
            </a:r>
            <a:r>
              <a:rPr lang="en-GB" altLang="en-US" b="1" err="1">
                <a:solidFill>
                  <a:schemeClr val="accent1"/>
                </a:solidFill>
                <a:latin typeface="Consolas" panose="020B0609020204030204" pitchFamily="49" charset="0"/>
                <a:cs typeface="Consolas" panose="020B0609020204030204" pitchFamily="49" charset="0"/>
              </a:rPr>
              <a:t>flt</a:t>
            </a:r>
            <a:r>
              <a:rPr lang="en-GB" altLang="en-US">
                <a:solidFill>
                  <a:schemeClr val="bg1"/>
                </a:solidFill>
                <a:latin typeface="Consolas" panose="020B0609020204030204" pitchFamily="49" charset="0"/>
                <a:cs typeface="Consolas" panose="020B0609020204030204" pitchFamily="49" charset="0"/>
              </a:rPr>
              <a:t>))</a:t>
            </a:r>
          </a:p>
        </p:txBody>
      </p:sp>
      <p:sp>
        <p:nvSpPr>
          <p:cNvPr id="6" name="Rectangle 4">
            <a:extLst>
              <a:ext uri="{FF2B5EF4-FFF2-40B4-BE49-F238E27FC236}">
                <a16:creationId xmlns:a16="http://schemas.microsoft.com/office/drawing/2014/main" id="{EFC16C4A-9B0B-56FA-14E7-16484ED2AF2C}"/>
              </a:ext>
            </a:extLst>
          </p:cNvPr>
          <p:cNvSpPr txBox="1">
            <a:spLocks noChangeArrowheads="1"/>
          </p:cNvSpPr>
          <p:nvPr/>
        </p:nvSpPr>
        <p:spPr bwMode="auto">
          <a:xfrm>
            <a:off x="560293" y="3052833"/>
            <a:ext cx="6769682" cy="109671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first  = "Genghis"</a:t>
            </a:r>
          </a:p>
          <a:p>
            <a:pPr marL="0" indent="0">
              <a:buNone/>
            </a:pPr>
            <a:r>
              <a:rPr lang="en-GB" altLang="en-US">
                <a:solidFill>
                  <a:schemeClr val="bg1"/>
                </a:solidFill>
                <a:latin typeface="Consolas" panose="020B0609020204030204" pitchFamily="49" charset="0"/>
                <a:cs typeface="Consolas" panose="020B0609020204030204" pitchFamily="49" charset="0"/>
              </a:rPr>
              <a:t>second = "Khan"</a:t>
            </a:r>
          </a:p>
          <a:p>
            <a:pPr marL="0" indent="0">
              <a:buFont typeface="Arial" panose="020B0604020202020204" pitchFamily="34" charset="0"/>
              <a:buNone/>
            </a:pPr>
            <a:r>
              <a:rPr lang="en-GB" altLang="en-US">
                <a:solidFill>
                  <a:schemeClr val="bg1"/>
                </a:solidFill>
                <a:latin typeface="Consolas" panose="020B0609020204030204" pitchFamily="49" charset="0"/>
                <a:cs typeface="Consolas" panose="020B0609020204030204" pitchFamily="49" charset="0"/>
              </a:rPr>
              <a:t>print("Name: {</a:t>
            </a:r>
            <a:r>
              <a:rPr lang="en-GB" altLang="en-US" b="1">
                <a:solidFill>
                  <a:schemeClr val="accent1"/>
                </a:solidFill>
                <a:latin typeface="Consolas" panose="020B0609020204030204" pitchFamily="49" charset="0"/>
                <a:cs typeface="Consolas" panose="020B0609020204030204" pitchFamily="49" charset="0"/>
              </a:rPr>
              <a:t>:&lt;20s</a:t>
            </a:r>
            <a:r>
              <a:rPr lang="en-GB" altLang="en-US">
                <a:solidFill>
                  <a:schemeClr val="bg1"/>
                </a:solidFill>
                <a:latin typeface="Consolas" panose="020B0609020204030204" pitchFamily="49" charset="0"/>
                <a:cs typeface="Consolas" panose="020B0609020204030204" pitchFamily="49" charset="0"/>
              </a:rPr>
              <a:t>} {</a:t>
            </a:r>
            <a:r>
              <a:rPr lang="en-GB" altLang="en-US" b="1">
                <a:solidFill>
                  <a:schemeClr val="accent2"/>
                </a:solidFill>
                <a:latin typeface="Consolas" panose="020B0609020204030204" pitchFamily="49" charset="0"/>
                <a:cs typeface="Consolas" panose="020B0609020204030204" pitchFamily="49" charset="0"/>
              </a:rPr>
              <a:t>:&lt;10s</a:t>
            </a:r>
            <a:r>
              <a:rPr lang="en-GB" altLang="en-US">
                <a:solidFill>
                  <a:schemeClr val="bg1"/>
                </a:solidFill>
                <a:latin typeface="Consolas" panose="020B0609020204030204" pitchFamily="49" charset="0"/>
                <a:cs typeface="Consolas" panose="020B0609020204030204" pitchFamily="49" charset="0"/>
              </a:rPr>
              <a:t>}".format(</a:t>
            </a:r>
            <a:r>
              <a:rPr lang="en-GB" altLang="en-US" b="1">
                <a:solidFill>
                  <a:schemeClr val="accent1"/>
                </a:solidFill>
                <a:latin typeface="Consolas" panose="020B0609020204030204" pitchFamily="49" charset="0"/>
                <a:cs typeface="Consolas" panose="020B0609020204030204" pitchFamily="49" charset="0"/>
              </a:rPr>
              <a:t>first</a:t>
            </a:r>
            <a:r>
              <a:rPr lang="en-GB" altLang="en-US">
                <a:solidFill>
                  <a:schemeClr val="bg1"/>
                </a:solidFill>
                <a:latin typeface="Consolas" panose="020B0609020204030204" pitchFamily="49" charset="0"/>
                <a:cs typeface="Consolas" panose="020B0609020204030204" pitchFamily="49" charset="0"/>
              </a:rPr>
              <a:t>, </a:t>
            </a:r>
            <a:r>
              <a:rPr lang="en-GB" altLang="en-US" b="1">
                <a:solidFill>
                  <a:schemeClr val="accent2"/>
                </a:solidFill>
                <a:latin typeface="Consolas" panose="020B0609020204030204" pitchFamily="49" charset="0"/>
                <a:cs typeface="Consolas" panose="020B0609020204030204" pitchFamily="49" charset="0"/>
              </a:rPr>
              <a:t>second</a:t>
            </a:r>
            <a:r>
              <a:rPr lang="en-GB" altLang="en-US">
                <a:solidFill>
                  <a:schemeClr val="bg1"/>
                </a:solidFill>
                <a:latin typeface="Consolas" panose="020B0609020204030204" pitchFamily="49" charset="0"/>
                <a:cs typeface="Consolas" panose="020B0609020204030204" pitchFamily="49" charset="0"/>
              </a:rPr>
              <a:t>))</a:t>
            </a:r>
          </a:p>
        </p:txBody>
      </p:sp>
      <p:sp>
        <p:nvSpPr>
          <p:cNvPr id="7" name="Rectangle 4">
            <a:extLst>
              <a:ext uri="{FF2B5EF4-FFF2-40B4-BE49-F238E27FC236}">
                <a16:creationId xmlns:a16="http://schemas.microsoft.com/office/drawing/2014/main" id="{A852D284-517D-D032-6DE1-8119534D1051}"/>
              </a:ext>
            </a:extLst>
          </p:cNvPr>
          <p:cNvSpPr txBox="1">
            <a:spLocks noChangeArrowheads="1"/>
          </p:cNvSpPr>
          <p:nvPr/>
        </p:nvSpPr>
        <p:spPr bwMode="auto">
          <a:xfrm>
            <a:off x="560294" y="4729921"/>
            <a:ext cx="7367392" cy="7191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a:solidFill>
                  <a:schemeClr val="bg1"/>
                </a:solidFill>
                <a:latin typeface="Consolas" panose="020B0609020204030204" pitchFamily="49" charset="0"/>
                <a:cs typeface="Consolas" panose="020B0609020204030204" pitchFamily="49" charset="0"/>
              </a:rPr>
              <a:t>file  = </a:t>
            </a:r>
            <a:r>
              <a:rPr lang="en-GB" altLang="en-US" err="1">
                <a:solidFill>
                  <a:schemeClr val="bg1"/>
                </a:solidFill>
                <a:latin typeface="Consolas" panose="020B0609020204030204" pitchFamily="49" charset="0"/>
                <a:cs typeface="Consolas" panose="020B0609020204030204" pitchFamily="49" charset="0"/>
              </a:rPr>
              <a:t>sys.argv</a:t>
            </a:r>
            <a:r>
              <a:rPr lang="en-GB" altLang="en-US">
                <a:solidFill>
                  <a:schemeClr val="bg1"/>
                </a:solidFill>
                <a:latin typeface="Consolas" panose="020B0609020204030204" pitchFamily="49" charset="0"/>
                <a:cs typeface="Consolas" panose="020B0609020204030204" pitchFamily="49" charset="0"/>
              </a:rPr>
              <a:t>[0]  </a:t>
            </a:r>
          </a:p>
          <a:p>
            <a:pPr marL="0" indent="0">
              <a:buNone/>
            </a:pPr>
            <a:r>
              <a:rPr lang="en-GB" altLang="en-US">
                <a:solidFill>
                  <a:schemeClr val="bg1"/>
                </a:solidFill>
                <a:latin typeface="Consolas" panose="020B0609020204030204" pitchFamily="49" charset="0"/>
                <a:cs typeface="Consolas" panose="020B0609020204030204" pitchFamily="49" charset="0"/>
              </a:rPr>
              <a:t>perms = "0{</a:t>
            </a:r>
            <a:r>
              <a:rPr lang="en-GB" altLang="en-US" b="1">
                <a:solidFill>
                  <a:schemeClr val="accent1"/>
                </a:solidFill>
                <a:latin typeface="Consolas" panose="020B0609020204030204" pitchFamily="49" charset="0"/>
                <a:cs typeface="Consolas" panose="020B0609020204030204" pitchFamily="49" charset="0"/>
              </a:rPr>
              <a:t>:o</a:t>
            </a:r>
            <a:r>
              <a:rPr lang="en-GB" altLang="en-US">
                <a:solidFill>
                  <a:schemeClr val="bg1"/>
                </a:solidFill>
                <a:latin typeface="Consolas" panose="020B0609020204030204" pitchFamily="49" charset="0"/>
                <a:cs typeface="Consolas" panose="020B0609020204030204" pitchFamily="49" charset="0"/>
              </a:rPr>
              <a:t>}".format(</a:t>
            </a:r>
            <a:r>
              <a:rPr lang="en-GB" altLang="en-US" b="1">
                <a:solidFill>
                  <a:schemeClr val="accent1"/>
                </a:solidFill>
                <a:latin typeface="Consolas" panose="020B0609020204030204" pitchFamily="49" charset="0"/>
                <a:cs typeface="Consolas" panose="020B0609020204030204" pitchFamily="49" charset="0"/>
              </a:rPr>
              <a:t>(</a:t>
            </a:r>
            <a:r>
              <a:rPr lang="en-GB" altLang="en-US" b="1" err="1">
                <a:solidFill>
                  <a:schemeClr val="accent1"/>
                </a:solidFill>
                <a:latin typeface="Consolas" panose="020B0609020204030204" pitchFamily="49" charset="0"/>
                <a:cs typeface="Consolas" panose="020B0609020204030204" pitchFamily="49" charset="0"/>
              </a:rPr>
              <a:t>os.stat</a:t>
            </a:r>
            <a:r>
              <a:rPr lang="en-GB" altLang="en-US" b="1">
                <a:solidFill>
                  <a:schemeClr val="accent1"/>
                </a:solidFill>
                <a:latin typeface="Consolas" panose="020B0609020204030204" pitchFamily="49" charset="0"/>
                <a:cs typeface="Consolas" panose="020B0609020204030204" pitchFamily="49" charset="0"/>
              </a:rPr>
              <a:t>(file).</a:t>
            </a:r>
            <a:r>
              <a:rPr lang="en-GB" altLang="en-US" b="1" err="1">
                <a:solidFill>
                  <a:schemeClr val="accent1"/>
                </a:solidFill>
                <a:latin typeface="Consolas" panose="020B0609020204030204" pitchFamily="49" charset="0"/>
                <a:cs typeface="Consolas" panose="020B0609020204030204" pitchFamily="49" charset="0"/>
              </a:rPr>
              <a:t>st_mode</a:t>
            </a:r>
            <a:r>
              <a:rPr lang="en-GB" altLang="en-US" b="1">
                <a:solidFill>
                  <a:schemeClr val="accent1"/>
                </a:solidFill>
                <a:latin typeface="Consolas" panose="020B0609020204030204" pitchFamily="49" charset="0"/>
                <a:cs typeface="Consolas" panose="020B0609020204030204" pitchFamily="49" charset="0"/>
              </a:rPr>
              <a:t>) &amp; 0o7777)</a:t>
            </a:r>
            <a:r>
              <a:rPr lang="en-GB" altLang="en-US">
                <a:solidFill>
                  <a:schemeClr val="bg1"/>
                </a:solidFill>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D6660512-F449-BBA9-1045-86850CB3F9DC}"/>
              </a:ext>
            </a:extLst>
          </p:cNvPr>
          <p:cNvSpPr txBox="1"/>
          <p:nvPr/>
        </p:nvSpPr>
        <p:spPr>
          <a:xfrm>
            <a:off x="3114700" y="2440324"/>
            <a:ext cx="4205547" cy="369332"/>
          </a:xfrm>
          <a:prstGeom prst="rect">
            <a:avLst/>
          </a:prstGeom>
          <a:solidFill>
            <a:schemeClr val="bg1"/>
          </a:solidFill>
          <a:ln>
            <a:solidFill>
              <a:schemeClr val="tx1"/>
            </a:solidFill>
          </a:ln>
        </p:spPr>
        <p:txBody>
          <a:bodyPr wrap="square" rtlCol="0">
            <a:spAutoFit/>
          </a:bodyPr>
          <a:lstStyle/>
          <a:p>
            <a:r>
              <a:rPr lang="it-IT"/>
              <a:t>Float:  3.14285714, sci: 3.142857e+00</a:t>
            </a:r>
          </a:p>
        </p:txBody>
      </p:sp>
      <p:sp>
        <p:nvSpPr>
          <p:cNvPr id="9" name="TextBox 8">
            <a:extLst>
              <a:ext uri="{FF2B5EF4-FFF2-40B4-BE49-F238E27FC236}">
                <a16:creationId xmlns:a16="http://schemas.microsoft.com/office/drawing/2014/main" id="{2197B5AB-D13D-E511-7AF9-F1198C7A95BE}"/>
              </a:ext>
            </a:extLst>
          </p:cNvPr>
          <p:cNvSpPr txBox="1"/>
          <p:nvPr/>
        </p:nvSpPr>
        <p:spPr>
          <a:xfrm>
            <a:off x="4129574" y="4134684"/>
            <a:ext cx="3190673" cy="369332"/>
          </a:xfrm>
          <a:prstGeom prst="rect">
            <a:avLst/>
          </a:prstGeom>
          <a:solidFill>
            <a:schemeClr val="bg1"/>
          </a:solidFill>
          <a:ln>
            <a:solidFill>
              <a:schemeClr val="tx1"/>
            </a:solidFill>
          </a:ln>
        </p:spPr>
        <p:txBody>
          <a:bodyPr wrap="square" rtlCol="0">
            <a:spAutoFit/>
          </a:bodyPr>
          <a:lstStyle/>
          <a:p>
            <a:r>
              <a:rPr lang="en-GB" dirty="0"/>
              <a:t>Name: Genghis              Khan      </a:t>
            </a:r>
          </a:p>
        </p:txBody>
      </p:sp>
      <p:sp>
        <p:nvSpPr>
          <p:cNvPr id="10" name="TextBox 9">
            <a:extLst>
              <a:ext uri="{FF2B5EF4-FFF2-40B4-BE49-F238E27FC236}">
                <a16:creationId xmlns:a16="http://schemas.microsoft.com/office/drawing/2014/main" id="{52D218A3-377B-495B-222F-039DA0FE4D99}"/>
              </a:ext>
            </a:extLst>
          </p:cNvPr>
          <p:cNvSpPr txBox="1"/>
          <p:nvPr/>
        </p:nvSpPr>
        <p:spPr>
          <a:xfrm>
            <a:off x="7096125" y="5431963"/>
            <a:ext cx="821833" cy="369332"/>
          </a:xfrm>
          <a:prstGeom prst="rect">
            <a:avLst/>
          </a:prstGeom>
          <a:solidFill>
            <a:schemeClr val="bg1"/>
          </a:solidFill>
          <a:ln>
            <a:solidFill>
              <a:schemeClr val="tx1"/>
            </a:solidFill>
          </a:ln>
        </p:spPr>
        <p:txBody>
          <a:bodyPr wrap="square" rtlCol="0">
            <a:spAutoFit/>
          </a:bodyPr>
          <a:lstStyle/>
          <a:p>
            <a:r>
              <a:rPr lang="en-GB" dirty="0"/>
              <a:t>0640</a:t>
            </a:r>
          </a:p>
        </p:txBody>
      </p:sp>
      <p:sp>
        <p:nvSpPr>
          <p:cNvPr id="11" name="TextBox 10">
            <a:extLst>
              <a:ext uri="{FF2B5EF4-FFF2-40B4-BE49-F238E27FC236}">
                <a16:creationId xmlns:a16="http://schemas.microsoft.com/office/drawing/2014/main" id="{F759955F-12A1-0A2B-6E65-93C2EB4300CF}"/>
              </a:ext>
            </a:extLst>
          </p:cNvPr>
          <p:cNvSpPr txBox="1"/>
          <p:nvPr/>
        </p:nvSpPr>
        <p:spPr>
          <a:xfrm>
            <a:off x="8156504" y="5062766"/>
            <a:ext cx="1635195"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a:t>Octal number</a:t>
            </a:r>
          </a:p>
        </p:txBody>
      </p:sp>
      <p:sp>
        <p:nvSpPr>
          <p:cNvPr id="12" name="Line 11">
            <a:extLst>
              <a:ext uri="{FF2B5EF4-FFF2-40B4-BE49-F238E27FC236}">
                <a16:creationId xmlns:a16="http://schemas.microsoft.com/office/drawing/2014/main" id="{026D192D-891A-79A9-A173-22852510252A}"/>
              </a:ext>
            </a:extLst>
          </p:cNvPr>
          <p:cNvSpPr>
            <a:spLocks noChangeShapeType="1"/>
          </p:cNvSpPr>
          <p:nvPr/>
        </p:nvSpPr>
        <p:spPr bwMode="auto">
          <a:xfrm flipH="1" flipV="1">
            <a:off x="7729242" y="5252871"/>
            <a:ext cx="427262" cy="2181"/>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3" name="Rectangle: Rounded Corners 12">
            <a:extLst>
              <a:ext uri="{FF2B5EF4-FFF2-40B4-BE49-F238E27FC236}">
                <a16:creationId xmlns:a16="http://schemas.microsoft.com/office/drawing/2014/main" id="{C9398EB9-A08A-566C-F640-11EF359F70E0}"/>
              </a:ext>
            </a:extLst>
          </p:cNvPr>
          <p:cNvSpPr/>
          <p:nvPr/>
        </p:nvSpPr>
        <p:spPr>
          <a:xfrm>
            <a:off x="6753883" y="5105192"/>
            <a:ext cx="916451" cy="27940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Slide Number Placeholder 3">
            <a:extLst>
              <a:ext uri="{FF2B5EF4-FFF2-40B4-BE49-F238E27FC236}">
                <a16:creationId xmlns:a16="http://schemas.microsoft.com/office/drawing/2014/main" id="{D8601B38-8758-7E73-C72C-49D4F1A7BDE4}"/>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38</a:t>
            </a:fld>
            <a:endParaRPr lang="en-US" dirty="0"/>
          </a:p>
        </p:txBody>
      </p:sp>
    </p:spTree>
    <p:extLst>
      <p:ext uri="{BB962C8B-B14F-4D97-AF65-F5344CB8AC3E}">
        <p14:creationId xmlns:p14="http://schemas.microsoft.com/office/powerpoint/2010/main" val="4111287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33909-94CD-8679-1DBB-20B35A3BCE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5DA93F-0A5A-3148-537A-64B6EF669A84}"/>
              </a:ext>
            </a:extLst>
          </p:cNvPr>
          <p:cNvSpPr>
            <a:spLocks noGrp="1"/>
          </p:cNvSpPr>
          <p:nvPr>
            <p:ph type="ctrTitle"/>
          </p:nvPr>
        </p:nvSpPr>
        <p:spPr/>
        <p:txBody>
          <a:bodyPr/>
          <a:lstStyle/>
          <a:p>
            <a:r>
              <a:rPr lang="en-GB" dirty="0"/>
              <a:t>String formatting in Python 2</a:t>
            </a:r>
          </a:p>
        </p:txBody>
      </p:sp>
      <p:sp>
        <p:nvSpPr>
          <p:cNvPr id="5" name="Text Placeholder 4">
            <a:extLst>
              <a:ext uri="{FF2B5EF4-FFF2-40B4-BE49-F238E27FC236}">
                <a16:creationId xmlns:a16="http://schemas.microsoft.com/office/drawing/2014/main" id="{8D256B09-92FE-0F79-147F-2776B341BB0B}"/>
              </a:ext>
            </a:extLst>
          </p:cNvPr>
          <p:cNvSpPr>
            <a:spLocks noGrp="1"/>
          </p:cNvSpPr>
          <p:nvPr>
            <p:ph type="body" sz="quarter" idx="14"/>
          </p:nvPr>
        </p:nvSpPr>
        <p:spPr/>
        <p:txBody>
          <a:bodyPr/>
          <a:lstStyle/>
          <a:p>
            <a:r>
              <a:rPr lang="en-GB" b="1" dirty="0"/>
              <a:t>Format strings using % operator, like </a:t>
            </a:r>
            <a:r>
              <a:rPr lang="en-GB" b="1" dirty="0" err="1"/>
              <a:t>printf</a:t>
            </a:r>
            <a:r>
              <a:rPr lang="en-GB" b="1" dirty="0"/>
              <a:t> in other languages.</a:t>
            </a:r>
          </a:p>
          <a:p>
            <a:endParaRPr lang="en-GB" dirty="0"/>
          </a:p>
          <a:p>
            <a:r>
              <a:rPr lang="en-GB" b="1" dirty="0" err="1">
                <a:solidFill>
                  <a:schemeClr val="accent1">
                    <a:lumMod val="75000"/>
                  </a:schemeClr>
                </a:solidFill>
              </a:rPr>
              <a:t>format_string</a:t>
            </a:r>
            <a:endParaRPr lang="en-GB" b="1" dirty="0">
              <a:solidFill>
                <a:schemeClr val="accent1">
                  <a:lumMod val="75000"/>
                </a:schemeClr>
              </a:solidFill>
            </a:endParaRPr>
          </a:p>
          <a:p>
            <a:pPr marL="971550" lvl="1" indent="-285750"/>
            <a:r>
              <a:rPr lang="en-GB" dirty="0"/>
              <a:t>Contains text and format specifiers, prefixed %.</a:t>
            </a:r>
          </a:p>
          <a:p>
            <a:pPr marL="971550" lvl="1" indent="-285750"/>
            <a:r>
              <a:rPr lang="en-GB" dirty="0"/>
              <a:t>Describe format of the plugged-in value.</a:t>
            </a:r>
          </a:p>
          <a:p>
            <a:endParaRPr lang="en-GB" dirty="0"/>
          </a:p>
          <a:p>
            <a:endParaRPr lang="en-GB" dirty="0"/>
          </a:p>
          <a:p>
            <a:endParaRPr lang="en-GB" dirty="0"/>
          </a:p>
          <a:p>
            <a:endParaRPr lang="en-GB" dirty="0"/>
          </a:p>
          <a:p>
            <a:endParaRPr lang="en-GB" dirty="0"/>
          </a:p>
          <a:p>
            <a:endParaRPr lang="en-GB" b="1" dirty="0">
              <a:solidFill>
                <a:schemeClr val="accent2"/>
              </a:solidFill>
            </a:endParaRPr>
          </a:p>
          <a:p>
            <a:r>
              <a:rPr lang="en-GB" b="1" dirty="0" err="1">
                <a:solidFill>
                  <a:schemeClr val="accent2">
                    <a:lumMod val="75000"/>
                  </a:schemeClr>
                </a:solidFill>
              </a:rPr>
              <a:t>argument_list</a:t>
            </a:r>
            <a:r>
              <a:rPr lang="en-GB" b="1" dirty="0">
                <a:solidFill>
                  <a:schemeClr val="accent2">
                    <a:lumMod val="75000"/>
                  </a:schemeClr>
                </a:solidFill>
              </a:rPr>
              <a:t>: </a:t>
            </a:r>
            <a:r>
              <a:rPr lang="en-GB" dirty="0"/>
              <a:t>Text or variables to be plugged-in.</a:t>
            </a:r>
          </a:p>
          <a:p>
            <a:endParaRPr lang="en-GB" dirty="0"/>
          </a:p>
        </p:txBody>
      </p:sp>
      <p:sp>
        <p:nvSpPr>
          <p:cNvPr id="4" name="Rectangle 4">
            <a:extLst>
              <a:ext uri="{FF2B5EF4-FFF2-40B4-BE49-F238E27FC236}">
                <a16:creationId xmlns:a16="http://schemas.microsoft.com/office/drawing/2014/main" id="{5D9DF047-5C88-E379-2257-4C853BC51459}"/>
              </a:ext>
            </a:extLst>
          </p:cNvPr>
          <p:cNvSpPr txBox="1">
            <a:spLocks noChangeArrowheads="1"/>
          </p:cNvSpPr>
          <p:nvPr/>
        </p:nvSpPr>
        <p:spPr bwMode="auto">
          <a:xfrm>
            <a:off x="1497471" y="2124800"/>
            <a:ext cx="4396304" cy="3416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a:solidFill>
                  <a:schemeClr val="bg1"/>
                </a:solidFill>
                <a:latin typeface="Consolas" panose="020B0609020204030204" pitchFamily="49" charset="0"/>
                <a:cs typeface="Consolas" panose="020B0609020204030204" pitchFamily="49" charset="0"/>
              </a:rPr>
              <a:t>"</a:t>
            </a:r>
            <a:r>
              <a:rPr lang="en-GB" altLang="en-US" b="1" err="1">
                <a:solidFill>
                  <a:schemeClr val="accent1"/>
                </a:solidFill>
                <a:latin typeface="Consolas" panose="020B0609020204030204" pitchFamily="49" charset="0"/>
                <a:cs typeface="Consolas" panose="020B0609020204030204" pitchFamily="49" charset="0"/>
              </a:rPr>
              <a:t>format_string</a:t>
            </a:r>
            <a:r>
              <a:rPr lang="en-GB" altLang="en-US">
                <a:solidFill>
                  <a:schemeClr val="bg1"/>
                </a:solidFill>
                <a:latin typeface="Consolas" panose="020B0609020204030204" pitchFamily="49" charset="0"/>
                <a:cs typeface="Consolas" panose="020B0609020204030204" pitchFamily="49" charset="0"/>
              </a:rPr>
              <a:t>" % (</a:t>
            </a:r>
            <a:r>
              <a:rPr lang="en-GB" altLang="en-US" b="1" err="1">
                <a:solidFill>
                  <a:schemeClr val="accent2"/>
                </a:solidFill>
                <a:latin typeface="Consolas" panose="020B0609020204030204" pitchFamily="49" charset="0"/>
                <a:cs typeface="Consolas" panose="020B0609020204030204" pitchFamily="49" charset="0"/>
              </a:rPr>
              <a:t>argument_list</a:t>
            </a:r>
            <a:r>
              <a:rPr lang="en-GB" altLang="en-US">
                <a:solidFill>
                  <a:schemeClr val="bg1"/>
                </a:solidFill>
                <a:latin typeface="Consolas" panose="020B0609020204030204" pitchFamily="49" charset="0"/>
                <a:cs typeface="Consolas" panose="020B0609020204030204" pitchFamily="49" charset="0"/>
              </a:rPr>
              <a:t>)</a:t>
            </a:r>
          </a:p>
        </p:txBody>
      </p:sp>
      <p:graphicFrame>
        <p:nvGraphicFramePr>
          <p:cNvPr id="3" name="Table 2">
            <a:extLst>
              <a:ext uri="{FF2B5EF4-FFF2-40B4-BE49-F238E27FC236}">
                <a16:creationId xmlns:a16="http://schemas.microsoft.com/office/drawing/2014/main" id="{CF7D772C-64A4-932C-8E38-84EB085BA38A}"/>
              </a:ext>
            </a:extLst>
          </p:cNvPr>
          <p:cNvGraphicFramePr>
            <a:graphicFrameLocks noGrp="1"/>
          </p:cNvGraphicFramePr>
          <p:nvPr>
            <p:extLst>
              <p:ext uri="{D42A27DB-BD31-4B8C-83A1-F6EECF244321}">
                <p14:modId xmlns:p14="http://schemas.microsoft.com/office/powerpoint/2010/main" val="1306011411"/>
              </p:ext>
            </p:extLst>
          </p:nvPr>
        </p:nvGraphicFramePr>
        <p:xfrm>
          <a:off x="1497471" y="3541387"/>
          <a:ext cx="6208255" cy="2242607"/>
        </p:xfrm>
        <a:graphic>
          <a:graphicData uri="http://schemas.openxmlformats.org/drawingml/2006/table">
            <a:tbl>
              <a:tblPr firstRow="1" bandRow="1">
                <a:tableStyleId>{5C22544A-7EE6-4342-B048-85BDC9FD1C3A}</a:tableStyleId>
              </a:tblPr>
              <a:tblGrid>
                <a:gridCol w="1154788">
                  <a:extLst>
                    <a:ext uri="{9D8B030D-6E8A-4147-A177-3AD203B41FA5}">
                      <a16:colId xmlns:a16="http://schemas.microsoft.com/office/drawing/2014/main" val="1551974525"/>
                    </a:ext>
                  </a:extLst>
                </a:gridCol>
                <a:gridCol w="1663838">
                  <a:extLst>
                    <a:ext uri="{9D8B030D-6E8A-4147-A177-3AD203B41FA5}">
                      <a16:colId xmlns:a16="http://schemas.microsoft.com/office/drawing/2014/main" val="587885695"/>
                    </a:ext>
                  </a:extLst>
                </a:gridCol>
                <a:gridCol w="1168227">
                  <a:extLst>
                    <a:ext uri="{9D8B030D-6E8A-4147-A177-3AD203B41FA5}">
                      <a16:colId xmlns:a16="http://schemas.microsoft.com/office/drawing/2014/main" val="3821485569"/>
                    </a:ext>
                  </a:extLst>
                </a:gridCol>
                <a:gridCol w="2221402">
                  <a:extLst>
                    <a:ext uri="{9D8B030D-6E8A-4147-A177-3AD203B41FA5}">
                      <a16:colId xmlns:a16="http://schemas.microsoft.com/office/drawing/2014/main" val="3818698329"/>
                    </a:ext>
                  </a:extLst>
                </a:gridCol>
              </a:tblGrid>
              <a:tr h="351288">
                <a:tc>
                  <a:txBody>
                    <a:bodyPr/>
                    <a:lstStyle/>
                    <a:p>
                      <a:pPr algn="ctr"/>
                      <a:r>
                        <a:rPr lang="en-GB" sz="1800">
                          <a:solidFill>
                            <a:schemeClr val="tx2"/>
                          </a:solidFill>
                        </a:rPr>
                        <a:t>Specifier</a:t>
                      </a:r>
                    </a:p>
                  </a:txBody>
                  <a:tcPr marL="73273" marR="73273" marT="36637" marB="36637" anchor="ctr">
                    <a:solidFill>
                      <a:schemeClr val="accent1"/>
                    </a:solidFill>
                  </a:tcPr>
                </a:tc>
                <a:tc>
                  <a:txBody>
                    <a:bodyPr/>
                    <a:lstStyle/>
                    <a:p>
                      <a:pPr algn="ctr"/>
                      <a:r>
                        <a:rPr lang="en-GB" sz="1800">
                          <a:solidFill>
                            <a:schemeClr val="tx2"/>
                          </a:solidFill>
                        </a:rPr>
                        <a:t>Format as</a:t>
                      </a:r>
                    </a:p>
                  </a:txBody>
                  <a:tcPr marL="73273" marR="73273" marT="36637" marB="36637" anchor="ctr">
                    <a:solidFill>
                      <a:schemeClr val="accent1"/>
                    </a:solidFill>
                  </a:tcPr>
                </a:tc>
                <a:tc>
                  <a:txBody>
                    <a:bodyPr/>
                    <a:lstStyle/>
                    <a:p>
                      <a:pPr algn="ctr"/>
                      <a:r>
                        <a:rPr lang="en-GB" sz="1800">
                          <a:solidFill>
                            <a:schemeClr val="tx2"/>
                          </a:solidFill>
                        </a:rPr>
                        <a:t>Specifier</a:t>
                      </a:r>
                    </a:p>
                  </a:txBody>
                  <a:tcPr marL="73273" marR="73273" marT="36637" marB="36637"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a:solidFill>
                            <a:schemeClr val="tx2"/>
                          </a:solidFill>
                        </a:rPr>
                        <a:t>Format as</a:t>
                      </a:r>
                    </a:p>
                  </a:txBody>
                  <a:tcPr marL="73273" marR="73273" marT="36637" marB="36637" anchor="ctr">
                    <a:solidFill>
                      <a:schemeClr val="accent1"/>
                    </a:solidFill>
                  </a:tcPr>
                </a:tc>
                <a:extLst>
                  <a:ext uri="{0D108BD9-81ED-4DB2-BD59-A6C34878D82A}">
                    <a16:rowId xmlns:a16="http://schemas.microsoft.com/office/drawing/2014/main" val="2345767861"/>
                  </a:ext>
                </a:extLst>
              </a:tr>
              <a:tr h="365087">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%s</a:t>
                      </a:r>
                    </a:p>
                  </a:txBody>
                  <a:tcPr marL="73273" marR="73273" marT="36637" marB="36637" anchor="c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700"/>
                        <a:t>String</a:t>
                      </a:r>
                    </a:p>
                  </a:txBody>
                  <a:tcPr marL="73273" marR="73273" marT="36637" marB="36637" anchor="ctr">
                    <a:solidFill>
                      <a:schemeClr val="accent1">
                        <a:lumMod val="40000"/>
                        <a:lumOff val="6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%u</a:t>
                      </a:r>
                    </a:p>
                  </a:txBody>
                  <a:tcPr marL="73273" marR="73273" marT="36637" marB="36637" anchor="ct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700"/>
                        <a:t>Unsigned int</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222224547"/>
                  </a:ext>
                </a:extLst>
              </a:tr>
              <a:tr h="335886">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%c</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Character</a:t>
                      </a:r>
                    </a:p>
                  </a:txBody>
                  <a:tcPr marL="73273" marR="73273" marT="36637" marB="36637" anchor="ctr">
                    <a:solidFill>
                      <a:schemeClr val="accent1">
                        <a:lumMod val="20000"/>
                        <a:lumOff val="8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%o</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Octal</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4180840069"/>
                  </a:ext>
                </a:extLst>
              </a:tr>
              <a:tr h="396782">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%d</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Decimal</a:t>
                      </a:r>
                    </a:p>
                  </a:txBody>
                  <a:tcPr marL="73273" marR="73273" marT="36637" marB="36637" anchor="ctr">
                    <a:solidFill>
                      <a:schemeClr val="accent1">
                        <a:lumMod val="40000"/>
                        <a:lumOff val="6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%x</a:t>
                      </a:r>
                    </a:p>
                  </a:txBody>
                  <a:tcPr marL="73273" marR="73273" marT="36637" marB="36637" anchor="ctr">
                    <a:solidFill>
                      <a:schemeClr val="accent1">
                        <a:lumMod val="40000"/>
                        <a:lumOff val="60000"/>
                      </a:schemeClr>
                    </a:solidFill>
                  </a:tcPr>
                </a:tc>
                <a:tc>
                  <a:txBody>
                    <a:bodyPr/>
                    <a:lstStyle/>
                    <a:p>
                      <a:pPr>
                        <a:spcBef>
                          <a:spcPts val="600"/>
                        </a:spcBef>
                      </a:pPr>
                      <a:r>
                        <a:rPr lang="en-US" altLang="en-US" sz="1700"/>
                        <a:t>Lowercase hex</a:t>
                      </a:r>
                    </a:p>
                  </a:txBody>
                  <a:tcPr marL="73273" marR="73273" marT="36637" marB="36637" anchor="ctr">
                    <a:solidFill>
                      <a:schemeClr val="accent1">
                        <a:lumMod val="40000"/>
                        <a:lumOff val="60000"/>
                      </a:schemeClr>
                    </a:solidFill>
                  </a:tcPr>
                </a:tc>
                <a:extLst>
                  <a:ext uri="{0D108BD9-81ED-4DB2-BD59-A6C34878D82A}">
                    <a16:rowId xmlns:a16="http://schemas.microsoft.com/office/drawing/2014/main" val="2760987105"/>
                  </a:ext>
                </a:extLst>
              </a:tr>
              <a:tr h="396782">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a:t>
                      </a:r>
                      <a:r>
                        <a:rPr lang="en-GB" sz="1700" b="1" i="0" err="1">
                          <a:latin typeface="Consolas" panose="020B0609020204030204" pitchFamily="49" charset="0"/>
                          <a:cs typeface="Courier New" panose="02070309020205020404" pitchFamily="49" charset="0"/>
                        </a:rPr>
                        <a:t>i</a:t>
                      </a:r>
                      <a:endParaRPr lang="en-GB" sz="1700" b="1" i="0">
                        <a:latin typeface="Consolas" panose="020B0609020204030204" pitchFamily="49" charset="0"/>
                        <a:cs typeface="Courier New" panose="02070309020205020404" pitchFamily="49" charset="0"/>
                      </a:endParaRP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Integer</a:t>
                      </a:r>
                    </a:p>
                  </a:txBody>
                  <a:tcPr marL="73273" marR="73273" marT="36637" marB="36637" anchor="ctr">
                    <a:solidFill>
                      <a:schemeClr val="accent1">
                        <a:lumMod val="20000"/>
                        <a:lumOff val="8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%X</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Uppercase hex</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329854863"/>
                  </a:ext>
                </a:extLst>
              </a:tr>
              <a:tr h="396782">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%f</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a:t>Float</a:t>
                      </a:r>
                    </a:p>
                  </a:txBody>
                  <a:tcPr marL="73273" marR="73273" marT="36637" marB="36637" anchor="ctr">
                    <a:solidFill>
                      <a:schemeClr val="accent1">
                        <a:lumMod val="20000"/>
                        <a:lumOff val="80000"/>
                      </a:schemeClr>
                    </a:solidFill>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700" b="1" i="0">
                          <a:latin typeface="Consolas" panose="020B0609020204030204" pitchFamily="49" charset="0"/>
                          <a:cs typeface="Courier New" panose="02070309020205020404" pitchFamily="49" charset="0"/>
                        </a:rPr>
                        <a:t>%e</a:t>
                      </a:r>
                    </a:p>
                  </a:txBody>
                  <a:tcPr marL="73273" marR="73273" marT="36637" marB="36637" anchor="ctr">
                    <a:solidFill>
                      <a:schemeClr val="accent1">
                        <a:lumMod val="20000"/>
                        <a:lumOff val="80000"/>
                      </a:schemeClr>
                    </a:solidFill>
                  </a:tcPr>
                </a:tc>
                <a:tc>
                  <a:txBody>
                    <a:bodyPr/>
                    <a:lstStyle/>
                    <a:p>
                      <a:pPr>
                        <a:spcBef>
                          <a:spcPts val="600"/>
                        </a:spcBef>
                      </a:pPr>
                      <a:r>
                        <a:rPr lang="en-US" altLang="en-US" sz="1700" dirty="0"/>
                        <a:t>Engineering </a:t>
                      </a:r>
                    </a:p>
                  </a:txBody>
                  <a:tcPr marL="73273" marR="73273" marT="36637" marB="36637" anchor="ctr">
                    <a:solidFill>
                      <a:schemeClr val="accent1">
                        <a:lumMod val="20000"/>
                        <a:lumOff val="80000"/>
                      </a:schemeClr>
                    </a:solidFill>
                  </a:tcPr>
                </a:tc>
                <a:extLst>
                  <a:ext uri="{0D108BD9-81ED-4DB2-BD59-A6C34878D82A}">
                    <a16:rowId xmlns:a16="http://schemas.microsoft.com/office/drawing/2014/main" val="1428853507"/>
                  </a:ext>
                </a:extLst>
              </a:tr>
            </a:tbl>
          </a:graphicData>
        </a:graphic>
      </p:graphicFrame>
      <p:sp>
        <p:nvSpPr>
          <p:cNvPr id="6" name="Slide Number Placeholder 3">
            <a:extLst>
              <a:ext uri="{FF2B5EF4-FFF2-40B4-BE49-F238E27FC236}">
                <a16:creationId xmlns:a16="http://schemas.microsoft.com/office/drawing/2014/main" id="{B96F80BC-D5B3-7FB7-3960-A60182BEB492}"/>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39</a:t>
            </a:fld>
            <a:endParaRPr lang="en-US" dirty="0"/>
          </a:p>
        </p:txBody>
      </p:sp>
    </p:spTree>
    <p:extLst>
      <p:ext uri="{BB962C8B-B14F-4D97-AF65-F5344CB8AC3E}">
        <p14:creationId xmlns:p14="http://schemas.microsoft.com/office/powerpoint/2010/main" val="23847229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86B6A-633E-01F3-F03A-F3A85C187C25}"/>
              </a:ext>
            </a:extLst>
          </p:cNvPr>
          <p:cNvSpPr>
            <a:spLocks noGrp="1"/>
          </p:cNvSpPr>
          <p:nvPr>
            <p:ph type="ctrTitle"/>
          </p:nvPr>
        </p:nvSpPr>
        <p:spPr/>
        <p:txBody>
          <a:bodyPr/>
          <a:lstStyle/>
          <a:p>
            <a:r>
              <a:rPr lang="en-GB" dirty="0"/>
              <a:t>String formatting in Python 2: Examples</a:t>
            </a:r>
          </a:p>
        </p:txBody>
      </p:sp>
      <p:sp>
        <p:nvSpPr>
          <p:cNvPr id="4" name="Rectangle 4">
            <a:extLst>
              <a:ext uri="{FF2B5EF4-FFF2-40B4-BE49-F238E27FC236}">
                <a16:creationId xmlns:a16="http://schemas.microsoft.com/office/drawing/2014/main" id="{79559C15-4897-CB10-B707-1C19714226C2}"/>
              </a:ext>
            </a:extLst>
          </p:cNvPr>
          <p:cNvSpPr txBox="1">
            <a:spLocks noChangeArrowheads="1"/>
          </p:cNvSpPr>
          <p:nvPr/>
        </p:nvSpPr>
        <p:spPr bwMode="auto">
          <a:xfrm>
            <a:off x="576921" y="1733108"/>
            <a:ext cx="5888300" cy="7191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err="1">
                <a:solidFill>
                  <a:schemeClr val="bg1"/>
                </a:solidFill>
                <a:latin typeface="Consolas" panose="020B0609020204030204" pitchFamily="49" charset="0"/>
                <a:cs typeface="Consolas" panose="020B0609020204030204" pitchFamily="49" charset="0"/>
              </a:rPr>
              <a:t>flt</a:t>
            </a:r>
            <a:r>
              <a:rPr lang="en-GB" altLang="en-US">
                <a:solidFill>
                  <a:schemeClr val="bg1"/>
                </a:solidFill>
                <a:latin typeface="Consolas" panose="020B0609020204030204" pitchFamily="49" charset="0"/>
                <a:cs typeface="Consolas" panose="020B0609020204030204" pitchFamily="49" charset="0"/>
              </a:rPr>
              <a:t> = 22/7</a:t>
            </a:r>
          </a:p>
          <a:p>
            <a:pPr marL="0" indent="0">
              <a:buNone/>
            </a:pPr>
            <a:r>
              <a:rPr lang="en-GB" altLang="en-US">
                <a:solidFill>
                  <a:schemeClr val="bg1"/>
                </a:solidFill>
                <a:latin typeface="Consolas" panose="020B0609020204030204" pitchFamily="49" charset="0"/>
                <a:cs typeface="Consolas" panose="020B0609020204030204" pitchFamily="49" charset="0"/>
              </a:rPr>
              <a:t>print("Float: </a:t>
            </a:r>
            <a:r>
              <a:rPr lang="en-GB" altLang="en-US" b="1">
                <a:solidFill>
                  <a:schemeClr val="accent1"/>
                </a:solidFill>
                <a:latin typeface="Consolas" panose="020B0609020204030204" pitchFamily="49" charset="0"/>
                <a:cs typeface="Consolas" panose="020B0609020204030204" pitchFamily="49" charset="0"/>
              </a:rPr>
              <a:t>%11.8f</a:t>
            </a:r>
            <a:r>
              <a:rPr lang="en-GB" altLang="en-US">
                <a:solidFill>
                  <a:schemeClr val="bg1"/>
                </a:solidFill>
                <a:latin typeface="Consolas" panose="020B0609020204030204" pitchFamily="49" charset="0"/>
                <a:cs typeface="Consolas" panose="020B0609020204030204" pitchFamily="49" charset="0"/>
              </a:rPr>
              <a:t>, sci: </a:t>
            </a:r>
            <a:r>
              <a:rPr lang="en-GB" altLang="en-US" b="1">
                <a:solidFill>
                  <a:schemeClr val="accent2"/>
                </a:solidFill>
                <a:latin typeface="Consolas" panose="020B0609020204030204" pitchFamily="49" charset="0"/>
                <a:cs typeface="Consolas" panose="020B0609020204030204" pitchFamily="49" charset="0"/>
              </a:rPr>
              <a:t>%e</a:t>
            </a:r>
            <a:r>
              <a:rPr lang="en-GB" altLang="en-US">
                <a:solidFill>
                  <a:schemeClr val="bg1"/>
                </a:solidFill>
                <a:latin typeface="Consolas" panose="020B0609020204030204" pitchFamily="49" charset="0"/>
                <a:cs typeface="Consolas" panose="020B0609020204030204" pitchFamily="49" charset="0"/>
              </a:rPr>
              <a:t>" </a:t>
            </a:r>
            <a:r>
              <a:rPr lang="en-GB" altLang="en-US">
                <a:solidFill>
                  <a:srgbClr val="FFFF00"/>
                </a:solidFill>
                <a:latin typeface="Consolas" panose="020B0609020204030204" pitchFamily="49" charset="0"/>
                <a:cs typeface="Consolas" panose="020B0609020204030204" pitchFamily="49" charset="0"/>
              </a:rPr>
              <a:t>%</a:t>
            </a:r>
            <a:r>
              <a:rPr lang="en-GB" altLang="en-US">
                <a:solidFill>
                  <a:schemeClr val="bg1"/>
                </a:solidFill>
                <a:latin typeface="Consolas" panose="020B0609020204030204" pitchFamily="49" charset="0"/>
                <a:cs typeface="Consolas" panose="020B0609020204030204" pitchFamily="49" charset="0"/>
              </a:rPr>
              <a:t> (</a:t>
            </a:r>
            <a:r>
              <a:rPr lang="en-GB" altLang="en-US" b="1" err="1">
                <a:solidFill>
                  <a:schemeClr val="accent1"/>
                </a:solidFill>
                <a:latin typeface="Consolas" panose="020B0609020204030204" pitchFamily="49" charset="0"/>
                <a:cs typeface="Consolas" panose="020B0609020204030204" pitchFamily="49" charset="0"/>
              </a:rPr>
              <a:t>flt</a:t>
            </a:r>
            <a:r>
              <a:rPr lang="en-GB" altLang="en-US">
                <a:solidFill>
                  <a:schemeClr val="bg1"/>
                </a:solidFill>
                <a:latin typeface="Consolas" panose="020B0609020204030204" pitchFamily="49" charset="0"/>
                <a:cs typeface="Consolas" panose="020B0609020204030204" pitchFamily="49" charset="0"/>
              </a:rPr>
              <a:t>, </a:t>
            </a:r>
            <a:r>
              <a:rPr lang="en-GB" altLang="en-US" b="1" err="1">
                <a:solidFill>
                  <a:schemeClr val="accent2"/>
                </a:solidFill>
                <a:latin typeface="Consolas" panose="020B0609020204030204" pitchFamily="49" charset="0"/>
                <a:cs typeface="Consolas" panose="020B0609020204030204" pitchFamily="49" charset="0"/>
              </a:rPr>
              <a:t>flt</a:t>
            </a:r>
            <a:r>
              <a:rPr lang="en-GB" altLang="en-US">
                <a:solidFill>
                  <a:schemeClr val="bg1"/>
                </a:solidFill>
                <a:latin typeface="Consolas" panose="020B0609020204030204" pitchFamily="49" charset="0"/>
                <a:cs typeface="Consolas" panose="020B0609020204030204" pitchFamily="49" charset="0"/>
              </a:rPr>
              <a:t>))</a:t>
            </a:r>
          </a:p>
        </p:txBody>
      </p:sp>
      <p:sp>
        <p:nvSpPr>
          <p:cNvPr id="6" name="Rectangle 4">
            <a:extLst>
              <a:ext uri="{FF2B5EF4-FFF2-40B4-BE49-F238E27FC236}">
                <a16:creationId xmlns:a16="http://schemas.microsoft.com/office/drawing/2014/main" id="{B285742E-A19F-EEAA-0786-76DC456C3896}"/>
              </a:ext>
            </a:extLst>
          </p:cNvPr>
          <p:cNvSpPr txBox="1">
            <a:spLocks noChangeArrowheads="1"/>
          </p:cNvSpPr>
          <p:nvPr/>
        </p:nvSpPr>
        <p:spPr bwMode="auto">
          <a:xfrm>
            <a:off x="576918" y="3052833"/>
            <a:ext cx="5895922" cy="1096710"/>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a:solidFill>
                  <a:schemeClr val="bg1"/>
                </a:solidFill>
                <a:latin typeface="Consolas" panose="020B0609020204030204" pitchFamily="49" charset="0"/>
                <a:cs typeface="Consolas" panose="020B0609020204030204" pitchFamily="49" charset="0"/>
              </a:rPr>
              <a:t>first  = "Genghis"</a:t>
            </a:r>
          </a:p>
          <a:p>
            <a:pPr marL="0" indent="0">
              <a:buNone/>
            </a:pPr>
            <a:r>
              <a:rPr lang="en-GB" altLang="en-US">
                <a:solidFill>
                  <a:schemeClr val="bg1"/>
                </a:solidFill>
                <a:latin typeface="Consolas" panose="020B0609020204030204" pitchFamily="49" charset="0"/>
                <a:cs typeface="Consolas" panose="020B0609020204030204" pitchFamily="49" charset="0"/>
              </a:rPr>
              <a:t>second = "Khan"</a:t>
            </a:r>
          </a:p>
          <a:p>
            <a:pPr marL="0" indent="0">
              <a:buFont typeface="Arial" panose="020B0604020202020204" pitchFamily="34" charset="0"/>
              <a:buNone/>
            </a:pPr>
            <a:r>
              <a:rPr lang="en-GB" altLang="en-US">
                <a:solidFill>
                  <a:schemeClr val="bg1"/>
                </a:solidFill>
                <a:latin typeface="Consolas" panose="020B0609020204030204" pitchFamily="49" charset="0"/>
                <a:cs typeface="Consolas" panose="020B0609020204030204" pitchFamily="49" charset="0"/>
              </a:rPr>
              <a:t>print("Name: </a:t>
            </a:r>
            <a:r>
              <a:rPr lang="en-GB" altLang="en-US" b="1">
                <a:solidFill>
                  <a:schemeClr val="accent1"/>
                </a:solidFill>
                <a:latin typeface="Consolas" panose="020B0609020204030204" pitchFamily="49" charset="0"/>
                <a:cs typeface="Consolas" panose="020B0609020204030204" pitchFamily="49" charset="0"/>
              </a:rPr>
              <a:t>%-20s</a:t>
            </a:r>
            <a:r>
              <a:rPr lang="en-GB" altLang="en-US">
                <a:solidFill>
                  <a:schemeClr val="bg1"/>
                </a:solidFill>
                <a:latin typeface="Consolas" panose="020B0609020204030204" pitchFamily="49" charset="0"/>
                <a:cs typeface="Consolas" panose="020B0609020204030204" pitchFamily="49" charset="0"/>
              </a:rPr>
              <a:t> </a:t>
            </a:r>
            <a:r>
              <a:rPr lang="en-GB" altLang="en-US" b="1">
                <a:solidFill>
                  <a:schemeClr val="accent2"/>
                </a:solidFill>
                <a:latin typeface="Consolas" panose="020B0609020204030204" pitchFamily="49" charset="0"/>
                <a:cs typeface="Consolas" panose="020B0609020204030204" pitchFamily="49" charset="0"/>
              </a:rPr>
              <a:t>%-10s</a:t>
            </a:r>
            <a:r>
              <a:rPr lang="en-GB" altLang="en-US">
                <a:solidFill>
                  <a:schemeClr val="bg1"/>
                </a:solidFill>
                <a:latin typeface="Consolas" panose="020B0609020204030204" pitchFamily="49" charset="0"/>
                <a:cs typeface="Consolas" panose="020B0609020204030204" pitchFamily="49" charset="0"/>
              </a:rPr>
              <a:t>" % (</a:t>
            </a:r>
            <a:r>
              <a:rPr lang="en-GB" altLang="en-US" b="1">
                <a:solidFill>
                  <a:schemeClr val="accent1"/>
                </a:solidFill>
                <a:latin typeface="Consolas" panose="020B0609020204030204" pitchFamily="49" charset="0"/>
                <a:cs typeface="Consolas" panose="020B0609020204030204" pitchFamily="49" charset="0"/>
              </a:rPr>
              <a:t>first</a:t>
            </a:r>
            <a:r>
              <a:rPr lang="en-GB" altLang="en-US">
                <a:solidFill>
                  <a:schemeClr val="bg1"/>
                </a:solidFill>
                <a:latin typeface="Consolas" panose="020B0609020204030204" pitchFamily="49" charset="0"/>
                <a:cs typeface="Consolas" panose="020B0609020204030204" pitchFamily="49" charset="0"/>
              </a:rPr>
              <a:t>, </a:t>
            </a:r>
            <a:r>
              <a:rPr lang="en-GB" altLang="en-US" b="1">
                <a:solidFill>
                  <a:schemeClr val="accent2"/>
                </a:solidFill>
                <a:latin typeface="Consolas" panose="020B0609020204030204" pitchFamily="49" charset="0"/>
                <a:cs typeface="Consolas" panose="020B0609020204030204" pitchFamily="49" charset="0"/>
              </a:rPr>
              <a:t>second</a:t>
            </a:r>
            <a:r>
              <a:rPr lang="en-GB" altLang="en-US">
                <a:solidFill>
                  <a:schemeClr val="bg1"/>
                </a:solidFill>
                <a:latin typeface="Consolas" panose="020B0609020204030204" pitchFamily="49" charset="0"/>
                <a:cs typeface="Consolas" panose="020B0609020204030204" pitchFamily="49" charset="0"/>
              </a:rPr>
              <a:t>))</a:t>
            </a:r>
          </a:p>
        </p:txBody>
      </p:sp>
      <p:sp>
        <p:nvSpPr>
          <p:cNvPr id="7" name="Rectangle 4">
            <a:extLst>
              <a:ext uri="{FF2B5EF4-FFF2-40B4-BE49-F238E27FC236}">
                <a16:creationId xmlns:a16="http://schemas.microsoft.com/office/drawing/2014/main" id="{393BB40C-2E18-D4B7-A0F6-5AFC4EEFADEE}"/>
              </a:ext>
            </a:extLst>
          </p:cNvPr>
          <p:cNvSpPr txBox="1">
            <a:spLocks noChangeArrowheads="1"/>
          </p:cNvSpPr>
          <p:nvPr/>
        </p:nvSpPr>
        <p:spPr bwMode="auto">
          <a:xfrm>
            <a:off x="576919" y="4729921"/>
            <a:ext cx="6408997" cy="719171"/>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en-US">
                <a:solidFill>
                  <a:schemeClr val="bg1"/>
                </a:solidFill>
                <a:latin typeface="Consolas" panose="020B0609020204030204" pitchFamily="49" charset="0"/>
                <a:cs typeface="Consolas" panose="020B0609020204030204" pitchFamily="49" charset="0"/>
              </a:rPr>
              <a:t>file  = </a:t>
            </a:r>
            <a:r>
              <a:rPr lang="en-GB" altLang="en-US" err="1">
                <a:solidFill>
                  <a:schemeClr val="bg1"/>
                </a:solidFill>
                <a:latin typeface="Consolas" panose="020B0609020204030204" pitchFamily="49" charset="0"/>
                <a:cs typeface="Consolas" panose="020B0609020204030204" pitchFamily="49" charset="0"/>
              </a:rPr>
              <a:t>sys.argv</a:t>
            </a:r>
            <a:r>
              <a:rPr lang="en-GB" altLang="en-US">
                <a:solidFill>
                  <a:schemeClr val="bg1"/>
                </a:solidFill>
                <a:latin typeface="Consolas" panose="020B0609020204030204" pitchFamily="49" charset="0"/>
                <a:cs typeface="Consolas" panose="020B0609020204030204" pitchFamily="49" charset="0"/>
              </a:rPr>
              <a:t>[0]  </a:t>
            </a:r>
          </a:p>
          <a:p>
            <a:pPr marL="0" indent="0">
              <a:buNone/>
            </a:pPr>
            <a:r>
              <a:rPr lang="en-GB" altLang="en-US">
                <a:solidFill>
                  <a:schemeClr val="bg1"/>
                </a:solidFill>
                <a:latin typeface="Consolas" panose="020B0609020204030204" pitchFamily="49" charset="0"/>
                <a:cs typeface="Consolas" panose="020B0609020204030204" pitchFamily="49" charset="0"/>
              </a:rPr>
              <a:t>perms = '</a:t>
            </a:r>
            <a:r>
              <a:rPr lang="en-GB" altLang="en-US" b="1">
                <a:solidFill>
                  <a:schemeClr val="accent1"/>
                </a:solidFill>
                <a:latin typeface="Consolas" panose="020B0609020204030204" pitchFamily="49" charset="0"/>
                <a:cs typeface="Consolas" panose="020B0609020204030204" pitchFamily="49" charset="0"/>
              </a:rPr>
              <a:t>0%lo</a:t>
            </a:r>
            <a:r>
              <a:rPr lang="en-GB" altLang="en-US">
                <a:solidFill>
                  <a:schemeClr val="bg1"/>
                </a:solidFill>
                <a:latin typeface="Consolas" panose="020B0609020204030204" pitchFamily="49" charset="0"/>
                <a:cs typeface="Consolas" panose="020B0609020204030204" pitchFamily="49" charset="0"/>
              </a:rPr>
              <a:t>' % (</a:t>
            </a:r>
            <a:r>
              <a:rPr lang="en-GB" altLang="en-US" b="1" err="1">
                <a:solidFill>
                  <a:schemeClr val="accent1"/>
                </a:solidFill>
                <a:latin typeface="Consolas" panose="020B0609020204030204" pitchFamily="49" charset="0"/>
                <a:cs typeface="Consolas" panose="020B0609020204030204" pitchFamily="49" charset="0"/>
              </a:rPr>
              <a:t>os.stat</a:t>
            </a:r>
            <a:r>
              <a:rPr lang="en-GB" altLang="en-US" b="1">
                <a:solidFill>
                  <a:schemeClr val="accent1"/>
                </a:solidFill>
                <a:latin typeface="Consolas" panose="020B0609020204030204" pitchFamily="49" charset="0"/>
                <a:cs typeface="Consolas" panose="020B0609020204030204" pitchFamily="49" charset="0"/>
              </a:rPr>
              <a:t>(file).</a:t>
            </a:r>
            <a:r>
              <a:rPr lang="en-GB" altLang="en-US" b="1" err="1">
                <a:solidFill>
                  <a:schemeClr val="accent1"/>
                </a:solidFill>
                <a:latin typeface="Consolas" panose="020B0609020204030204" pitchFamily="49" charset="0"/>
                <a:cs typeface="Consolas" panose="020B0609020204030204" pitchFamily="49" charset="0"/>
              </a:rPr>
              <a:t>st_mode</a:t>
            </a:r>
            <a:r>
              <a:rPr lang="en-GB" altLang="en-US" b="1">
                <a:solidFill>
                  <a:schemeClr val="accent1"/>
                </a:solidFill>
                <a:latin typeface="Consolas" panose="020B0609020204030204" pitchFamily="49" charset="0"/>
                <a:cs typeface="Consolas" panose="020B0609020204030204" pitchFamily="49" charset="0"/>
              </a:rPr>
              <a:t> &amp; 0o7777</a:t>
            </a:r>
            <a:r>
              <a:rPr lang="en-GB" altLang="en-US">
                <a:solidFill>
                  <a:schemeClr val="bg1"/>
                </a:solidFill>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29B94693-A0FB-E177-BDA0-AAA4186128DD}"/>
              </a:ext>
            </a:extLst>
          </p:cNvPr>
          <p:cNvSpPr txBox="1"/>
          <p:nvPr/>
        </p:nvSpPr>
        <p:spPr>
          <a:xfrm>
            <a:off x="2690890" y="2450921"/>
            <a:ext cx="4043286" cy="369332"/>
          </a:xfrm>
          <a:prstGeom prst="rect">
            <a:avLst/>
          </a:prstGeom>
          <a:solidFill>
            <a:schemeClr val="bg1"/>
          </a:solidFill>
          <a:ln>
            <a:solidFill>
              <a:schemeClr val="tx1"/>
            </a:solidFill>
          </a:ln>
        </p:spPr>
        <p:txBody>
          <a:bodyPr wrap="square" rtlCol="0">
            <a:spAutoFit/>
          </a:bodyPr>
          <a:lstStyle/>
          <a:p>
            <a:r>
              <a:rPr lang="it-IT"/>
              <a:t>Float:  3.14285714, sci: 3.142857e+00</a:t>
            </a:r>
          </a:p>
        </p:txBody>
      </p:sp>
      <p:sp>
        <p:nvSpPr>
          <p:cNvPr id="9" name="TextBox 8">
            <a:extLst>
              <a:ext uri="{FF2B5EF4-FFF2-40B4-BE49-F238E27FC236}">
                <a16:creationId xmlns:a16="http://schemas.microsoft.com/office/drawing/2014/main" id="{1B0EFA83-1A94-6F9D-DEBD-D0AA276AB0A2}"/>
              </a:ext>
            </a:extLst>
          </p:cNvPr>
          <p:cNvSpPr txBox="1"/>
          <p:nvPr/>
        </p:nvSpPr>
        <p:spPr>
          <a:xfrm>
            <a:off x="3274547" y="4146826"/>
            <a:ext cx="3190673" cy="369332"/>
          </a:xfrm>
          <a:prstGeom prst="rect">
            <a:avLst/>
          </a:prstGeom>
          <a:solidFill>
            <a:schemeClr val="bg1"/>
          </a:solidFill>
          <a:ln>
            <a:solidFill>
              <a:schemeClr val="tx1"/>
            </a:solidFill>
          </a:ln>
        </p:spPr>
        <p:txBody>
          <a:bodyPr wrap="square" rtlCol="0">
            <a:spAutoFit/>
          </a:bodyPr>
          <a:lstStyle/>
          <a:p>
            <a:r>
              <a:rPr lang="en-GB" dirty="0"/>
              <a:t>Name: Genghis              Khan      </a:t>
            </a:r>
          </a:p>
        </p:txBody>
      </p:sp>
      <p:sp>
        <p:nvSpPr>
          <p:cNvPr id="10" name="TextBox 9">
            <a:extLst>
              <a:ext uri="{FF2B5EF4-FFF2-40B4-BE49-F238E27FC236}">
                <a16:creationId xmlns:a16="http://schemas.microsoft.com/office/drawing/2014/main" id="{5183E062-2C74-9C3B-64ED-68BD40D14907}"/>
              </a:ext>
            </a:extLst>
          </p:cNvPr>
          <p:cNvSpPr txBox="1"/>
          <p:nvPr/>
        </p:nvSpPr>
        <p:spPr>
          <a:xfrm>
            <a:off x="6275796" y="5447475"/>
            <a:ext cx="829854" cy="369332"/>
          </a:xfrm>
          <a:prstGeom prst="rect">
            <a:avLst/>
          </a:prstGeom>
          <a:solidFill>
            <a:schemeClr val="bg1"/>
          </a:solidFill>
          <a:ln>
            <a:solidFill>
              <a:schemeClr val="tx1"/>
            </a:solidFill>
          </a:ln>
        </p:spPr>
        <p:txBody>
          <a:bodyPr wrap="square" rtlCol="0">
            <a:spAutoFit/>
          </a:bodyPr>
          <a:lstStyle/>
          <a:p>
            <a:r>
              <a:rPr lang="en-GB"/>
              <a:t>0640</a:t>
            </a:r>
          </a:p>
        </p:txBody>
      </p:sp>
      <p:sp>
        <p:nvSpPr>
          <p:cNvPr id="3" name="Slide Number Placeholder 3">
            <a:extLst>
              <a:ext uri="{FF2B5EF4-FFF2-40B4-BE49-F238E27FC236}">
                <a16:creationId xmlns:a16="http://schemas.microsoft.com/office/drawing/2014/main" id="{48643D70-5330-8DFD-BE42-0AD61A82BE36}"/>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40</a:t>
            </a:fld>
            <a:endParaRPr lang="en-US" dirty="0"/>
          </a:p>
        </p:txBody>
      </p:sp>
    </p:spTree>
    <p:extLst>
      <p:ext uri="{BB962C8B-B14F-4D97-AF65-F5344CB8AC3E}">
        <p14:creationId xmlns:p14="http://schemas.microsoft.com/office/powerpoint/2010/main" val="587822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p:txBody>
          <a:bodyPr>
            <a:normAutofit/>
          </a:bodyPr>
          <a:lstStyle/>
          <a:p>
            <a:r>
              <a:rPr lang="en-GB" dirty="0"/>
              <a:t>Module 5: Collections</a:t>
            </a:r>
            <a:endParaRPr lang="en-US" dirty="0"/>
          </a:p>
        </p:txBody>
      </p:sp>
      <p:sp>
        <p:nvSpPr>
          <p:cNvPr id="4" name="Subtitle 3">
            <a:extLst>
              <a:ext uri="{FF2B5EF4-FFF2-40B4-BE49-F238E27FC236}">
                <a16:creationId xmlns:a16="http://schemas.microsoft.com/office/drawing/2014/main" id="{C2A08279-63D2-2E58-E2D4-D88D7499D15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261658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4592698-1DAA-FF7A-0ED5-132ECA12D3CC}"/>
              </a:ext>
            </a:extLst>
          </p:cNvPr>
          <p:cNvSpPr>
            <a:spLocks noGrp="1"/>
          </p:cNvSpPr>
          <p:nvPr>
            <p:ph type="body" sz="quarter" idx="13"/>
          </p:nvPr>
        </p:nvSpPr>
        <p:spPr/>
        <p:txBody>
          <a:bodyPr/>
          <a:lstStyle/>
          <a:p>
            <a:r>
              <a:rPr lang="en-GB" dirty="0"/>
              <a:t>By the end of this chapter, learners will be able to:</a:t>
            </a:r>
          </a:p>
          <a:p>
            <a:pPr marL="285750" indent="-285750">
              <a:buFont typeface="Arial" panose="020B0604020202020204" pitchFamily="34" charset="0"/>
              <a:buChar char="•"/>
            </a:pPr>
            <a:r>
              <a:rPr lang="en-GB" dirty="0"/>
              <a:t>Know the differences between the different collection types.</a:t>
            </a:r>
          </a:p>
          <a:p>
            <a:pPr marL="285750" indent="-285750">
              <a:buFont typeface="Arial" panose="020B0604020202020204" pitchFamily="34" charset="0"/>
              <a:buChar char="•"/>
            </a:pPr>
            <a:r>
              <a:rPr lang="en-GB" dirty="0"/>
              <a:t>Create and query tuples.</a:t>
            </a:r>
          </a:p>
          <a:p>
            <a:pPr marL="285750" indent="-285750">
              <a:buFont typeface="Arial" panose="020B0604020202020204" pitchFamily="34" charset="0"/>
              <a:buChar char="•"/>
            </a:pPr>
            <a:r>
              <a:rPr lang="en-GB" dirty="0"/>
              <a:t>Create, add, and remove items from lists.</a:t>
            </a:r>
          </a:p>
          <a:p>
            <a:pPr marL="285750" indent="-285750">
              <a:buFont typeface="Arial" panose="020B0604020202020204" pitchFamily="34" charset="0"/>
              <a:buChar char="•"/>
            </a:pPr>
            <a:r>
              <a:rPr lang="en-GB" dirty="0"/>
              <a:t>Sort and slice lists.</a:t>
            </a:r>
          </a:p>
          <a:p>
            <a:pPr marL="285750" indent="-285750">
              <a:buFont typeface="Arial" panose="020B0604020202020204" pitchFamily="34" charset="0"/>
              <a:buChar char="•"/>
            </a:pPr>
            <a:r>
              <a:rPr lang="en-GB" dirty="0"/>
              <a:t>Create sets and carry out basic set operations (for example, intersection, union).</a:t>
            </a:r>
          </a:p>
          <a:p>
            <a:pPr marL="285750" indent="-285750">
              <a:buFont typeface="Arial" panose="020B0604020202020204" pitchFamily="34" charset="0"/>
              <a:buChar char="•"/>
            </a:pPr>
            <a:r>
              <a:rPr lang="en-GB" dirty="0"/>
              <a:t>Create dictionaries and use keys to retrieve associated values.</a:t>
            </a:r>
          </a:p>
          <a:p>
            <a:endParaRPr lang="en-US" dirty="0"/>
          </a:p>
        </p:txBody>
      </p:sp>
    </p:spTree>
    <p:extLst>
      <p:ext uri="{BB962C8B-B14F-4D97-AF65-F5344CB8AC3E}">
        <p14:creationId xmlns:p14="http://schemas.microsoft.com/office/powerpoint/2010/main" val="421500809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12E6B-EFC5-D60D-0405-F034A689AC39}"/>
              </a:ext>
            </a:extLst>
          </p:cNvPr>
          <p:cNvSpPr>
            <a:spLocks noGrp="1"/>
          </p:cNvSpPr>
          <p:nvPr>
            <p:ph type="ctrTitle"/>
          </p:nvPr>
        </p:nvSpPr>
        <p:spPr/>
        <p:txBody>
          <a:bodyPr/>
          <a:lstStyle/>
          <a:p>
            <a:r>
              <a:rPr lang="en-GB" dirty="0"/>
              <a:t>Python types: A reminder</a:t>
            </a:r>
          </a:p>
        </p:txBody>
      </p:sp>
      <p:sp>
        <p:nvSpPr>
          <p:cNvPr id="3" name="Text Placeholder 2">
            <a:extLst>
              <a:ext uri="{FF2B5EF4-FFF2-40B4-BE49-F238E27FC236}">
                <a16:creationId xmlns:a16="http://schemas.microsoft.com/office/drawing/2014/main" id="{91962649-4206-2FC4-2AF4-443AD80C2259}"/>
              </a:ext>
            </a:extLst>
          </p:cNvPr>
          <p:cNvSpPr>
            <a:spLocks noGrp="1"/>
          </p:cNvSpPr>
          <p:nvPr>
            <p:ph type="body" sz="quarter" idx="14"/>
          </p:nvPr>
        </p:nvSpPr>
        <p:spPr>
          <a:xfrm>
            <a:off x="443921" y="1733108"/>
            <a:ext cx="8721850" cy="4061405"/>
          </a:xfrm>
        </p:spPr>
        <p:txBody>
          <a:bodyPr/>
          <a:lstStyle/>
          <a:p>
            <a:r>
              <a:rPr lang="en-GB" b="1" dirty="0"/>
              <a:t>Built in sequence types:</a:t>
            </a:r>
          </a:p>
          <a:p>
            <a:pPr marL="285750" indent="-285750">
              <a:buFont typeface="Arial" panose="020B0604020202020204" pitchFamily="34" charset="0"/>
              <a:buChar char="•"/>
            </a:pPr>
            <a:r>
              <a:rPr lang="en-GB" dirty="0"/>
              <a:t>Strings (str)</a:t>
            </a:r>
          </a:p>
          <a:p>
            <a:pPr lvl="1" indent="0">
              <a:buNone/>
            </a:pPr>
            <a:r>
              <a:rPr lang="en-GB" b="1" dirty="0"/>
              <a:t>'Norwegian Blue', "Mr. Khan's bike"</a:t>
            </a:r>
          </a:p>
          <a:p>
            <a:pPr marL="285750" indent="-285750">
              <a:buFont typeface="Arial" panose="020B0604020202020204" pitchFamily="34" charset="0"/>
              <a:buChar char="•"/>
            </a:pPr>
            <a:r>
              <a:rPr lang="en-GB" dirty="0"/>
              <a:t>Lists (list)</a:t>
            </a:r>
          </a:p>
          <a:p>
            <a:pPr lvl="1" indent="0">
              <a:buNone/>
            </a:pPr>
            <a:r>
              <a:rPr lang="en-GB" b="1" dirty="0"/>
              <a:t>['Cheddar', ['Camembert', 'Brie'], 'Stilton']</a:t>
            </a:r>
          </a:p>
          <a:p>
            <a:pPr marL="285750" indent="-285750">
              <a:buFont typeface="Arial" panose="020B0604020202020204" pitchFamily="34" charset="0"/>
              <a:buChar char="•"/>
            </a:pPr>
            <a:r>
              <a:rPr lang="en-GB" dirty="0"/>
              <a:t>Tuples (tuple)</a:t>
            </a:r>
          </a:p>
          <a:p>
            <a:pPr lvl="1" indent="0">
              <a:buNone/>
            </a:pPr>
            <a:r>
              <a:rPr lang="en-GB" b="1" dirty="0"/>
              <a:t>(47, 'Spam', 'Major', 683, 'Ovine Aviation’)</a:t>
            </a:r>
          </a:p>
          <a:p>
            <a:pPr marL="285750" indent="-285750">
              <a:buFont typeface="Arial" panose="020B0604020202020204" pitchFamily="34" charset="0"/>
              <a:buChar char="•"/>
            </a:pPr>
            <a:r>
              <a:rPr lang="en-GB" dirty="0" err="1"/>
              <a:t>Bytearray</a:t>
            </a:r>
            <a:r>
              <a:rPr lang="en-GB" dirty="0"/>
              <a:t> (mutable) and bytes (immutable) used for binary data </a:t>
            </a:r>
          </a:p>
          <a:p>
            <a:r>
              <a:rPr lang="en-GB" b="1" dirty="0"/>
              <a:t>Not all collections are sequences.</a:t>
            </a:r>
          </a:p>
          <a:p>
            <a:pPr marL="285750" indent="-285750">
              <a:buFont typeface="Arial" panose="020B0604020202020204" pitchFamily="34" charset="0"/>
              <a:buChar char="•"/>
            </a:pPr>
            <a:r>
              <a:rPr lang="en-GB" dirty="0"/>
              <a:t>A set is an unordered collection of unique objects.</a:t>
            </a:r>
          </a:p>
          <a:p>
            <a:pPr marL="285750" indent="-285750">
              <a:buFont typeface="Arial" panose="020B0604020202020204" pitchFamily="34" charset="0"/>
              <a:buChar char="•"/>
            </a:pPr>
            <a:r>
              <a:rPr lang="en-GB" dirty="0"/>
              <a:t>Dictionaries have key-value pairs, with their order preserved (Python 3.7).</a:t>
            </a:r>
          </a:p>
          <a:p>
            <a:pPr marL="719138" lvl="2" indent="0">
              <a:buNone/>
            </a:pPr>
            <a:r>
              <a:rPr lang="en-GB" b="1" dirty="0"/>
              <a:t>{‘Arthur’: ’King of the Britons', ‘Lancelot’: ’Brave Knight'}</a:t>
            </a:r>
          </a:p>
          <a:p>
            <a:endParaRPr lang="en-GB" dirty="0"/>
          </a:p>
        </p:txBody>
      </p:sp>
      <p:sp>
        <p:nvSpPr>
          <p:cNvPr id="4" name="Slide Number Placeholder 3">
            <a:extLst>
              <a:ext uri="{FF2B5EF4-FFF2-40B4-BE49-F238E27FC236}">
                <a16:creationId xmlns:a16="http://schemas.microsoft.com/office/drawing/2014/main" id="{1D0F08B5-09BD-5FCD-D2FD-10C444894EE3}"/>
              </a:ext>
            </a:extLst>
          </p:cNvPr>
          <p:cNvSpPr>
            <a:spLocks noGrp="1"/>
          </p:cNvSpPr>
          <p:nvPr>
            <p:ph type="sldNum" sz="quarter" idx="12"/>
          </p:nvPr>
        </p:nvSpPr>
        <p:spPr/>
        <p:txBody>
          <a:bodyPr/>
          <a:lstStyle/>
          <a:p>
            <a:fld id="{F3469444-D02B-D446-9CF8-19DEDDE073D1}" type="slidenum">
              <a:rPr lang="en-US" smtClean="0"/>
              <a:pPr/>
              <a:t>43</a:t>
            </a:fld>
            <a:endParaRPr lang="en-US"/>
          </a:p>
        </p:txBody>
      </p:sp>
    </p:spTree>
    <p:extLst>
      <p:ext uri="{BB962C8B-B14F-4D97-AF65-F5344CB8AC3E}">
        <p14:creationId xmlns:p14="http://schemas.microsoft.com/office/powerpoint/2010/main" val="10451038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Generic built-in functions</a:t>
            </a:r>
          </a:p>
        </p:txBody>
      </p:sp>
      <p:sp>
        <p:nvSpPr>
          <p:cNvPr id="3" name="Content Placeholder 2"/>
          <p:cNvSpPr>
            <a:spLocks noGrp="1"/>
          </p:cNvSpPr>
          <p:nvPr>
            <p:ph type="body" sz="quarter" idx="14"/>
          </p:nvPr>
        </p:nvSpPr>
        <p:spPr/>
        <p:txBody>
          <a:bodyPr/>
          <a:lstStyle/>
          <a:p>
            <a:pPr marL="0" indent="0">
              <a:buNone/>
            </a:pPr>
            <a:r>
              <a:rPr lang="en-US" b="1" dirty="0">
                <a:solidFill>
                  <a:schemeClr val="tx1"/>
                </a:solidFill>
              </a:rPr>
              <a:t>Most </a:t>
            </a:r>
            <a:r>
              <a:rPr lang="en-US" b="1" dirty="0" err="1">
                <a:solidFill>
                  <a:schemeClr val="tx1"/>
                </a:solidFill>
              </a:rPr>
              <a:t>iterables</a:t>
            </a:r>
            <a:r>
              <a:rPr lang="en-US" b="1" dirty="0">
                <a:solidFill>
                  <a:schemeClr val="tx1"/>
                </a:solidFill>
              </a:rPr>
              <a:t> support the </a:t>
            </a:r>
            <a:r>
              <a:rPr lang="en-US" b="1" dirty="0" err="1">
                <a:solidFill>
                  <a:schemeClr val="tx1"/>
                </a:solidFill>
                <a:cs typeface="Courier New"/>
              </a:rPr>
              <a:t>len</a:t>
            </a:r>
            <a:r>
              <a:rPr lang="en-US" b="1" dirty="0">
                <a:solidFill>
                  <a:schemeClr val="tx1"/>
                </a:solidFill>
              </a:rPr>
              <a:t>, </a:t>
            </a:r>
            <a:r>
              <a:rPr lang="en-US" b="1" dirty="0">
                <a:solidFill>
                  <a:schemeClr val="tx1"/>
                </a:solidFill>
                <a:cs typeface="Courier New"/>
              </a:rPr>
              <a:t>min</a:t>
            </a:r>
            <a:r>
              <a:rPr lang="en-US" b="1" dirty="0">
                <a:solidFill>
                  <a:schemeClr val="tx1"/>
                </a:solidFill>
              </a:rPr>
              <a:t>, </a:t>
            </a:r>
            <a:r>
              <a:rPr lang="en-US" b="1" dirty="0">
                <a:solidFill>
                  <a:schemeClr val="tx1"/>
                </a:solidFill>
                <a:cs typeface="Courier New"/>
              </a:rPr>
              <a:t>max</a:t>
            </a:r>
            <a:r>
              <a:rPr lang="en-US" b="1" dirty="0">
                <a:solidFill>
                  <a:schemeClr val="tx1"/>
                </a:solidFill>
              </a:rPr>
              <a:t>, </a:t>
            </a:r>
            <a:r>
              <a:rPr lang="en-US" b="1" dirty="0"/>
              <a:t>and </a:t>
            </a:r>
            <a:r>
              <a:rPr lang="en-US" b="1" dirty="0">
                <a:latin typeface="Courier New"/>
                <a:cs typeface="Courier New"/>
              </a:rPr>
              <a:t>sum</a:t>
            </a:r>
            <a:r>
              <a:rPr lang="en-US" b="1" dirty="0">
                <a:latin typeface="Montserrat"/>
              </a:rPr>
              <a:t> </a:t>
            </a:r>
            <a:r>
              <a:rPr lang="en-US" b="1" dirty="0"/>
              <a:t>built-in functions.</a:t>
            </a:r>
          </a:p>
          <a:p>
            <a:pPr marL="285750" indent="-285750">
              <a:buFont typeface="Arial" panose="020B0604020202020204" pitchFamily="34" charset="0"/>
              <a:buChar char="•"/>
            </a:pPr>
            <a:r>
              <a:rPr lang="en-US" sz="1800" dirty="0" err="1">
                <a:latin typeface="Consolas" panose="020B0609020204030204" pitchFamily="49" charset="0"/>
                <a:cs typeface="Courier New"/>
              </a:rPr>
              <a:t>len</a:t>
            </a:r>
            <a:r>
              <a:rPr lang="en-US" sz="1800" dirty="0">
                <a:latin typeface="Courier New"/>
                <a:cs typeface="Courier New"/>
              </a:rPr>
              <a:t>		</a:t>
            </a:r>
            <a:r>
              <a:rPr lang="en-US" sz="1800" dirty="0"/>
              <a:t>Number of elements</a:t>
            </a:r>
          </a:p>
          <a:p>
            <a:pPr marL="285750" indent="-285750">
              <a:buFont typeface="Arial" panose="020B0604020202020204" pitchFamily="34" charset="0"/>
              <a:buChar char="•"/>
            </a:pPr>
            <a:r>
              <a:rPr lang="en-US" sz="1800" dirty="0">
                <a:latin typeface="Consolas" panose="020B0609020204030204" pitchFamily="49" charset="0"/>
                <a:cs typeface="Courier New"/>
              </a:rPr>
              <a:t>min</a:t>
            </a:r>
            <a:r>
              <a:rPr lang="en-US" sz="1800" dirty="0"/>
              <a:t>		Minimum value </a:t>
            </a:r>
          </a:p>
          <a:p>
            <a:pPr marL="285750" indent="-285750">
              <a:buFont typeface="Arial" panose="020B0604020202020204" pitchFamily="34" charset="0"/>
              <a:buChar char="•"/>
            </a:pPr>
            <a:r>
              <a:rPr lang="en-US" sz="1800" dirty="0">
                <a:latin typeface="Consolas" panose="020B0609020204030204" pitchFamily="49" charset="0"/>
                <a:cs typeface="Courier New"/>
              </a:rPr>
              <a:t>max</a:t>
            </a:r>
            <a:r>
              <a:rPr lang="en-US" sz="1800" dirty="0"/>
              <a:t>		Maximum value </a:t>
            </a:r>
          </a:p>
          <a:p>
            <a:pPr marL="285750" indent="-285750">
              <a:buFont typeface="Arial" panose="020B0604020202020204" pitchFamily="34" charset="0"/>
              <a:buChar char="•"/>
            </a:pPr>
            <a:r>
              <a:rPr lang="en-US" sz="1800" dirty="0">
                <a:latin typeface="Consolas" panose="020B0609020204030204" pitchFamily="49" charset="0"/>
                <a:cs typeface="Courier New"/>
              </a:rPr>
              <a:t>sum</a:t>
            </a:r>
            <a:r>
              <a:rPr lang="en-US" sz="1800" dirty="0"/>
              <a:t>		Numeric summation (not string or byte objects)</a:t>
            </a:r>
          </a:p>
          <a:p>
            <a:pPr marL="0" indent="0">
              <a:buNone/>
            </a:pPr>
            <a:endParaRPr lang="en-US" dirty="0"/>
          </a:p>
          <a:p>
            <a:pPr marL="0" indent="0">
              <a:buNone/>
            </a:pPr>
            <a:r>
              <a:rPr lang="en-US" dirty="0">
                <a:solidFill>
                  <a:schemeClr val="tx1"/>
                </a:solidFill>
              </a:rPr>
              <a:t>Dictionaries implement </a:t>
            </a:r>
            <a:r>
              <a:rPr lang="en-US" dirty="0">
                <a:solidFill>
                  <a:schemeClr val="tx1"/>
                </a:solidFill>
                <a:cs typeface="Courier New"/>
              </a:rPr>
              <a:t>min</a:t>
            </a:r>
            <a:r>
              <a:rPr lang="en-US" dirty="0">
                <a:solidFill>
                  <a:schemeClr val="tx1"/>
                </a:solidFill>
              </a:rPr>
              <a:t>, </a:t>
            </a:r>
            <a:r>
              <a:rPr lang="en-US" dirty="0">
                <a:solidFill>
                  <a:schemeClr val="tx1"/>
                </a:solidFill>
                <a:cs typeface="Courier New"/>
              </a:rPr>
              <a:t>max</a:t>
            </a:r>
            <a:r>
              <a:rPr lang="en-US" dirty="0">
                <a:solidFill>
                  <a:schemeClr val="tx1"/>
                </a:solidFill>
              </a:rPr>
              <a:t>, and </a:t>
            </a:r>
            <a:r>
              <a:rPr lang="en-US" dirty="0">
                <a:solidFill>
                  <a:schemeClr val="tx1"/>
                </a:solidFill>
                <a:cs typeface="Courier New"/>
              </a:rPr>
              <a:t>sum</a:t>
            </a:r>
            <a:r>
              <a:rPr lang="en-US" dirty="0">
                <a:solidFill>
                  <a:schemeClr val="tx1"/>
                </a:solidFill>
              </a:rPr>
              <a:t> on keys. The </a:t>
            </a:r>
            <a:r>
              <a:rPr lang="en-US" dirty="0">
                <a:solidFill>
                  <a:schemeClr val="tx1"/>
                </a:solidFill>
                <a:cs typeface="Courier New"/>
              </a:rPr>
              <a:t>sum </a:t>
            </a:r>
            <a:r>
              <a:rPr lang="en-US" dirty="0">
                <a:solidFill>
                  <a:schemeClr val="tx1"/>
                </a:solidFill>
              </a:rPr>
              <a:t>built-in will raise a </a:t>
            </a:r>
            <a:r>
              <a:rPr lang="en-US" dirty="0" err="1">
                <a:solidFill>
                  <a:schemeClr val="tx1"/>
                </a:solidFill>
              </a:rPr>
              <a:t>TypeError</a:t>
            </a:r>
            <a:r>
              <a:rPr lang="en-US" dirty="0">
                <a:solidFill>
                  <a:schemeClr val="tx1"/>
                </a:solidFill>
              </a:rPr>
              <a:t> if the item is not a number.</a:t>
            </a:r>
          </a:p>
        </p:txBody>
      </p:sp>
      <p:sp>
        <p:nvSpPr>
          <p:cNvPr id="4" name="TextBox 3"/>
          <p:cNvSpPr txBox="1"/>
          <p:nvPr/>
        </p:nvSpPr>
        <p:spPr>
          <a:xfrm>
            <a:off x="1277685" y="4860200"/>
            <a:ext cx="5376793" cy="1754326"/>
          </a:xfrm>
          <a:prstGeom prst="rect">
            <a:avLst/>
          </a:prstGeom>
          <a:solidFill>
            <a:schemeClr val="tx1"/>
          </a:solidFill>
          <a:ln>
            <a:solidFill>
              <a:schemeClr val="tx1"/>
            </a:solidFill>
          </a:ln>
          <a:effectLst>
            <a:outerShdw blurRad="50800" dist="38100" dir="2700000" algn="tl" rotWithShape="0">
              <a:prstClr val="black">
                <a:alpha val="40000"/>
              </a:prstClr>
            </a:outerShdw>
          </a:effectLst>
        </p:spPr>
        <p:txBody>
          <a:bodyPr wrap="none" lIns="91440" tIns="45720" rIns="91440" bIns="45720" rtlCol="0" anchor="t">
            <a:spAutoFit/>
          </a:bodyPr>
          <a:lstStyle/>
          <a:p>
            <a:r>
              <a:rPr lang="is-IS" dirty="0">
                <a:solidFill>
                  <a:schemeClr val="bg1"/>
                </a:solidFill>
                <a:latin typeface="Consolas" panose="020B0609020204030204" pitchFamily="49" charset="0"/>
                <a:cs typeface="Courier New"/>
              </a:rPr>
              <a:t>myn = [45, 66, 12, 3, 99, 3.142, 42]</a:t>
            </a:r>
            <a:endParaRPr lang="en-US" dirty="0">
              <a:solidFill>
                <a:schemeClr val="bg1"/>
              </a:solidFill>
              <a:latin typeface="Consolas" panose="020B0609020204030204" pitchFamily="49" charset="0"/>
            </a:endParaRPr>
          </a:p>
          <a:p>
            <a:r>
              <a:rPr lang="en-US" dirty="0">
                <a:solidFill>
                  <a:schemeClr val="bg1"/>
                </a:solidFill>
                <a:latin typeface="Consolas" panose="020B0609020204030204" pitchFamily="49" charset="0"/>
                <a:cs typeface="Courier New"/>
              </a:rPr>
              <a:t>print("min:", min(</a:t>
            </a:r>
            <a:r>
              <a:rPr lang="en-US" dirty="0" err="1">
                <a:solidFill>
                  <a:schemeClr val="bg1"/>
                </a:solidFill>
                <a:latin typeface="Consolas" panose="020B0609020204030204" pitchFamily="49" charset="0"/>
                <a:cs typeface="Courier New"/>
              </a:rPr>
              <a:t>myn</a:t>
            </a:r>
            <a:r>
              <a:rPr lang="en-US" dirty="0">
                <a:solidFill>
                  <a:schemeClr val="bg1"/>
                </a:solidFill>
                <a:latin typeface="Consolas" panose="020B0609020204030204" pitchFamily="49" charset="0"/>
                <a:cs typeface="Courier New"/>
              </a:rPr>
              <a:t>), "max:", max(</a:t>
            </a:r>
            <a:r>
              <a:rPr lang="en-US" dirty="0" err="1">
                <a:solidFill>
                  <a:schemeClr val="bg1"/>
                </a:solidFill>
                <a:latin typeface="Consolas" panose="020B0609020204030204" pitchFamily="49" charset="0"/>
                <a:cs typeface="Courier New"/>
              </a:rPr>
              <a:t>myn</a:t>
            </a:r>
            <a:r>
              <a:rPr lang="en-US" dirty="0">
                <a:solidFill>
                  <a:schemeClr val="bg1"/>
                </a:solidFill>
                <a:latin typeface="Consolas" panose="020B0609020204030204" pitchFamily="49" charset="0"/>
                <a:cs typeface="Courier New"/>
              </a:rPr>
              <a:t>))</a:t>
            </a:r>
          </a:p>
          <a:p>
            <a:r>
              <a:rPr lang="en-US" dirty="0">
                <a:solidFill>
                  <a:schemeClr val="bg1"/>
                </a:solidFill>
                <a:latin typeface="Consolas" panose="020B0609020204030204" pitchFamily="49" charset="0"/>
                <a:cs typeface="Courier New"/>
              </a:rPr>
              <a:t>print("sum:", sum(</a:t>
            </a:r>
            <a:r>
              <a:rPr lang="en-US" dirty="0" err="1">
                <a:solidFill>
                  <a:schemeClr val="bg1"/>
                </a:solidFill>
                <a:latin typeface="Consolas" panose="020B0609020204030204" pitchFamily="49" charset="0"/>
                <a:cs typeface="Courier New"/>
              </a:rPr>
              <a:t>myn</a:t>
            </a:r>
            <a:r>
              <a:rPr lang="en-US" dirty="0">
                <a:solidFill>
                  <a:schemeClr val="bg1"/>
                </a:solidFill>
                <a:latin typeface="Consolas" panose="020B0609020204030204" pitchFamily="49" charset="0"/>
                <a:cs typeface="Courier New"/>
              </a:rPr>
              <a:t>))</a:t>
            </a:r>
          </a:p>
          <a:p>
            <a:endParaRPr lang="en-US" dirty="0">
              <a:solidFill>
                <a:schemeClr val="bg1"/>
              </a:solidFill>
              <a:latin typeface="Consolas" panose="020B0609020204030204" pitchFamily="49" charset="0"/>
              <a:cs typeface="Courier New"/>
            </a:endParaRPr>
          </a:p>
          <a:p>
            <a:r>
              <a:rPr lang="tr-TR" dirty="0">
                <a:solidFill>
                  <a:schemeClr val="bg1"/>
                </a:solidFill>
                <a:latin typeface="Consolas" panose="020B0609020204030204" pitchFamily="49" charset="0"/>
                <a:cs typeface="Courier New"/>
              </a:rPr>
              <a:t>myd = {</a:t>
            </a:r>
            <a:r>
              <a:rPr lang="en-US" dirty="0">
                <a:solidFill>
                  <a:schemeClr val="bg1"/>
                </a:solidFill>
                <a:latin typeface="Consolas" panose="020B0609020204030204" pitchFamily="49" charset="0"/>
                <a:cs typeface="Courier New"/>
              </a:rPr>
              <a:t>"</a:t>
            </a:r>
            <a:r>
              <a:rPr lang="tr-TR" dirty="0">
                <a:solidFill>
                  <a:schemeClr val="bg1"/>
                </a:solidFill>
                <a:latin typeface="Consolas" panose="020B0609020204030204" pitchFamily="49" charset="0"/>
                <a:cs typeface="Courier New"/>
              </a:rPr>
              <a:t>fred</a:t>
            </a:r>
            <a:r>
              <a:rPr lang="en-US" dirty="0">
                <a:solidFill>
                  <a:schemeClr val="bg1"/>
                </a:solidFill>
                <a:latin typeface="Consolas" panose="020B0609020204030204" pitchFamily="49" charset="0"/>
                <a:cs typeface="Courier New"/>
              </a:rPr>
              <a:t>"</a:t>
            </a:r>
            <a:r>
              <a:rPr lang="tr-TR" dirty="0">
                <a:solidFill>
                  <a:schemeClr val="bg1"/>
                </a:solidFill>
                <a:latin typeface="Consolas" panose="020B0609020204030204" pitchFamily="49" charset="0"/>
                <a:cs typeface="Courier New"/>
              </a:rPr>
              <a:t>:3, </a:t>
            </a:r>
            <a:r>
              <a:rPr lang="en-US" dirty="0">
                <a:solidFill>
                  <a:schemeClr val="bg1"/>
                </a:solidFill>
                <a:latin typeface="Consolas" panose="020B0609020204030204" pitchFamily="49" charset="0"/>
                <a:cs typeface="Courier New"/>
              </a:rPr>
              <a:t>"</a:t>
            </a:r>
            <a:r>
              <a:rPr lang="tr-TR" dirty="0">
                <a:solidFill>
                  <a:schemeClr val="bg1"/>
                </a:solidFill>
                <a:latin typeface="Consolas" panose="020B0609020204030204" pitchFamily="49" charset="0"/>
                <a:cs typeface="Courier New"/>
              </a:rPr>
              <a:t>jim</a:t>
            </a:r>
            <a:r>
              <a:rPr lang="en-US" dirty="0">
                <a:solidFill>
                  <a:schemeClr val="bg1"/>
                </a:solidFill>
                <a:latin typeface="Consolas" panose="020B0609020204030204" pitchFamily="49" charset="0"/>
                <a:cs typeface="Courier New"/>
              </a:rPr>
              <a:t>"</a:t>
            </a:r>
            <a:r>
              <a:rPr lang="tr-TR" dirty="0">
                <a:solidFill>
                  <a:schemeClr val="bg1"/>
                </a:solidFill>
                <a:latin typeface="Consolas" panose="020B0609020204030204" pitchFamily="49" charset="0"/>
                <a:cs typeface="Courier New"/>
              </a:rPr>
              <a:t>:8, </a:t>
            </a:r>
            <a:r>
              <a:rPr lang="en-US" dirty="0">
                <a:solidFill>
                  <a:schemeClr val="bg1"/>
                </a:solidFill>
                <a:latin typeface="Consolas" panose="020B0609020204030204" pitchFamily="49" charset="0"/>
                <a:cs typeface="Courier New"/>
              </a:rPr>
              <a:t>"</a:t>
            </a:r>
            <a:r>
              <a:rPr lang="tr-TR" dirty="0">
                <a:solidFill>
                  <a:schemeClr val="bg1"/>
                </a:solidFill>
                <a:latin typeface="Consolas" panose="020B0609020204030204" pitchFamily="49" charset="0"/>
                <a:cs typeface="Courier New"/>
              </a:rPr>
              <a:t>dave</a:t>
            </a:r>
            <a:r>
              <a:rPr lang="en-US" dirty="0">
                <a:solidFill>
                  <a:schemeClr val="bg1"/>
                </a:solidFill>
                <a:latin typeface="Consolas" panose="020B0609020204030204" pitchFamily="49" charset="0"/>
                <a:cs typeface="Courier New"/>
              </a:rPr>
              <a:t>"</a:t>
            </a:r>
            <a:r>
              <a:rPr lang="tr-TR" dirty="0">
                <a:solidFill>
                  <a:schemeClr val="bg1"/>
                </a:solidFill>
                <a:latin typeface="Consolas" panose="020B0609020204030204" pitchFamily="49" charset="0"/>
                <a:cs typeface="Courier New"/>
              </a:rPr>
              <a:t>:42}</a:t>
            </a:r>
          </a:p>
          <a:p>
            <a:r>
              <a:rPr lang="tr-TR" dirty="0">
                <a:solidFill>
                  <a:schemeClr val="bg1"/>
                </a:solidFill>
                <a:latin typeface="Consolas" panose="020B0609020204030204" pitchFamily="49" charset="0"/>
                <a:cs typeface="Courier New"/>
              </a:rPr>
              <a:t>print("min:", min(myd), "max:", max(myd))</a:t>
            </a:r>
            <a:endParaRPr lang="en-US" dirty="0">
              <a:solidFill>
                <a:schemeClr val="bg1"/>
              </a:solidFill>
              <a:latin typeface="Consolas" panose="020B0609020204030204" pitchFamily="49" charset="0"/>
              <a:cs typeface="Courier New"/>
            </a:endParaRPr>
          </a:p>
        </p:txBody>
      </p:sp>
      <p:sp>
        <p:nvSpPr>
          <p:cNvPr id="8" name="Text Box 9">
            <a:extLst>
              <a:ext uri="{FF2B5EF4-FFF2-40B4-BE49-F238E27FC236}">
                <a16:creationId xmlns:a16="http://schemas.microsoft.com/office/drawing/2014/main" id="{65E15201-72F1-4692-9E44-9377FE6C3ED8}"/>
              </a:ext>
            </a:extLst>
          </p:cNvPr>
          <p:cNvSpPr txBox="1">
            <a:spLocks noChangeArrowheads="1"/>
          </p:cNvSpPr>
          <p:nvPr/>
        </p:nvSpPr>
        <p:spPr bwMode="auto">
          <a:xfrm>
            <a:off x="6680975" y="5783529"/>
            <a:ext cx="2092239" cy="83099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nsolas" panose="020B0609020204030204" pitchFamily="49" charset="0"/>
              </a:rPr>
              <a:t>min: 4 max: 99</a:t>
            </a:r>
          </a:p>
          <a:p>
            <a:pPr>
              <a:spcBef>
                <a:spcPct val="0"/>
              </a:spcBef>
            </a:pPr>
            <a:r>
              <a:rPr lang="en-GB" sz="1600">
                <a:latin typeface="Consolas" panose="020B0609020204030204" pitchFamily="49" charset="0"/>
              </a:rPr>
              <a:t>sum: 270.142</a:t>
            </a:r>
          </a:p>
          <a:p>
            <a:pPr>
              <a:spcBef>
                <a:spcPct val="0"/>
              </a:spcBef>
            </a:pPr>
            <a:r>
              <a:rPr lang="en-GB" sz="1600">
                <a:latin typeface="Consolas" panose="020B0609020204030204" pitchFamily="49" charset="0"/>
              </a:rPr>
              <a:t>min: </a:t>
            </a:r>
            <a:r>
              <a:rPr lang="en-GB" sz="1600" err="1">
                <a:latin typeface="Consolas" panose="020B0609020204030204" pitchFamily="49" charset="0"/>
              </a:rPr>
              <a:t>dave</a:t>
            </a:r>
            <a:r>
              <a:rPr lang="en-GB" sz="1600">
                <a:latin typeface="Consolas" panose="020B0609020204030204" pitchFamily="49" charset="0"/>
              </a:rPr>
              <a:t> max </a:t>
            </a:r>
            <a:r>
              <a:rPr lang="en-GB" sz="1600" err="1">
                <a:latin typeface="Consolas" panose="020B0609020204030204" pitchFamily="49" charset="0"/>
              </a:rPr>
              <a:t>jim</a:t>
            </a:r>
            <a:endParaRPr lang="en-GB" sz="1600">
              <a:latin typeface="Consolas" panose="020B0609020204030204" pitchFamily="49" charset="0"/>
            </a:endParaRPr>
          </a:p>
        </p:txBody>
      </p:sp>
      <p:sp>
        <p:nvSpPr>
          <p:cNvPr id="5" name="Slide Number Placeholder 4">
            <a:extLst>
              <a:ext uri="{FF2B5EF4-FFF2-40B4-BE49-F238E27FC236}">
                <a16:creationId xmlns:a16="http://schemas.microsoft.com/office/drawing/2014/main" id="{3E0E76E5-3E49-0F37-98B0-3DE9A31E5BD7}"/>
              </a:ext>
            </a:extLst>
          </p:cNvPr>
          <p:cNvSpPr>
            <a:spLocks noGrp="1"/>
          </p:cNvSpPr>
          <p:nvPr>
            <p:ph type="sldNum" sz="quarter" idx="12"/>
          </p:nvPr>
        </p:nvSpPr>
        <p:spPr/>
        <p:txBody>
          <a:bodyPr/>
          <a:lstStyle/>
          <a:p>
            <a:fld id="{EF892D59-8F09-EF4B-AD6D-DA609442F868}" type="slidenum">
              <a:rPr lang="en-GB" smtClean="0"/>
              <a:pPr/>
              <a:t>44</a:t>
            </a:fld>
            <a:endParaRPr lang="en-GB"/>
          </a:p>
        </p:txBody>
      </p:sp>
    </p:spTree>
    <p:extLst>
      <p:ext uri="{BB962C8B-B14F-4D97-AF65-F5344CB8AC3E}">
        <p14:creationId xmlns:p14="http://schemas.microsoft.com/office/powerpoint/2010/main" val="20072093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p:txBody>
          <a:bodyPr/>
          <a:lstStyle/>
          <a:p>
            <a:pPr eaLnBrk="1" hangingPunct="1"/>
            <a:r>
              <a:rPr lang="en-GB"/>
              <a:t>Useful tuple operations</a:t>
            </a:r>
          </a:p>
        </p:txBody>
      </p:sp>
      <p:sp>
        <p:nvSpPr>
          <p:cNvPr id="6147" name="Rectangle 3"/>
          <p:cNvSpPr>
            <a:spLocks noGrp="1" noChangeArrowheads="1"/>
          </p:cNvSpPr>
          <p:nvPr>
            <p:ph sz="quarter" idx="4"/>
          </p:nvPr>
        </p:nvSpPr>
        <p:spPr>
          <a:xfrm>
            <a:off x="443756" y="1441393"/>
            <a:ext cx="11303578" cy="4348715"/>
          </a:xfrm>
        </p:spPr>
        <p:txBody>
          <a:bodyPr/>
          <a:lstStyle/>
          <a:p>
            <a:r>
              <a:rPr lang="en-GB">
                <a:solidFill>
                  <a:schemeClr val="tx1"/>
                </a:solidFill>
              </a:rPr>
              <a:t>Swap references:</a:t>
            </a:r>
          </a:p>
          <a:p>
            <a:endParaRPr lang="en-GB" sz="800">
              <a:solidFill>
                <a:schemeClr val="tx1"/>
              </a:solidFill>
            </a:endParaRPr>
          </a:p>
          <a:p>
            <a:pPr lvl="1"/>
            <a:endParaRPr lang="en-GB"/>
          </a:p>
          <a:p>
            <a:r>
              <a:rPr lang="en-GB">
                <a:solidFill>
                  <a:schemeClr val="tx1"/>
                </a:solidFill>
              </a:rPr>
              <a:t>Set values from a numeric range:</a:t>
            </a:r>
          </a:p>
          <a:p>
            <a:endParaRPr lang="en-GB" sz="800">
              <a:solidFill>
                <a:schemeClr val="tx1"/>
              </a:solidFill>
            </a:endParaRPr>
          </a:p>
          <a:p>
            <a:pPr lvl="2"/>
            <a:endParaRPr lang="en-GB"/>
          </a:p>
          <a:p>
            <a:r>
              <a:rPr lang="en-GB">
                <a:solidFill>
                  <a:schemeClr val="tx1"/>
                </a:solidFill>
              </a:rPr>
              <a:t>Repeat values:</a:t>
            </a:r>
          </a:p>
          <a:p>
            <a:endParaRPr lang="en-GB" sz="800">
              <a:solidFill>
                <a:schemeClr val="tx1"/>
              </a:solidFill>
            </a:endParaRPr>
          </a:p>
          <a:p>
            <a:pPr lvl="3"/>
            <a:endParaRPr lang="en-GB"/>
          </a:p>
          <a:p>
            <a:pPr lvl="2"/>
            <a:endParaRPr lang="en-GB"/>
          </a:p>
          <a:p>
            <a:pPr lvl="2"/>
            <a:endParaRPr lang="en-GB"/>
          </a:p>
          <a:p>
            <a:r>
              <a:rPr lang="en-GB">
                <a:solidFill>
                  <a:schemeClr val="tx1"/>
                </a:solidFill>
              </a:rPr>
              <a:t>Be careful of single values and the trailing comma:</a:t>
            </a:r>
          </a:p>
        </p:txBody>
      </p:sp>
      <p:sp>
        <p:nvSpPr>
          <p:cNvPr id="6148" name="Text Box 4"/>
          <p:cNvSpPr txBox="1">
            <a:spLocks noChangeArrowheads="1"/>
          </p:cNvSpPr>
          <p:nvPr/>
        </p:nvSpPr>
        <p:spPr bwMode="auto">
          <a:xfrm>
            <a:off x="1310821" y="1800307"/>
            <a:ext cx="2628133" cy="369332"/>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
              </a:spcBef>
            </a:pPr>
            <a:r>
              <a:rPr lang="en-GB" sz="1800">
                <a:solidFill>
                  <a:schemeClr val="bg1"/>
                </a:solidFill>
                <a:latin typeface="Consolas" panose="020B0609020204030204" pitchFamily="49" charset="0"/>
              </a:rPr>
              <a:t>a, b = b, a</a:t>
            </a:r>
          </a:p>
        </p:txBody>
      </p:sp>
      <p:sp>
        <p:nvSpPr>
          <p:cNvPr id="6150" name="Text Box 7"/>
          <p:cNvSpPr txBox="1">
            <a:spLocks noChangeArrowheads="1"/>
          </p:cNvSpPr>
          <p:nvPr/>
        </p:nvSpPr>
        <p:spPr bwMode="auto">
          <a:xfrm>
            <a:off x="1310821" y="2768252"/>
            <a:ext cx="4363695" cy="369332"/>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Gouda, Edam, Caithness = range(3)</a:t>
            </a:r>
          </a:p>
        </p:txBody>
      </p:sp>
      <p:sp>
        <p:nvSpPr>
          <p:cNvPr id="6151" name="Text Box 9"/>
          <p:cNvSpPr txBox="1">
            <a:spLocks noChangeArrowheads="1"/>
          </p:cNvSpPr>
          <p:nvPr/>
        </p:nvSpPr>
        <p:spPr bwMode="auto">
          <a:xfrm>
            <a:off x="3938954" y="1804027"/>
            <a:ext cx="849312"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urier New" panose="02070309020205020404" pitchFamily="49" charset="0"/>
              </a:rPr>
              <a:t>0 1 2</a:t>
            </a:r>
          </a:p>
        </p:txBody>
      </p:sp>
      <p:sp>
        <p:nvSpPr>
          <p:cNvPr id="6149" name="Text Box 6"/>
          <p:cNvSpPr txBox="1">
            <a:spLocks noChangeArrowheads="1"/>
          </p:cNvSpPr>
          <p:nvPr/>
        </p:nvSpPr>
        <p:spPr bwMode="auto">
          <a:xfrm>
            <a:off x="1337808" y="3597672"/>
            <a:ext cx="3164744" cy="646331"/>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mytuple</a:t>
            </a:r>
            <a:r>
              <a:rPr lang="en-GB" sz="1800">
                <a:solidFill>
                  <a:schemeClr val="bg1"/>
                </a:solidFill>
                <a:latin typeface="Consolas" panose="020B0609020204030204" pitchFamily="49" charset="0"/>
              </a:rPr>
              <a:t> = </a:t>
            </a:r>
            <a:r>
              <a:rPr lang="en-US" sz="1800">
                <a:solidFill>
                  <a:schemeClr val="bg1"/>
                </a:solidFill>
                <a:latin typeface="Consolas" panose="020B0609020204030204" pitchFamily="49" charset="0"/>
                <a:cs typeface="Courier New"/>
              </a:rPr>
              <a:t>"</a:t>
            </a:r>
            <a:r>
              <a:rPr lang="en-GB" sz="1800">
                <a:solidFill>
                  <a:schemeClr val="bg1"/>
                </a:solidFill>
                <a:latin typeface="Consolas" panose="020B0609020204030204" pitchFamily="49" charset="0"/>
              </a:rPr>
              <a:t>a</a:t>
            </a:r>
            <a:r>
              <a:rPr lang="en-US" sz="1800">
                <a:solidFill>
                  <a:schemeClr val="bg1"/>
                </a:solidFill>
                <a:latin typeface="Consolas" panose="020B0609020204030204" pitchFamily="49" charset="0"/>
                <a:cs typeface="Courier New"/>
              </a:rPr>
              <a:t>"</a:t>
            </a:r>
            <a:r>
              <a:rPr lang="en-GB" sz="1800">
                <a:solidFill>
                  <a:schemeClr val="bg1"/>
                </a:solidFill>
                <a:latin typeface="Consolas" panose="020B0609020204030204" pitchFamily="49" charset="0"/>
              </a:rPr>
              <a:t>, </a:t>
            </a:r>
            <a:r>
              <a:rPr lang="en-US" sz="1800">
                <a:solidFill>
                  <a:schemeClr val="bg1"/>
                </a:solidFill>
                <a:latin typeface="Consolas" panose="020B0609020204030204" pitchFamily="49" charset="0"/>
                <a:cs typeface="Courier New"/>
              </a:rPr>
              <a:t>"</a:t>
            </a:r>
            <a:r>
              <a:rPr lang="en-GB" sz="1800">
                <a:solidFill>
                  <a:schemeClr val="bg1"/>
                </a:solidFill>
                <a:latin typeface="Consolas" panose="020B0609020204030204" pitchFamily="49" charset="0"/>
              </a:rPr>
              <a:t>b</a:t>
            </a:r>
            <a:r>
              <a:rPr lang="en-US" sz="1800">
                <a:solidFill>
                  <a:schemeClr val="bg1"/>
                </a:solidFill>
                <a:latin typeface="Consolas" panose="020B0609020204030204" pitchFamily="49" charset="0"/>
                <a:cs typeface="Courier New"/>
              </a:rPr>
              <a:t>"</a:t>
            </a:r>
            <a:r>
              <a:rPr lang="en-GB" sz="1800">
                <a:solidFill>
                  <a:schemeClr val="bg1"/>
                </a:solidFill>
                <a:latin typeface="Consolas" panose="020B0609020204030204" pitchFamily="49" charset="0"/>
              </a:rPr>
              <a:t>, </a:t>
            </a:r>
            <a:r>
              <a:rPr lang="en-US" sz="1800">
                <a:solidFill>
                  <a:schemeClr val="bg1"/>
                </a:solidFill>
                <a:latin typeface="Consolas" panose="020B0609020204030204" pitchFamily="49" charset="0"/>
                <a:cs typeface="Courier New"/>
              </a:rPr>
              <a:t>"</a:t>
            </a:r>
            <a:r>
              <a:rPr lang="en-GB" sz="1800">
                <a:solidFill>
                  <a:schemeClr val="bg1"/>
                </a:solidFill>
                <a:latin typeface="Consolas" panose="020B0609020204030204" pitchFamily="49" charset="0"/>
              </a:rPr>
              <a:t>c</a:t>
            </a:r>
            <a:r>
              <a:rPr lang="en-US" sz="1800">
                <a:solidFill>
                  <a:schemeClr val="bg1"/>
                </a:solidFill>
                <a:latin typeface="Consolas" panose="020B0609020204030204" pitchFamily="49" charset="0"/>
                <a:cs typeface="Courier New"/>
              </a:rPr>
              <a:t>"</a:t>
            </a:r>
            <a:endParaRPr lang="en-GB" sz="1800">
              <a:solidFill>
                <a:schemeClr val="bg1"/>
              </a:solidFill>
              <a:latin typeface="Consolas" panose="020B0609020204030204" pitchFamily="49" charset="0"/>
            </a:endParaRPr>
          </a:p>
          <a:p>
            <a:pPr>
              <a:spcBef>
                <a:spcPct val="0"/>
              </a:spcBef>
            </a:pPr>
            <a:r>
              <a:rPr lang="en-GB" sz="1800">
                <a:solidFill>
                  <a:schemeClr val="bg1"/>
                </a:solidFill>
                <a:latin typeface="Consolas" panose="020B0609020204030204" pitchFamily="49" charset="0"/>
              </a:rPr>
              <a:t>another = </a:t>
            </a:r>
            <a:r>
              <a:rPr lang="en-GB" sz="1800" err="1">
                <a:solidFill>
                  <a:schemeClr val="bg1"/>
                </a:solidFill>
                <a:latin typeface="Consolas" panose="020B0609020204030204" pitchFamily="49" charset="0"/>
              </a:rPr>
              <a:t>mytuple</a:t>
            </a:r>
            <a:r>
              <a:rPr lang="en-GB" sz="1800">
                <a:solidFill>
                  <a:schemeClr val="bg1"/>
                </a:solidFill>
                <a:latin typeface="Consolas" panose="020B0609020204030204" pitchFamily="49" charset="0"/>
              </a:rPr>
              <a:t> * 4</a:t>
            </a:r>
          </a:p>
        </p:txBody>
      </p:sp>
      <p:sp>
        <p:nvSpPr>
          <p:cNvPr id="6152" name="Text Box 10"/>
          <p:cNvSpPr txBox="1">
            <a:spLocks noChangeArrowheads="1"/>
          </p:cNvSpPr>
          <p:nvPr/>
        </p:nvSpPr>
        <p:spPr bwMode="auto">
          <a:xfrm>
            <a:off x="2331582" y="4259758"/>
            <a:ext cx="7527925"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urier New" panose="02070309020205020404" pitchFamily="49" charset="0"/>
              </a:rPr>
              <a:t>('a', 'b', 'c', 'a', 'b', 'c', 'a', 'b', 'c', 'a', 'b', 'c')</a:t>
            </a:r>
          </a:p>
        </p:txBody>
      </p:sp>
      <p:sp>
        <p:nvSpPr>
          <p:cNvPr id="6155" name="Text Box 15"/>
          <p:cNvSpPr txBox="1">
            <a:spLocks noChangeArrowheads="1"/>
          </p:cNvSpPr>
          <p:nvPr/>
        </p:nvSpPr>
        <p:spPr bwMode="auto">
          <a:xfrm>
            <a:off x="1337809" y="5191233"/>
            <a:ext cx="2601146" cy="1184275"/>
          </a:xfrm>
          <a:prstGeom prst="rect">
            <a:avLst/>
          </a:prstGeom>
          <a:solidFill>
            <a:schemeClr val="tx1"/>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solidFill>
                  <a:schemeClr val="bg1"/>
                </a:solidFill>
                <a:latin typeface="Consolas" panose="020B0609020204030204" pitchFamily="49" charset="0"/>
              </a:rPr>
              <a:t>thing = (</a:t>
            </a:r>
            <a:r>
              <a:rPr lang="en-US" sz="1600">
                <a:solidFill>
                  <a:schemeClr val="bg1"/>
                </a:solidFill>
                <a:latin typeface="Consolas" panose="020B0609020204030204" pitchFamily="49" charset="0"/>
                <a:cs typeface="Courier New"/>
              </a:rPr>
              <a:t>"</a:t>
            </a:r>
            <a:r>
              <a:rPr lang="en-GB" sz="1600">
                <a:solidFill>
                  <a:schemeClr val="bg1"/>
                </a:solidFill>
                <a:latin typeface="Consolas" panose="020B0609020204030204" pitchFamily="49" charset="0"/>
              </a:rPr>
              <a:t>Hello</a:t>
            </a:r>
            <a:r>
              <a:rPr lang="en-US" sz="1600">
                <a:solidFill>
                  <a:schemeClr val="bg1"/>
                </a:solidFill>
                <a:latin typeface="Consolas" panose="020B0609020204030204" pitchFamily="49" charset="0"/>
                <a:cs typeface="Courier New"/>
              </a:rPr>
              <a:t>"</a:t>
            </a:r>
            <a:r>
              <a:rPr lang="en-GB" sz="1600">
                <a:solidFill>
                  <a:schemeClr val="bg1"/>
                </a:solidFill>
                <a:latin typeface="Consolas" panose="020B0609020204030204" pitchFamily="49" charset="0"/>
              </a:rPr>
              <a:t>)</a:t>
            </a:r>
          </a:p>
          <a:p>
            <a:pPr>
              <a:spcBef>
                <a:spcPct val="0"/>
              </a:spcBef>
            </a:pPr>
            <a:r>
              <a:rPr lang="en-GB" sz="1600">
                <a:solidFill>
                  <a:schemeClr val="bg1"/>
                </a:solidFill>
                <a:latin typeface="Consolas" panose="020B0609020204030204" pitchFamily="49" charset="0"/>
              </a:rPr>
              <a:t>print(type(thing))</a:t>
            </a:r>
          </a:p>
          <a:p>
            <a:pPr>
              <a:spcBef>
                <a:spcPct val="0"/>
              </a:spcBef>
            </a:pPr>
            <a:endParaRPr lang="en-GB" sz="700">
              <a:solidFill>
                <a:schemeClr val="bg1"/>
              </a:solidFill>
              <a:latin typeface="Consolas" panose="020B0609020204030204" pitchFamily="49" charset="0"/>
            </a:endParaRPr>
          </a:p>
          <a:p>
            <a:pPr>
              <a:spcBef>
                <a:spcPct val="0"/>
              </a:spcBef>
            </a:pPr>
            <a:r>
              <a:rPr lang="en-GB" sz="1600">
                <a:solidFill>
                  <a:schemeClr val="bg1"/>
                </a:solidFill>
                <a:latin typeface="Consolas" panose="020B0609020204030204" pitchFamily="49" charset="0"/>
              </a:rPr>
              <a:t>thing = </a:t>
            </a:r>
            <a:r>
              <a:rPr lang="en-US" sz="1600">
                <a:solidFill>
                  <a:schemeClr val="bg1"/>
                </a:solidFill>
                <a:latin typeface="Consolas" panose="020B0609020204030204" pitchFamily="49" charset="0"/>
                <a:cs typeface="Courier New"/>
              </a:rPr>
              <a:t>(</a:t>
            </a:r>
            <a:r>
              <a:rPr lang="en-GB" sz="1600">
                <a:solidFill>
                  <a:schemeClr val="bg1"/>
                </a:solidFill>
                <a:latin typeface="Consolas" panose="020B0609020204030204" pitchFamily="49" charset="0"/>
              </a:rPr>
              <a:t>'Hello'</a:t>
            </a:r>
            <a:r>
              <a:rPr lang="en-GB" sz="1600" b="1">
                <a:solidFill>
                  <a:srgbClr val="FFFF00"/>
                </a:solidFill>
                <a:latin typeface="Consolas" panose="020B0609020204030204" pitchFamily="49" charset="0"/>
              </a:rPr>
              <a:t>,</a:t>
            </a:r>
            <a:r>
              <a:rPr lang="en-GB" sz="1600">
                <a:solidFill>
                  <a:schemeClr val="bg1"/>
                </a:solidFill>
                <a:latin typeface="Consolas" panose="020B0609020204030204" pitchFamily="49" charset="0"/>
              </a:rPr>
              <a:t>)</a:t>
            </a:r>
          </a:p>
          <a:p>
            <a:pPr>
              <a:spcBef>
                <a:spcPct val="0"/>
              </a:spcBef>
            </a:pPr>
            <a:r>
              <a:rPr lang="en-GB" sz="1600">
                <a:solidFill>
                  <a:schemeClr val="bg1"/>
                </a:solidFill>
                <a:latin typeface="Consolas" panose="020B0609020204030204" pitchFamily="49" charset="0"/>
              </a:rPr>
              <a:t>print(type(thing))</a:t>
            </a:r>
          </a:p>
        </p:txBody>
      </p:sp>
      <p:sp>
        <p:nvSpPr>
          <p:cNvPr id="2" name="Text Box 9">
            <a:extLst>
              <a:ext uri="{FF2B5EF4-FFF2-40B4-BE49-F238E27FC236}">
                <a16:creationId xmlns:a16="http://schemas.microsoft.com/office/drawing/2014/main" id="{D451E5B8-0194-4B1F-BDA5-B0DD0D52A1F4}"/>
              </a:ext>
            </a:extLst>
          </p:cNvPr>
          <p:cNvSpPr txBox="1">
            <a:spLocks noChangeArrowheads="1"/>
          </p:cNvSpPr>
          <p:nvPr/>
        </p:nvSpPr>
        <p:spPr bwMode="auto">
          <a:xfrm>
            <a:off x="3938955" y="5514934"/>
            <a:ext cx="2021293" cy="83099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100000"/>
              </a:spcBef>
            </a:pPr>
            <a:r>
              <a:rPr lang="en-GB" sz="1600">
                <a:latin typeface="Courier New" panose="02070309020205020404" pitchFamily="49" charset="0"/>
              </a:rPr>
              <a:t>&lt;class 'str'&gt;</a:t>
            </a:r>
          </a:p>
          <a:p>
            <a:pPr>
              <a:spcBef>
                <a:spcPct val="100000"/>
              </a:spcBef>
            </a:pPr>
            <a:r>
              <a:rPr lang="en-GB" sz="1600">
                <a:latin typeface="Courier New" panose="02070309020205020404" pitchFamily="49" charset="0"/>
              </a:rPr>
              <a:t>&lt;class 'tuple'&gt;</a:t>
            </a:r>
          </a:p>
        </p:txBody>
      </p:sp>
      <p:sp>
        <p:nvSpPr>
          <p:cNvPr id="3" name="Slide Number Placeholder 2">
            <a:extLst>
              <a:ext uri="{FF2B5EF4-FFF2-40B4-BE49-F238E27FC236}">
                <a16:creationId xmlns:a16="http://schemas.microsoft.com/office/drawing/2014/main" id="{FE644469-FC48-98B2-370A-D3F26D16453C}"/>
              </a:ext>
            </a:extLst>
          </p:cNvPr>
          <p:cNvSpPr>
            <a:spLocks noGrp="1"/>
          </p:cNvSpPr>
          <p:nvPr>
            <p:ph type="sldNum" sz="quarter" idx="12"/>
          </p:nvPr>
        </p:nvSpPr>
        <p:spPr/>
        <p:txBody>
          <a:bodyPr/>
          <a:lstStyle/>
          <a:p>
            <a:fld id="{EF892D59-8F09-EF4B-AD6D-DA609442F868}" type="slidenum">
              <a:rPr lang="en-GB" smtClean="0"/>
              <a:pPr/>
              <a:t>45</a:t>
            </a:fld>
            <a:endParaRPr lang="en-GB"/>
          </a:p>
        </p:txBody>
      </p:sp>
      <p:sp>
        <p:nvSpPr>
          <p:cNvPr id="4" name="TextBox 3">
            <a:extLst>
              <a:ext uri="{FF2B5EF4-FFF2-40B4-BE49-F238E27FC236}">
                <a16:creationId xmlns:a16="http://schemas.microsoft.com/office/drawing/2014/main" id="{985B4278-1085-CF6B-AB4D-591547395047}"/>
              </a:ext>
            </a:extLst>
          </p:cNvPr>
          <p:cNvSpPr txBox="1"/>
          <p:nvPr/>
        </p:nvSpPr>
        <p:spPr>
          <a:xfrm>
            <a:off x="6288100" y="5771283"/>
            <a:ext cx="2921940"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a:t>Careful of trailing commas</a:t>
            </a:r>
          </a:p>
        </p:txBody>
      </p:sp>
      <p:sp>
        <p:nvSpPr>
          <p:cNvPr id="5" name="Line 11">
            <a:extLst>
              <a:ext uri="{FF2B5EF4-FFF2-40B4-BE49-F238E27FC236}">
                <a16:creationId xmlns:a16="http://schemas.microsoft.com/office/drawing/2014/main" id="{E4877583-A9F5-9191-2A8A-E61DC6C3487B}"/>
              </a:ext>
            </a:extLst>
          </p:cNvPr>
          <p:cNvSpPr>
            <a:spLocks noChangeShapeType="1"/>
          </p:cNvSpPr>
          <p:nvPr/>
        </p:nvSpPr>
        <p:spPr bwMode="auto">
          <a:xfrm flipH="1">
            <a:off x="3515360" y="5955947"/>
            <a:ext cx="2772738" cy="2"/>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6" name="Rectangle: Rounded Corners 5">
            <a:extLst>
              <a:ext uri="{FF2B5EF4-FFF2-40B4-BE49-F238E27FC236}">
                <a16:creationId xmlns:a16="http://schemas.microsoft.com/office/drawing/2014/main" id="{E331F28B-B491-1C32-A500-4737A4834AE1}"/>
              </a:ext>
            </a:extLst>
          </p:cNvPr>
          <p:cNvSpPr/>
          <p:nvPr/>
        </p:nvSpPr>
        <p:spPr>
          <a:xfrm>
            <a:off x="3174223" y="5816315"/>
            <a:ext cx="305577" cy="279264"/>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757854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p:txBody>
          <a:bodyPr/>
          <a:lstStyle/>
          <a:p>
            <a:pPr eaLnBrk="1" hangingPunct="1"/>
            <a:r>
              <a:rPr lang="en-GB"/>
              <a:t>Python lists</a:t>
            </a:r>
          </a:p>
        </p:txBody>
      </p:sp>
      <p:sp>
        <p:nvSpPr>
          <p:cNvPr id="7171" name="Rectangle 3"/>
          <p:cNvSpPr>
            <a:spLocks noGrp="1" noChangeArrowheads="1"/>
          </p:cNvSpPr>
          <p:nvPr>
            <p:ph type="body" sz="quarter" idx="14"/>
          </p:nvPr>
        </p:nvSpPr>
        <p:spPr>
          <a:xfrm>
            <a:off x="443921" y="1733108"/>
            <a:ext cx="7976179" cy="4061405"/>
          </a:xfrm>
        </p:spPr>
        <p:txBody>
          <a:bodyPr/>
          <a:lstStyle/>
          <a:p>
            <a:pPr>
              <a:spcBef>
                <a:spcPts val="600"/>
              </a:spcBef>
            </a:pPr>
            <a:r>
              <a:rPr lang="en-GB" b="1" dirty="0">
                <a:solidFill>
                  <a:schemeClr val="tx1"/>
                </a:solidFill>
              </a:rPr>
              <a:t>Python lists are similar to arrays in other languages.*</a:t>
            </a:r>
            <a:endParaRPr lang="en-US" dirty="0">
              <a:solidFill>
                <a:schemeClr val="tx1"/>
              </a:solidFill>
            </a:endParaRPr>
          </a:p>
          <a:p>
            <a:pPr marL="457200" lvl="1" indent="-228600">
              <a:lnSpc>
                <a:spcPct val="100000"/>
              </a:lnSpc>
              <a:spcBef>
                <a:spcPts val="600"/>
              </a:spcBef>
              <a:buFont typeface="Arial" panose="020B0604020202020204" pitchFamily="34" charset="0"/>
              <a:buChar char="•"/>
            </a:pPr>
            <a:r>
              <a:rPr lang="en-GB" sz="1800" dirty="0"/>
              <a:t>Can contain objects of any type.</a:t>
            </a:r>
          </a:p>
          <a:p>
            <a:pPr marL="457200" lvl="1" indent="-228600">
              <a:lnSpc>
                <a:spcPct val="100000"/>
              </a:lnSpc>
              <a:spcBef>
                <a:spcPts val="600"/>
              </a:spcBef>
              <a:buFont typeface="Arial" panose="020B0604020202020204" pitchFamily="34" charset="0"/>
              <a:buChar char="•"/>
            </a:pPr>
            <a:r>
              <a:rPr lang="en-GB" sz="1800" dirty="0"/>
              <a:t>Multi-dimensional lists are just lists containing references to other lists.</a:t>
            </a:r>
          </a:p>
          <a:p>
            <a:pPr>
              <a:spcBef>
                <a:spcPts val="600"/>
              </a:spcBef>
            </a:pPr>
            <a:r>
              <a:rPr lang="en-GB" b="1" dirty="0">
                <a:solidFill>
                  <a:schemeClr val="tx1"/>
                </a:solidFill>
              </a:rPr>
              <a:t>Lists can be created using </a:t>
            </a:r>
            <a:r>
              <a:rPr lang="en-GB" b="1" dirty="0">
                <a:solidFill>
                  <a:schemeClr val="tx1"/>
                </a:solidFill>
                <a:cs typeface="Courier New"/>
              </a:rPr>
              <a:t>[ ] or the built-in list()</a:t>
            </a:r>
            <a:r>
              <a:rPr lang="en-GB" b="1" dirty="0">
                <a:solidFill>
                  <a:schemeClr val="tx1"/>
                </a:solidFill>
              </a:rPr>
              <a:t> function.</a:t>
            </a:r>
            <a:endParaRPr lang="en-GB" b="1" dirty="0">
              <a:solidFill>
                <a:schemeClr val="tx1"/>
              </a:solidFill>
              <a:cs typeface="Courier New"/>
            </a:endParaRPr>
          </a:p>
          <a:p>
            <a:pPr>
              <a:spcBef>
                <a:spcPts val="600"/>
              </a:spcBef>
            </a:pPr>
            <a:r>
              <a:rPr lang="en-GB" b="1" dirty="0">
                <a:solidFill>
                  <a:schemeClr val="tx1"/>
                </a:solidFill>
              </a:rPr>
              <a:t>Access list elements using [] or by method calls.</a:t>
            </a:r>
          </a:p>
          <a:p>
            <a:pPr marL="457200" lvl="1" indent="-228600">
              <a:lnSpc>
                <a:spcPct val="100000"/>
              </a:lnSpc>
              <a:spcBef>
                <a:spcPts val="600"/>
              </a:spcBef>
              <a:buFont typeface="Arial" panose="020B0604020202020204" pitchFamily="34" charset="0"/>
              <a:buChar char="•"/>
            </a:pPr>
            <a:r>
              <a:rPr lang="en-GB" sz="1800" dirty="0"/>
              <a:t>Indexes on the left start at zero.</a:t>
            </a:r>
          </a:p>
          <a:p>
            <a:pPr marL="457200" lvl="1" indent="-228600">
              <a:lnSpc>
                <a:spcPct val="100000"/>
              </a:lnSpc>
              <a:spcBef>
                <a:spcPts val="600"/>
              </a:spcBef>
              <a:buFont typeface="Arial" panose="020B0604020202020204" pitchFamily="34" charset="0"/>
              <a:buChar char="•"/>
            </a:pPr>
            <a:r>
              <a:rPr lang="en-GB" sz="1800" dirty="0"/>
              <a:t>Indexes on the right start at -1.</a:t>
            </a:r>
          </a:p>
          <a:p>
            <a:pPr marL="457200" lvl="1" indent="-228600">
              <a:lnSpc>
                <a:spcPct val="100000"/>
              </a:lnSpc>
              <a:spcBef>
                <a:spcPts val="600"/>
              </a:spcBef>
              <a:buFont typeface="Arial" panose="020B0604020202020204" pitchFamily="34" charset="0"/>
              <a:buChar char="•"/>
            </a:pPr>
            <a:r>
              <a:rPr lang="en-GB" sz="1800" dirty="0"/>
              <a:t>Multiply operator * can also be applied to a list.</a:t>
            </a:r>
          </a:p>
        </p:txBody>
      </p:sp>
      <p:sp>
        <p:nvSpPr>
          <p:cNvPr id="7172" name="Text Box 8"/>
          <p:cNvSpPr txBox="1">
            <a:spLocks noChangeArrowheads="1"/>
          </p:cNvSpPr>
          <p:nvPr/>
        </p:nvSpPr>
        <p:spPr bwMode="auto">
          <a:xfrm>
            <a:off x="762054" y="4740242"/>
            <a:ext cx="6136616" cy="1200329"/>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['Cheddar', 'Stilton', </a:t>
            </a:r>
            <a:r>
              <a:rPr lang="en-GB" sz="1800" b="1">
                <a:solidFill>
                  <a:schemeClr val="accent1"/>
                </a:solidFill>
                <a:latin typeface="Consolas" panose="020B0609020204030204" pitchFamily="49" charset="0"/>
              </a:rPr>
              <a:t>'Cornish Yarg'</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print(cheese[1])</a:t>
            </a:r>
          </a:p>
          <a:p>
            <a:pPr>
              <a:spcBef>
                <a:spcPct val="0"/>
              </a:spcBef>
            </a:pPr>
            <a:r>
              <a:rPr lang="en-GB" sz="1800">
                <a:solidFill>
                  <a:schemeClr val="bg1"/>
                </a:solidFill>
                <a:latin typeface="Consolas" panose="020B0609020204030204" pitchFamily="49" charset="0"/>
              </a:rPr>
              <a:t>cheese[</a:t>
            </a:r>
            <a:r>
              <a:rPr lang="en-GB" sz="1800" b="1">
                <a:solidFill>
                  <a:schemeClr val="accent1"/>
                </a:solidFill>
                <a:latin typeface="Consolas" panose="020B0609020204030204" pitchFamily="49" charset="0"/>
              </a:rPr>
              <a:t>-1</a:t>
            </a:r>
            <a:r>
              <a:rPr lang="en-GB" sz="1800">
                <a:solidFill>
                  <a:schemeClr val="bg1"/>
                </a:solidFill>
                <a:latin typeface="Consolas" panose="020B0609020204030204" pitchFamily="49" charset="0"/>
              </a:rPr>
              <a:t>] = 'Red Leicester'</a:t>
            </a:r>
          </a:p>
          <a:p>
            <a:pPr>
              <a:spcBef>
                <a:spcPct val="0"/>
              </a:spcBef>
            </a:pPr>
            <a:r>
              <a:rPr lang="en-GB" sz="1800">
                <a:solidFill>
                  <a:schemeClr val="bg1"/>
                </a:solidFill>
                <a:latin typeface="Consolas" panose="020B0609020204030204" pitchFamily="49" charset="0"/>
              </a:rPr>
              <a:t>print(cheese)</a:t>
            </a:r>
          </a:p>
        </p:txBody>
      </p:sp>
      <p:sp>
        <p:nvSpPr>
          <p:cNvPr id="7173" name="Text Box 9"/>
          <p:cNvSpPr txBox="1">
            <a:spLocks noChangeArrowheads="1"/>
          </p:cNvSpPr>
          <p:nvPr/>
        </p:nvSpPr>
        <p:spPr bwMode="auto">
          <a:xfrm>
            <a:off x="2486078" y="5931231"/>
            <a:ext cx="4960938" cy="59055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urier New" panose="02070309020205020404" pitchFamily="49" charset="0"/>
              </a:rPr>
              <a:t>Stilton</a:t>
            </a:r>
          </a:p>
          <a:p>
            <a:pPr>
              <a:spcBef>
                <a:spcPct val="0"/>
              </a:spcBef>
            </a:pPr>
            <a:r>
              <a:rPr lang="en-GB" sz="1600">
                <a:latin typeface="Courier New" panose="02070309020205020404" pitchFamily="49" charset="0"/>
              </a:rPr>
              <a:t>['Cheddar', 'Stilton', 'Red Leicester']</a:t>
            </a:r>
          </a:p>
        </p:txBody>
      </p:sp>
      <p:sp>
        <p:nvSpPr>
          <p:cNvPr id="2" name="Slide Number Placeholder 1">
            <a:extLst>
              <a:ext uri="{FF2B5EF4-FFF2-40B4-BE49-F238E27FC236}">
                <a16:creationId xmlns:a16="http://schemas.microsoft.com/office/drawing/2014/main" id="{03C1FB30-5A76-7200-C5EB-4DE0B3B6DB2D}"/>
              </a:ext>
            </a:extLst>
          </p:cNvPr>
          <p:cNvSpPr>
            <a:spLocks noGrp="1"/>
          </p:cNvSpPr>
          <p:nvPr>
            <p:ph type="sldNum" sz="quarter" idx="12"/>
          </p:nvPr>
        </p:nvSpPr>
        <p:spPr/>
        <p:txBody>
          <a:bodyPr/>
          <a:lstStyle/>
          <a:p>
            <a:fld id="{EF892D59-8F09-EF4B-AD6D-DA609442F868}" type="slidenum">
              <a:rPr lang="en-GB" smtClean="0"/>
              <a:pPr/>
              <a:t>46</a:t>
            </a:fld>
            <a:endParaRPr lang="en-GB"/>
          </a:p>
        </p:txBody>
      </p:sp>
    </p:spTree>
    <p:extLst>
      <p:ext uri="{BB962C8B-B14F-4D97-AF65-F5344CB8AC3E}">
        <p14:creationId xmlns:p14="http://schemas.microsoft.com/office/powerpoint/2010/main" val="6813951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p:txBody>
          <a:bodyPr/>
          <a:lstStyle/>
          <a:p>
            <a:pPr eaLnBrk="1" hangingPunct="1"/>
            <a:r>
              <a:rPr lang="en-GB"/>
              <a:t>Tuple and list slicing</a:t>
            </a:r>
          </a:p>
        </p:txBody>
      </p:sp>
      <p:sp>
        <p:nvSpPr>
          <p:cNvPr id="8195" name="Rectangle 3"/>
          <p:cNvSpPr>
            <a:spLocks noGrp="1" noChangeArrowheads="1"/>
          </p:cNvSpPr>
          <p:nvPr>
            <p:ph type="body" sz="quarter" idx="14"/>
          </p:nvPr>
        </p:nvSpPr>
        <p:spPr>
          <a:xfrm>
            <a:off x="443921" y="1600201"/>
            <a:ext cx="7686287" cy="4241938"/>
          </a:xfrm>
        </p:spPr>
        <p:txBody>
          <a:bodyPr/>
          <a:lstStyle/>
          <a:p>
            <a:r>
              <a:rPr lang="en-GB" b="1" dirty="0">
                <a:solidFill>
                  <a:schemeClr val="tx1"/>
                </a:solidFill>
              </a:rPr>
              <a:t>Slicing can return multiple objects from Tuple:</a:t>
            </a:r>
          </a:p>
          <a:p>
            <a:pPr marL="285750" indent="-285750">
              <a:buFont typeface="Arial" panose="020B0604020202020204" pitchFamily="34" charset="0"/>
              <a:buChar char="•"/>
            </a:pPr>
            <a:r>
              <a:rPr lang="en-GB" sz="1800" dirty="0">
                <a:solidFill>
                  <a:schemeClr val="tx1"/>
                </a:solidFill>
              </a:rPr>
              <a:t>Indexed by [start, end] but does not include end-index</a:t>
            </a:r>
            <a:endParaRPr lang="en-GB" i="1" dirty="0"/>
          </a:p>
          <a:p>
            <a:pPr marL="285750" indent="-285750">
              <a:buFont typeface="Arial" panose="020B0604020202020204" pitchFamily="34" charset="0"/>
              <a:buChar char="•"/>
            </a:pPr>
            <a:r>
              <a:rPr lang="en-GB" sz="1800" dirty="0"/>
              <a:t>Counting from zero on LHS, from -1 on RHS</a:t>
            </a:r>
          </a:p>
          <a:p>
            <a:pPr marL="400050" lvl="1" indent="-171450">
              <a:buFont typeface="Arial" panose="020B0604020202020204" pitchFamily="34" charset="0"/>
              <a:buChar char="•"/>
            </a:pPr>
            <a:endParaRPr lang="en-GB" dirty="0"/>
          </a:p>
          <a:p>
            <a:pPr marL="400050" lvl="1" indent="-171450">
              <a:buFont typeface="Arial" panose="020B0604020202020204" pitchFamily="34" charset="0"/>
              <a:buChar char="•"/>
            </a:pPr>
            <a:endParaRPr lang="en-GB" sz="1800" dirty="0"/>
          </a:p>
          <a:p>
            <a:pPr lvl="1"/>
            <a:endParaRPr lang="en-GB" dirty="0"/>
          </a:p>
          <a:p>
            <a:pPr lvl="1"/>
            <a:endParaRPr lang="en-GB" dirty="0"/>
          </a:p>
          <a:p>
            <a:pPr lvl="2"/>
            <a:endParaRPr lang="en-GB" dirty="0"/>
          </a:p>
          <a:p>
            <a:pPr lvl="2"/>
            <a:endParaRPr lang="en-GB" dirty="0"/>
          </a:p>
          <a:p>
            <a:pPr lvl="2"/>
            <a:endParaRPr lang="en-GB" dirty="0"/>
          </a:p>
          <a:p>
            <a:pPr lvl="2"/>
            <a:endParaRPr lang="en-GB" dirty="0"/>
          </a:p>
          <a:p>
            <a:pPr lvl="1"/>
            <a:endParaRPr lang="en-GB" dirty="0"/>
          </a:p>
          <a:p>
            <a:pPr indent="-457200">
              <a:buFont typeface="Arial" panose="020B0604020202020204" pitchFamily="34" charset="0"/>
              <a:buChar char="•"/>
            </a:pPr>
            <a:r>
              <a:rPr lang="en-GB" dirty="0"/>
              <a:t>List elements may be removed using </a:t>
            </a:r>
            <a:r>
              <a:rPr lang="en-GB" b="0" dirty="0">
                <a:cs typeface="Courier New"/>
              </a:rPr>
              <a:t>del.</a:t>
            </a:r>
            <a:endParaRPr lang="en-GB" dirty="0">
              <a:cs typeface="Courier New"/>
            </a:endParaRPr>
          </a:p>
          <a:p>
            <a:pPr lvl="1"/>
            <a:endParaRPr lang="en-GB" dirty="0"/>
          </a:p>
        </p:txBody>
      </p:sp>
      <p:sp>
        <p:nvSpPr>
          <p:cNvPr id="8196" name="Text Box 5"/>
          <p:cNvSpPr txBox="1">
            <a:spLocks noChangeArrowheads="1"/>
          </p:cNvSpPr>
          <p:nvPr/>
        </p:nvSpPr>
        <p:spPr bwMode="auto">
          <a:xfrm>
            <a:off x="1199123" y="2861062"/>
            <a:ext cx="5722538" cy="1569660"/>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lIns="91440" tIns="45720" rIns="91440" bIns="45720" anchor="t">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600" b="1" err="1">
                <a:solidFill>
                  <a:schemeClr val="bg1"/>
                </a:solidFill>
                <a:latin typeface="Consolas" panose="020B0609020204030204" pitchFamily="49" charset="0"/>
                <a:cs typeface="Courier New"/>
              </a:rPr>
              <a:t>mytuple</a:t>
            </a:r>
            <a:r>
              <a:rPr lang="en-GB" sz="1600" b="1">
                <a:solidFill>
                  <a:schemeClr val="bg1"/>
                </a:solidFill>
                <a:latin typeface="Consolas" panose="020B0609020204030204" pitchFamily="49" charset="0"/>
                <a:cs typeface="Courier New"/>
              </a:rPr>
              <a:t>=('eggs', 'bacon', </a:t>
            </a:r>
            <a:r>
              <a:rPr lang="en-GB" sz="1600">
                <a:solidFill>
                  <a:schemeClr val="accent1"/>
                </a:solidFill>
                <a:latin typeface="Consolas" panose="020B0609020204030204" pitchFamily="49" charset="0"/>
                <a:cs typeface="Courier New"/>
              </a:rPr>
              <a:t>'spam', 'tea', </a:t>
            </a:r>
            <a:r>
              <a:rPr lang="en-GB" sz="1600" b="1">
                <a:solidFill>
                  <a:schemeClr val="bg1"/>
                </a:solidFill>
                <a:latin typeface="Consolas" panose="020B0609020204030204" pitchFamily="49" charset="0"/>
                <a:cs typeface="Courier New"/>
              </a:rPr>
              <a:t>'beans')</a:t>
            </a:r>
          </a:p>
          <a:p>
            <a:pPr>
              <a:spcBef>
                <a:spcPct val="0"/>
              </a:spcBef>
            </a:pPr>
            <a:r>
              <a:rPr lang="en-GB" sz="1600" b="1">
                <a:solidFill>
                  <a:schemeClr val="bg1"/>
                </a:solidFill>
                <a:latin typeface="Consolas" panose="020B0609020204030204" pitchFamily="49" charset="0"/>
                <a:cs typeface="Courier New"/>
              </a:rPr>
              <a:t>print(</a:t>
            </a:r>
            <a:r>
              <a:rPr lang="en-GB" sz="1600" b="1" err="1">
                <a:solidFill>
                  <a:schemeClr val="bg1"/>
                </a:solidFill>
                <a:latin typeface="Consolas" panose="020B0609020204030204" pitchFamily="49" charset="0"/>
                <a:cs typeface="Courier New"/>
              </a:rPr>
              <a:t>mytuple</a:t>
            </a:r>
            <a:r>
              <a:rPr lang="en-GB" sz="1600" b="1">
                <a:solidFill>
                  <a:schemeClr val="bg1"/>
                </a:solidFill>
                <a:latin typeface="Consolas" panose="020B0609020204030204" pitchFamily="49" charset="0"/>
                <a:cs typeface="Courier New"/>
              </a:rPr>
              <a:t>[</a:t>
            </a:r>
            <a:r>
              <a:rPr lang="en-GB" sz="1600">
                <a:solidFill>
                  <a:schemeClr val="accent1"/>
                </a:solidFill>
                <a:latin typeface="Consolas" panose="020B0609020204030204" pitchFamily="49" charset="0"/>
                <a:cs typeface="Courier New"/>
              </a:rPr>
              <a:t>2:4</a:t>
            </a:r>
            <a:r>
              <a:rPr lang="en-GB" sz="1600" b="1">
                <a:solidFill>
                  <a:schemeClr val="bg1"/>
                </a:solidFill>
                <a:latin typeface="Consolas" panose="020B0609020204030204" pitchFamily="49" charset="0"/>
                <a:cs typeface="Courier New"/>
              </a:rPr>
              <a:t>])</a:t>
            </a:r>
          </a:p>
          <a:p>
            <a:pPr>
              <a:spcBef>
                <a:spcPct val="0"/>
              </a:spcBef>
            </a:pPr>
            <a:r>
              <a:rPr lang="en-GB" sz="1600" b="1">
                <a:solidFill>
                  <a:schemeClr val="bg1"/>
                </a:solidFill>
                <a:latin typeface="Consolas" panose="020B0609020204030204" pitchFamily="49" charset="0"/>
                <a:cs typeface="Courier New"/>
              </a:rPr>
              <a:t>print(</a:t>
            </a:r>
            <a:r>
              <a:rPr lang="en-GB" sz="1600" b="1" err="1">
                <a:solidFill>
                  <a:schemeClr val="bg1"/>
                </a:solidFill>
                <a:latin typeface="Consolas" panose="020B0609020204030204" pitchFamily="49" charset="0"/>
                <a:cs typeface="Courier New"/>
              </a:rPr>
              <a:t>mytuple</a:t>
            </a:r>
            <a:r>
              <a:rPr lang="en-GB" sz="1600" b="1">
                <a:solidFill>
                  <a:schemeClr val="bg1"/>
                </a:solidFill>
                <a:latin typeface="Consolas" panose="020B0609020204030204" pitchFamily="49" charset="0"/>
                <a:cs typeface="Courier New"/>
              </a:rPr>
              <a:t>[-4])</a:t>
            </a:r>
          </a:p>
          <a:p>
            <a:pPr>
              <a:spcBef>
                <a:spcPct val="0"/>
              </a:spcBef>
            </a:pPr>
            <a:r>
              <a:rPr lang="en-GB" sz="1600" b="1" err="1">
                <a:solidFill>
                  <a:schemeClr val="bg1"/>
                </a:solidFill>
                <a:latin typeface="Consolas" panose="020B0609020204030204" pitchFamily="49" charset="0"/>
                <a:cs typeface="Courier New"/>
              </a:rPr>
              <a:t>mylist</a:t>
            </a:r>
            <a:r>
              <a:rPr lang="en-GB" sz="1600" b="1">
                <a:solidFill>
                  <a:schemeClr val="bg1"/>
                </a:solidFill>
                <a:latin typeface="Consolas" panose="020B0609020204030204" pitchFamily="49" charset="0"/>
                <a:cs typeface="Courier New"/>
              </a:rPr>
              <a:t> = list(</a:t>
            </a:r>
            <a:r>
              <a:rPr lang="en-GB" sz="1600" b="1" err="1">
                <a:solidFill>
                  <a:schemeClr val="bg1"/>
                </a:solidFill>
                <a:latin typeface="Consolas" panose="020B0609020204030204" pitchFamily="49" charset="0"/>
                <a:cs typeface="Courier New"/>
              </a:rPr>
              <a:t>mytuple</a:t>
            </a:r>
            <a:r>
              <a:rPr lang="en-GB" sz="1600" b="1">
                <a:solidFill>
                  <a:schemeClr val="bg1"/>
                </a:solidFill>
                <a:latin typeface="Consolas" panose="020B0609020204030204" pitchFamily="49" charset="0"/>
                <a:cs typeface="Courier New"/>
              </a:rPr>
              <a:t>)</a:t>
            </a:r>
          </a:p>
          <a:p>
            <a:pPr>
              <a:spcBef>
                <a:spcPct val="0"/>
              </a:spcBef>
            </a:pPr>
            <a:r>
              <a:rPr lang="en-GB" sz="1600" b="1">
                <a:solidFill>
                  <a:schemeClr val="bg1"/>
                </a:solidFill>
                <a:latin typeface="Consolas" panose="020B0609020204030204" pitchFamily="49" charset="0"/>
                <a:cs typeface="Courier New"/>
              </a:rPr>
              <a:t>print(</a:t>
            </a:r>
            <a:r>
              <a:rPr lang="en-GB" sz="1600" b="1" err="1">
                <a:solidFill>
                  <a:schemeClr val="bg1"/>
                </a:solidFill>
                <a:latin typeface="Consolas" panose="020B0609020204030204" pitchFamily="49" charset="0"/>
                <a:cs typeface="Courier New"/>
              </a:rPr>
              <a:t>mylist</a:t>
            </a:r>
            <a:r>
              <a:rPr lang="en-GB" sz="1600" b="1">
                <a:solidFill>
                  <a:schemeClr val="bg1"/>
                </a:solidFill>
                <a:latin typeface="Consolas" panose="020B0609020204030204" pitchFamily="49" charset="0"/>
                <a:cs typeface="Courier New"/>
              </a:rPr>
              <a:t>[1:])</a:t>
            </a:r>
          </a:p>
          <a:p>
            <a:pPr>
              <a:spcBef>
                <a:spcPct val="0"/>
              </a:spcBef>
            </a:pPr>
            <a:r>
              <a:rPr lang="en-GB" sz="1600" b="1">
                <a:solidFill>
                  <a:schemeClr val="bg1"/>
                </a:solidFill>
                <a:latin typeface="Consolas" panose="020B0609020204030204" pitchFamily="49" charset="0"/>
                <a:cs typeface="Courier New"/>
              </a:rPr>
              <a:t>print(</a:t>
            </a:r>
            <a:r>
              <a:rPr lang="en-GB" sz="1600" b="1" err="1">
                <a:solidFill>
                  <a:schemeClr val="bg1"/>
                </a:solidFill>
                <a:latin typeface="Consolas" panose="020B0609020204030204" pitchFamily="49" charset="0"/>
                <a:cs typeface="Courier New"/>
              </a:rPr>
              <a:t>mylist</a:t>
            </a:r>
            <a:r>
              <a:rPr lang="en-GB" sz="1600" b="1">
                <a:solidFill>
                  <a:schemeClr val="bg1"/>
                </a:solidFill>
                <a:latin typeface="Consolas" panose="020B0609020204030204" pitchFamily="49" charset="0"/>
                <a:cs typeface="Courier New"/>
              </a:rPr>
              <a:t>[:2])</a:t>
            </a:r>
          </a:p>
        </p:txBody>
      </p:sp>
      <p:sp>
        <p:nvSpPr>
          <p:cNvPr id="8204" name="Text Box 13"/>
          <p:cNvSpPr txBox="1">
            <a:spLocks noChangeArrowheads="1"/>
          </p:cNvSpPr>
          <p:nvPr/>
        </p:nvSpPr>
        <p:spPr bwMode="auto">
          <a:xfrm>
            <a:off x="1199123" y="5932983"/>
            <a:ext cx="6019597" cy="830997"/>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lIns="91440" tIns="45720" rIns="91440" bIns="45720" anchor="t">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solidFill>
                  <a:schemeClr val="bg1"/>
                </a:solidFill>
                <a:latin typeface="Consolas" panose="020B0609020204030204" pitchFamily="49" charset="0"/>
                <a:cs typeface="Courier New"/>
              </a:rPr>
              <a:t>cheese = ['Cheddar', </a:t>
            </a:r>
            <a:r>
              <a:rPr lang="en-GB" sz="1600" b="1">
                <a:solidFill>
                  <a:schemeClr val="accent2"/>
                </a:solidFill>
                <a:latin typeface="Consolas" panose="020B0609020204030204" pitchFamily="49" charset="0"/>
                <a:cs typeface="Courier New"/>
              </a:rPr>
              <a:t>'Camembert', 'Brie'</a:t>
            </a:r>
            <a:r>
              <a:rPr lang="en-GB" sz="1600">
                <a:solidFill>
                  <a:schemeClr val="bg1"/>
                </a:solidFill>
                <a:latin typeface="Consolas" panose="020B0609020204030204" pitchFamily="49" charset="0"/>
                <a:cs typeface="Courier New"/>
              </a:rPr>
              <a:t>, 'Stilton']</a:t>
            </a:r>
          </a:p>
          <a:p>
            <a:pPr>
              <a:spcBef>
                <a:spcPct val="0"/>
              </a:spcBef>
            </a:pPr>
            <a:r>
              <a:rPr lang="en-GB" sz="1600">
                <a:solidFill>
                  <a:schemeClr val="bg1"/>
                </a:solidFill>
                <a:latin typeface="Consolas" panose="020B0609020204030204" pitchFamily="49" charset="0"/>
                <a:cs typeface="Courier New"/>
              </a:rPr>
              <a:t>del cheese[</a:t>
            </a:r>
            <a:r>
              <a:rPr lang="en-GB" sz="1600" b="1">
                <a:solidFill>
                  <a:schemeClr val="accent2"/>
                </a:solidFill>
                <a:latin typeface="Consolas" panose="020B0609020204030204" pitchFamily="49" charset="0"/>
                <a:cs typeface="Courier New"/>
              </a:rPr>
              <a:t>1:3</a:t>
            </a:r>
            <a:r>
              <a:rPr lang="en-GB" sz="1600">
                <a:solidFill>
                  <a:schemeClr val="bg1"/>
                </a:solidFill>
                <a:latin typeface="Consolas" panose="020B0609020204030204" pitchFamily="49" charset="0"/>
                <a:cs typeface="Courier New"/>
              </a:rPr>
              <a:t>]</a:t>
            </a:r>
          </a:p>
          <a:p>
            <a:pPr>
              <a:spcBef>
                <a:spcPct val="0"/>
              </a:spcBef>
            </a:pPr>
            <a:r>
              <a:rPr lang="en-GB" sz="1600">
                <a:solidFill>
                  <a:schemeClr val="bg1"/>
                </a:solidFill>
                <a:latin typeface="Consolas" panose="020B0609020204030204" pitchFamily="49" charset="0"/>
                <a:cs typeface="Courier New"/>
              </a:rPr>
              <a:t>print(cheese)</a:t>
            </a:r>
          </a:p>
        </p:txBody>
      </p:sp>
      <p:sp>
        <p:nvSpPr>
          <p:cNvPr id="8205" name="Text Box 14"/>
          <p:cNvSpPr txBox="1">
            <a:spLocks noChangeArrowheads="1"/>
          </p:cNvSpPr>
          <p:nvPr/>
        </p:nvSpPr>
        <p:spPr bwMode="auto">
          <a:xfrm>
            <a:off x="7218720" y="6408379"/>
            <a:ext cx="2882900"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latin typeface="Courier New" panose="02070309020205020404" pitchFamily="49" charset="0"/>
              </a:rPr>
              <a:t>['Cheddar', 'Stilton']</a:t>
            </a:r>
          </a:p>
        </p:txBody>
      </p:sp>
      <p:sp>
        <p:nvSpPr>
          <p:cNvPr id="2" name="Slide Number Placeholder 1">
            <a:extLst>
              <a:ext uri="{FF2B5EF4-FFF2-40B4-BE49-F238E27FC236}">
                <a16:creationId xmlns:a16="http://schemas.microsoft.com/office/drawing/2014/main" id="{034094A3-BC9B-5E6B-1E34-F33C362D0C88}"/>
              </a:ext>
            </a:extLst>
          </p:cNvPr>
          <p:cNvSpPr>
            <a:spLocks noGrp="1"/>
          </p:cNvSpPr>
          <p:nvPr>
            <p:ph type="sldNum" sz="quarter" idx="12"/>
          </p:nvPr>
        </p:nvSpPr>
        <p:spPr/>
        <p:txBody>
          <a:bodyPr/>
          <a:lstStyle/>
          <a:p>
            <a:fld id="{EF892D59-8F09-EF4B-AD6D-DA609442F868}" type="slidenum">
              <a:rPr lang="en-GB" smtClean="0"/>
              <a:pPr/>
              <a:t>47</a:t>
            </a:fld>
            <a:endParaRPr lang="en-GB"/>
          </a:p>
        </p:txBody>
      </p:sp>
      <p:sp>
        <p:nvSpPr>
          <p:cNvPr id="3" name="TextBox 2">
            <a:extLst>
              <a:ext uri="{FF2B5EF4-FFF2-40B4-BE49-F238E27FC236}">
                <a16:creationId xmlns:a16="http://schemas.microsoft.com/office/drawing/2014/main" id="{E39735F6-49B6-1D7B-7ABF-C3A6F40FC228}"/>
              </a:ext>
            </a:extLst>
          </p:cNvPr>
          <p:cNvSpPr txBox="1"/>
          <p:nvPr/>
        </p:nvSpPr>
        <p:spPr>
          <a:xfrm>
            <a:off x="7218720" y="3100901"/>
            <a:ext cx="1377362"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a:t>start:end+1</a:t>
            </a:r>
          </a:p>
        </p:txBody>
      </p:sp>
      <p:sp>
        <p:nvSpPr>
          <p:cNvPr id="4" name="Line 11">
            <a:extLst>
              <a:ext uri="{FF2B5EF4-FFF2-40B4-BE49-F238E27FC236}">
                <a16:creationId xmlns:a16="http://schemas.microsoft.com/office/drawing/2014/main" id="{EB25FBF4-71DE-2DD0-5B51-C076CE4CA388}"/>
              </a:ext>
            </a:extLst>
          </p:cNvPr>
          <p:cNvSpPr>
            <a:spLocks noChangeShapeType="1"/>
          </p:cNvSpPr>
          <p:nvPr/>
        </p:nvSpPr>
        <p:spPr bwMode="auto">
          <a:xfrm flipH="1" flipV="1">
            <a:off x="3295650" y="3259105"/>
            <a:ext cx="3923070" cy="26462"/>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5" name="Rectangle: Rounded Corners 4">
            <a:extLst>
              <a:ext uri="{FF2B5EF4-FFF2-40B4-BE49-F238E27FC236}">
                <a16:creationId xmlns:a16="http://schemas.microsoft.com/office/drawing/2014/main" id="{5F3CBA9B-3E65-011A-9C6E-9D8DDDF76178}"/>
              </a:ext>
            </a:extLst>
          </p:cNvPr>
          <p:cNvSpPr/>
          <p:nvPr/>
        </p:nvSpPr>
        <p:spPr>
          <a:xfrm>
            <a:off x="2735304" y="3130801"/>
            <a:ext cx="560346" cy="29535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Box 14">
            <a:extLst>
              <a:ext uri="{FF2B5EF4-FFF2-40B4-BE49-F238E27FC236}">
                <a16:creationId xmlns:a16="http://schemas.microsoft.com/office/drawing/2014/main" id="{C2435B69-6AB7-7550-94F9-E2CA261B8AA6}"/>
              </a:ext>
            </a:extLst>
          </p:cNvPr>
          <p:cNvSpPr txBox="1">
            <a:spLocks noChangeArrowheads="1"/>
          </p:cNvSpPr>
          <p:nvPr/>
        </p:nvSpPr>
        <p:spPr bwMode="auto">
          <a:xfrm>
            <a:off x="2656144" y="4430722"/>
            <a:ext cx="4257897" cy="1077218"/>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latin typeface="Courier New" panose="02070309020205020404" pitchFamily="49" charset="0"/>
              </a:rPr>
              <a:t>('spam', 'tea')</a:t>
            </a:r>
          </a:p>
          <a:p>
            <a:r>
              <a:rPr lang="en-GB" sz="1600">
                <a:latin typeface="Courier New" panose="02070309020205020404" pitchFamily="49" charset="0"/>
              </a:rPr>
              <a:t>bacon</a:t>
            </a:r>
          </a:p>
          <a:p>
            <a:r>
              <a:rPr lang="en-GB" sz="1600">
                <a:latin typeface="Courier New" panose="02070309020205020404" pitchFamily="49" charset="0"/>
              </a:rPr>
              <a:t>['bacon', 'spam', 'tea', 'beans']</a:t>
            </a:r>
          </a:p>
          <a:p>
            <a:r>
              <a:rPr lang="en-GB" sz="1600">
                <a:latin typeface="Courier New" panose="02070309020205020404" pitchFamily="49" charset="0"/>
              </a:rPr>
              <a:t>['eggs', 'bacon']</a:t>
            </a:r>
          </a:p>
        </p:txBody>
      </p:sp>
    </p:spTree>
    <p:extLst>
      <p:ext uri="{BB962C8B-B14F-4D97-AF65-F5344CB8AC3E}">
        <p14:creationId xmlns:p14="http://schemas.microsoft.com/office/powerpoint/2010/main" val="38671543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r>
              <a:rPr lang="en-GB"/>
              <a:t>Extended iterable unpacking</a:t>
            </a:r>
          </a:p>
        </p:txBody>
      </p:sp>
      <p:sp>
        <p:nvSpPr>
          <p:cNvPr id="9219" name="Rectangle 6"/>
          <p:cNvSpPr>
            <a:spLocks noGrp="1" noChangeArrowheads="1"/>
          </p:cNvSpPr>
          <p:nvPr>
            <p:ph sz="quarter" idx="4"/>
          </p:nvPr>
        </p:nvSpPr>
        <p:spPr/>
        <p:txBody>
          <a:bodyPr/>
          <a:lstStyle/>
          <a:p>
            <a:pPr marL="0" indent="0">
              <a:buNone/>
            </a:pPr>
            <a:r>
              <a:rPr lang="en-GB" b="1">
                <a:solidFill>
                  <a:schemeClr val="tx1"/>
                </a:solidFill>
              </a:rPr>
              <a:t>Python 3 allows unpacking to a wildcard.</a:t>
            </a:r>
            <a:endParaRPr lang="en-US">
              <a:solidFill>
                <a:schemeClr val="tx1"/>
              </a:solidFill>
            </a:endParaRPr>
          </a:p>
          <a:p>
            <a:pPr marL="457200" lvl="1" indent="-228600">
              <a:buFont typeface="Arial" panose="020B0604020202020204" pitchFamily="34" charset="0"/>
              <a:buChar char="•"/>
            </a:pPr>
            <a:r>
              <a:rPr lang="en-GB" sz="1800"/>
              <a:t>Only allowed on the left-side of an assignment.</a:t>
            </a:r>
          </a:p>
        </p:txBody>
      </p:sp>
      <p:sp>
        <p:nvSpPr>
          <p:cNvPr id="9221" name="Text Box 5"/>
          <p:cNvSpPr txBox="1">
            <a:spLocks noChangeArrowheads="1"/>
          </p:cNvSpPr>
          <p:nvPr/>
        </p:nvSpPr>
        <p:spPr bwMode="auto">
          <a:xfrm>
            <a:off x="1185222" y="2433884"/>
            <a:ext cx="5456547" cy="769441"/>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solidFill>
                  <a:schemeClr val="bg1"/>
                </a:solidFill>
                <a:latin typeface="Consolas" panose="020B0609020204030204" pitchFamily="49" charset="0"/>
              </a:rPr>
              <a:t>mytuple</a:t>
            </a:r>
            <a:r>
              <a:rPr lang="en-GB" sz="1800" dirty="0">
                <a:solidFill>
                  <a:schemeClr val="bg1"/>
                </a:solidFill>
                <a:latin typeface="Consolas" panose="020B0609020204030204" pitchFamily="49" charset="0"/>
              </a:rPr>
              <a:t> = 'eggs', 'bacon', 'spam', 'tea'</a:t>
            </a:r>
          </a:p>
          <a:p>
            <a:pPr>
              <a:spcBef>
                <a:spcPct val="0"/>
              </a:spcBef>
            </a:pPr>
            <a:endParaRPr lang="en-GB" sz="800" dirty="0">
              <a:solidFill>
                <a:schemeClr val="bg1"/>
              </a:solidFill>
              <a:latin typeface="Consolas" panose="020B0609020204030204" pitchFamily="49" charset="0"/>
            </a:endParaRPr>
          </a:p>
          <a:p>
            <a:pPr>
              <a:spcBef>
                <a:spcPct val="0"/>
              </a:spcBef>
            </a:pPr>
            <a:r>
              <a:rPr lang="en-GB" sz="1800" dirty="0">
                <a:solidFill>
                  <a:schemeClr val="bg1"/>
                </a:solidFill>
                <a:latin typeface="Consolas" panose="020B0609020204030204" pitchFamily="49" charset="0"/>
              </a:rPr>
              <a:t>x, y, z = </a:t>
            </a:r>
            <a:r>
              <a:rPr lang="en-GB" sz="1800" dirty="0" err="1">
                <a:solidFill>
                  <a:schemeClr val="bg1"/>
                </a:solidFill>
                <a:latin typeface="Consolas" panose="020B0609020204030204" pitchFamily="49" charset="0"/>
              </a:rPr>
              <a:t>mytuple</a:t>
            </a:r>
            <a:endParaRPr lang="en-GB" sz="1800" dirty="0">
              <a:solidFill>
                <a:schemeClr val="bg1"/>
              </a:solidFill>
              <a:latin typeface="Consolas" panose="020B0609020204030204" pitchFamily="49" charset="0"/>
            </a:endParaRPr>
          </a:p>
        </p:txBody>
      </p:sp>
      <p:sp>
        <p:nvSpPr>
          <p:cNvPr id="9222" name="Text Box 8"/>
          <p:cNvSpPr txBox="1">
            <a:spLocks noChangeArrowheads="1"/>
          </p:cNvSpPr>
          <p:nvPr/>
        </p:nvSpPr>
        <p:spPr bwMode="auto">
          <a:xfrm>
            <a:off x="6641769" y="2827140"/>
            <a:ext cx="4870244" cy="369332"/>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err="1">
                <a:solidFill>
                  <a:srgbClr val="FF0000"/>
                </a:solidFill>
                <a:latin typeface="Consolas" panose="020B0609020204030204" pitchFamily="49" charset="0"/>
              </a:rPr>
              <a:t>ValueError</a:t>
            </a:r>
            <a:r>
              <a:rPr lang="en-US" sz="1800">
                <a:solidFill>
                  <a:srgbClr val="FF0000"/>
                </a:solidFill>
                <a:latin typeface="Consolas" panose="020B0609020204030204" pitchFamily="49" charset="0"/>
              </a:rPr>
              <a:t>: too many values to unpack</a:t>
            </a:r>
            <a:endParaRPr lang="en-GB" sz="1800">
              <a:solidFill>
                <a:srgbClr val="FF0000"/>
              </a:solidFill>
              <a:latin typeface="Consolas" panose="020B0609020204030204" pitchFamily="49" charset="0"/>
            </a:endParaRPr>
          </a:p>
        </p:txBody>
      </p:sp>
      <p:sp>
        <p:nvSpPr>
          <p:cNvPr id="9223" name="Text Box 5"/>
          <p:cNvSpPr txBox="1">
            <a:spLocks noChangeArrowheads="1"/>
          </p:cNvSpPr>
          <p:nvPr/>
        </p:nvSpPr>
        <p:spPr bwMode="auto">
          <a:xfrm>
            <a:off x="1185222" y="3667810"/>
            <a:ext cx="5456547" cy="1046440"/>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solidFill>
                  <a:schemeClr val="bg1"/>
                </a:solidFill>
                <a:latin typeface="Consolas" panose="020B0609020204030204" pitchFamily="49" charset="0"/>
              </a:rPr>
              <a:t>mytuple</a:t>
            </a:r>
            <a:r>
              <a:rPr lang="en-GB" sz="1800" dirty="0">
                <a:solidFill>
                  <a:schemeClr val="bg1"/>
                </a:solidFill>
                <a:latin typeface="Consolas" panose="020B0609020204030204" pitchFamily="49" charset="0"/>
              </a:rPr>
              <a:t> = 'eggs', 'bacon', 'spam', 'tea'</a:t>
            </a:r>
          </a:p>
          <a:p>
            <a:pPr>
              <a:spcBef>
                <a:spcPct val="0"/>
              </a:spcBef>
            </a:pPr>
            <a:endParaRPr lang="en-GB" sz="800" dirty="0">
              <a:solidFill>
                <a:schemeClr val="bg1"/>
              </a:solidFill>
              <a:latin typeface="Consolas" panose="020B0609020204030204" pitchFamily="49" charset="0"/>
            </a:endParaRPr>
          </a:p>
          <a:p>
            <a:pPr>
              <a:spcBef>
                <a:spcPct val="0"/>
              </a:spcBef>
            </a:pPr>
            <a:r>
              <a:rPr lang="en-GB" sz="1800" dirty="0">
                <a:solidFill>
                  <a:schemeClr val="bg1"/>
                </a:solidFill>
                <a:latin typeface="Consolas" panose="020B0609020204030204" pitchFamily="49" charset="0"/>
              </a:rPr>
              <a:t>x, y, </a:t>
            </a:r>
            <a:r>
              <a:rPr lang="en-GB" sz="1800" b="1" dirty="0">
                <a:solidFill>
                  <a:schemeClr val="bg1"/>
                </a:solidFill>
                <a:latin typeface="Consolas" panose="020B0609020204030204" pitchFamily="49" charset="0"/>
              </a:rPr>
              <a:t>*z</a:t>
            </a:r>
            <a:r>
              <a:rPr lang="en-GB" sz="1800" dirty="0">
                <a:solidFill>
                  <a:schemeClr val="bg1"/>
                </a:solidFill>
                <a:latin typeface="Consolas" panose="020B0609020204030204" pitchFamily="49" charset="0"/>
              </a:rPr>
              <a:t> = </a:t>
            </a:r>
            <a:r>
              <a:rPr lang="en-GB" sz="1800" dirty="0" err="1">
                <a:solidFill>
                  <a:schemeClr val="bg1"/>
                </a:solidFill>
                <a:latin typeface="Consolas" panose="020B0609020204030204" pitchFamily="49" charset="0"/>
              </a:rPr>
              <a:t>mytuple</a:t>
            </a:r>
            <a:endParaRPr lang="en-GB" sz="1800" dirty="0">
              <a:solidFill>
                <a:schemeClr val="bg1"/>
              </a:solidFill>
              <a:latin typeface="Consolas" panose="020B0609020204030204" pitchFamily="49" charset="0"/>
            </a:endParaRPr>
          </a:p>
          <a:p>
            <a:pPr>
              <a:spcBef>
                <a:spcPct val="0"/>
              </a:spcBef>
            </a:pPr>
            <a:r>
              <a:rPr lang="en-GB" sz="1800" dirty="0">
                <a:solidFill>
                  <a:schemeClr val="bg1"/>
                </a:solidFill>
                <a:latin typeface="Consolas" panose="020B0609020204030204" pitchFamily="49" charset="0"/>
              </a:rPr>
              <a:t>print(x, y, z)</a:t>
            </a:r>
          </a:p>
        </p:txBody>
      </p:sp>
      <p:sp>
        <p:nvSpPr>
          <p:cNvPr id="9224" name="Text Box 10"/>
          <p:cNvSpPr txBox="1">
            <a:spLocks noChangeArrowheads="1"/>
          </p:cNvSpPr>
          <p:nvPr/>
        </p:nvSpPr>
        <p:spPr bwMode="auto">
          <a:xfrm>
            <a:off x="6641769" y="4331916"/>
            <a:ext cx="3537158" cy="376238"/>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a:latin typeface="Consolas" panose="020B0609020204030204" pitchFamily="49" charset="0"/>
              </a:rPr>
              <a:t>eggs bacon ['spam', 'tea']</a:t>
            </a:r>
            <a:endParaRPr lang="en-GB" sz="1800">
              <a:latin typeface="Consolas" panose="020B0609020204030204" pitchFamily="49" charset="0"/>
            </a:endParaRPr>
          </a:p>
        </p:txBody>
      </p:sp>
      <p:sp>
        <p:nvSpPr>
          <p:cNvPr id="9225" name="Text Box 12"/>
          <p:cNvSpPr txBox="1">
            <a:spLocks noChangeArrowheads="1"/>
          </p:cNvSpPr>
          <p:nvPr/>
        </p:nvSpPr>
        <p:spPr bwMode="auto">
          <a:xfrm>
            <a:off x="1185223" y="5220047"/>
            <a:ext cx="5850577" cy="1323439"/>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t1 = 'cat', 'dog', 'python', 'mouse', 'camel'</a:t>
            </a:r>
          </a:p>
          <a:p>
            <a:pPr>
              <a:spcBef>
                <a:spcPct val="0"/>
              </a:spcBef>
            </a:pPr>
            <a:r>
              <a:rPr lang="en-GB" sz="1800">
                <a:solidFill>
                  <a:schemeClr val="bg1"/>
                </a:solidFill>
                <a:latin typeface="Consolas" panose="020B0609020204030204" pitchFamily="49" charset="0"/>
              </a:rPr>
              <a:t>t2 = 'kelp', 'crab', 'lobster', 'fish'</a:t>
            </a:r>
          </a:p>
          <a:p>
            <a:pPr>
              <a:spcBef>
                <a:spcPct val="0"/>
              </a:spcBef>
            </a:pPr>
            <a:endParaRPr lang="en-GB" sz="800">
              <a:solidFill>
                <a:schemeClr val="bg1"/>
              </a:solidFill>
              <a:latin typeface="Consolas" panose="020B0609020204030204" pitchFamily="49" charset="0"/>
            </a:endParaRPr>
          </a:p>
          <a:p>
            <a:pPr>
              <a:spcBef>
                <a:spcPct val="0"/>
              </a:spcBef>
            </a:pPr>
            <a:r>
              <a:rPr lang="en-GB" sz="1800">
                <a:solidFill>
                  <a:schemeClr val="bg1"/>
                </a:solidFill>
                <a:latin typeface="Consolas" panose="020B0609020204030204" pitchFamily="49" charset="0"/>
              </a:rPr>
              <a:t>for a, *b, c in t1, t2:</a:t>
            </a:r>
          </a:p>
          <a:p>
            <a:pPr>
              <a:spcBef>
                <a:spcPct val="0"/>
              </a:spcBef>
            </a:pPr>
            <a:r>
              <a:rPr lang="en-GB" sz="1800">
                <a:solidFill>
                  <a:schemeClr val="bg1"/>
                </a:solidFill>
                <a:latin typeface="Consolas" panose="020B0609020204030204" pitchFamily="49" charset="0"/>
              </a:rPr>
              <a:t>    print(a, b, c)</a:t>
            </a:r>
          </a:p>
        </p:txBody>
      </p:sp>
      <p:sp>
        <p:nvSpPr>
          <p:cNvPr id="9226" name="Text Box 13"/>
          <p:cNvSpPr txBox="1">
            <a:spLocks noChangeArrowheads="1"/>
          </p:cNvSpPr>
          <p:nvPr/>
        </p:nvSpPr>
        <p:spPr bwMode="auto">
          <a:xfrm>
            <a:off x="7035800" y="5881766"/>
            <a:ext cx="4757438" cy="6508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latin typeface="Consolas" panose="020B0609020204030204" pitchFamily="49" charset="0"/>
              </a:rPr>
              <a:t>cat ['dog', 'python', 'mouse'] camel</a:t>
            </a:r>
          </a:p>
          <a:p>
            <a:pPr>
              <a:spcBef>
                <a:spcPct val="0"/>
              </a:spcBef>
            </a:pPr>
            <a:r>
              <a:rPr lang="en-GB" sz="1800">
                <a:latin typeface="Consolas" panose="020B0609020204030204" pitchFamily="49" charset="0"/>
              </a:rPr>
              <a:t>kelp ['crab', 'lobster'] fish</a:t>
            </a:r>
          </a:p>
        </p:txBody>
      </p:sp>
      <p:sp>
        <p:nvSpPr>
          <p:cNvPr id="2" name="Slide Number Placeholder 1">
            <a:extLst>
              <a:ext uri="{FF2B5EF4-FFF2-40B4-BE49-F238E27FC236}">
                <a16:creationId xmlns:a16="http://schemas.microsoft.com/office/drawing/2014/main" id="{E3E24B4B-7CBC-F748-C470-839BA82996DA}"/>
              </a:ext>
            </a:extLst>
          </p:cNvPr>
          <p:cNvSpPr>
            <a:spLocks noGrp="1"/>
          </p:cNvSpPr>
          <p:nvPr>
            <p:ph type="sldNum" sz="quarter" idx="12"/>
          </p:nvPr>
        </p:nvSpPr>
        <p:spPr/>
        <p:txBody>
          <a:bodyPr/>
          <a:lstStyle/>
          <a:p>
            <a:fld id="{EF892D59-8F09-EF4B-AD6D-DA609442F868}" type="slidenum">
              <a:rPr lang="en-GB" smtClean="0"/>
              <a:pPr/>
              <a:t>48</a:t>
            </a:fld>
            <a:endParaRPr lang="en-GB"/>
          </a:p>
        </p:txBody>
      </p:sp>
    </p:spTree>
    <p:extLst>
      <p:ext uri="{BB962C8B-B14F-4D97-AF65-F5344CB8AC3E}">
        <p14:creationId xmlns:p14="http://schemas.microsoft.com/office/powerpoint/2010/main" val="1459752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p:txBody>
          <a:bodyPr/>
          <a:lstStyle/>
          <a:p>
            <a:pPr eaLnBrk="1" hangingPunct="1"/>
            <a:r>
              <a:rPr lang="en-GB"/>
              <a:t>Adding items to a list</a:t>
            </a:r>
          </a:p>
        </p:txBody>
      </p:sp>
      <p:sp>
        <p:nvSpPr>
          <p:cNvPr id="10243" name="Rectangle 3"/>
          <p:cNvSpPr>
            <a:spLocks noGrp="1" noChangeArrowheads="1"/>
          </p:cNvSpPr>
          <p:nvPr>
            <p:ph sz="quarter" idx="4"/>
          </p:nvPr>
        </p:nvSpPr>
        <p:spPr/>
        <p:txBody>
          <a:bodyPr/>
          <a:lstStyle/>
          <a:p>
            <a:pPr marL="0" indent="0">
              <a:buNone/>
            </a:pPr>
            <a:r>
              <a:rPr lang="en-GB" b="1">
                <a:solidFill>
                  <a:schemeClr val="tx1"/>
                </a:solidFill>
              </a:rPr>
              <a:t>On the left:</a:t>
            </a:r>
          </a:p>
          <a:p>
            <a:endParaRPr lang="en-GB" sz="1000" b="1">
              <a:solidFill>
                <a:schemeClr val="tx1"/>
              </a:solidFill>
            </a:endParaRPr>
          </a:p>
          <a:p>
            <a:pPr marL="914400" lvl="2" indent="0">
              <a:buNone/>
            </a:pPr>
            <a:endParaRPr lang="en-GB" b="1"/>
          </a:p>
          <a:p>
            <a:pPr marL="0" indent="0">
              <a:buNone/>
            </a:pPr>
            <a:r>
              <a:rPr lang="en-GB" b="1">
                <a:solidFill>
                  <a:schemeClr val="tx1"/>
                </a:solidFill>
              </a:rPr>
              <a:t>On the right:</a:t>
            </a:r>
          </a:p>
          <a:p>
            <a:pPr lvl="3"/>
            <a:endParaRPr lang="en-GB"/>
          </a:p>
          <a:p>
            <a:pPr marL="914400" lvl="2" indent="0">
              <a:buNone/>
            </a:pPr>
            <a:endParaRPr lang="en-GB"/>
          </a:p>
          <a:p>
            <a:pPr marL="914400" lvl="2" indent="0">
              <a:buNone/>
            </a:pPr>
            <a:endParaRPr lang="en-GB"/>
          </a:p>
          <a:p>
            <a:pPr marL="457200" lvl="1" indent="-228600">
              <a:buFont typeface="Arial" panose="020B0604020202020204" pitchFamily="34" charset="0"/>
              <a:buChar char="•"/>
            </a:pPr>
            <a:r>
              <a:rPr lang="en-GB" sz="1800"/>
              <a:t>Append can only be used for one item.</a:t>
            </a:r>
          </a:p>
          <a:p>
            <a:pPr marL="88900" lvl="1" indent="0">
              <a:buNone/>
            </a:pPr>
            <a:endParaRPr lang="en-GB"/>
          </a:p>
          <a:p>
            <a:pPr lvl="1"/>
            <a:endParaRPr lang="en-GB"/>
          </a:p>
          <a:p>
            <a:pPr marL="0" indent="0">
              <a:buNone/>
            </a:pPr>
            <a:r>
              <a:rPr lang="en-GB" b="1">
                <a:solidFill>
                  <a:schemeClr val="tx1"/>
                </a:solidFill>
              </a:rPr>
              <a:t>Anywhere:</a:t>
            </a:r>
          </a:p>
        </p:txBody>
      </p:sp>
      <p:sp>
        <p:nvSpPr>
          <p:cNvPr id="10245" name="Text Box 8"/>
          <p:cNvSpPr txBox="1">
            <a:spLocks noChangeArrowheads="1"/>
          </p:cNvSpPr>
          <p:nvPr/>
        </p:nvSpPr>
        <p:spPr bwMode="auto">
          <a:xfrm>
            <a:off x="949241" y="2045010"/>
            <a:ext cx="5065479" cy="376238"/>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a:solidFill>
                  <a:schemeClr val="bg1"/>
                </a:solidFill>
                <a:latin typeface="Consolas" panose="020B0609020204030204" pitchFamily="49" charset="0"/>
              </a:rPr>
              <a:t>cheese[:0] = ['Cheshire', '</a:t>
            </a:r>
            <a:r>
              <a:rPr lang="en-US" sz="1800" err="1">
                <a:solidFill>
                  <a:schemeClr val="bg1"/>
                </a:solidFill>
                <a:latin typeface="Consolas" panose="020B0609020204030204" pitchFamily="49" charset="0"/>
              </a:rPr>
              <a:t>Ilchester</a:t>
            </a:r>
            <a:r>
              <a:rPr lang="en-US" sz="1800">
                <a:solidFill>
                  <a:schemeClr val="bg1"/>
                </a:solidFill>
                <a:latin typeface="Consolas" panose="020B0609020204030204" pitchFamily="49" charset="0"/>
              </a:rPr>
              <a:t>']</a:t>
            </a:r>
          </a:p>
        </p:txBody>
      </p:sp>
      <p:sp>
        <p:nvSpPr>
          <p:cNvPr id="10244" name="Text Box 5"/>
          <p:cNvSpPr txBox="1">
            <a:spLocks noChangeArrowheads="1"/>
          </p:cNvSpPr>
          <p:nvPr/>
        </p:nvSpPr>
        <p:spPr bwMode="auto">
          <a:xfrm>
            <a:off x="939715" y="2991827"/>
            <a:ext cx="5156285" cy="650875"/>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a:t>
            </a:r>
            <a:r>
              <a:rPr lang="en-GB" sz="1800" err="1">
                <a:solidFill>
                  <a:schemeClr val="bg1"/>
                </a:solidFill>
                <a:latin typeface="Consolas" panose="020B0609020204030204" pitchFamily="49" charset="0"/>
              </a:rPr>
              <a:t>Oke</a:t>
            </a:r>
            <a:r>
              <a:rPr lang="en-GB" sz="1800">
                <a:solidFill>
                  <a:schemeClr val="bg1"/>
                </a:solidFill>
                <a:latin typeface="Consolas" panose="020B0609020204030204" pitchFamily="49" charset="0"/>
              </a:rPr>
              <a:t>', 'Devon Blue']</a:t>
            </a:r>
          </a:p>
          <a:p>
            <a:pPr>
              <a:spcBef>
                <a:spcPct val="0"/>
              </a:spcBef>
            </a:pPr>
            <a:r>
              <a:rPr lang="en-GB" sz="1800" err="1">
                <a:solidFill>
                  <a:schemeClr val="bg1"/>
                </a:solidFill>
                <a:latin typeface="Consolas" panose="020B0609020204030204" pitchFamily="49" charset="0"/>
              </a:rPr>
              <a:t>cheese.extend</a:t>
            </a:r>
            <a:r>
              <a:rPr lang="en-GB" sz="1800">
                <a:solidFill>
                  <a:schemeClr val="bg1"/>
                </a:solidFill>
                <a:latin typeface="Consolas" panose="020B0609020204030204" pitchFamily="49" charset="0"/>
              </a:rPr>
              <a:t>(['</a:t>
            </a:r>
            <a:r>
              <a:rPr lang="en-GB" sz="1800" err="1">
                <a:solidFill>
                  <a:schemeClr val="bg1"/>
                </a:solidFill>
                <a:latin typeface="Consolas" panose="020B0609020204030204" pitchFamily="49" charset="0"/>
              </a:rPr>
              <a:t>Oke</a:t>
            </a:r>
            <a:r>
              <a:rPr lang="en-GB" sz="1800">
                <a:solidFill>
                  <a:schemeClr val="bg1"/>
                </a:solidFill>
                <a:latin typeface="Consolas" panose="020B0609020204030204" pitchFamily="49" charset="0"/>
              </a:rPr>
              <a:t>', 'Devon Blue'])</a:t>
            </a:r>
          </a:p>
        </p:txBody>
      </p:sp>
      <p:sp>
        <p:nvSpPr>
          <p:cNvPr id="10247" name="Text Box 11"/>
          <p:cNvSpPr txBox="1">
            <a:spLocks noChangeArrowheads="1"/>
          </p:cNvSpPr>
          <p:nvPr/>
        </p:nvSpPr>
        <p:spPr bwMode="auto">
          <a:xfrm>
            <a:off x="949241" y="4250255"/>
            <a:ext cx="2769319" cy="376238"/>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cheese.append</a:t>
            </a:r>
            <a:r>
              <a:rPr lang="en-GB" sz="1800">
                <a:solidFill>
                  <a:schemeClr val="bg1"/>
                </a:solidFill>
                <a:latin typeface="Consolas" panose="020B0609020204030204" pitchFamily="49" charset="0"/>
              </a:rPr>
              <a:t>('</a:t>
            </a:r>
            <a:r>
              <a:rPr lang="en-GB" sz="1800" err="1">
                <a:solidFill>
                  <a:schemeClr val="bg1"/>
                </a:solidFill>
                <a:latin typeface="Consolas" panose="020B0609020204030204" pitchFamily="49" charset="0"/>
              </a:rPr>
              <a:t>Oke</a:t>
            </a:r>
            <a:r>
              <a:rPr lang="en-GB" sz="1800">
                <a:solidFill>
                  <a:schemeClr val="bg1"/>
                </a:solidFill>
                <a:latin typeface="Consolas" panose="020B0609020204030204" pitchFamily="49" charset="0"/>
              </a:rPr>
              <a:t>')</a:t>
            </a:r>
          </a:p>
        </p:txBody>
      </p:sp>
      <p:sp>
        <p:nvSpPr>
          <p:cNvPr id="10248" name="Text Box 12"/>
          <p:cNvSpPr txBox="1">
            <a:spLocks noChangeArrowheads="1"/>
          </p:cNvSpPr>
          <p:nvPr/>
        </p:nvSpPr>
        <p:spPr bwMode="auto">
          <a:xfrm>
            <a:off x="939715" y="5255423"/>
            <a:ext cx="6136616" cy="1200329"/>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['Cheddar', 'Stilton', 'Cornish Yarg']</a:t>
            </a:r>
          </a:p>
          <a:p>
            <a:pPr>
              <a:spcBef>
                <a:spcPct val="0"/>
              </a:spcBef>
            </a:pPr>
            <a:r>
              <a:rPr lang="en-GB" sz="1800" err="1">
                <a:solidFill>
                  <a:schemeClr val="bg1"/>
                </a:solidFill>
                <a:latin typeface="Consolas" panose="020B0609020204030204" pitchFamily="49" charset="0"/>
              </a:rPr>
              <a:t>cheese.insert</a:t>
            </a:r>
            <a:r>
              <a:rPr lang="en-GB" sz="1800">
                <a:solidFill>
                  <a:schemeClr val="bg1"/>
                </a:solidFill>
                <a:latin typeface="Consolas" panose="020B0609020204030204" pitchFamily="49" charset="0"/>
              </a:rPr>
              <a:t>(2, 'Cornish Brie')</a:t>
            </a:r>
          </a:p>
          <a:p>
            <a:pPr>
              <a:spcBef>
                <a:spcPct val="0"/>
              </a:spcBef>
            </a:pPr>
            <a:r>
              <a:rPr lang="en-GB" sz="1800">
                <a:solidFill>
                  <a:schemeClr val="bg1"/>
                </a:solidFill>
                <a:latin typeface="Consolas" panose="020B0609020204030204" pitchFamily="49" charset="0"/>
              </a:rPr>
              <a:t>cheese[2:2] = ['Cornish Brie’]</a:t>
            </a:r>
          </a:p>
          <a:p>
            <a:pPr>
              <a:spcBef>
                <a:spcPct val="0"/>
              </a:spcBef>
            </a:pPr>
            <a:r>
              <a:rPr lang="en-GB" sz="1800">
                <a:solidFill>
                  <a:schemeClr val="bg1"/>
                </a:solidFill>
                <a:latin typeface="Consolas" panose="020B0609020204030204" pitchFamily="49" charset="0"/>
              </a:rPr>
              <a:t>print(cheese)</a:t>
            </a:r>
          </a:p>
        </p:txBody>
      </p:sp>
      <p:sp>
        <p:nvSpPr>
          <p:cNvPr id="10249" name="Text Box 13"/>
          <p:cNvSpPr txBox="1">
            <a:spLocks noChangeArrowheads="1"/>
          </p:cNvSpPr>
          <p:nvPr/>
        </p:nvSpPr>
        <p:spPr bwMode="auto">
          <a:xfrm>
            <a:off x="3346216" y="6443718"/>
            <a:ext cx="6244017"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a:latin typeface="Consolas" panose="020B0609020204030204" pitchFamily="49" charset="0"/>
              </a:rPr>
              <a:t>['Cheddar', 'Stilton', 'Cornish Brie', 'Cornish Yarg']</a:t>
            </a:r>
            <a:endParaRPr lang="en-GB" sz="1600">
              <a:latin typeface="Consolas" panose="020B0609020204030204" pitchFamily="49" charset="0"/>
            </a:endParaRPr>
          </a:p>
        </p:txBody>
      </p:sp>
      <p:sp>
        <p:nvSpPr>
          <p:cNvPr id="2" name="Slide Number Placeholder 1">
            <a:extLst>
              <a:ext uri="{FF2B5EF4-FFF2-40B4-BE49-F238E27FC236}">
                <a16:creationId xmlns:a16="http://schemas.microsoft.com/office/drawing/2014/main" id="{182ED442-2DC2-1F6C-D689-024244CD6959}"/>
              </a:ext>
            </a:extLst>
          </p:cNvPr>
          <p:cNvSpPr>
            <a:spLocks noGrp="1"/>
          </p:cNvSpPr>
          <p:nvPr>
            <p:ph type="sldNum" sz="quarter" idx="12"/>
          </p:nvPr>
        </p:nvSpPr>
        <p:spPr/>
        <p:txBody>
          <a:bodyPr/>
          <a:lstStyle/>
          <a:p>
            <a:fld id="{EF892D59-8F09-EF4B-AD6D-DA609442F868}" type="slidenum">
              <a:rPr lang="en-GB" smtClean="0"/>
              <a:pPr/>
              <a:t>49</a:t>
            </a:fld>
            <a:endParaRPr lang="en-GB"/>
          </a:p>
        </p:txBody>
      </p:sp>
      <p:sp>
        <p:nvSpPr>
          <p:cNvPr id="3" name="TextBox 2">
            <a:extLst>
              <a:ext uri="{FF2B5EF4-FFF2-40B4-BE49-F238E27FC236}">
                <a16:creationId xmlns:a16="http://schemas.microsoft.com/office/drawing/2014/main" id="{55B6709B-DE73-66A6-AE05-37A76C0B3038}"/>
              </a:ext>
            </a:extLst>
          </p:cNvPr>
          <p:cNvSpPr txBox="1"/>
          <p:nvPr/>
        </p:nvSpPr>
        <p:spPr>
          <a:xfrm>
            <a:off x="6502399" y="3006330"/>
            <a:ext cx="2684273" cy="646331"/>
          </a:xfrm>
          <a:prstGeom prst="rect">
            <a:avLst/>
          </a:prstGeom>
          <a:solidFill>
            <a:schemeClr val="accent2"/>
          </a:solidFill>
          <a:ln>
            <a:noFill/>
          </a:ln>
        </p:spPr>
        <p:txBody>
          <a:bodyPr wrap="square" rtlCol="0">
            <a:spAutoFit/>
          </a:bodyPr>
          <a:lstStyle/>
          <a:p>
            <a:r>
              <a:rPr lang="en-GB" dirty="0"/>
              <a:t>Both statements extend list by two strings.</a:t>
            </a:r>
          </a:p>
        </p:txBody>
      </p:sp>
      <p:sp>
        <p:nvSpPr>
          <p:cNvPr id="4" name="TextBox 3">
            <a:extLst>
              <a:ext uri="{FF2B5EF4-FFF2-40B4-BE49-F238E27FC236}">
                <a16:creationId xmlns:a16="http://schemas.microsoft.com/office/drawing/2014/main" id="{3F58D24F-E0A5-40A6-D3A2-080E8CA3AE3D}"/>
              </a:ext>
            </a:extLst>
          </p:cNvPr>
          <p:cNvSpPr txBox="1"/>
          <p:nvPr/>
        </p:nvSpPr>
        <p:spPr>
          <a:xfrm>
            <a:off x="7431261" y="5529424"/>
            <a:ext cx="2535699" cy="646331"/>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r>
              <a:rPr lang="en-GB" dirty="0"/>
              <a:t>Both statements insert string before index 2.</a:t>
            </a:r>
          </a:p>
        </p:txBody>
      </p:sp>
      <p:sp>
        <p:nvSpPr>
          <p:cNvPr id="5" name="Line 11">
            <a:extLst>
              <a:ext uri="{FF2B5EF4-FFF2-40B4-BE49-F238E27FC236}">
                <a16:creationId xmlns:a16="http://schemas.microsoft.com/office/drawing/2014/main" id="{EB53159F-AF2F-79CE-3769-91ECB3393B54}"/>
              </a:ext>
            </a:extLst>
          </p:cNvPr>
          <p:cNvSpPr>
            <a:spLocks noChangeShapeType="1"/>
          </p:cNvSpPr>
          <p:nvPr/>
        </p:nvSpPr>
        <p:spPr bwMode="auto">
          <a:xfrm flipH="1">
            <a:off x="5614415" y="3311197"/>
            <a:ext cx="887983" cy="0"/>
          </a:xfrm>
          <a:prstGeom prst="line">
            <a:avLst/>
          </a:prstGeom>
          <a:noFill/>
          <a:ln w="19050">
            <a:solidFill>
              <a:schemeClr val="accent2"/>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7" name="Line 11">
            <a:extLst>
              <a:ext uri="{FF2B5EF4-FFF2-40B4-BE49-F238E27FC236}">
                <a16:creationId xmlns:a16="http://schemas.microsoft.com/office/drawing/2014/main" id="{9BB02D07-4EFA-02DA-7633-DF273A88CCEB}"/>
              </a:ext>
            </a:extLst>
          </p:cNvPr>
          <p:cNvSpPr>
            <a:spLocks noChangeShapeType="1"/>
          </p:cNvSpPr>
          <p:nvPr/>
        </p:nvSpPr>
        <p:spPr bwMode="auto">
          <a:xfrm flipH="1" flipV="1">
            <a:off x="5157214" y="5855586"/>
            <a:ext cx="2274046" cy="8766"/>
          </a:xfrm>
          <a:prstGeom prst="line">
            <a:avLst/>
          </a:prstGeom>
          <a:noFill/>
          <a:ln w="19050">
            <a:solidFill>
              <a:schemeClr val="accent4"/>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8" name="Rectangle: Rounded Corners 7">
            <a:extLst>
              <a:ext uri="{FF2B5EF4-FFF2-40B4-BE49-F238E27FC236}">
                <a16:creationId xmlns:a16="http://schemas.microsoft.com/office/drawing/2014/main" id="{D92C9FF7-724D-2C91-EE1B-74B7D6829A4B}"/>
              </a:ext>
            </a:extLst>
          </p:cNvPr>
          <p:cNvSpPr/>
          <p:nvPr/>
        </p:nvSpPr>
        <p:spPr>
          <a:xfrm>
            <a:off x="1011936" y="3038000"/>
            <a:ext cx="4602480" cy="552544"/>
          </a:xfrm>
          <a:prstGeom prst="roundRect">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45CBE6AA-19FC-BCC1-34F6-5C3304AD928E}"/>
              </a:ext>
            </a:extLst>
          </p:cNvPr>
          <p:cNvSpPr/>
          <p:nvPr/>
        </p:nvSpPr>
        <p:spPr>
          <a:xfrm>
            <a:off x="1011936" y="5586926"/>
            <a:ext cx="4108704" cy="541069"/>
          </a:xfrm>
          <a:prstGeom prst="roundRect">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45FFBCDF-C62E-C475-2F4C-D3E79306CC85}"/>
              </a:ext>
            </a:extLst>
          </p:cNvPr>
          <p:cNvSpPr txBox="1"/>
          <p:nvPr/>
        </p:nvSpPr>
        <p:spPr>
          <a:xfrm>
            <a:off x="6502398" y="2045010"/>
            <a:ext cx="2374902" cy="369332"/>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Insert before index 1.</a:t>
            </a:r>
          </a:p>
        </p:txBody>
      </p:sp>
      <p:sp>
        <p:nvSpPr>
          <p:cNvPr id="11" name="Line 11">
            <a:extLst>
              <a:ext uri="{FF2B5EF4-FFF2-40B4-BE49-F238E27FC236}">
                <a16:creationId xmlns:a16="http://schemas.microsoft.com/office/drawing/2014/main" id="{BEB2D194-FE6A-DDD1-BB83-96EDEDF69495}"/>
              </a:ext>
            </a:extLst>
          </p:cNvPr>
          <p:cNvSpPr>
            <a:spLocks noChangeShapeType="1"/>
          </p:cNvSpPr>
          <p:nvPr/>
        </p:nvSpPr>
        <p:spPr bwMode="auto">
          <a:xfrm flipH="1">
            <a:off x="5807176" y="2233129"/>
            <a:ext cx="695222" cy="0"/>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12" name="Rectangle: Rounded Corners 11">
            <a:extLst>
              <a:ext uri="{FF2B5EF4-FFF2-40B4-BE49-F238E27FC236}">
                <a16:creationId xmlns:a16="http://schemas.microsoft.com/office/drawing/2014/main" id="{BADCCB5A-1F67-C5C6-BC52-F87510807865}"/>
              </a:ext>
            </a:extLst>
          </p:cNvPr>
          <p:cNvSpPr/>
          <p:nvPr/>
        </p:nvSpPr>
        <p:spPr>
          <a:xfrm>
            <a:off x="1029576" y="2080260"/>
            <a:ext cx="1302144" cy="291836"/>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6620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443921" y="500194"/>
            <a:ext cx="10800000" cy="858985"/>
          </a:xfrm>
        </p:spPr>
        <p:txBody>
          <a:bodyPr/>
          <a:lstStyle/>
          <a:p>
            <a:r>
              <a:rPr lang="en-GB"/>
              <a:t>Removing items by position</a:t>
            </a:r>
          </a:p>
        </p:txBody>
      </p:sp>
      <p:sp>
        <p:nvSpPr>
          <p:cNvPr id="11267" name="Rectangle 3"/>
          <p:cNvSpPr>
            <a:spLocks noGrp="1" noChangeArrowheads="1"/>
          </p:cNvSpPr>
          <p:nvPr>
            <p:ph type="body" sz="quarter" idx="14"/>
          </p:nvPr>
        </p:nvSpPr>
        <p:spPr>
          <a:xfrm>
            <a:off x="444500" y="1733550"/>
            <a:ext cx="7685088" cy="4665663"/>
          </a:xfrm>
        </p:spPr>
        <p:txBody>
          <a:bodyPr>
            <a:normAutofit/>
          </a:bodyPr>
          <a:lstStyle/>
          <a:p>
            <a:r>
              <a:rPr lang="en-GB" b="1" dirty="0"/>
              <a:t>Use pop(index):</a:t>
            </a:r>
          </a:p>
          <a:p>
            <a:pPr marL="285750" indent="-285750">
              <a:buFont typeface="Arial" panose="020B0604020202020204" pitchFamily="34" charset="0"/>
              <a:buChar char="•"/>
            </a:pPr>
            <a:r>
              <a:rPr lang="en-GB" dirty="0"/>
              <a:t>The index number is optional, default -1 (rightmost item).</a:t>
            </a:r>
          </a:p>
          <a:p>
            <a:pPr marL="285750" indent="-285750">
              <a:buFont typeface="Arial" panose="020B0604020202020204" pitchFamily="34" charset="0"/>
              <a:buChar char="•"/>
            </a:pPr>
            <a:r>
              <a:rPr lang="en-GB" dirty="0"/>
              <a:t>Returns the deleted item.</a:t>
            </a:r>
          </a:p>
          <a:p>
            <a:pPr lvl="1"/>
            <a:endParaRPr lang="en-GB" dirty="0"/>
          </a:p>
          <a:p>
            <a:pPr lvl="1"/>
            <a:endParaRPr lang="en-GB" dirty="0"/>
          </a:p>
          <a:p>
            <a:pPr lvl="1"/>
            <a:endParaRPr lang="en-GB" dirty="0"/>
          </a:p>
          <a:p>
            <a:endParaRPr lang="en-GB" dirty="0"/>
          </a:p>
          <a:p>
            <a:endParaRPr lang="en-GB" dirty="0"/>
          </a:p>
          <a:p>
            <a:endParaRPr lang="en-GB" dirty="0"/>
          </a:p>
          <a:p>
            <a:r>
              <a:rPr lang="en-GB" dirty="0"/>
              <a:t>Remember that del may also be used:</a:t>
            </a:r>
          </a:p>
          <a:p>
            <a:pPr marL="285750" indent="-285750">
              <a:buFont typeface="Arial" panose="020B0604020202020204" pitchFamily="34" charset="0"/>
              <a:buChar char="•"/>
            </a:pPr>
            <a:r>
              <a:rPr lang="en-GB" dirty="0"/>
              <a:t>But does not return the deleted item.</a:t>
            </a:r>
          </a:p>
          <a:p>
            <a:pPr marL="285750" indent="-285750">
              <a:buFont typeface="Arial" panose="020B0604020202020204" pitchFamily="34" charset="0"/>
              <a:buChar char="•"/>
            </a:pPr>
            <a:r>
              <a:rPr lang="en-GB" dirty="0"/>
              <a:t>Can delete more than one item by using a slice.</a:t>
            </a:r>
          </a:p>
        </p:txBody>
      </p:sp>
      <p:sp>
        <p:nvSpPr>
          <p:cNvPr id="2" name="Slide Number Placeholder 1">
            <a:extLst>
              <a:ext uri="{FF2B5EF4-FFF2-40B4-BE49-F238E27FC236}">
                <a16:creationId xmlns:a16="http://schemas.microsoft.com/office/drawing/2014/main" id="{35910D92-1ED3-A362-741A-156CD06EBF2A}"/>
              </a:ext>
            </a:extLst>
          </p:cNvPr>
          <p:cNvSpPr>
            <a:spLocks noGrp="1"/>
          </p:cNvSpPr>
          <p:nvPr>
            <p:ph type="sldNum" sz="quarter" idx="12"/>
          </p:nvPr>
        </p:nvSpPr>
        <p:spPr>
          <a:xfrm>
            <a:off x="9365513" y="6398855"/>
            <a:ext cx="2743200" cy="365125"/>
          </a:xfrm>
        </p:spPr>
        <p:txBody>
          <a:bodyPr/>
          <a:lstStyle/>
          <a:p>
            <a:fld id="{EF892D59-8F09-EF4B-AD6D-DA609442F868}" type="slidenum">
              <a:rPr lang="en-GB" smtClean="0"/>
              <a:pPr/>
              <a:t>50</a:t>
            </a:fld>
            <a:endParaRPr lang="en-GB"/>
          </a:p>
        </p:txBody>
      </p:sp>
      <p:sp>
        <p:nvSpPr>
          <p:cNvPr id="11268" name="Text Box 6"/>
          <p:cNvSpPr txBox="1">
            <a:spLocks noChangeArrowheads="1"/>
          </p:cNvSpPr>
          <p:nvPr/>
        </p:nvSpPr>
        <p:spPr bwMode="auto">
          <a:xfrm>
            <a:off x="1094423" y="2938001"/>
            <a:ext cx="5458546" cy="1431161"/>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solidFill>
                  <a:schemeClr val="bg1"/>
                </a:solidFill>
                <a:latin typeface="Consolas" panose="020B0609020204030204" pitchFamily="49" charset="0"/>
              </a:rPr>
              <a:t>cheese = ['Cheddar', </a:t>
            </a:r>
            <a:r>
              <a:rPr lang="en-GB" sz="1600" b="1">
                <a:solidFill>
                  <a:schemeClr val="accent1"/>
                </a:solidFill>
                <a:latin typeface="Consolas" panose="020B0609020204030204" pitchFamily="49" charset="0"/>
              </a:rPr>
              <a:t>'Stilton'</a:t>
            </a:r>
            <a:r>
              <a:rPr lang="en-GB" sz="1600">
                <a:solidFill>
                  <a:schemeClr val="bg1"/>
                </a:solidFill>
                <a:latin typeface="Consolas" panose="020B0609020204030204" pitchFamily="49" charset="0"/>
              </a:rPr>
              <a:t>, </a:t>
            </a:r>
            <a:r>
              <a:rPr lang="en-GB" sz="1600" b="1">
                <a:solidFill>
                  <a:schemeClr val="accent2"/>
                </a:solidFill>
                <a:latin typeface="Consolas" panose="020B0609020204030204" pitchFamily="49" charset="0"/>
              </a:rPr>
              <a:t>'Cornish Yarg'</a:t>
            </a:r>
            <a:r>
              <a:rPr lang="en-GB" sz="1600">
                <a:solidFill>
                  <a:schemeClr val="bg1"/>
                </a:solidFill>
                <a:latin typeface="Consolas" panose="020B0609020204030204" pitchFamily="49" charset="0"/>
              </a:rPr>
              <a:t>]</a:t>
            </a:r>
          </a:p>
          <a:p>
            <a:pPr>
              <a:spcBef>
                <a:spcPct val="0"/>
              </a:spcBef>
            </a:pPr>
            <a:r>
              <a:rPr lang="en-GB" sz="1600">
                <a:solidFill>
                  <a:schemeClr val="bg1"/>
                </a:solidFill>
                <a:latin typeface="Consolas" panose="020B0609020204030204" pitchFamily="49" charset="0"/>
              </a:rPr>
              <a:t>saved = cheese.</a:t>
            </a:r>
            <a:r>
              <a:rPr lang="en-GB" sz="1600" b="1">
                <a:solidFill>
                  <a:schemeClr val="accent1"/>
                </a:solidFill>
                <a:latin typeface="Consolas" panose="020B0609020204030204" pitchFamily="49" charset="0"/>
              </a:rPr>
              <a:t>pop(1)</a:t>
            </a:r>
          </a:p>
          <a:p>
            <a:pPr>
              <a:spcBef>
                <a:spcPct val="0"/>
              </a:spcBef>
            </a:pPr>
            <a:r>
              <a:rPr lang="en-GB" sz="1600">
                <a:solidFill>
                  <a:schemeClr val="bg1"/>
                </a:solidFill>
                <a:latin typeface="Consolas" panose="020B0609020204030204" pitchFamily="49" charset="0"/>
              </a:rPr>
              <a:t>print("Saved1:", saved,", Result:", cheese)</a:t>
            </a:r>
          </a:p>
          <a:p>
            <a:pPr>
              <a:spcBef>
                <a:spcPct val="0"/>
              </a:spcBef>
            </a:pPr>
            <a:endParaRPr lang="en-GB" sz="700">
              <a:solidFill>
                <a:schemeClr val="bg1"/>
              </a:solidFill>
              <a:latin typeface="Consolas" panose="020B0609020204030204" pitchFamily="49" charset="0"/>
            </a:endParaRPr>
          </a:p>
          <a:p>
            <a:pPr>
              <a:spcBef>
                <a:spcPct val="0"/>
              </a:spcBef>
            </a:pPr>
            <a:r>
              <a:rPr lang="en-GB" sz="1600">
                <a:solidFill>
                  <a:schemeClr val="bg1"/>
                </a:solidFill>
                <a:latin typeface="Consolas" panose="020B0609020204030204" pitchFamily="49" charset="0"/>
              </a:rPr>
              <a:t>saved = cheese.</a:t>
            </a:r>
            <a:r>
              <a:rPr lang="en-GB" sz="1600" b="1">
                <a:solidFill>
                  <a:schemeClr val="accent2"/>
                </a:solidFill>
                <a:latin typeface="Consolas" panose="020B0609020204030204" pitchFamily="49" charset="0"/>
              </a:rPr>
              <a:t>pop()</a:t>
            </a:r>
          </a:p>
          <a:p>
            <a:pPr>
              <a:spcBef>
                <a:spcPct val="0"/>
              </a:spcBef>
            </a:pPr>
            <a:r>
              <a:rPr lang="en-GB" sz="1600">
                <a:solidFill>
                  <a:schemeClr val="bg1"/>
                </a:solidFill>
                <a:latin typeface="Consolas" panose="020B0609020204030204" pitchFamily="49" charset="0"/>
              </a:rPr>
              <a:t>print("Saved2:", saved,", Result:", cheese)</a:t>
            </a:r>
          </a:p>
        </p:txBody>
      </p:sp>
      <p:sp>
        <p:nvSpPr>
          <p:cNvPr id="11269" name="Text Box 7"/>
          <p:cNvSpPr txBox="1">
            <a:spLocks noChangeArrowheads="1"/>
          </p:cNvSpPr>
          <p:nvPr/>
        </p:nvSpPr>
        <p:spPr bwMode="auto">
          <a:xfrm>
            <a:off x="2401844" y="4440973"/>
            <a:ext cx="6131807" cy="5847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600">
                <a:latin typeface="Consolas" panose="020B0609020204030204" pitchFamily="49" charset="0"/>
              </a:rPr>
              <a:t>Saved1: </a:t>
            </a:r>
            <a:r>
              <a:rPr lang="en-US" sz="1600" b="1">
                <a:solidFill>
                  <a:schemeClr val="accent1"/>
                </a:solidFill>
                <a:latin typeface="Consolas" panose="020B0609020204030204" pitchFamily="49" charset="0"/>
              </a:rPr>
              <a:t>Stilton</a:t>
            </a:r>
            <a:r>
              <a:rPr lang="en-US" sz="1600">
                <a:latin typeface="Consolas" panose="020B0609020204030204" pitchFamily="49" charset="0"/>
              </a:rPr>
              <a:t> , Result: ['Cheddar', 'Cornish Yarg']</a:t>
            </a:r>
          </a:p>
          <a:p>
            <a:r>
              <a:rPr lang="en-US" sz="1600">
                <a:latin typeface="Consolas" panose="020B0609020204030204" pitchFamily="49" charset="0"/>
              </a:rPr>
              <a:t>Saved2: </a:t>
            </a:r>
            <a:r>
              <a:rPr lang="en-US" sz="1600" b="1">
                <a:solidFill>
                  <a:schemeClr val="accent2"/>
                </a:solidFill>
                <a:latin typeface="Consolas" panose="020B0609020204030204" pitchFamily="49" charset="0"/>
              </a:rPr>
              <a:t>Cornish Yarg</a:t>
            </a:r>
            <a:r>
              <a:rPr lang="en-US" sz="1600">
                <a:latin typeface="Consolas" panose="020B0609020204030204" pitchFamily="49" charset="0"/>
              </a:rPr>
              <a:t> , Result: ['Cheddar']</a:t>
            </a:r>
            <a:endParaRPr lang="en-GB" sz="1600">
              <a:latin typeface="Consolas" panose="020B0609020204030204" pitchFamily="49" charset="0"/>
            </a:endParaRPr>
          </a:p>
        </p:txBody>
      </p:sp>
    </p:spTree>
    <p:extLst>
      <p:ext uri="{BB962C8B-B14F-4D97-AF65-F5344CB8AC3E}">
        <p14:creationId xmlns:p14="http://schemas.microsoft.com/office/powerpoint/2010/main" val="3971266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ctrTitle"/>
          </p:nvPr>
        </p:nvSpPr>
        <p:spPr/>
        <p:txBody>
          <a:bodyPr/>
          <a:lstStyle/>
          <a:p>
            <a:pPr eaLnBrk="1" hangingPunct="1"/>
            <a:r>
              <a:rPr lang="en-GB"/>
              <a:t>Removing list items by content</a:t>
            </a:r>
          </a:p>
        </p:txBody>
      </p:sp>
      <p:sp>
        <p:nvSpPr>
          <p:cNvPr id="12291" name="Rectangle 3"/>
          <p:cNvSpPr>
            <a:spLocks noGrp="1" noChangeArrowheads="1"/>
          </p:cNvSpPr>
          <p:nvPr>
            <p:ph sz="quarter" idx="4"/>
          </p:nvPr>
        </p:nvSpPr>
        <p:spPr/>
        <p:txBody>
          <a:bodyPr/>
          <a:lstStyle/>
          <a:p>
            <a:pPr>
              <a:lnSpc>
                <a:spcPct val="100000"/>
              </a:lnSpc>
            </a:pPr>
            <a:r>
              <a:rPr lang="en-GB" b="1" dirty="0">
                <a:solidFill>
                  <a:schemeClr val="tx1"/>
                </a:solidFill>
              </a:rPr>
              <a:t>Use the </a:t>
            </a:r>
            <a:r>
              <a:rPr lang="en-GB" b="1" dirty="0">
                <a:solidFill>
                  <a:schemeClr val="tx1"/>
                </a:solidFill>
                <a:latin typeface="Courier New" panose="02070309020205020404" pitchFamily="49" charset="0"/>
              </a:rPr>
              <a:t>remove</a:t>
            </a:r>
            <a:r>
              <a:rPr lang="en-GB" b="1" dirty="0">
                <a:solidFill>
                  <a:schemeClr val="tx1"/>
                </a:solidFill>
              </a:rPr>
              <a:t> method:</a:t>
            </a:r>
          </a:p>
          <a:p>
            <a:pPr marL="457200" lvl="1" indent="-228600">
              <a:lnSpc>
                <a:spcPct val="100000"/>
              </a:lnSpc>
              <a:buFont typeface="Arial" panose="020B0604020202020204" pitchFamily="34" charset="0"/>
              <a:buChar char="•"/>
            </a:pPr>
            <a:r>
              <a:rPr lang="en-GB" sz="1800" dirty="0"/>
              <a:t>Removes the leftmost item matching the value.</a:t>
            </a:r>
          </a:p>
          <a:p>
            <a:pPr lvl="1">
              <a:lnSpc>
                <a:spcPct val="100000"/>
              </a:lnSpc>
            </a:pPr>
            <a:endParaRPr lang="en-GB" dirty="0"/>
          </a:p>
          <a:p>
            <a:pPr lvl="1">
              <a:lnSpc>
                <a:spcPct val="100000"/>
              </a:lnSpc>
            </a:pPr>
            <a:endParaRPr lang="en-GB" sz="800" dirty="0"/>
          </a:p>
          <a:p>
            <a:pPr lvl="2">
              <a:lnSpc>
                <a:spcPct val="100000"/>
              </a:lnSpc>
            </a:pPr>
            <a:endParaRPr lang="en-GB" dirty="0"/>
          </a:p>
          <a:p>
            <a:pPr lvl="2">
              <a:lnSpc>
                <a:spcPct val="100000"/>
              </a:lnSpc>
            </a:pPr>
            <a:endParaRPr lang="en-GB" dirty="0"/>
          </a:p>
          <a:p>
            <a:pPr marL="914400" lvl="2" indent="0">
              <a:lnSpc>
                <a:spcPct val="100000"/>
              </a:lnSpc>
              <a:buNone/>
            </a:pPr>
            <a:endParaRPr lang="en-GB" dirty="0"/>
          </a:p>
          <a:p>
            <a:pPr marL="914400" lvl="2" indent="0">
              <a:lnSpc>
                <a:spcPct val="100000"/>
              </a:lnSpc>
              <a:buNone/>
            </a:pPr>
            <a:endParaRPr lang="en-GB" dirty="0"/>
          </a:p>
          <a:p>
            <a:pPr marL="0" indent="0">
              <a:lnSpc>
                <a:spcPct val="100000"/>
              </a:lnSpc>
              <a:buNone/>
            </a:pPr>
            <a:r>
              <a:rPr lang="en-GB" b="1" dirty="0">
                <a:solidFill>
                  <a:schemeClr val="tx1"/>
                </a:solidFill>
              </a:rPr>
              <a:t>Raises an exception if the item is not found. </a:t>
            </a:r>
          </a:p>
          <a:p>
            <a:pPr marL="400050" lvl="1" indent="-171450">
              <a:lnSpc>
                <a:spcPct val="100000"/>
              </a:lnSpc>
              <a:buFont typeface="Arial" panose="020B0604020202020204" pitchFamily="34" charset="0"/>
              <a:buChar char="•"/>
            </a:pPr>
            <a:r>
              <a:rPr lang="en-GB" sz="1800" dirty="0"/>
              <a:t>Exceptions will be handled later.</a:t>
            </a:r>
          </a:p>
        </p:txBody>
      </p:sp>
      <p:sp>
        <p:nvSpPr>
          <p:cNvPr id="12292" name="Text Box 4"/>
          <p:cNvSpPr txBox="1">
            <a:spLocks noChangeArrowheads="1"/>
          </p:cNvSpPr>
          <p:nvPr/>
        </p:nvSpPr>
        <p:spPr bwMode="auto">
          <a:xfrm>
            <a:off x="1087785" y="2515765"/>
            <a:ext cx="6263253" cy="1200329"/>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['Cheddar', 'Stilton', 'Cornish Yarg', </a:t>
            </a:r>
          </a:p>
          <a:p>
            <a:pPr>
              <a:spcBef>
                <a:spcPct val="0"/>
              </a:spcBef>
            </a:pPr>
            <a:r>
              <a:rPr lang="en-GB" sz="1800">
                <a:solidFill>
                  <a:schemeClr val="bg1"/>
                </a:solidFill>
                <a:latin typeface="Consolas" panose="020B0609020204030204" pitchFamily="49" charset="0"/>
              </a:rPr>
              <a:t>          </a:t>
            </a:r>
            <a:r>
              <a:rPr lang="en-GB" sz="1800">
                <a:solidFill>
                  <a:schemeClr val="accent1"/>
                </a:solidFill>
                <a:latin typeface="Consolas" panose="020B0609020204030204" pitchFamily="49" charset="0"/>
              </a:rPr>
              <a:t>'Oke'</a:t>
            </a:r>
            <a:r>
              <a:rPr lang="en-GB" sz="1800">
                <a:solidFill>
                  <a:schemeClr val="bg1"/>
                </a:solidFill>
                <a:latin typeface="Consolas" panose="020B0609020204030204" pitchFamily="49" charset="0"/>
              </a:rPr>
              <a:t>, 'Devon Blue']</a:t>
            </a:r>
          </a:p>
          <a:p>
            <a:pPr>
              <a:spcBef>
                <a:spcPct val="0"/>
              </a:spcBef>
            </a:pPr>
            <a:r>
              <a:rPr lang="en-GB" sz="1800">
                <a:solidFill>
                  <a:schemeClr val="bg1"/>
                </a:solidFill>
                <a:latin typeface="Consolas" panose="020B0609020204030204" pitchFamily="49" charset="0"/>
              </a:rPr>
              <a:t>cheese.remove(</a:t>
            </a:r>
            <a:r>
              <a:rPr lang="en-GB" sz="1800">
                <a:solidFill>
                  <a:schemeClr val="accent1"/>
                </a:solidFill>
                <a:latin typeface="Consolas" panose="020B0609020204030204" pitchFamily="49" charset="0"/>
              </a:rPr>
              <a:t>'</a:t>
            </a:r>
            <a:r>
              <a:rPr lang="en-GB" sz="1800" err="1">
                <a:solidFill>
                  <a:schemeClr val="accent1"/>
                </a:solidFill>
                <a:latin typeface="Consolas" panose="020B0609020204030204" pitchFamily="49" charset="0"/>
              </a:rPr>
              <a:t>Oke</a:t>
            </a:r>
            <a:r>
              <a:rPr lang="en-GB" sz="1800">
                <a:solidFill>
                  <a:schemeClr val="accent1"/>
                </a:solidFill>
                <a:latin typeface="Consolas" panose="020B0609020204030204" pitchFamily="49" charset="0"/>
              </a:rPr>
              <a:t>’</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print(cheese)</a:t>
            </a:r>
          </a:p>
        </p:txBody>
      </p:sp>
      <p:sp>
        <p:nvSpPr>
          <p:cNvPr id="12294" name="Text Box 6"/>
          <p:cNvSpPr txBox="1">
            <a:spLocks noChangeArrowheads="1"/>
          </p:cNvSpPr>
          <p:nvPr/>
        </p:nvSpPr>
        <p:spPr bwMode="auto">
          <a:xfrm>
            <a:off x="3239587" y="3697806"/>
            <a:ext cx="6019597"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latin typeface="Consolas" panose="020B0609020204030204" pitchFamily="49" charset="0"/>
              </a:rPr>
              <a:t>['Cheddar', 'Stilton', 'Cornish Yarg', 'Devon Blue']</a:t>
            </a:r>
          </a:p>
        </p:txBody>
      </p:sp>
      <p:sp>
        <p:nvSpPr>
          <p:cNvPr id="12293" name="Text Box 5"/>
          <p:cNvSpPr txBox="1">
            <a:spLocks noChangeArrowheads="1"/>
          </p:cNvSpPr>
          <p:nvPr/>
        </p:nvSpPr>
        <p:spPr bwMode="auto">
          <a:xfrm>
            <a:off x="1087785" y="5105592"/>
            <a:ext cx="2856327" cy="376237"/>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solidFill>
                  <a:schemeClr val="bg1"/>
                </a:solidFill>
                <a:latin typeface="Consolas" panose="020B0609020204030204" pitchFamily="49" charset="0"/>
              </a:rPr>
              <a:t>cheese.remove('Brie')</a:t>
            </a:r>
          </a:p>
        </p:txBody>
      </p:sp>
      <p:sp>
        <p:nvSpPr>
          <p:cNvPr id="12295" name="Text Box 7"/>
          <p:cNvSpPr txBox="1">
            <a:spLocks noChangeArrowheads="1"/>
          </p:cNvSpPr>
          <p:nvPr/>
        </p:nvSpPr>
        <p:spPr bwMode="auto">
          <a:xfrm>
            <a:off x="3285645" y="5492216"/>
            <a:ext cx="4913475" cy="107950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solidFill>
                  <a:srgbClr val="FF0000"/>
                </a:solidFill>
                <a:latin typeface="Consolas" panose="020B0609020204030204" pitchFamily="49" charset="0"/>
              </a:rPr>
              <a:t>Traceback (most recent call last):</a:t>
            </a:r>
          </a:p>
          <a:p>
            <a:pPr>
              <a:spcBef>
                <a:spcPct val="0"/>
              </a:spcBef>
            </a:pPr>
            <a:r>
              <a:rPr lang="en-GB" sz="1600">
                <a:solidFill>
                  <a:srgbClr val="FF0000"/>
                </a:solidFill>
                <a:latin typeface="Consolas" panose="020B0609020204030204" pitchFamily="49" charset="0"/>
              </a:rPr>
              <a:t>  File "...", line 57, in &lt;module&gt;</a:t>
            </a:r>
          </a:p>
          <a:p>
            <a:pPr>
              <a:spcBef>
                <a:spcPct val="0"/>
              </a:spcBef>
            </a:pPr>
            <a:r>
              <a:rPr lang="en-GB" sz="1600">
                <a:solidFill>
                  <a:srgbClr val="FF0000"/>
                </a:solidFill>
                <a:latin typeface="Consolas" panose="020B0609020204030204" pitchFamily="49" charset="0"/>
              </a:rPr>
              <a:t>    </a:t>
            </a:r>
            <a:r>
              <a:rPr lang="en-GB" sz="1600" err="1">
                <a:solidFill>
                  <a:srgbClr val="FF0000"/>
                </a:solidFill>
                <a:latin typeface="Consolas" panose="020B0609020204030204" pitchFamily="49" charset="0"/>
              </a:rPr>
              <a:t>cheese.remove</a:t>
            </a:r>
            <a:r>
              <a:rPr lang="en-GB" sz="1600">
                <a:solidFill>
                  <a:srgbClr val="FF0000"/>
                </a:solidFill>
                <a:latin typeface="Consolas" panose="020B0609020204030204" pitchFamily="49" charset="0"/>
              </a:rPr>
              <a:t>('Brie')</a:t>
            </a:r>
          </a:p>
          <a:p>
            <a:pPr>
              <a:spcBef>
                <a:spcPct val="0"/>
              </a:spcBef>
            </a:pPr>
            <a:r>
              <a:rPr lang="en-GB" sz="1600">
                <a:solidFill>
                  <a:srgbClr val="FF0000"/>
                </a:solidFill>
                <a:latin typeface="Consolas" panose="020B0609020204030204" pitchFamily="49" charset="0"/>
              </a:rPr>
              <a:t>ValueError: list.remove(x): x not in list</a:t>
            </a:r>
          </a:p>
        </p:txBody>
      </p:sp>
      <p:sp>
        <p:nvSpPr>
          <p:cNvPr id="2" name="Slide Number Placeholder 1">
            <a:extLst>
              <a:ext uri="{FF2B5EF4-FFF2-40B4-BE49-F238E27FC236}">
                <a16:creationId xmlns:a16="http://schemas.microsoft.com/office/drawing/2014/main" id="{1189DA6F-0D70-8F78-BE9D-3E79CD6BE448}"/>
              </a:ext>
            </a:extLst>
          </p:cNvPr>
          <p:cNvSpPr>
            <a:spLocks noGrp="1"/>
          </p:cNvSpPr>
          <p:nvPr>
            <p:ph type="sldNum" sz="quarter" idx="12"/>
          </p:nvPr>
        </p:nvSpPr>
        <p:spPr/>
        <p:txBody>
          <a:bodyPr/>
          <a:lstStyle/>
          <a:p>
            <a:fld id="{EF892D59-8F09-EF4B-AD6D-DA609442F868}" type="slidenum">
              <a:rPr lang="en-GB" smtClean="0"/>
              <a:pPr/>
              <a:t>51</a:t>
            </a:fld>
            <a:endParaRPr lang="en-GB"/>
          </a:p>
        </p:txBody>
      </p:sp>
    </p:spTree>
    <p:extLst>
      <p:ext uri="{BB962C8B-B14F-4D97-AF65-F5344CB8AC3E}">
        <p14:creationId xmlns:p14="http://schemas.microsoft.com/office/powerpoint/2010/main" val="17329630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p:txBody>
          <a:bodyPr/>
          <a:lstStyle/>
          <a:p>
            <a:pPr eaLnBrk="1" hangingPunct="1"/>
            <a:r>
              <a:rPr lang="en-GB"/>
              <a:t>Sorting</a:t>
            </a:r>
          </a:p>
        </p:txBody>
      </p:sp>
      <p:sp>
        <p:nvSpPr>
          <p:cNvPr id="13315" name="Rectangle 3"/>
          <p:cNvSpPr>
            <a:spLocks noGrp="1" noChangeArrowheads="1"/>
          </p:cNvSpPr>
          <p:nvPr>
            <p:ph sz="quarter" idx="4"/>
          </p:nvPr>
        </p:nvSpPr>
        <p:spPr>
          <a:xfrm>
            <a:off x="443922" y="1733108"/>
            <a:ext cx="4080453" cy="4348715"/>
          </a:xfrm>
        </p:spPr>
        <p:txBody>
          <a:bodyPr/>
          <a:lstStyle/>
          <a:p>
            <a:pPr marL="0" indent="0">
              <a:buNone/>
            </a:pPr>
            <a:r>
              <a:rPr lang="en-GB" b="1" dirty="0">
                <a:solidFill>
                  <a:schemeClr val="tx1"/>
                </a:solidFill>
                <a:latin typeface="Courier New" panose="02070309020205020404" pitchFamily="49" charset="0"/>
              </a:rPr>
              <a:t>sorted</a:t>
            </a:r>
            <a:r>
              <a:rPr lang="en-GB" b="1" dirty="0">
                <a:solidFill>
                  <a:schemeClr val="tx1"/>
                </a:solidFill>
              </a:rPr>
              <a:t> built-in and </a:t>
            </a:r>
            <a:r>
              <a:rPr lang="en-GB" b="1" dirty="0">
                <a:solidFill>
                  <a:schemeClr val="tx1"/>
                </a:solidFill>
                <a:latin typeface="Courier New" panose="02070309020205020404" pitchFamily="49" charset="0"/>
              </a:rPr>
              <a:t>sort</a:t>
            </a:r>
            <a:r>
              <a:rPr lang="en-GB" b="1" dirty="0">
                <a:solidFill>
                  <a:schemeClr val="tx1"/>
                </a:solidFill>
              </a:rPr>
              <a:t> method</a:t>
            </a:r>
          </a:p>
          <a:p>
            <a:r>
              <a:rPr lang="en-GB" sz="1800" dirty="0">
                <a:solidFill>
                  <a:schemeClr val="tx1"/>
                </a:solidFill>
                <a:latin typeface="Consolas" panose="020B0609020204030204" pitchFamily="49" charset="0"/>
              </a:rPr>
              <a:t>sorted</a:t>
            </a:r>
            <a:r>
              <a:rPr lang="en-GB" sz="1800" dirty="0">
                <a:solidFill>
                  <a:schemeClr val="tx1"/>
                </a:solidFill>
              </a:rPr>
              <a:t> can sort any </a:t>
            </a:r>
            <a:r>
              <a:rPr lang="en-GB" sz="1800" dirty="0" err="1">
                <a:solidFill>
                  <a:schemeClr val="tx1"/>
                </a:solidFill>
              </a:rPr>
              <a:t>iterable</a:t>
            </a:r>
            <a:r>
              <a:rPr lang="en-GB" sz="1800" dirty="0">
                <a:solidFill>
                  <a:schemeClr val="tx1"/>
                </a:solidFill>
              </a:rPr>
              <a:t> (often a sequence).</a:t>
            </a:r>
          </a:p>
          <a:p>
            <a:r>
              <a:rPr lang="en-GB" sz="1800" dirty="0">
                <a:solidFill>
                  <a:schemeClr val="tx1"/>
                </a:solidFill>
                <a:latin typeface="Consolas" panose="020B0609020204030204" pitchFamily="49" charset="0"/>
              </a:rPr>
              <a:t>sorted</a:t>
            </a:r>
            <a:r>
              <a:rPr lang="en-GB" sz="1800" dirty="0">
                <a:solidFill>
                  <a:schemeClr val="tx1"/>
                </a:solidFill>
              </a:rPr>
              <a:t> returns a sorted list - regardless of the original type.</a:t>
            </a:r>
          </a:p>
          <a:p>
            <a:r>
              <a:rPr lang="en-GB" sz="1800" dirty="0">
                <a:solidFill>
                  <a:schemeClr val="tx1"/>
                </a:solidFill>
                <a:latin typeface="Consolas" panose="020B0609020204030204" pitchFamily="49" charset="0"/>
              </a:rPr>
              <a:t>sort</a:t>
            </a:r>
            <a:r>
              <a:rPr lang="en-GB" sz="1800" dirty="0">
                <a:solidFill>
                  <a:schemeClr val="tx1"/>
                </a:solidFill>
              </a:rPr>
              <a:t> sorts a list </a:t>
            </a:r>
            <a:r>
              <a:rPr lang="en-GB" sz="1800" b="1" dirty="0">
                <a:solidFill>
                  <a:schemeClr val="tx1"/>
                </a:solidFill>
              </a:rPr>
              <a:t>in-place</a:t>
            </a:r>
            <a:r>
              <a:rPr lang="en-GB" dirty="0">
                <a:solidFill>
                  <a:schemeClr val="tx1"/>
                </a:solidFill>
              </a:rPr>
              <a:t> - modifies the list.</a:t>
            </a:r>
            <a:endParaRPr lang="en-GB" sz="1800" dirty="0">
              <a:solidFill>
                <a:schemeClr val="tx1"/>
              </a:solidFill>
            </a:endParaRPr>
          </a:p>
          <a:p>
            <a:pPr marL="0" indent="-368300">
              <a:buNone/>
            </a:pPr>
            <a:r>
              <a:rPr lang="en-GB" b="1" dirty="0">
                <a:solidFill>
                  <a:schemeClr val="tx1"/>
                </a:solidFill>
              </a:rPr>
              <a:t>Both have the following optional named parameters:</a:t>
            </a:r>
          </a:p>
          <a:p>
            <a:pPr marL="374650" lvl="1" indent="-285750"/>
            <a:r>
              <a:rPr lang="en-GB" sz="1800" dirty="0"/>
              <a:t>key=</a:t>
            </a:r>
            <a:r>
              <a:rPr lang="en-GB" sz="1800" dirty="0" err="1"/>
              <a:t>sort_key</a:t>
            </a:r>
            <a:r>
              <a:rPr lang="en-GB" dirty="0"/>
              <a:t>: </a:t>
            </a:r>
            <a:r>
              <a:rPr lang="en-GB" sz="1800" dirty="0"/>
              <a:t>Function which takes a single argument.	</a:t>
            </a:r>
          </a:p>
          <a:p>
            <a:pPr marL="374650" lvl="1" indent="-285750"/>
            <a:r>
              <a:rPr lang="en-GB" sz="1800" dirty="0"/>
              <a:t>reverse=True</a:t>
            </a:r>
            <a:r>
              <a:rPr lang="en-GB" dirty="0"/>
              <a:t>: </a:t>
            </a:r>
            <a:r>
              <a:rPr lang="en-GB" sz="1800" dirty="0"/>
              <a:t>Default is False.</a:t>
            </a:r>
          </a:p>
        </p:txBody>
      </p:sp>
      <p:sp>
        <p:nvSpPr>
          <p:cNvPr id="13316" name="Text Box 4"/>
          <p:cNvSpPr txBox="1">
            <a:spLocks noChangeArrowheads="1"/>
          </p:cNvSpPr>
          <p:nvPr/>
        </p:nvSpPr>
        <p:spPr bwMode="auto">
          <a:xfrm>
            <a:off x="4716153" y="2663658"/>
            <a:ext cx="6643165" cy="923330"/>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['Cornish </a:t>
            </a:r>
            <a:r>
              <a:rPr lang="en-GB" sz="1800" err="1">
                <a:solidFill>
                  <a:schemeClr val="bg1"/>
                </a:solidFill>
                <a:latin typeface="Consolas" panose="020B0609020204030204" pitchFamily="49" charset="0"/>
              </a:rPr>
              <a:t>Yarg</a:t>
            </a:r>
            <a:r>
              <a:rPr lang="en-GB" sz="1800">
                <a:solidFill>
                  <a:schemeClr val="bg1"/>
                </a:solidFill>
                <a:latin typeface="Consolas" panose="020B0609020204030204" pitchFamily="49" charset="0"/>
              </a:rPr>
              <a:t>', '</a:t>
            </a:r>
            <a:r>
              <a:rPr lang="en-GB" sz="1800" err="1">
                <a:solidFill>
                  <a:schemeClr val="bg1"/>
                </a:solidFill>
                <a:latin typeface="Consolas" panose="020B0609020204030204" pitchFamily="49" charset="0"/>
              </a:rPr>
              <a:t>Oke</a:t>
            </a:r>
            <a:r>
              <a:rPr lang="en-GB" sz="1800">
                <a:solidFill>
                  <a:schemeClr val="bg1"/>
                </a:solidFill>
                <a:latin typeface="Consolas" panose="020B0609020204030204" pitchFamily="49" charset="0"/>
              </a:rPr>
              <a:t>', 'Edam', 'Stilton']</a:t>
            </a:r>
          </a:p>
          <a:p>
            <a:pPr>
              <a:spcBef>
                <a:spcPct val="0"/>
              </a:spcBef>
            </a:pPr>
            <a:r>
              <a:rPr lang="en-GB" sz="1800" err="1">
                <a:solidFill>
                  <a:schemeClr val="bg1"/>
                </a:solidFill>
                <a:latin typeface="Consolas" panose="020B0609020204030204" pitchFamily="49" charset="0"/>
              </a:rPr>
              <a:t>cheese.sort</a:t>
            </a:r>
            <a:r>
              <a:rPr lang="en-GB" sz="1800">
                <a:solidFill>
                  <a:schemeClr val="bg1"/>
                </a:solidFill>
                <a:latin typeface="Consolas" panose="020B0609020204030204" pitchFamily="49" charset="0"/>
              </a:rPr>
              <a:t>(key=</a:t>
            </a:r>
            <a:r>
              <a:rPr lang="en-GB" sz="1800" err="1">
                <a:solidFill>
                  <a:schemeClr val="bg1"/>
                </a:solidFill>
                <a:latin typeface="Consolas" panose="020B0609020204030204" pitchFamily="49" charset="0"/>
              </a:rPr>
              <a:t>len</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print(cheese)</a:t>
            </a:r>
          </a:p>
        </p:txBody>
      </p:sp>
      <p:sp>
        <p:nvSpPr>
          <p:cNvPr id="13317" name="Text Box 5"/>
          <p:cNvSpPr txBox="1">
            <a:spLocks noChangeArrowheads="1"/>
          </p:cNvSpPr>
          <p:nvPr/>
        </p:nvSpPr>
        <p:spPr bwMode="auto">
          <a:xfrm>
            <a:off x="6508191" y="3589910"/>
            <a:ext cx="4851127"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a:latin typeface="Consolas" panose="020B0609020204030204" pitchFamily="49" charset="0"/>
              </a:rPr>
              <a:t>['Oke', 'Edam', 'Stilton', 'Cornish Yarg']</a:t>
            </a:r>
          </a:p>
        </p:txBody>
      </p:sp>
      <p:sp>
        <p:nvSpPr>
          <p:cNvPr id="13318" name="Text Box 6"/>
          <p:cNvSpPr txBox="1">
            <a:spLocks noChangeArrowheads="1"/>
          </p:cNvSpPr>
          <p:nvPr/>
        </p:nvSpPr>
        <p:spPr bwMode="auto">
          <a:xfrm>
            <a:off x="4713331" y="4021877"/>
            <a:ext cx="7271790" cy="923330"/>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nums = ['1001', '34', '3', '77', '42', '9', '87']</a:t>
            </a:r>
          </a:p>
          <a:p>
            <a:pPr>
              <a:spcBef>
                <a:spcPct val="0"/>
              </a:spcBef>
            </a:pPr>
            <a:r>
              <a:rPr lang="en-GB" sz="1800" err="1">
                <a:solidFill>
                  <a:schemeClr val="bg1"/>
                </a:solidFill>
                <a:latin typeface="Consolas" panose="020B0609020204030204" pitchFamily="49" charset="0"/>
              </a:rPr>
              <a:t>newstr</a:t>
            </a:r>
            <a:r>
              <a:rPr lang="en-GB" sz="1800">
                <a:solidFill>
                  <a:schemeClr val="bg1"/>
                </a:solidFill>
                <a:latin typeface="Consolas" panose="020B0609020204030204" pitchFamily="49" charset="0"/>
              </a:rPr>
              <a:t> = sorted(</a:t>
            </a:r>
            <a:r>
              <a:rPr lang="en-GB" sz="1800" err="1">
                <a:solidFill>
                  <a:schemeClr val="bg1"/>
                </a:solidFill>
                <a:latin typeface="Consolas" panose="020B0609020204030204" pitchFamily="49" charset="0"/>
              </a:rPr>
              <a:t>nums</a:t>
            </a:r>
            <a:r>
              <a:rPr lang="en-GB" sz="1800">
                <a:solidFill>
                  <a:schemeClr val="bg1"/>
                </a:solidFill>
                <a:latin typeface="Consolas" panose="020B0609020204030204" pitchFamily="49" charset="0"/>
              </a:rPr>
              <a:t>)</a:t>
            </a:r>
          </a:p>
          <a:p>
            <a:pPr>
              <a:spcBef>
                <a:spcPct val="0"/>
              </a:spcBef>
            </a:pPr>
            <a:r>
              <a:rPr lang="en-GB" sz="1800" err="1">
                <a:solidFill>
                  <a:schemeClr val="bg1"/>
                </a:solidFill>
                <a:latin typeface="Consolas" panose="020B0609020204030204" pitchFamily="49" charset="0"/>
              </a:rPr>
              <a:t>newnum</a:t>
            </a:r>
            <a:r>
              <a:rPr lang="en-GB" sz="1800">
                <a:solidFill>
                  <a:schemeClr val="bg1"/>
                </a:solidFill>
                <a:latin typeface="Consolas" panose="020B0609020204030204" pitchFamily="49" charset="0"/>
              </a:rPr>
              <a:t> = sorted(</a:t>
            </a:r>
            <a:r>
              <a:rPr lang="en-GB" sz="1800" err="1">
                <a:solidFill>
                  <a:schemeClr val="bg1"/>
                </a:solidFill>
                <a:latin typeface="Consolas" panose="020B0609020204030204" pitchFamily="49" charset="0"/>
              </a:rPr>
              <a:t>nums</a:t>
            </a:r>
            <a:r>
              <a:rPr lang="en-GB" sz="1800">
                <a:solidFill>
                  <a:schemeClr val="bg1"/>
                </a:solidFill>
                <a:latin typeface="Consolas" panose="020B0609020204030204" pitchFamily="49" charset="0"/>
              </a:rPr>
              <a:t>, key=int)</a:t>
            </a:r>
          </a:p>
        </p:txBody>
      </p:sp>
      <p:sp>
        <p:nvSpPr>
          <p:cNvPr id="13319" name="Text Box 7"/>
          <p:cNvSpPr txBox="1">
            <a:spLocks noChangeArrowheads="1"/>
          </p:cNvSpPr>
          <p:nvPr/>
        </p:nvSpPr>
        <p:spPr bwMode="auto">
          <a:xfrm>
            <a:off x="6140468" y="4935648"/>
            <a:ext cx="5844653" cy="58420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err="1">
                <a:latin typeface="Consolas" panose="020B0609020204030204" pitchFamily="49" charset="0"/>
              </a:rPr>
              <a:t>newstr</a:t>
            </a:r>
            <a:r>
              <a:rPr lang="en-GB" sz="1600">
                <a:latin typeface="Consolas" panose="020B0609020204030204" pitchFamily="49" charset="0"/>
              </a:rPr>
              <a:t>: ['1001', '3', '34', '42', '77', '87', '9']</a:t>
            </a:r>
          </a:p>
          <a:p>
            <a:pPr>
              <a:spcBef>
                <a:spcPct val="0"/>
              </a:spcBef>
            </a:pPr>
            <a:r>
              <a:rPr lang="en-GB" sz="1600" err="1">
                <a:latin typeface="Consolas" panose="020B0609020204030204" pitchFamily="49" charset="0"/>
              </a:rPr>
              <a:t>newnum</a:t>
            </a:r>
            <a:r>
              <a:rPr lang="en-GB" sz="1600">
                <a:latin typeface="Consolas" panose="020B0609020204030204" pitchFamily="49" charset="0"/>
              </a:rPr>
              <a:t>: ['3', '9', '34', '42', '77', '87', '1001']</a:t>
            </a:r>
          </a:p>
        </p:txBody>
      </p:sp>
      <p:sp>
        <p:nvSpPr>
          <p:cNvPr id="2" name="Slide Number Placeholder 1">
            <a:extLst>
              <a:ext uri="{FF2B5EF4-FFF2-40B4-BE49-F238E27FC236}">
                <a16:creationId xmlns:a16="http://schemas.microsoft.com/office/drawing/2014/main" id="{54D6617C-65B8-EB17-93F6-FC3C1BCFEBDE}"/>
              </a:ext>
            </a:extLst>
          </p:cNvPr>
          <p:cNvSpPr>
            <a:spLocks noGrp="1"/>
          </p:cNvSpPr>
          <p:nvPr>
            <p:ph type="sldNum" sz="quarter" idx="12"/>
          </p:nvPr>
        </p:nvSpPr>
        <p:spPr/>
        <p:txBody>
          <a:bodyPr/>
          <a:lstStyle/>
          <a:p>
            <a:fld id="{EF892D59-8F09-EF4B-AD6D-DA609442F868}" type="slidenum">
              <a:rPr lang="en-GB" smtClean="0"/>
              <a:pPr/>
              <a:t>52</a:t>
            </a:fld>
            <a:endParaRPr lang="en-GB"/>
          </a:p>
        </p:txBody>
      </p:sp>
    </p:spTree>
    <p:extLst>
      <p:ext uri="{BB962C8B-B14F-4D97-AF65-F5344CB8AC3E}">
        <p14:creationId xmlns:p14="http://schemas.microsoft.com/office/powerpoint/2010/main" val="13851735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p:txBody>
          <a:bodyPr/>
          <a:lstStyle/>
          <a:p>
            <a:pPr eaLnBrk="1" hangingPunct="1"/>
            <a:r>
              <a:rPr lang="en-GB"/>
              <a:t>Miscellaneous list methods</a:t>
            </a:r>
          </a:p>
        </p:txBody>
      </p:sp>
      <p:sp>
        <p:nvSpPr>
          <p:cNvPr id="14343" name="Text Box 7"/>
          <p:cNvSpPr txBox="1">
            <a:spLocks noChangeArrowheads="1"/>
          </p:cNvSpPr>
          <p:nvPr/>
        </p:nvSpPr>
        <p:spPr bwMode="auto">
          <a:xfrm>
            <a:off x="2174560" y="3579177"/>
            <a:ext cx="7305356" cy="1474787"/>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['Cheddar', 'Cheshire', 'Stilton', 'Cheshire']</a:t>
            </a:r>
          </a:p>
          <a:p>
            <a:pPr>
              <a:spcBef>
                <a:spcPct val="0"/>
              </a:spcBef>
            </a:pPr>
            <a:r>
              <a:rPr lang="en-GB" sz="1800">
                <a:solidFill>
                  <a:schemeClr val="bg1"/>
                </a:solidFill>
                <a:latin typeface="Consolas" panose="020B0609020204030204" pitchFamily="49" charset="0"/>
              </a:rPr>
              <a:t>print(</a:t>
            </a:r>
            <a:r>
              <a:rPr lang="en-GB" sz="1800" err="1">
                <a:solidFill>
                  <a:schemeClr val="bg1"/>
                </a:solidFill>
                <a:latin typeface="Consolas" panose="020B0609020204030204" pitchFamily="49" charset="0"/>
              </a:rPr>
              <a:t>cheese.count</a:t>
            </a:r>
            <a:r>
              <a:rPr lang="en-GB" sz="1800">
                <a:solidFill>
                  <a:schemeClr val="bg1"/>
                </a:solidFill>
                <a:latin typeface="Consolas" panose="020B0609020204030204" pitchFamily="49" charset="0"/>
              </a:rPr>
              <a:t>('Cheshire'))</a:t>
            </a:r>
          </a:p>
          <a:p>
            <a:pPr>
              <a:spcBef>
                <a:spcPct val="0"/>
              </a:spcBef>
            </a:pPr>
            <a:r>
              <a:rPr lang="en-GB" sz="1800">
                <a:solidFill>
                  <a:schemeClr val="bg1"/>
                </a:solidFill>
                <a:latin typeface="Consolas" panose="020B0609020204030204" pitchFamily="49" charset="0"/>
              </a:rPr>
              <a:t>print(</a:t>
            </a:r>
            <a:r>
              <a:rPr lang="en-GB" sz="1800" err="1">
                <a:solidFill>
                  <a:schemeClr val="bg1"/>
                </a:solidFill>
                <a:latin typeface="Consolas" panose="020B0609020204030204" pitchFamily="49" charset="0"/>
              </a:rPr>
              <a:t>cheese.index</a:t>
            </a:r>
            <a:r>
              <a:rPr lang="en-GB" sz="1800">
                <a:solidFill>
                  <a:schemeClr val="bg1"/>
                </a:solidFill>
                <a:latin typeface="Consolas" panose="020B0609020204030204" pitchFamily="49" charset="0"/>
              </a:rPr>
              <a:t>('Cheshire'))</a:t>
            </a:r>
          </a:p>
          <a:p>
            <a:pPr>
              <a:spcBef>
                <a:spcPct val="0"/>
              </a:spcBef>
            </a:pPr>
            <a:r>
              <a:rPr lang="en-GB" sz="1800" err="1">
                <a:solidFill>
                  <a:schemeClr val="bg1"/>
                </a:solidFill>
                <a:latin typeface="Consolas" panose="020B0609020204030204" pitchFamily="49" charset="0"/>
              </a:rPr>
              <a:t>cheese.reverse</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print(cheese)</a:t>
            </a:r>
          </a:p>
        </p:txBody>
      </p:sp>
      <p:sp>
        <p:nvSpPr>
          <p:cNvPr id="14344" name="Text Box 8"/>
          <p:cNvSpPr txBox="1">
            <a:spLocks noChangeArrowheads="1"/>
          </p:cNvSpPr>
          <p:nvPr/>
        </p:nvSpPr>
        <p:spPr bwMode="auto">
          <a:xfrm>
            <a:off x="4132763" y="5053964"/>
            <a:ext cx="5346335" cy="83099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nsolas" panose="020B0609020204030204" pitchFamily="49" charset="0"/>
              </a:rPr>
              <a:t>2</a:t>
            </a:r>
          </a:p>
          <a:p>
            <a:pPr>
              <a:spcBef>
                <a:spcPct val="0"/>
              </a:spcBef>
            </a:pPr>
            <a:r>
              <a:rPr lang="en-GB" sz="1600">
                <a:latin typeface="Consolas" panose="020B0609020204030204" pitchFamily="49" charset="0"/>
              </a:rPr>
              <a:t>1</a:t>
            </a:r>
          </a:p>
          <a:p>
            <a:pPr>
              <a:spcBef>
                <a:spcPct val="0"/>
              </a:spcBef>
            </a:pPr>
            <a:r>
              <a:rPr lang="en-GB" sz="1600">
                <a:latin typeface="Consolas" panose="020B0609020204030204" pitchFamily="49" charset="0"/>
              </a:rPr>
              <a:t>['Cheshire', 'Stilton', 'Cheshire', 'Cheddar']</a:t>
            </a:r>
          </a:p>
        </p:txBody>
      </p:sp>
      <p:sp>
        <p:nvSpPr>
          <p:cNvPr id="2" name="Slide Number Placeholder 1">
            <a:extLst>
              <a:ext uri="{FF2B5EF4-FFF2-40B4-BE49-F238E27FC236}">
                <a16:creationId xmlns:a16="http://schemas.microsoft.com/office/drawing/2014/main" id="{CD203E11-1295-34E2-DEE5-6EBBD69E7BAE}"/>
              </a:ext>
            </a:extLst>
          </p:cNvPr>
          <p:cNvSpPr>
            <a:spLocks noGrp="1"/>
          </p:cNvSpPr>
          <p:nvPr>
            <p:ph type="sldNum" sz="quarter" idx="12"/>
          </p:nvPr>
        </p:nvSpPr>
        <p:spPr/>
        <p:txBody>
          <a:bodyPr/>
          <a:lstStyle/>
          <a:p>
            <a:fld id="{EF892D59-8F09-EF4B-AD6D-DA609442F868}" type="slidenum">
              <a:rPr lang="en-GB" smtClean="0"/>
              <a:pPr/>
              <a:t>53</a:t>
            </a:fld>
            <a:endParaRPr lang="en-GB"/>
          </a:p>
        </p:txBody>
      </p:sp>
      <p:graphicFrame>
        <p:nvGraphicFramePr>
          <p:cNvPr id="3" name="Table 2">
            <a:extLst>
              <a:ext uri="{FF2B5EF4-FFF2-40B4-BE49-F238E27FC236}">
                <a16:creationId xmlns:a16="http://schemas.microsoft.com/office/drawing/2014/main" id="{921881B6-CD96-81D0-D468-40D16EC09DED}"/>
              </a:ext>
            </a:extLst>
          </p:cNvPr>
          <p:cNvGraphicFramePr>
            <a:graphicFrameLocks noGrp="1"/>
          </p:cNvGraphicFramePr>
          <p:nvPr>
            <p:extLst>
              <p:ext uri="{D42A27DB-BD31-4B8C-83A1-F6EECF244321}">
                <p14:modId xmlns:p14="http://schemas.microsoft.com/office/powerpoint/2010/main" val="2914291566"/>
              </p:ext>
            </p:extLst>
          </p:nvPr>
        </p:nvGraphicFramePr>
        <p:xfrm>
          <a:off x="2174559" y="1873073"/>
          <a:ext cx="7474265" cy="1411563"/>
        </p:xfrm>
        <a:graphic>
          <a:graphicData uri="http://schemas.openxmlformats.org/drawingml/2006/table">
            <a:tbl>
              <a:tblPr firstRow="1" bandRow="1">
                <a:tableStyleId>{5C22544A-7EE6-4342-B048-85BDC9FD1C3A}</a:tableStyleId>
              </a:tblPr>
              <a:tblGrid>
                <a:gridCol w="2685774">
                  <a:extLst>
                    <a:ext uri="{9D8B030D-6E8A-4147-A177-3AD203B41FA5}">
                      <a16:colId xmlns:a16="http://schemas.microsoft.com/office/drawing/2014/main" val="1551974525"/>
                    </a:ext>
                  </a:extLst>
                </a:gridCol>
                <a:gridCol w="4788491">
                  <a:extLst>
                    <a:ext uri="{9D8B030D-6E8A-4147-A177-3AD203B41FA5}">
                      <a16:colId xmlns:a16="http://schemas.microsoft.com/office/drawing/2014/main" val="587885695"/>
                    </a:ext>
                  </a:extLst>
                </a:gridCol>
              </a:tblGrid>
              <a:tr h="351288">
                <a:tc>
                  <a:txBody>
                    <a:bodyPr/>
                    <a:lstStyle/>
                    <a:p>
                      <a:pPr algn="ctr"/>
                      <a:r>
                        <a:rPr lang="en-GB" sz="1800" i="0">
                          <a:solidFill>
                            <a:schemeClr val="tx2"/>
                          </a:solidFill>
                        </a:rPr>
                        <a:t>Method</a:t>
                      </a:r>
                    </a:p>
                  </a:txBody>
                  <a:tcPr marL="73273" marR="73273" marT="36637" marB="36637" anchor="ctr">
                    <a:solidFill>
                      <a:schemeClr val="accent2"/>
                    </a:solidFill>
                  </a:tcPr>
                </a:tc>
                <a:tc>
                  <a:txBody>
                    <a:bodyPr/>
                    <a:lstStyle/>
                    <a:p>
                      <a:pPr algn="ctr"/>
                      <a:r>
                        <a:rPr lang="en-GB" sz="1800" i="0">
                          <a:solidFill>
                            <a:schemeClr val="tx2"/>
                          </a:solidFill>
                        </a:rPr>
                        <a:t>Meaning</a:t>
                      </a:r>
                    </a:p>
                  </a:txBody>
                  <a:tcPr marL="73273" marR="73273" marT="36637" marB="36637" anchor="ctr">
                    <a:solidFill>
                      <a:schemeClr val="accent2"/>
                    </a:solidFill>
                  </a:tcPr>
                </a:tc>
                <a:extLst>
                  <a:ext uri="{0D108BD9-81ED-4DB2-BD59-A6C34878D82A}">
                    <a16:rowId xmlns:a16="http://schemas.microsoft.com/office/drawing/2014/main" val="2345767861"/>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list.count</a:t>
                      </a:r>
                      <a:r>
                        <a:rPr lang="en-GB" sz="1800" b="1" i="0">
                          <a:latin typeface="Consolas" panose="020B0609020204030204" pitchFamily="49" charset="0"/>
                          <a:cs typeface="Courier New" panose="02070309020205020404" pitchFamily="49" charset="0"/>
                        </a:rPr>
                        <a:t>(</a:t>
                      </a:r>
                      <a:r>
                        <a:rPr lang="en-GB" sz="1800" b="1" i="0">
                          <a:latin typeface="Consolas" panose="020B0609020204030204" pitchFamily="49" charset="0"/>
                        </a:rPr>
                        <a:t>'</a:t>
                      </a:r>
                      <a:r>
                        <a:rPr lang="en-GB" sz="1800" b="1" i="0">
                          <a:latin typeface="Consolas" panose="020B0609020204030204" pitchFamily="49" charset="0"/>
                          <a:cs typeface="Courier New" panose="02070309020205020404" pitchFamily="49" charset="0"/>
                        </a:rPr>
                        <a:t>value</a:t>
                      </a:r>
                      <a:r>
                        <a:rPr lang="en-GB" sz="1800" b="1" i="0">
                          <a:latin typeface="Consolas" panose="020B0609020204030204" pitchFamily="49" charset="0"/>
                        </a:rPr>
                        <a:t>'</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a:spcBef>
                          <a:spcPts val="600"/>
                        </a:spcBef>
                      </a:pPr>
                      <a:r>
                        <a:rPr lang="en-GB" sz="1800" i="0" dirty="0">
                          <a:latin typeface="+mn-lt"/>
                        </a:rPr>
                        <a:t>Return the number of occurrences of 'value’.</a:t>
                      </a:r>
                      <a:endParaRPr lang="en-US" altLang="en-US" sz="1800" i="0" dirty="0"/>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137229064"/>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list.index</a:t>
                      </a:r>
                      <a:r>
                        <a:rPr lang="en-GB" sz="1800" b="1" i="0">
                          <a:latin typeface="Consolas" panose="020B0609020204030204" pitchFamily="49" charset="0"/>
                          <a:cs typeface="Courier New" panose="02070309020205020404" pitchFamily="49" charset="0"/>
                        </a:rPr>
                        <a:t>(</a:t>
                      </a:r>
                      <a:r>
                        <a:rPr lang="en-GB" sz="1800" b="1" i="0">
                          <a:latin typeface="Consolas" panose="020B0609020204030204" pitchFamily="49" charset="0"/>
                        </a:rPr>
                        <a:t>'</a:t>
                      </a:r>
                      <a:r>
                        <a:rPr lang="en-GB" sz="1800" b="1" i="0">
                          <a:latin typeface="Consolas" panose="020B0609020204030204" pitchFamily="49" charset="0"/>
                          <a:cs typeface="Courier New" panose="02070309020205020404" pitchFamily="49" charset="0"/>
                        </a:rPr>
                        <a:t>value</a:t>
                      </a:r>
                      <a:r>
                        <a:rPr lang="en-GB" sz="1800" b="1" i="0">
                          <a:latin typeface="Consolas" panose="020B0609020204030204" pitchFamily="49" charset="0"/>
                        </a:rPr>
                        <a:t>'</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a:spcBef>
                          <a:spcPts val="600"/>
                        </a:spcBef>
                      </a:pPr>
                      <a:r>
                        <a:rPr lang="en-GB" sz="1800" i="0" dirty="0">
                          <a:latin typeface="+mn-lt"/>
                        </a:rPr>
                        <a:t>Return index position of leftmost 'value’ .</a:t>
                      </a:r>
                      <a:endParaRPr lang="en-US" altLang="en-US" sz="1800" i="0" dirty="0"/>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1119249700"/>
                  </a:ext>
                </a:extLst>
              </a:tr>
              <a:tr h="36508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list.reverse</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sz="1800" i="0" dirty="0">
                          <a:latin typeface="+mn-lt"/>
                        </a:rPr>
                        <a:t>Reverse a list in place.</a:t>
                      </a:r>
                      <a:endParaRPr lang="en-US" altLang="en-US" sz="1800" i="0" dirty="0"/>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2222224547"/>
                  </a:ext>
                </a:extLst>
              </a:tr>
            </a:tbl>
          </a:graphicData>
        </a:graphic>
      </p:graphicFrame>
    </p:spTree>
    <p:extLst>
      <p:ext uri="{BB962C8B-B14F-4D97-AF65-F5344CB8AC3E}">
        <p14:creationId xmlns:p14="http://schemas.microsoft.com/office/powerpoint/2010/main" val="19560406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C1E94F-DD74-9969-847C-0F4F289BEC07}"/>
              </a:ext>
            </a:extLst>
          </p:cNvPr>
          <p:cNvSpPr>
            <a:spLocks noGrp="1"/>
          </p:cNvSpPr>
          <p:nvPr>
            <p:ph type="ctrTitle"/>
          </p:nvPr>
        </p:nvSpPr>
        <p:spPr/>
        <p:txBody>
          <a:bodyPr/>
          <a:lstStyle/>
          <a:p>
            <a:r>
              <a:rPr lang="en-GB" dirty="0"/>
              <a:t>List methods</a:t>
            </a:r>
          </a:p>
        </p:txBody>
      </p:sp>
      <p:graphicFrame>
        <p:nvGraphicFramePr>
          <p:cNvPr id="3" name="Table 2">
            <a:extLst>
              <a:ext uri="{FF2B5EF4-FFF2-40B4-BE49-F238E27FC236}">
                <a16:creationId xmlns:a16="http://schemas.microsoft.com/office/drawing/2014/main" id="{4C814A35-6572-A416-14A7-6613415A17D5}"/>
              </a:ext>
            </a:extLst>
          </p:cNvPr>
          <p:cNvGraphicFramePr>
            <a:graphicFrameLocks noGrp="1"/>
          </p:cNvGraphicFramePr>
          <p:nvPr>
            <p:extLst>
              <p:ext uri="{D42A27DB-BD31-4B8C-83A1-F6EECF244321}">
                <p14:modId xmlns:p14="http://schemas.microsoft.com/office/powerpoint/2010/main" val="1883388097"/>
              </p:ext>
            </p:extLst>
          </p:nvPr>
        </p:nvGraphicFramePr>
        <p:xfrm>
          <a:off x="1168745" y="1702979"/>
          <a:ext cx="9853930" cy="4440647"/>
        </p:xfrm>
        <a:graphic>
          <a:graphicData uri="http://schemas.openxmlformats.org/drawingml/2006/table">
            <a:tbl>
              <a:tblPr firstRow="1" bandRow="1">
                <a:tableStyleId>{5C22544A-7EE6-4342-B048-85BDC9FD1C3A}</a:tableStyleId>
              </a:tblPr>
              <a:tblGrid>
                <a:gridCol w="3837043">
                  <a:extLst>
                    <a:ext uri="{9D8B030D-6E8A-4147-A177-3AD203B41FA5}">
                      <a16:colId xmlns:a16="http://schemas.microsoft.com/office/drawing/2014/main" val="1551974525"/>
                    </a:ext>
                  </a:extLst>
                </a:gridCol>
                <a:gridCol w="6016887">
                  <a:extLst>
                    <a:ext uri="{9D8B030D-6E8A-4147-A177-3AD203B41FA5}">
                      <a16:colId xmlns:a16="http://schemas.microsoft.com/office/drawing/2014/main" val="587885695"/>
                    </a:ext>
                  </a:extLst>
                </a:gridCol>
              </a:tblGrid>
              <a:tr h="379104">
                <a:tc>
                  <a:txBody>
                    <a:bodyPr/>
                    <a:lstStyle/>
                    <a:p>
                      <a:pPr algn="ctr"/>
                      <a:r>
                        <a:rPr lang="en-GB" sz="1800" i="0">
                          <a:solidFill>
                            <a:schemeClr val="tx2"/>
                          </a:solidFill>
                        </a:rPr>
                        <a:t>Method</a:t>
                      </a:r>
                    </a:p>
                  </a:txBody>
                  <a:tcPr marL="73273" marR="73273" marT="36637" marB="36637" anchor="ctr">
                    <a:solidFill>
                      <a:schemeClr val="accent2"/>
                    </a:solidFill>
                  </a:tcPr>
                </a:tc>
                <a:tc>
                  <a:txBody>
                    <a:bodyPr/>
                    <a:lstStyle/>
                    <a:p>
                      <a:pPr algn="ctr"/>
                      <a:r>
                        <a:rPr lang="en-GB" sz="1800" i="0">
                          <a:solidFill>
                            <a:schemeClr val="tx2"/>
                          </a:solidFill>
                        </a:rPr>
                        <a:t>Meaning</a:t>
                      </a:r>
                    </a:p>
                  </a:txBody>
                  <a:tcPr marL="73273" marR="73273" marT="36637" marB="36637" anchor="ctr">
                    <a:solidFill>
                      <a:schemeClr val="accent2"/>
                    </a:solidFill>
                  </a:tcPr>
                </a:tc>
                <a:extLst>
                  <a:ext uri="{0D108BD9-81ED-4DB2-BD59-A6C34878D82A}">
                    <a16:rowId xmlns:a16="http://schemas.microsoft.com/office/drawing/2014/main" val="2345767861"/>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list.append</a:t>
                      </a:r>
                      <a:r>
                        <a:rPr lang="en-GB" sz="1800" b="1" i="0">
                          <a:latin typeface="Consolas" panose="020B0609020204030204" pitchFamily="49" charset="0"/>
                          <a:cs typeface="Courier New" panose="02070309020205020404" pitchFamily="49" charset="0"/>
                        </a:rPr>
                        <a:t>(item)</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i="0" dirty="0"/>
                        <a:t>Append item to the end of list.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855035623"/>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dirty="0" err="1">
                          <a:latin typeface="Consolas" panose="020B0609020204030204" pitchFamily="49" charset="0"/>
                          <a:cs typeface="Courier New" panose="02070309020205020404" pitchFamily="49" charset="0"/>
                        </a:rPr>
                        <a:t>list.clear</a:t>
                      </a:r>
                      <a:r>
                        <a:rPr lang="en-GB" sz="1800" b="1" i="0" dirty="0">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800" b="0" i="0" u="none" strike="noStrike" cap="none" normalizeH="0" baseline="0" dirty="0">
                          <a:ln>
                            <a:noFill/>
                          </a:ln>
                          <a:solidFill>
                            <a:schemeClr val="tx1"/>
                          </a:solidFill>
                          <a:effectLst/>
                          <a:latin typeface="+mn-lt"/>
                        </a:rPr>
                        <a:t>Remove all items from list (3.3).</a:t>
                      </a:r>
                      <a:endParaRPr kumimoji="0" lang="en-GB" sz="1800" b="1" i="0" u="none" strike="noStrike" cap="none" normalizeH="0" baseline="0" dirty="0">
                        <a:ln>
                          <a:noFill/>
                        </a:ln>
                        <a:solidFill>
                          <a:srgbClr val="134183"/>
                        </a:solidFill>
                        <a:effectLst/>
                        <a:latin typeface="+mn-lt"/>
                      </a:endParaRP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3382038161"/>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list.count</a:t>
                      </a:r>
                      <a:r>
                        <a:rPr lang="en-GB" sz="1800" b="1" i="0">
                          <a:latin typeface="Consolas" panose="020B0609020204030204" pitchFamily="49" charset="0"/>
                          <a:cs typeface="Courier New" panose="02070309020205020404" pitchFamily="49" charset="0"/>
                        </a:rPr>
                        <a:t>(item)</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i="0" dirty="0"/>
                        <a:t>Return number of occurrences of item.</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08977006"/>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list.extend</a:t>
                      </a:r>
                      <a:r>
                        <a:rPr lang="en-GB" sz="1800" b="1" i="0">
                          <a:latin typeface="Consolas" panose="020B0609020204030204" pitchFamily="49" charset="0"/>
                          <a:cs typeface="Courier New" panose="02070309020205020404" pitchFamily="49" charset="0"/>
                        </a:rPr>
                        <a:t>(items)</a:t>
                      </a:r>
                    </a:p>
                  </a:txBody>
                  <a:tcPr marL="73273" marR="73273" marT="36637" marB="36637" anchor="ctr">
                    <a:solidFill>
                      <a:schemeClr val="accent2">
                        <a:lumMod val="20000"/>
                        <a:lumOff val="80000"/>
                      </a:schemeClr>
                    </a:solidFill>
                  </a:tcPr>
                </a:tc>
                <a:tc>
                  <a:txBody>
                    <a:bodyPr/>
                    <a:lstStyle/>
                    <a:p>
                      <a:pPr>
                        <a:spcBef>
                          <a:spcPts val="600"/>
                        </a:spcBef>
                      </a:pPr>
                      <a:r>
                        <a:rPr lang="en-GB" altLang="en-US" sz="1800" i="0" dirty="0"/>
                        <a:t>Append items to the end of list (as +=).</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2594989465"/>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list.index</a:t>
                      </a:r>
                      <a:r>
                        <a:rPr lang="en-GB" sz="1800" b="1" i="0">
                          <a:latin typeface="Consolas" panose="020B0609020204030204" pitchFamily="49" charset="0"/>
                          <a:cs typeface="Courier New" panose="02070309020205020404" pitchFamily="49" charset="0"/>
                        </a:rPr>
                        <a:t>(item, start, end)</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i="0" dirty="0"/>
                        <a:t>Return the position of item in the list.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557215800"/>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list.insert</a:t>
                      </a:r>
                      <a:r>
                        <a:rPr lang="en-GB" sz="1800" b="1" i="0">
                          <a:latin typeface="Consolas" panose="020B0609020204030204" pitchFamily="49" charset="0"/>
                          <a:cs typeface="Courier New" panose="02070309020205020404" pitchFamily="49" charset="0"/>
                        </a:rPr>
                        <a:t>(position, item)</a:t>
                      </a:r>
                    </a:p>
                  </a:txBody>
                  <a:tcPr marL="73273" marR="73273" marT="36637" marB="36637" anchor="ctr">
                    <a:solidFill>
                      <a:schemeClr val="accent2">
                        <a:lumMod val="20000"/>
                        <a:lumOff val="80000"/>
                      </a:schemeClr>
                    </a:solidFill>
                  </a:tcPr>
                </a:tc>
                <a:tc>
                  <a:txBody>
                    <a:bodyPr/>
                    <a:lstStyle/>
                    <a:p>
                      <a:pPr>
                        <a:spcBef>
                          <a:spcPts val="600"/>
                        </a:spcBef>
                      </a:pPr>
                      <a:r>
                        <a:rPr lang="en-US" altLang="en-US" sz="1800" i="0" dirty="0"/>
                        <a:t>Insert item at position in list.</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2002038572"/>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list.pop</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i="0" dirty="0"/>
                        <a:t>Remove and return last item in list.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2629385277"/>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list.pop</a:t>
                      </a:r>
                      <a:r>
                        <a:rPr lang="en-GB" sz="1800" b="1" i="0">
                          <a:latin typeface="Consolas" panose="020B0609020204030204" pitchFamily="49" charset="0"/>
                          <a:cs typeface="Courier New" panose="02070309020205020404" pitchFamily="49" charset="0"/>
                        </a:rPr>
                        <a:t>(position)</a:t>
                      </a:r>
                    </a:p>
                  </a:txBody>
                  <a:tcPr marL="73273" marR="73273" marT="36637" marB="36637" anchor="ctr">
                    <a:solidFill>
                      <a:schemeClr val="accent2">
                        <a:lumMod val="20000"/>
                        <a:lumOff val="80000"/>
                      </a:schemeClr>
                    </a:solidFill>
                  </a:tcPr>
                </a:tc>
                <a:tc>
                  <a:txBody>
                    <a:bodyPr/>
                    <a:lstStyle/>
                    <a:p>
                      <a:pPr>
                        <a:spcBef>
                          <a:spcPts val="600"/>
                        </a:spcBef>
                      </a:pPr>
                      <a:r>
                        <a:rPr lang="en-GB" altLang="en-US" sz="1800" i="0" dirty="0"/>
                        <a:t>Remove and return item at position in list.</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3579780692"/>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list.remove</a:t>
                      </a:r>
                      <a:r>
                        <a:rPr lang="en-GB" sz="1800" b="1" i="0">
                          <a:latin typeface="Consolas" panose="020B0609020204030204" pitchFamily="49" charset="0"/>
                          <a:cs typeface="Courier New" panose="02070309020205020404" pitchFamily="49" charset="0"/>
                        </a:rPr>
                        <a:t>(item)</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i="0" dirty="0"/>
                        <a:t>Remove the first item from the list.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137229064"/>
                  </a:ext>
                </a:extLst>
              </a:tr>
              <a:tr h="36633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list.reverse</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i="0" dirty="0"/>
                        <a:t>Reverse the list in-place.</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1119249700"/>
                  </a:ext>
                </a:extLst>
              </a:tr>
              <a:tr h="398183">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list.sort</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sz="1800" i="0" dirty="0">
                          <a:latin typeface="+mn-lt"/>
                        </a:rPr>
                        <a:t>Sort the list in-place - </a:t>
                      </a:r>
                      <a:r>
                        <a:rPr lang="en-GB" sz="1800" i="0" dirty="0" err="1">
                          <a:latin typeface="+mn-lt"/>
                        </a:rPr>
                        <a:t>args</a:t>
                      </a:r>
                      <a:r>
                        <a:rPr lang="en-GB" sz="1800" i="0" dirty="0">
                          <a:latin typeface="+mn-lt"/>
                        </a:rPr>
                        <a:t> are the same as sorted().</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2222224547"/>
                  </a:ext>
                </a:extLst>
              </a:tr>
            </a:tbl>
          </a:graphicData>
        </a:graphic>
      </p:graphicFrame>
      <p:sp>
        <p:nvSpPr>
          <p:cNvPr id="6" name="Slide Number Placeholder 3">
            <a:extLst>
              <a:ext uri="{FF2B5EF4-FFF2-40B4-BE49-F238E27FC236}">
                <a16:creationId xmlns:a16="http://schemas.microsoft.com/office/drawing/2014/main" id="{7169387F-DB0A-6A15-EFC4-7C712D5808B9}"/>
              </a:ext>
            </a:extLst>
          </p:cNvPr>
          <p:cNvSpPr>
            <a:spLocks noGrp="1"/>
          </p:cNvSpPr>
          <p:nvPr>
            <p:ph type="sldNum" sz="quarter" idx="12"/>
          </p:nvPr>
        </p:nvSpPr>
        <p:spPr>
          <a:xfrm>
            <a:off x="9365513" y="6398855"/>
            <a:ext cx="2743200" cy="365125"/>
          </a:xfrm>
        </p:spPr>
        <p:txBody>
          <a:bodyPr/>
          <a:lstStyle/>
          <a:p>
            <a:fld id="{F3469444-D02B-D446-9CF8-19DEDDE073D1}" type="slidenum">
              <a:rPr lang="en-US" smtClean="0"/>
              <a:pPr/>
              <a:t>54</a:t>
            </a:fld>
            <a:endParaRPr lang="en-US" dirty="0"/>
          </a:p>
        </p:txBody>
      </p:sp>
    </p:spTree>
    <p:extLst>
      <p:ext uri="{BB962C8B-B14F-4D97-AF65-F5344CB8AC3E}">
        <p14:creationId xmlns:p14="http://schemas.microsoft.com/office/powerpoint/2010/main" val="29535097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p:txBody>
          <a:bodyPr/>
          <a:lstStyle/>
          <a:p>
            <a:pPr eaLnBrk="1" hangingPunct="1"/>
            <a:r>
              <a:rPr lang="en-GB"/>
              <a:t>Sets</a:t>
            </a:r>
          </a:p>
        </p:txBody>
      </p:sp>
      <p:sp>
        <p:nvSpPr>
          <p:cNvPr id="16387" name="Rectangle 3"/>
          <p:cNvSpPr>
            <a:spLocks noGrp="1" noChangeArrowheads="1"/>
          </p:cNvSpPr>
          <p:nvPr>
            <p:ph type="body" sz="quarter" idx="14"/>
          </p:nvPr>
        </p:nvSpPr>
        <p:spPr/>
        <p:txBody>
          <a:bodyPr/>
          <a:lstStyle/>
          <a:p>
            <a:pPr>
              <a:spcBef>
                <a:spcPts val="600"/>
              </a:spcBef>
            </a:pPr>
            <a:r>
              <a:rPr lang="en-GB" b="1" dirty="0">
                <a:solidFill>
                  <a:schemeClr val="tx1"/>
                </a:solidFill>
              </a:rPr>
              <a:t>A set is an unordered container of object references:</a:t>
            </a:r>
          </a:p>
          <a:p>
            <a:pPr marL="457200" lvl="1" indent="-228600">
              <a:spcBef>
                <a:spcPts val="600"/>
              </a:spcBef>
              <a:buFont typeface="Arial" panose="020B0604020202020204" pitchFamily="34" charset="0"/>
              <a:buChar char="•"/>
            </a:pPr>
            <a:r>
              <a:rPr lang="en-GB" sz="1800" dirty="0"/>
              <a:t>A set is mutable, a </a:t>
            </a:r>
            <a:r>
              <a:rPr lang="en-GB" sz="1800" dirty="0" err="1"/>
              <a:t>frozenset</a:t>
            </a:r>
            <a:r>
              <a:rPr lang="en-GB" sz="1800" dirty="0"/>
              <a:t> is immutable.</a:t>
            </a:r>
          </a:p>
          <a:p>
            <a:pPr marL="457200" lvl="1" indent="-228600">
              <a:spcBef>
                <a:spcPts val="600"/>
              </a:spcBef>
              <a:buFont typeface="Arial" panose="020B0604020202020204" pitchFamily="34" charset="0"/>
              <a:buChar char="•"/>
            </a:pPr>
            <a:r>
              <a:rPr lang="en-GB" sz="1800" dirty="0"/>
              <a:t>Set items are unique.</a:t>
            </a:r>
          </a:p>
          <a:p>
            <a:pPr>
              <a:spcBef>
                <a:spcPts val="600"/>
              </a:spcBef>
            </a:pPr>
            <a:r>
              <a:rPr lang="en-GB" b="1" dirty="0">
                <a:solidFill>
                  <a:schemeClr val="tx1"/>
                </a:solidFill>
              </a:rPr>
              <a:t>Creating a set:</a:t>
            </a:r>
          </a:p>
          <a:p>
            <a:pPr marL="457200" lvl="1" indent="-228600">
              <a:spcBef>
                <a:spcPts val="600"/>
              </a:spcBef>
              <a:buFont typeface="Arial" panose="020B0604020202020204" pitchFamily="34" charset="0"/>
              <a:buChar char="•"/>
            </a:pPr>
            <a:r>
              <a:rPr lang="en-GB" sz="1800" dirty="0"/>
              <a:t>Any </a:t>
            </a:r>
            <a:r>
              <a:rPr lang="en-GB" sz="1800" dirty="0" err="1"/>
              <a:t>iterable</a:t>
            </a:r>
            <a:r>
              <a:rPr lang="en-GB" sz="1800" dirty="0"/>
              <a:t> type may be used.</a:t>
            </a:r>
          </a:p>
        </p:txBody>
      </p:sp>
      <p:sp>
        <p:nvSpPr>
          <p:cNvPr id="2" name="Slide Number Placeholder 1">
            <a:extLst>
              <a:ext uri="{FF2B5EF4-FFF2-40B4-BE49-F238E27FC236}">
                <a16:creationId xmlns:a16="http://schemas.microsoft.com/office/drawing/2014/main" id="{23BBC375-44D5-5B15-28D5-A580CA9CFFDB}"/>
              </a:ext>
            </a:extLst>
          </p:cNvPr>
          <p:cNvSpPr>
            <a:spLocks noGrp="1"/>
          </p:cNvSpPr>
          <p:nvPr>
            <p:ph type="sldNum" sz="quarter" idx="12"/>
          </p:nvPr>
        </p:nvSpPr>
        <p:spPr/>
        <p:txBody>
          <a:bodyPr/>
          <a:lstStyle/>
          <a:p>
            <a:fld id="{EF892D59-8F09-EF4B-AD6D-DA609442F868}" type="slidenum">
              <a:rPr lang="en-GB" smtClean="0"/>
              <a:pPr/>
              <a:t>55</a:t>
            </a:fld>
            <a:endParaRPr lang="en-GB"/>
          </a:p>
        </p:txBody>
      </p:sp>
      <p:sp>
        <p:nvSpPr>
          <p:cNvPr id="16388" name="Text Box 4"/>
          <p:cNvSpPr txBox="1">
            <a:spLocks noChangeArrowheads="1"/>
          </p:cNvSpPr>
          <p:nvPr/>
        </p:nvSpPr>
        <p:spPr bwMode="auto">
          <a:xfrm>
            <a:off x="745217" y="3519680"/>
            <a:ext cx="5121894" cy="2110042"/>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solidFill>
                  <a:schemeClr val="bg1"/>
                </a:solidFill>
                <a:latin typeface="Consolas" panose="020B0609020204030204" pitchFamily="49" charset="0"/>
              </a:rPr>
              <a:t>s1 = {5, 6, 7, 8, 5}</a:t>
            </a:r>
          </a:p>
          <a:p>
            <a:pPr>
              <a:spcBef>
                <a:spcPct val="0"/>
              </a:spcBef>
            </a:pPr>
            <a:r>
              <a:rPr lang="en-GB" sz="1800" dirty="0">
                <a:solidFill>
                  <a:schemeClr val="bg1"/>
                </a:solidFill>
                <a:latin typeface="Consolas" panose="020B0609020204030204" pitchFamily="49" charset="0"/>
              </a:rPr>
              <a:t>print(s1)</a:t>
            </a:r>
          </a:p>
          <a:p>
            <a:pPr>
              <a:spcBef>
                <a:spcPct val="0"/>
              </a:spcBef>
            </a:pPr>
            <a:endParaRPr lang="en-GB" dirty="0">
              <a:solidFill>
                <a:schemeClr val="bg1"/>
              </a:solidFill>
              <a:latin typeface="Consolas" panose="020B0609020204030204" pitchFamily="49" charset="0"/>
            </a:endParaRPr>
          </a:p>
          <a:p>
            <a:pPr>
              <a:spcBef>
                <a:spcPct val="0"/>
              </a:spcBef>
            </a:pPr>
            <a:r>
              <a:rPr lang="en-GB" sz="1800" dirty="0">
                <a:solidFill>
                  <a:schemeClr val="bg1"/>
                </a:solidFill>
                <a:latin typeface="Consolas" panose="020B0609020204030204" pitchFamily="49" charset="0"/>
              </a:rPr>
              <a:t>s2 = set([9, 10, 11, 12, 9])</a:t>
            </a:r>
          </a:p>
          <a:p>
            <a:pPr>
              <a:spcBef>
                <a:spcPct val="0"/>
              </a:spcBef>
            </a:pPr>
            <a:r>
              <a:rPr lang="en-GB" sz="1800" dirty="0">
                <a:solidFill>
                  <a:schemeClr val="bg1"/>
                </a:solidFill>
                <a:latin typeface="Consolas" panose="020B0609020204030204" pitchFamily="49" charset="0"/>
              </a:rPr>
              <a:t>print(s2)</a:t>
            </a:r>
          </a:p>
          <a:p>
            <a:pPr>
              <a:spcBef>
                <a:spcPct val="0"/>
              </a:spcBef>
            </a:pPr>
            <a:endParaRPr lang="en-GB" dirty="0">
              <a:solidFill>
                <a:schemeClr val="bg1"/>
              </a:solidFill>
              <a:latin typeface="Consolas" panose="020B0609020204030204" pitchFamily="49" charset="0"/>
            </a:endParaRPr>
          </a:p>
          <a:p>
            <a:pPr>
              <a:spcBef>
                <a:spcPct val="0"/>
              </a:spcBef>
            </a:pPr>
            <a:r>
              <a:rPr lang="en-GB" sz="1800" dirty="0">
                <a:solidFill>
                  <a:schemeClr val="bg1"/>
                </a:solidFill>
                <a:latin typeface="Consolas" panose="020B0609020204030204" pitchFamily="49" charset="0"/>
              </a:rPr>
              <a:t>s3 = </a:t>
            </a:r>
            <a:r>
              <a:rPr lang="en-GB" sz="1800" dirty="0" err="1">
                <a:solidFill>
                  <a:schemeClr val="bg1"/>
                </a:solidFill>
                <a:latin typeface="Consolas" panose="020B0609020204030204" pitchFamily="49" charset="0"/>
              </a:rPr>
              <a:t>frozenset</a:t>
            </a:r>
            <a:r>
              <a:rPr lang="en-GB" sz="1800" dirty="0">
                <a:solidFill>
                  <a:schemeClr val="bg1"/>
                </a:solidFill>
                <a:latin typeface="Consolas" panose="020B0609020204030204" pitchFamily="49" charset="0"/>
              </a:rPr>
              <a:t>([9, 10, 11, 12, 9])</a:t>
            </a:r>
          </a:p>
          <a:p>
            <a:pPr>
              <a:spcBef>
                <a:spcPct val="0"/>
              </a:spcBef>
            </a:pPr>
            <a:r>
              <a:rPr lang="en-GB" sz="1800" dirty="0">
                <a:solidFill>
                  <a:schemeClr val="bg1"/>
                </a:solidFill>
                <a:latin typeface="Consolas" panose="020B0609020204030204" pitchFamily="49" charset="0"/>
              </a:rPr>
              <a:t>print(s3)</a:t>
            </a:r>
          </a:p>
        </p:txBody>
      </p:sp>
      <p:sp>
        <p:nvSpPr>
          <p:cNvPr id="16389" name="Text Box 6"/>
          <p:cNvSpPr txBox="1">
            <a:spLocks noChangeArrowheads="1"/>
          </p:cNvSpPr>
          <p:nvPr/>
        </p:nvSpPr>
        <p:spPr bwMode="auto">
          <a:xfrm>
            <a:off x="2389876" y="5627672"/>
            <a:ext cx="3477234" cy="92333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nsolas" panose="020B0609020204030204" pitchFamily="49" charset="0"/>
              </a:rPr>
              <a:t>{8, 5, 6, 7}</a:t>
            </a:r>
          </a:p>
          <a:p>
            <a:pPr>
              <a:spcBef>
                <a:spcPct val="0"/>
              </a:spcBef>
            </a:pPr>
            <a:r>
              <a:rPr lang="en-GB" sz="1800" dirty="0">
                <a:latin typeface="Consolas" panose="020B0609020204030204" pitchFamily="49" charset="0"/>
              </a:rPr>
              <a:t>{9, 10, 11, 12}</a:t>
            </a:r>
          </a:p>
          <a:p>
            <a:pPr>
              <a:spcBef>
                <a:spcPct val="0"/>
              </a:spcBef>
            </a:pPr>
            <a:r>
              <a:rPr lang="de-DE" sz="1800" dirty="0">
                <a:latin typeface="Consolas" panose="020B0609020204030204" pitchFamily="49" charset="0"/>
              </a:rPr>
              <a:t>frozenset({9, 10, 11, 12})</a:t>
            </a:r>
          </a:p>
        </p:txBody>
      </p:sp>
    </p:spTree>
    <p:extLst>
      <p:ext uri="{BB962C8B-B14F-4D97-AF65-F5344CB8AC3E}">
        <p14:creationId xmlns:p14="http://schemas.microsoft.com/office/powerpoint/2010/main" val="37047410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p:txBody>
          <a:bodyPr/>
          <a:lstStyle/>
          <a:p>
            <a:pPr eaLnBrk="1" hangingPunct="1"/>
            <a:r>
              <a:rPr lang="en-GB"/>
              <a:t>Set methods</a:t>
            </a:r>
          </a:p>
        </p:txBody>
      </p:sp>
      <p:sp>
        <p:nvSpPr>
          <p:cNvPr id="16387" name="Rectangle 3"/>
          <p:cNvSpPr>
            <a:spLocks noGrp="1" noChangeArrowheads="1"/>
          </p:cNvSpPr>
          <p:nvPr>
            <p:ph sz="quarter" idx="4"/>
          </p:nvPr>
        </p:nvSpPr>
        <p:spPr/>
        <p:txBody>
          <a:bodyPr>
            <a:normAutofit/>
          </a:bodyPr>
          <a:lstStyle/>
          <a:p>
            <a:r>
              <a:rPr lang="en-GB" b="1">
                <a:solidFill>
                  <a:schemeClr val="tx1"/>
                </a:solidFill>
              </a:rPr>
              <a:t>Add using the add method, remove using remove.</a:t>
            </a:r>
          </a:p>
          <a:p>
            <a:endParaRPr lang="en-GB" b="0">
              <a:solidFill>
                <a:schemeClr val="tx1"/>
              </a:solidFill>
            </a:endParaRPr>
          </a:p>
          <a:p>
            <a:endParaRPr lang="en-GB" b="0">
              <a:solidFill>
                <a:schemeClr val="tx1"/>
              </a:solidFill>
            </a:endParaRPr>
          </a:p>
          <a:p>
            <a:endParaRPr lang="en-GB" b="0">
              <a:solidFill>
                <a:schemeClr val="tx1"/>
              </a:solidFill>
            </a:endParaRPr>
          </a:p>
          <a:p>
            <a:endParaRPr lang="en-GB" b="0">
              <a:solidFill>
                <a:schemeClr val="tx1"/>
              </a:solidFill>
            </a:endParaRPr>
          </a:p>
          <a:p>
            <a:endParaRPr lang="en-GB" b="0">
              <a:solidFill>
                <a:schemeClr val="tx1"/>
              </a:solidFill>
            </a:endParaRPr>
          </a:p>
          <a:p>
            <a:endParaRPr lang="en-GB" b="0">
              <a:solidFill>
                <a:schemeClr val="tx1"/>
              </a:solidFill>
            </a:endParaRPr>
          </a:p>
          <a:p>
            <a:r>
              <a:rPr lang="en-GB" b="1">
                <a:solidFill>
                  <a:schemeClr val="tx1"/>
                </a:solidFill>
              </a:rPr>
              <a:t>Other set methods:</a:t>
            </a:r>
          </a:p>
          <a:p>
            <a:endParaRPr lang="en-GB" b="0">
              <a:solidFill>
                <a:schemeClr val="tx1"/>
              </a:solidFill>
            </a:endParaRPr>
          </a:p>
          <a:p>
            <a:pPr marL="0" indent="0">
              <a:buNone/>
            </a:pPr>
            <a:endParaRPr lang="en-GB">
              <a:solidFill>
                <a:schemeClr val="tx1"/>
              </a:solidFill>
            </a:endParaRPr>
          </a:p>
        </p:txBody>
      </p:sp>
      <p:sp>
        <p:nvSpPr>
          <p:cNvPr id="16388" name="Text Box 4"/>
          <p:cNvSpPr txBox="1">
            <a:spLocks noChangeArrowheads="1"/>
          </p:cNvSpPr>
          <p:nvPr/>
        </p:nvSpPr>
        <p:spPr bwMode="auto">
          <a:xfrm>
            <a:off x="1149853" y="2141012"/>
            <a:ext cx="4764692" cy="1908215"/>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s4 = {23, 42, 66, 123}</a:t>
            </a:r>
          </a:p>
          <a:p>
            <a:pPr>
              <a:spcBef>
                <a:spcPct val="0"/>
              </a:spcBef>
            </a:pPr>
            <a:r>
              <a:rPr lang="en-GB" sz="1800">
                <a:solidFill>
                  <a:schemeClr val="bg1"/>
                </a:solidFill>
                <a:latin typeface="Consolas" panose="020B0609020204030204" pitchFamily="49" charset="0"/>
              </a:rPr>
              <a:t>s5 = {56, 27, 42}</a:t>
            </a:r>
          </a:p>
          <a:p>
            <a:pPr>
              <a:spcBef>
                <a:spcPct val="0"/>
              </a:spcBef>
            </a:pPr>
            <a:r>
              <a:rPr lang="en-GB" sz="1800">
                <a:solidFill>
                  <a:schemeClr val="bg1"/>
                </a:solidFill>
                <a:latin typeface="Consolas" panose="020B0609020204030204" pitchFamily="49" charset="0"/>
              </a:rPr>
              <a:t>print("{:20} {:20}".format(s4, s5))</a:t>
            </a:r>
          </a:p>
          <a:p>
            <a:pPr>
              <a:spcBef>
                <a:spcPct val="0"/>
              </a:spcBef>
            </a:pPr>
            <a:endParaRPr lang="en-GB">
              <a:solidFill>
                <a:schemeClr val="bg1"/>
              </a:solidFill>
              <a:latin typeface="Consolas" panose="020B0609020204030204" pitchFamily="49" charset="0"/>
            </a:endParaRPr>
          </a:p>
          <a:p>
            <a:pPr>
              <a:spcBef>
                <a:spcPct val="0"/>
              </a:spcBef>
            </a:pPr>
            <a:r>
              <a:rPr lang="en-GB" sz="1800">
                <a:solidFill>
                  <a:schemeClr val="bg1"/>
                </a:solidFill>
                <a:latin typeface="Consolas" panose="020B0609020204030204" pitchFamily="49" charset="0"/>
              </a:rPr>
              <a:t>s4.</a:t>
            </a:r>
            <a:r>
              <a:rPr lang="en-GB" sz="1800" b="1">
                <a:solidFill>
                  <a:schemeClr val="bg1"/>
                </a:solidFill>
                <a:latin typeface="Consolas" panose="020B0609020204030204" pitchFamily="49" charset="0"/>
              </a:rPr>
              <a:t>remove</a:t>
            </a:r>
            <a:r>
              <a:rPr lang="en-GB" sz="1800">
                <a:solidFill>
                  <a:schemeClr val="bg1"/>
                </a:solidFill>
                <a:latin typeface="Consolas" panose="020B0609020204030204" pitchFamily="49" charset="0"/>
              </a:rPr>
              <a:t>(123)</a:t>
            </a:r>
          </a:p>
          <a:p>
            <a:pPr>
              <a:spcBef>
                <a:spcPct val="0"/>
              </a:spcBef>
            </a:pPr>
            <a:r>
              <a:rPr lang="en-GB" sz="1800">
                <a:solidFill>
                  <a:schemeClr val="bg1"/>
                </a:solidFill>
                <a:latin typeface="Consolas" panose="020B0609020204030204" pitchFamily="49" charset="0"/>
              </a:rPr>
              <a:t>s5.</a:t>
            </a:r>
            <a:r>
              <a:rPr lang="en-GB" sz="1800" b="1">
                <a:solidFill>
                  <a:schemeClr val="bg1"/>
                </a:solidFill>
                <a:latin typeface="Consolas" panose="020B0609020204030204" pitchFamily="49" charset="0"/>
              </a:rPr>
              <a:t>add</a:t>
            </a:r>
            <a:r>
              <a:rPr lang="en-GB" sz="1800">
                <a:solidFill>
                  <a:schemeClr val="bg1"/>
                </a:solidFill>
                <a:latin typeface="Consolas" panose="020B0609020204030204" pitchFamily="49" charset="0"/>
              </a:rPr>
              <a:t>(123)</a:t>
            </a:r>
          </a:p>
          <a:p>
            <a:pPr>
              <a:spcBef>
                <a:spcPct val="0"/>
              </a:spcBef>
            </a:pPr>
            <a:r>
              <a:rPr lang="en-GB" sz="1800">
                <a:solidFill>
                  <a:schemeClr val="bg1"/>
                </a:solidFill>
                <a:latin typeface="Consolas" panose="020B0609020204030204" pitchFamily="49" charset="0"/>
              </a:rPr>
              <a:t>print("{:20} {:20}".format(s4, s5))</a:t>
            </a:r>
          </a:p>
        </p:txBody>
      </p:sp>
      <p:sp>
        <p:nvSpPr>
          <p:cNvPr id="16389" name="Text Box 6"/>
          <p:cNvSpPr txBox="1">
            <a:spLocks noChangeArrowheads="1"/>
          </p:cNvSpPr>
          <p:nvPr/>
        </p:nvSpPr>
        <p:spPr bwMode="auto">
          <a:xfrm>
            <a:off x="5914545" y="3446914"/>
            <a:ext cx="4448654" cy="5847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nsolas" panose="020B0609020204030204" pitchFamily="49" charset="0"/>
              </a:rPr>
              <a:t>{66, 123, 42, 23}    {56, 42, 27}</a:t>
            </a:r>
          </a:p>
          <a:p>
            <a:pPr>
              <a:spcBef>
                <a:spcPct val="0"/>
              </a:spcBef>
            </a:pPr>
            <a:r>
              <a:rPr lang="en-GB" sz="1600">
                <a:latin typeface="Consolas" panose="020B0609020204030204" pitchFamily="49" charset="0"/>
              </a:rPr>
              <a:t>{66, 42, 23}         {56, 123, 42, 27}</a:t>
            </a:r>
          </a:p>
        </p:txBody>
      </p:sp>
      <p:sp>
        <p:nvSpPr>
          <p:cNvPr id="2" name="Slide Number Placeholder 1">
            <a:extLst>
              <a:ext uri="{FF2B5EF4-FFF2-40B4-BE49-F238E27FC236}">
                <a16:creationId xmlns:a16="http://schemas.microsoft.com/office/drawing/2014/main" id="{058F1D7F-E848-0D3B-CC7D-4506927D726B}"/>
              </a:ext>
            </a:extLst>
          </p:cNvPr>
          <p:cNvSpPr>
            <a:spLocks noGrp="1"/>
          </p:cNvSpPr>
          <p:nvPr>
            <p:ph type="sldNum" sz="quarter" idx="12"/>
          </p:nvPr>
        </p:nvSpPr>
        <p:spPr/>
        <p:txBody>
          <a:bodyPr/>
          <a:lstStyle/>
          <a:p>
            <a:fld id="{EF892D59-8F09-EF4B-AD6D-DA609442F868}" type="slidenum">
              <a:rPr lang="en-GB" smtClean="0"/>
              <a:pPr/>
              <a:t>56</a:t>
            </a:fld>
            <a:endParaRPr lang="en-GB"/>
          </a:p>
        </p:txBody>
      </p:sp>
      <p:graphicFrame>
        <p:nvGraphicFramePr>
          <p:cNvPr id="3" name="Table 2">
            <a:extLst>
              <a:ext uri="{FF2B5EF4-FFF2-40B4-BE49-F238E27FC236}">
                <a16:creationId xmlns:a16="http://schemas.microsoft.com/office/drawing/2014/main" id="{96A66136-DA40-E8B7-CE8F-E6921D76BE00}"/>
              </a:ext>
            </a:extLst>
          </p:cNvPr>
          <p:cNvGraphicFramePr>
            <a:graphicFrameLocks noGrp="1"/>
          </p:cNvGraphicFramePr>
          <p:nvPr>
            <p:extLst>
              <p:ext uri="{D42A27DB-BD31-4B8C-83A1-F6EECF244321}">
                <p14:modId xmlns:p14="http://schemas.microsoft.com/office/powerpoint/2010/main" val="2313840672"/>
              </p:ext>
            </p:extLst>
          </p:nvPr>
        </p:nvGraphicFramePr>
        <p:xfrm>
          <a:off x="3035518" y="4463096"/>
          <a:ext cx="6908582" cy="2141737"/>
        </p:xfrm>
        <a:graphic>
          <a:graphicData uri="http://schemas.openxmlformats.org/drawingml/2006/table">
            <a:tbl>
              <a:tblPr firstRow="1" bandRow="1">
                <a:tableStyleId>{21E4AEA4-8DFA-4A89-87EB-49C32662AFE0}</a:tableStyleId>
              </a:tblPr>
              <a:tblGrid>
                <a:gridCol w="2251343">
                  <a:extLst>
                    <a:ext uri="{9D8B030D-6E8A-4147-A177-3AD203B41FA5}">
                      <a16:colId xmlns:a16="http://schemas.microsoft.com/office/drawing/2014/main" val="1551974525"/>
                    </a:ext>
                  </a:extLst>
                </a:gridCol>
                <a:gridCol w="4657239">
                  <a:extLst>
                    <a:ext uri="{9D8B030D-6E8A-4147-A177-3AD203B41FA5}">
                      <a16:colId xmlns:a16="http://schemas.microsoft.com/office/drawing/2014/main" val="587885695"/>
                    </a:ext>
                  </a:extLst>
                </a:gridCol>
              </a:tblGrid>
              <a:tr h="351288">
                <a:tc>
                  <a:txBody>
                    <a:bodyPr/>
                    <a:lstStyle/>
                    <a:p>
                      <a:pPr algn="ctr"/>
                      <a:r>
                        <a:rPr lang="en-GB" sz="1800">
                          <a:solidFill>
                            <a:schemeClr val="tx2"/>
                          </a:solidFill>
                        </a:rPr>
                        <a:t>Method</a:t>
                      </a:r>
                    </a:p>
                  </a:txBody>
                  <a:tcPr marL="73273" marR="73273" marT="36637" marB="36637" anchor="ctr"/>
                </a:tc>
                <a:tc>
                  <a:txBody>
                    <a:bodyPr/>
                    <a:lstStyle/>
                    <a:p>
                      <a:pPr algn="ctr"/>
                      <a:r>
                        <a:rPr lang="en-GB" sz="1800">
                          <a:solidFill>
                            <a:schemeClr val="tx2"/>
                          </a:solidFill>
                        </a:rPr>
                        <a:t>Meaning</a:t>
                      </a:r>
                    </a:p>
                  </a:txBody>
                  <a:tcPr marL="73273" marR="73273" marT="36637" marB="36637" anchor="ctr"/>
                </a:tc>
                <a:extLst>
                  <a:ext uri="{0D108BD9-81ED-4DB2-BD59-A6C34878D82A}">
                    <a16:rowId xmlns:a16="http://schemas.microsoft.com/office/drawing/2014/main" val="2345767861"/>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err="1"/>
                        <a:t>len</a:t>
                      </a:r>
                      <a:r>
                        <a:rPr lang="en-GB" sz="1800" b="1"/>
                        <a:t>()</a:t>
                      </a:r>
                      <a:endParaRPr lang="en-GB" sz="1800" b="1" i="0">
                        <a:latin typeface="Consolas" panose="020B0609020204030204" pitchFamily="49" charset="0"/>
                        <a:cs typeface="Courier New" panose="02070309020205020404" pitchFamily="49" charset="0"/>
                      </a:endParaRPr>
                    </a:p>
                  </a:txBody>
                  <a:tcPr marL="73273" marR="73273" marT="36637" marB="36637" anchor="ctr"/>
                </a:tc>
                <a:tc>
                  <a:txBody>
                    <a:bodyPr/>
                    <a:lstStyle/>
                    <a:p>
                      <a:pPr>
                        <a:spcBef>
                          <a:spcPts val="600"/>
                        </a:spcBef>
                      </a:pPr>
                      <a:r>
                        <a:rPr lang="en-GB" sz="1800" dirty="0"/>
                        <a:t>Function returns number of elements in set.</a:t>
                      </a:r>
                      <a:endParaRPr lang="en-US" altLang="en-US" sz="1800" dirty="0"/>
                    </a:p>
                  </a:txBody>
                  <a:tcPr marL="73273" marR="73273" marT="36637" marB="36637" anchor="ctr"/>
                </a:tc>
                <a:extLst>
                  <a:ext uri="{0D108BD9-81ED-4DB2-BD59-A6C34878D82A}">
                    <a16:rowId xmlns:a16="http://schemas.microsoft.com/office/drawing/2014/main" val="3137229064"/>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err="1"/>
                        <a:t>set.discard</a:t>
                      </a:r>
                      <a:r>
                        <a:rPr lang="en-GB" sz="1800" b="1"/>
                        <a:t>()</a:t>
                      </a:r>
                      <a:endParaRPr lang="en-GB" sz="1800" b="1" i="0">
                        <a:latin typeface="Consolas" panose="020B0609020204030204" pitchFamily="49" charset="0"/>
                        <a:cs typeface="Courier New" panose="02070309020205020404" pitchFamily="49" charset="0"/>
                      </a:endParaRPr>
                    </a:p>
                  </a:txBody>
                  <a:tcPr marL="73273" marR="73273" marT="36637" marB="36637" anchor="ctr"/>
                </a:tc>
                <a:tc>
                  <a:txBody>
                    <a:bodyPr/>
                    <a:lstStyle/>
                    <a:p>
                      <a:pPr>
                        <a:spcBef>
                          <a:spcPts val="600"/>
                        </a:spcBef>
                      </a:pPr>
                      <a:r>
                        <a:rPr lang="en-GB" sz="1800" dirty="0"/>
                        <a:t>Remove element if present.</a:t>
                      </a:r>
                      <a:endParaRPr lang="en-US" altLang="en-US" sz="1800" dirty="0"/>
                    </a:p>
                  </a:txBody>
                  <a:tcPr marL="73273" marR="73273" marT="36637" marB="36637" anchor="ctr"/>
                </a:tc>
                <a:extLst>
                  <a:ext uri="{0D108BD9-81ED-4DB2-BD59-A6C34878D82A}">
                    <a16:rowId xmlns:a16="http://schemas.microsoft.com/office/drawing/2014/main" val="1119249700"/>
                  </a:ext>
                </a:extLst>
              </a:tr>
              <a:tr h="36508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err="1"/>
                        <a:t>set.pop</a:t>
                      </a:r>
                      <a:r>
                        <a:rPr lang="en-GB" sz="1800" b="1"/>
                        <a:t>()</a:t>
                      </a:r>
                      <a:endParaRPr lang="en-GB" sz="1800" b="1" i="0">
                        <a:latin typeface="Consolas" panose="020B0609020204030204" pitchFamily="49" charset="0"/>
                        <a:cs typeface="Courier New" panose="02070309020205020404" pitchFamily="49" charset="0"/>
                      </a:endParaRP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sz="1800" dirty="0"/>
                        <a:t>Reverse and return element from set.</a:t>
                      </a:r>
                      <a:endParaRPr lang="en-US" altLang="en-US" sz="1800" dirty="0"/>
                    </a:p>
                  </a:txBody>
                  <a:tcPr marL="73273" marR="73273" marT="36637" marB="36637" anchor="ctr"/>
                </a:tc>
                <a:extLst>
                  <a:ext uri="{0D108BD9-81ED-4DB2-BD59-A6C34878D82A}">
                    <a16:rowId xmlns:a16="http://schemas.microsoft.com/office/drawing/2014/main" val="2222224547"/>
                  </a:ext>
                </a:extLst>
              </a:tr>
              <a:tr h="36508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err="1"/>
                        <a:t>set.clear</a:t>
                      </a:r>
                      <a:r>
                        <a:rPr lang="en-GB" sz="1800" b="1"/>
                        <a:t>()</a:t>
                      </a:r>
                      <a:endParaRPr lang="en-GB" sz="1800" b="1" i="0">
                        <a:latin typeface="Consolas" panose="020B0609020204030204" pitchFamily="49" charset="0"/>
                        <a:cs typeface="Courier New" panose="02070309020205020404" pitchFamily="49" charset="0"/>
                      </a:endParaRP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Remove all elements.</a:t>
                      </a:r>
                    </a:p>
                  </a:txBody>
                  <a:tcPr marL="73273" marR="73273" marT="36637" marB="36637" anchor="ctr"/>
                </a:tc>
                <a:extLst>
                  <a:ext uri="{0D108BD9-81ED-4DB2-BD59-A6C34878D82A}">
                    <a16:rowId xmlns:a16="http://schemas.microsoft.com/office/drawing/2014/main" val="2586760821"/>
                  </a:ext>
                </a:extLst>
              </a:tr>
              <a:tr h="365087">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err="1"/>
                        <a:t>set.update</a:t>
                      </a:r>
                      <a:r>
                        <a:rPr lang="en-GB" sz="1800" b="1"/>
                        <a:t>()</a:t>
                      </a:r>
                      <a:endParaRPr lang="en-GB" sz="1800" b="1" i="0">
                        <a:latin typeface="Consolas" panose="020B0609020204030204" pitchFamily="49" charset="0"/>
                        <a:cs typeface="Courier New" panose="02070309020205020404" pitchFamily="49" charset="0"/>
                      </a:endParaRPr>
                    </a:p>
                  </a:txBody>
                  <a:tcPr marL="73273" marR="73273" marT="36637" marB="36637" anchor="ct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Add elements from another set.</a:t>
                      </a:r>
                    </a:p>
                  </a:txBody>
                  <a:tcPr marL="73273" marR="73273" marT="36637" marB="36637" anchor="ctr"/>
                </a:tc>
                <a:extLst>
                  <a:ext uri="{0D108BD9-81ED-4DB2-BD59-A6C34878D82A}">
                    <a16:rowId xmlns:a16="http://schemas.microsoft.com/office/drawing/2014/main" val="628249394"/>
                  </a:ext>
                </a:extLst>
              </a:tr>
            </a:tbl>
          </a:graphicData>
        </a:graphic>
      </p:graphicFrame>
    </p:spTree>
    <p:extLst>
      <p:ext uri="{BB962C8B-B14F-4D97-AF65-F5344CB8AC3E}">
        <p14:creationId xmlns:p14="http://schemas.microsoft.com/office/powerpoint/2010/main" val="17786535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p:txBody>
          <a:bodyPr/>
          <a:lstStyle/>
          <a:p>
            <a:pPr eaLnBrk="1" hangingPunct="1"/>
            <a:r>
              <a:rPr lang="en-GB"/>
              <a:t>Exploiting sets</a:t>
            </a:r>
          </a:p>
        </p:txBody>
      </p:sp>
      <p:sp>
        <p:nvSpPr>
          <p:cNvPr id="17411" name="Rectangle 3"/>
          <p:cNvSpPr>
            <a:spLocks noGrp="1" noChangeArrowheads="1"/>
          </p:cNvSpPr>
          <p:nvPr>
            <p:ph sz="quarter" idx="4"/>
          </p:nvPr>
        </p:nvSpPr>
        <p:spPr/>
        <p:txBody>
          <a:bodyPr/>
          <a:lstStyle/>
          <a:p>
            <a:pPr>
              <a:lnSpc>
                <a:spcPct val="100000"/>
              </a:lnSpc>
              <a:spcBef>
                <a:spcPts val="600"/>
              </a:spcBef>
            </a:pPr>
            <a:r>
              <a:rPr lang="en-GB" b="1">
                <a:solidFill>
                  <a:schemeClr val="tx1"/>
                </a:solidFill>
              </a:rPr>
              <a:t>How do I remove duplicates from a list?</a:t>
            </a:r>
          </a:p>
          <a:p>
            <a:pPr marL="457200" lvl="1" indent="-228600">
              <a:lnSpc>
                <a:spcPct val="100000"/>
              </a:lnSpc>
              <a:spcBef>
                <a:spcPts val="600"/>
              </a:spcBef>
              <a:buFont typeface="Arial" panose="020B0604020202020204" pitchFamily="34" charset="0"/>
              <a:buChar char="•"/>
            </a:pPr>
            <a:r>
              <a:rPr lang="en-GB" sz="1800"/>
              <a:t>But we lose the original order</a:t>
            </a:r>
          </a:p>
          <a:p>
            <a:pPr lvl="1">
              <a:lnSpc>
                <a:spcPct val="100000"/>
              </a:lnSpc>
              <a:spcBef>
                <a:spcPts val="600"/>
              </a:spcBef>
            </a:pPr>
            <a:endParaRPr lang="en-GB"/>
          </a:p>
          <a:p>
            <a:pPr lvl="1">
              <a:lnSpc>
                <a:spcPct val="100000"/>
              </a:lnSpc>
              <a:spcBef>
                <a:spcPts val="600"/>
              </a:spcBef>
            </a:pPr>
            <a:endParaRPr lang="en-GB"/>
          </a:p>
          <a:p>
            <a:pPr lvl="1">
              <a:lnSpc>
                <a:spcPct val="100000"/>
              </a:lnSpc>
              <a:spcBef>
                <a:spcPts val="600"/>
              </a:spcBef>
            </a:pPr>
            <a:endParaRPr lang="en-GB"/>
          </a:p>
          <a:p>
            <a:pPr marL="88900" lvl="1" indent="0">
              <a:lnSpc>
                <a:spcPct val="100000"/>
              </a:lnSpc>
              <a:spcBef>
                <a:spcPts val="600"/>
              </a:spcBef>
              <a:buNone/>
            </a:pPr>
            <a:endParaRPr lang="en-GB"/>
          </a:p>
          <a:p>
            <a:pPr marL="88900" lvl="1" indent="0">
              <a:lnSpc>
                <a:spcPct val="100000"/>
              </a:lnSpc>
              <a:spcBef>
                <a:spcPts val="600"/>
              </a:spcBef>
              <a:buNone/>
            </a:pPr>
            <a:endParaRPr lang="en-GB"/>
          </a:p>
          <a:p>
            <a:pPr>
              <a:lnSpc>
                <a:spcPct val="100000"/>
              </a:lnSpc>
              <a:spcBef>
                <a:spcPts val="600"/>
              </a:spcBef>
            </a:pPr>
            <a:r>
              <a:rPr lang="en-GB" b="1">
                <a:solidFill>
                  <a:schemeClr val="tx1"/>
                </a:solidFill>
              </a:rPr>
              <a:t>How do I remove several items from a list?</a:t>
            </a:r>
          </a:p>
          <a:p>
            <a:pPr marL="457200" lvl="1" indent="-228600">
              <a:lnSpc>
                <a:spcPct val="100000"/>
              </a:lnSpc>
              <a:spcBef>
                <a:spcPts val="600"/>
              </a:spcBef>
              <a:buFont typeface="Arial,Sans-Serif"/>
              <a:buChar char="•"/>
            </a:pPr>
            <a:r>
              <a:rPr lang="en-GB" sz="1800">
                <a:cs typeface="Arial"/>
              </a:rPr>
              <a:t>Subtract sets and convert back into a list, of course.</a:t>
            </a:r>
          </a:p>
          <a:p>
            <a:pPr>
              <a:lnSpc>
                <a:spcPct val="100000"/>
              </a:lnSpc>
              <a:spcBef>
                <a:spcPts val="600"/>
              </a:spcBef>
            </a:pPr>
            <a:endParaRPr lang="en-GB" b="1">
              <a:solidFill>
                <a:schemeClr val="tx1"/>
              </a:solidFill>
            </a:endParaRPr>
          </a:p>
        </p:txBody>
      </p:sp>
      <p:sp>
        <p:nvSpPr>
          <p:cNvPr id="17412" name="Text Box 4"/>
          <p:cNvSpPr txBox="1">
            <a:spLocks noChangeArrowheads="1"/>
          </p:cNvSpPr>
          <p:nvPr/>
        </p:nvSpPr>
        <p:spPr bwMode="auto">
          <a:xfrm>
            <a:off x="1022132" y="2590763"/>
            <a:ext cx="6263253" cy="923330"/>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['Cheddar', 'Stilton', 'Cornish Yarg', </a:t>
            </a:r>
          </a:p>
          <a:p>
            <a:pPr>
              <a:spcBef>
                <a:spcPct val="0"/>
              </a:spcBef>
            </a:pPr>
            <a:r>
              <a:rPr lang="en-GB" sz="1800">
                <a:solidFill>
                  <a:schemeClr val="bg1"/>
                </a:solidFill>
                <a:latin typeface="Consolas" panose="020B0609020204030204" pitchFamily="49" charset="0"/>
              </a:rPr>
              <a:t>          '</a:t>
            </a:r>
            <a:r>
              <a:rPr lang="en-GB" sz="1800" err="1">
                <a:solidFill>
                  <a:schemeClr val="bg1"/>
                </a:solidFill>
                <a:latin typeface="Consolas" panose="020B0609020204030204" pitchFamily="49" charset="0"/>
              </a:rPr>
              <a:t>Oke</a:t>
            </a:r>
            <a:r>
              <a:rPr lang="en-GB" sz="1800">
                <a:solidFill>
                  <a:schemeClr val="bg1"/>
                </a:solidFill>
                <a:latin typeface="Consolas" panose="020B0609020204030204" pitchFamily="49" charset="0"/>
              </a:rPr>
              <a:t>', 'Stilton', 'Cheshire']</a:t>
            </a:r>
          </a:p>
          <a:p>
            <a:pPr>
              <a:spcBef>
                <a:spcPct val="0"/>
              </a:spcBef>
            </a:pPr>
            <a:r>
              <a:rPr lang="en-GB" sz="1800">
                <a:solidFill>
                  <a:schemeClr val="bg1"/>
                </a:solidFill>
                <a:latin typeface="Consolas" panose="020B0609020204030204" pitchFamily="49" charset="0"/>
              </a:rPr>
              <a:t>cheese = </a:t>
            </a:r>
            <a:r>
              <a:rPr lang="en-GB" sz="1800" b="1">
                <a:solidFill>
                  <a:schemeClr val="accent1"/>
                </a:solidFill>
                <a:latin typeface="Consolas" panose="020B0609020204030204" pitchFamily="49" charset="0"/>
              </a:rPr>
              <a:t>list</a:t>
            </a:r>
            <a:r>
              <a:rPr lang="en-GB" sz="1800">
                <a:solidFill>
                  <a:schemeClr val="bg1"/>
                </a:solidFill>
                <a:latin typeface="Consolas" panose="020B0609020204030204" pitchFamily="49" charset="0"/>
              </a:rPr>
              <a:t>(</a:t>
            </a:r>
            <a:r>
              <a:rPr lang="en-GB" sz="1800">
                <a:solidFill>
                  <a:schemeClr val="accent2"/>
                </a:solidFill>
                <a:latin typeface="Consolas" panose="020B0609020204030204" pitchFamily="49" charset="0"/>
              </a:rPr>
              <a:t>set</a:t>
            </a:r>
            <a:r>
              <a:rPr lang="en-GB" sz="1800">
                <a:solidFill>
                  <a:schemeClr val="bg1"/>
                </a:solidFill>
                <a:latin typeface="Consolas" panose="020B0609020204030204" pitchFamily="49" charset="0"/>
              </a:rPr>
              <a:t>(cheese))  </a:t>
            </a:r>
          </a:p>
        </p:txBody>
      </p:sp>
      <p:sp>
        <p:nvSpPr>
          <p:cNvPr id="17413" name="Text Box 5"/>
          <p:cNvSpPr txBox="1">
            <a:spLocks noChangeArrowheads="1"/>
          </p:cNvSpPr>
          <p:nvPr/>
        </p:nvSpPr>
        <p:spPr bwMode="auto">
          <a:xfrm>
            <a:off x="3026866" y="3512161"/>
            <a:ext cx="7402989" cy="369332"/>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latin typeface="Consolas" panose="020B0609020204030204" pitchFamily="49" charset="0"/>
              </a:rPr>
              <a:t>['Cornish Yarg', 'Cheshire', 'Cheddar', 'Stilton', '</a:t>
            </a:r>
            <a:r>
              <a:rPr lang="en-GB" sz="1800" err="1">
                <a:latin typeface="Consolas" panose="020B0609020204030204" pitchFamily="49" charset="0"/>
              </a:rPr>
              <a:t>Oke</a:t>
            </a:r>
            <a:r>
              <a:rPr lang="en-GB" sz="1800">
                <a:latin typeface="Consolas" panose="020B0609020204030204" pitchFamily="49" charset="0"/>
              </a:rPr>
              <a:t>']</a:t>
            </a:r>
          </a:p>
        </p:txBody>
      </p:sp>
      <p:cxnSp>
        <p:nvCxnSpPr>
          <p:cNvPr id="10" name="Straight Connector 9">
            <a:extLst>
              <a:ext uri="{FF2B5EF4-FFF2-40B4-BE49-F238E27FC236}">
                <a16:creationId xmlns:a16="http://schemas.microsoft.com/office/drawing/2014/main" id="{549B7A49-2F65-4493-8E37-5E44CE7F8813}"/>
              </a:ext>
            </a:extLst>
          </p:cNvPr>
          <p:cNvCxnSpPr>
            <a:cxnSpLocks/>
          </p:cNvCxnSpPr>
          <p:nvPr/>
        </p:nvCxnSpPr>
        <p:spPr>
          <a:xfrm>
            <a:off x="2229578" y="3459481"/>
            <a:ext cx="461211" cy="0"/>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7414" name="Text Box 7"/>
          <p:cNvSpPr txBox="1">
            <a:spLocks noChangeArrowheads="1"/>
          </p:cNvSpPr>
          <p:nvPr/>
        </p:nvSpPr>
        <p:spPr bwMode="auto">
          <a:xfrm>
            <a:off x="1022132" y="5040255"/>
            <a:ext cx="7149714" cy="923330"/>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cheese = ['Cheddar', 'Stilton', 'Cornish Yarg', </a:t>
            </a:r>
          </a:p>
          <a:p>
            <a:pPr>
              <a:spcBef>
                <a:spcPct val="0"/>
              </a:spcBef>
            </a:pPr>
            <a:r>
              <a:rPr lang="en-GB" sz="1800">
                <a:solidFill>
                  <a:schemeClr val="bg1"/>
                </a:solidFill>
                <a:latin typeface="Consolas" panose="020B0609020204030204" pitchFamily="49" charset="0"/>
              </a:rPr>
              <a:t>          '</a:t>
            </a:r>
            <a:r>
              <a:rPr lang="en-GB" sz="1800" err="1">
                <a:solidFill>
                  <a:schemeClr val="bg1"/>
                </a:solidFill>
                <a:latin typeface="Consolas" panose="020B0609020204030204" pitchFamily="49" charset="0"/>
              </a:rPr>
              <a:t>Oke</a:t>
            </a:r>
            <a:r>
              <a:rPr lang="en-GB" sz="1800">
                <a:solidFill>
                  <a:schemeClr val="bg1"/>
                </a:solidFill>
                <a:latin typeface="Consolas" panose="020B0609020204030204" pitchFamily="49" charset="0"/>
              </a:rPr>
              <a:t>', 'Stilton', 'Cheshire']</a:t>
            </a:r>
          </a:p>
          <a:p>
            <a:pPr>
              <a:spcBef>
                <a:spcPct val="0"/>
              </a:spcBef>
            </a:pPr>
            <a:r>
              <a:rPr lang="en-GB" sz="1800">
                <a:solidFill>
                  <a:schemeClr val="bg1"/>
                </a:solidFill>
                <a:latin typeface="Consolas" panose="020B0609020204030204" pitchFamily="49" charset="0"/>
              </a:rPr>
              <a:t>cheese = </a:t>
            </a:r>
            <a:r>
              <a:rPr lang="en-GB" sz="1800" b="1">
                <a:solidFill>
                  <a:schemeClr val="accent1"/>
                </a:solidFill>
                <a:latin typeface="Consolas" panose="020B0609020204030204" pitchFamily="49" charset="0"/>
              </a:rPr>
              <a:t>list</a:t>
            </a:r>
            <a:r>
              <a:rPr lang="en-GB" sz="1800">
                <a:solidFill>
                  <a:schemeClr val="bg1"/>
                </a:solidFill>
                <a:latin typeface="Consolas" panose="020B0609020204030204" pitchFamily="49" charset="0"/>
              </a:rPr>
              <a:t>(</a:t>
            </a:r>
            <a:r>
              <a:rPr lang="en-GB" sz="1800" b="1">
                <a:solidFill>
                  <a:schemeClr val="accent2"/>
                </a:solidFill>
                <a:latin typeface="Consolas" panose="020B0609020204030204" pitchFamily="49" charset="0"/>
              </a:rPr>
              <a:t>set(cheese)</a:t>
            </a:r>
            <a:r>
              <a:rPr lang="en-GB" sz="1800">
                <a:solidFill>
                  <a:schemeClr val="bg1"/>
                </a:solidFill>
                <a:latin typeface="Consolas" panose="020B0609020204030204" pitchFamily="49" charset="0"/>
              </a:rPr>
              <a:t> - </a:t>
            </a:r>
            <a:r>
              <a:rPr lang="en-GB" sz="1800" b="1">
                <a:solidFill>
                  <a:schemeClr val="accent2"/>
                </a:solidFill>
                <a:latin typeface="Consolas" panose="020B0609020204030204" pitchFamily="49" charset="0"/>
              </a:rPr>
              <a:t>{'Stilton', '</a:t>
            </a:r>
            <a:r>
              <a:rPr lang="en-GB" sz="1800" b="1" err="1">
                <a:solidFill>
                  <a:schemeClr val="accent2"/>
                </a:solidFill>
                <a:latin typeface="Consolas" panose="020B0609020204030204" pitchFamily="49" charset="0"/>
              </a:rPr>
              <a:t>Oke</a:t>
            </a:r>
            <a:r>
              <a:rPr lang="en-GB" sz="1800" b="1">
                <a:solidFill>
                  <a:schemeClr val="accent2"/>
                </a:solidFill>
                <a:latin typeface="Consolas" panose="020B0609020204030204" pitchFamily="49" charset="0"/>
              </a:rPr>
              <a:t>', 'Brie'}</a:t>
            </a:r>
            <a:r>
              <a:rPr lang="en-GB" sz="1800">
                <a:solidFill>
                  <a:schemeClr val="bg1"/>
                </a:solidFill>
                <a:latin typeface="Consolas" panose="020B0609020204030204" pitchFamily="49" charset="0"/>
              </a:rPr>
              <a:t>)</a:t>
            </a:r>
          </a:p>
        </p:txBody>
      </p:sp>
      <p:sp>
        <p:nvSpPr>
          <p:cNvPr id="17417" name="Text Box 10"/>
          <p:cNvSpPr txBox="1">
            <a:spLocks noChangeArrowheads="1"/>
          </p:cNvSpPr>
          <p:nvPr/>
        </p:nvSpPr>
        <p:spPr bwMode="auto">
          <a:xfrm>
            <a:off x="2977228" y="5947220"/>
            <a:ext cx="5194618" cy="37623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a:latin typeface="Consolas" panose="020B0609020204030204" pitchFamily="49" charset="0"/>
              </a:rPr>
              <a:t>['Cornish Yarg', 'Cheshire', 'Cheddar']</a:t>
            </a:r>
          </a:p>
        </p:txBody>
      </p:sp>
      <p:sp>
        <p:nvSpPr>
          <p:cNvPr id="2" name="Slide Number Placeholder 1">
            <a:extLst>
              <a:ext uri="{FF2B5EF4-FFF2-40B4-BE49-F238E27FC236}">
                <a16:creationId xmlns:a16="http://schemas.microsoft.com/office/drawing/2014/main" id="{EAAEDA2D-E6F8-11BA-8572-113CD5596D94}"/>
              </a:ext>
            </a:extLst>
          </p:cNvPr>
          <p:cNvSpPr>
            <a:spLocks noGrp="1"/>
          </p:cNvSpPr>
          <p:nvPr>
            <p:ph type="sldNum" sz="quarter" idx="12"/>
          </p:nvPr>
        </p:nvSpPr>
        <p:spPr/>
        <p:txBody>
          <a:bodyPr/>
          <a:lstStyle/>
          <a:p>
            <a:fld id="{EF892D59-8F09-EF4B-AD6D-DA609442F868}" type="slidenum">
              <a:rPr lang="en-GB" smtClean="0"/>
              <a:pPr/>
              <a:t>57</a:t>
            </a:fld>
            <a:endParaRPr lang="en-GB"/>
          </a:p>
        </p:txBody>
      </p:sp>
      <p:sp>
        <p:nvSpPr>
          <p:cNvPr id="3" name="TextBox 2">
            <a:extLst>
              <a:ext uri="{FF2B5EF4-FFF2-40B4-BE49-F238E27FC236}">
                <a16:creationId xmlns:a16="http://schemas.microsoft.com/office/drawing/2014/main" id="{3BB50AF4-C377-594B-6249-6B87B100A38B}"/>
              </a:ext>
            </a:extLst>
          </p:cNvPr>
          <p:cNvSpPr txBox="1"/>
          <p:nvPr/>
        </p:nvSpPr>
        <p:spPr>
          <a:xfrm>
            <a:off x="7802878" y="2186166"/>
            <a:ext cx="3070861" cy="923330"/>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list() is required, otherwise 'cheese' would now refer to a set.</a:t>
            </a:r>
          </a:p>
        </p:txBody>
      </p:sp>
      <p:sp>
        <p:nvSpPr>
          <p:cNvPr id="4" name="Line 11">
            <a:extLst>
              <a:ext uri="{FF2B5EF4-FFF2-40B4-BE49-F238E27FC236}">
                <a16:creationId xmlns:a16="http://schemas.microsoft.com/office/drawing/2014/main" id="{1E27CCB4-A463-2AE1-87DA-AE80DB00CC28}"/>
              </a:ext>
            </a:extLst>
          </p:cNvPr>
          <p:cNvSpPr>
            <a:spLocks noChangeShapeType="1"/>
          </p:cNvSpPr>
          <p:nvPr/>
        </p:nvSpPr>
        <p:spPr bwMode="auto">
          <a:xfrm flipH="1">
            <a:off x="2759362" y="2560095"/>
            <a:ext cx="5043517" cy="635036"/>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5" name="Rectangle: Rounded Corners 4">
            <a:extLst>
              <a:ext uri="{FF2B5EF4-FFF2-40B4-BE49-F238E27FC236}">
                <a16:creationId xmlns:a16="http://schemas.microsoft.com/office/drawing/2014/main" id="{77BE1110-2019-9B31-FDCA-9C9A6768C8BF}"/>
              </a:ext>
            </a:extLst>
          </p:cNvPr>
          <p:cNvSpPr/>
          <p:nvPr/>
        </p:nvSpPr>
        <p:spPr>
          <a:xfrm>
            <a:off x="2229189" y="3179164"/>
            <a:ext cx="530174" cy="279264"/>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702946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1" descr="A faint background image of a Venn diagram with three overlapping circles">
            <a:extLst>
              <a:ext uri="{FF2B5EF4-FFF2-40B4-BE49-F238E27FC236}">
                <a16:creationId xmlns:a16="http://schemas.microsoft.com/office/drawing/2014/main" id="{321DF04F-2304-34C6-2F48-2920FAE55541}"/>
              </a:ext>
            </a:extLst>
          </p:cNvPr>
          <p:cNvPicPr>
            <a:picLocks noChangeAspect="1"/>
          </p:cNvPicPr>
          <p:nvPr/>
        </p:nvPicPr>
        <p:blipFill>
          <a:blip r:embed="rId3"/>
          <a:stretch>
            <a:fillRect/>
          </a:stretch>
        </p:blipFill>
        <p:spPr>
          <a:xfrm>
            <a:off x="5383161" y="611668"/>
            <a:ext cx="5763013" cy="6152312"/>
          </a:xfrm>
          <a:prstGeom prst="rect">
            <a:avLst/>
          </a:prstGeom>
        </p:spPr>
      </p:pic>
      <p:sp>
        <p:nvSpPr>
          <p:cNvPr id="2" name="Title 1">
            <a:extLst>
              <a:ext uri="{FF2B5EF4-FFF2-40B4-BE49-F238E27FC236}">
                <a16:creationId xmlns:a16="http://schemas.microsoft.com/office/drawing/2014/main" id="{9B6838B5-51DE-CE87-FE3A-3F8E3640E209}"/>
              </a:ext>
            </a:extLst>
          </p:cNvPr>
          <p:cNvSpPr>
            <a:spLocks noGrp="1"/>
          </p:cNvSpPr>
          <p:nvPr>
            <p:ph type="ctrTitle"/>
          </p:nvPr>
        </p:nvSpPr>
        <p:spPr/>
        <p:txBody>
          <a:bodyPr/>
          <a:lstStyle/>
          <a:p>
            <a:r>
              <a:rPr lang="en-GB"/>
              <a:t>Set operators and methods</a:t>
            </a:r>
          </a:p>
        </p:txBody>
      </p:sp>
      <p:sp>
        <p:nvSpPr>
          <p:cNvPr id="18435" name="Rectangle 3"/>
          <p:cNvSpPr>
            <a:spLocks noGrp="1" noChangeArrowheads="1"/>
          </p:cNvSpPr>
          <p:nvPr>
            <p:ph sz="quarter" idx="4"/>
          </p:nvPr>
        </p:nvSpPr>
        <p:spPr/>
        <p:txBody>
          <a:bodyPr>
            <a:normAutofit/>
          </a:bodyPr>
          <a:lstStyle/>
          <a:p>
            <a:pPr marL="0" indent="0">
              <a:buNone/>
            </a:pPr>
            <a:r>
              <a:rPr lang="en-GB" b="1" dirty="0">
                <a:solidFill>
                  <a:schemeClr val="tx1"/>
                </a:solidFill>
              </a:rPr>
              <a:t>Set operators (remember Venn diagrams)</a:t>
            </a:r>
          </a:p>
        </p:txBody>
      </p:sp>
      <p:sp>
        <p:nvSpPr>
          <p:cNvPr id="18462" name="Text Box 5"/>
          <p:cNvSpPr txBox="1">
            <a:spLocks noChangeArrowheads="1"/>
          </p:cNvSpPr>
          <p:nvPr/>
        </p:nvSpPr>
        <p:spPr bwMode="auto">
          <a:xfrm>
            <a:off x="450467" y="4039866"/>
            <a:ext cx="3129934" cy="2215991"/>
          </a:xfrm>
          <a:prstGeom prst="rect">
            <a:avLst/>
          </a:prstGeom>
          <a:solidFill>
            <a:schemeClr val="tx1"/>
          </a:solidFill>
          <a:ln w="9525">
            <a:solidFill>
              <a:schemeClr val="tx1"/>
            </a:solidFill>
            <a:miter lim="800000"/>
            <a:headEnd/>
            <a:tailEnd/>
          </a:ln>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s6 = {23, 42, 66, 123}</a:t>
            </a:r>
          </a:p>
          <a:p>
            <a:pPr>
              <a:spcBef>
                <a:spcPct val="0"/>
              </a:spcBef>
            </a:pPr>
            <a:r>
              <a:rPr lang="en-GB" sz="1800">
                <a:solidFill>
                  <a:schemeClr val="bg1"/>
                </a:solidFill>
                <a:latin typeface="Consolas" panose="020B0609020204030204" pitchFamily="49" charset="0"/>
              </a:rPr>
              <a:t>s7 = {123, 56, 27, 42}</a:t>
            </a:r>
          </a:p>
          <a:p>
            <a:pPr>
              <a:spcBef>
                <a:spcPct val="0"/>
              </a:spcBef>
            </a:pPr>
            <a:endParaRPr lang="en-GB">
              <a:solidFill>
                <a:schemeClr val="bg1"/>
              </a:solidFill>
              <a:latin typeface="Consolas" panose="020B0609020204030204" pitchFamily="49" charset="0"/>
            </a:endParaRPr>
          </a:p>
          <a:p>
            <a:pPr>
              <a:spcBef>
                <a:spcPts val="600"/>
              </a:spcBef>
            </a:pPr>
            <a:r>
              <a:rPr lang="en-GB" sz="1800">
                <a:solidFill>
                  <a:schemeClr val="bg1"/>
                </a:solidFill>
                <a:latin typeface="Consolas" panose="020B0609020204030204" pitchFamily="49" charset="0"/>
              </a:rPr>
              <a:t>print(s6 </a:t>
            </a:r>
            <a:r>
              <a:rPr lang="en-GB" sz="1800" b="1">
                <a:solidFill>
                  <a:srgbClr val="00B0F0"/>
                </a:solidFill>
                <a:latin typeface="Consolas" panose="020B0609020204030204" pitchFamily="49" charset="0"/>
              </a:rPr>
              <a:t>&amp;</a:t>
            </a:r>
            <a:r>
              <a:rPr lang="en-GB" sz="1800">
                <a:solidFill>
                  <a:schemeClr val="bg1"/>
                </a:solidFill>
                <a:latin typeface="Consolas" panose="020B0609020204030204" pitchFamily="49" charset="0"/>
              </a:rPr>
              <a:t> s7)</a:t>
            </a:r>
          </a:p>
          <a:p>
            <a:pPr>
              <a:spcBef>
                <a:spcPts val="600"/>
              </a:spcBef>
            </a:pPr>
            <a:r>
              <a:rPr lang="en-GB" sz="1800">
                <a:solidFill>
                  <a:schemeClr val="bg1"/>
                </a:solidFill>
                <a:latin typeface="Consolas" panose="020B0609020204030204" pitchFamily="49" charset="0"/>
              </a:rPr>
              <a:t>print(s6 </a:t>
            </a:r>
            <a:r>
              <a:rPr lang="en-GB" sz="1800" b="1">
                <a:solidFill>
                  <a:schemeClr val="accent2">
                    <a:lumMod val="75000"/>
                  </a:schemeClr>
                </a:solidFill>
                <a:latin typeface="Consolas" panose="020B0609020204030204" pitchFamily="49" charset="0"/>
              </a:rPr>
              <a:t>|</a:t>
            </a:r>
            <a:r>
              <a:rPr lang="en-GB" sz="1800">
                <a:solidFill>
                  <a:schemeClr val="bg1"/>
                </a:solidFill>
                <a:latin typeface="Consolas" panose="020B0609020204030204" pitchFamily="49" charset="0"/>
              </a:rPr>
              <a:t> s7)</a:t>
            </a:r>
          </a:p>
          <a:p>
            <a:pPr>
              <a:spcBef>
                <a:spcPts val="600"/>
              </a:spcBef>
            </a:pPr>
            <a:r>
              <a:rPr lang="en-GB" sz="1800">
                <a:solidFill>
                  <a:schemeClr val="bg1"/>
                </a:solidFill>
                <a:latin typeface="Consolas" panose="020B0609020204030204" pitchFamily="49" charset="0"/>
              </a:rPr>
              <a:t>print(s6 </a:t>
            </a:r>
            <a:r>
              <a:rPr lang="en-GB" sz="1800" b="1">
                <a:solidFill>
                  <a:schemeClr val="accent3">
                    <a:lumMod val="75000"/>
                  </a:schemeClr>
                </a:solidFill>
                <a:latin typeface="Consolas" panose="020B0609020204030204" pitchFamily="49" charset="0"/>
              </a:rPr>
              <a:t>-</a:t>
            </a:r>
            <a:r>
              <a:rPr lang="en-GB" sz="1800">
                <a:solidFill>
                  <a:schemeClr val="bg1"/>
                </a:solidFill>
                <a:latin typeface="Consolas" panose="020B0609020204030204" pitchFamily="49" charset="0"/>
              </a:rPr>
              <a:t> s7)</a:t>
            </a:r>
          </a:p>
          <a:p>
            <a:pPr>
              <a:spcBef>
                <a:spcPts val="600"/>
              </a:spcBef>
            </a:pPr>
            <a:r>
              <a:rPr lang="en-GB" sz="1800">
                <a:solidFill>
                  <a:schemeClr val="bg1"/>
                </a:solidFill>
                <a:latin typeface="Consolas" panose="020B0609020204030204" pitchFamily="49" charset="0"/>
              </a:rPr>
              <a:t>print(s6 </a:t>
            </a:r>
            <a:r>
              <a:rPr lang="en-GB" sz="1800" b="1">
                <a:solidFill>
                  <a:srgbClr val="FF0000"/>
                </a:solidFill>
                <a:latin typeface="Consolas" panose="020B0609020204030204" pitchFamily="49" charset="0"/>
              </a:rPr>
              <a:t>^</a:t>
            </a:r>
            <a:r>
              <a:rPr lang="en-GB" sz="1800">
                <a:solidFill>
                  <a:schemeClr val="bg1"/>
                </a:solidFill>
                <a:latin typeface="Consolas" panose="020B0609020204030204" pitchFamily="49" charset="0"/>
              </a:rPr>
              <a:t> s7)</a:t>
            </a:r>
          </a:p>
        </p:txBody>
      </p:sp>
      <p:sp>
        <p:nvSpPr>
          <p:cNvPr id="18463" name="Text Box 7"/>
          <p:cNvSpPr txBox="1">
            <a:spLocks noChangeArrowheads="1"/>
          </p:cNvSpPr>
          <p:nvPr/>
        </p:nvSpPr>
        <p:spPr bwMode="auto">
          <a:xfrm>
            <a:off x="3580401" y="4824696"/>
            <a:ext cx="3350597" cy="1431161"/>
          </a:xfrm>
          <a:prstGeom prst="rect">
            <a:avLst/>
          </a:prstGeom>
          <a:solidFill>
            <a:schemeClr val="bg1"/>
          </a:solidFill>
          <a:ln w="9525">
            <a:solidFill>
              <a:schemeClr val="tx1"/>
            </a:solidFill>
            <a:miter lim="800000"/>
            <a:headEnd/>
            <a:tailEnd/>
          </a:ln>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600"/>
              </a:spcBef>
            </a:pPr>
            <a:r>
              <a:rPr lang="en-GB" sz="1800">
                <a:latin typeface="Consolas" panose="020B0609020204030204" pitchFamily="49" charset="0"/>
              </a:rPr>
              <a:t>{42, 123}</a:t>
            </a:r>
          </a:p>
          <a:p>
            <a:pPr>
              <a:spcBef>
                <a:spcPts val="600"/>
              </a:spcBef>
            </a:pPr>
            <a:r>
              <a:rPr lang="en-GB" sz="1800">
                <a:latin typeface="Consolas" panose="020B0609020204030204" pitchFamily="49" charset="0"/>
              </a:rPr>
              <a:t>{66, 27, 42, 23, 56, 123}</a:t>
            </a:r>
          </a:p>
          <a:p>
            <a:pPr>
              <a:spcBef>
                <a:spcPts val="600"/>
              </a:spcBef>
            </a:pPr>
            <a:r>
              <a:rPr lang="en-GB" sz="1800">
                <a:latin typeface="Consolas" panose="020B0609020204030204" pitchFamily="49" charset="0"/>
              </a:rPr>
              <a:t>{66, 23}</a:t>
            </a:r>
          </a:p>
          <a:p>
            <a:pPr>
              <a:spcBef>
                <a:spcPts val="600"/>
              </a:spcBef>
            </a:pPr>
            <a:r>
              <a:rPr lang="en-GB" sz="1800">
                <a:latin typeface="Consolas" panose="020B0609020204030204" pitchFamily="49" charset="0"/>
              </a:rPr>
              <a:t>{66, 23, 56, 27}</a:t>
            </a:r>
          </a:p>
        </p:txBody>
      </p:sp>
      <p:sp>
        <p:nvSpPr>
          <p:cNvPr id="3" name="Slide Number Placeholder 2">
            <a:extLst>
              <a:ext uri="{FF2B5EF4-FFF2-40B4-BE49-F238E27FC236}">
                <a16:creationId xmlns:a16="http://schemas.microsoft.com/office/drawing/2014/main" id="{B6679A26-6B0B-A2FA-D6FA-03BEB5946287}"/>
              </a:ext>
            </a:extLst>
          </p:cNvPr>
          <p:cNvSpPr>
            <a:spLocks noGrp="1"/>
          </p:cNvSpPr>
          <p:nvPr>
            <p:ph type="sldNum" sz="quarter" idx="12"/>
          </p:nvPr>
        </p:nvSpPr>
        <p:spPr/>
        <p:txBody>
          <a:bodyPr/>
          <a:lstStyle/>
          <a:p>
            <a:fld id="{EF892D59-8F09-EF4B-AD6D-DA609442F868}" type="slidenum">
              <a:rPr lang="en-GB" smtClean="0"/>
              <a:pPr/>
              <a:t>58</a:t>
            </a:fld>
            <a:endParaRPr lang="en-GB"/>
          </a:p>
        </p:txBody>
      </p:sp>
      <p:graphicFrame>
        <p:nvGraphicFramePr>
          <p:cNvPr id="4" name="Table 3">
            <a:extLst>
              <a:ext uri="{FF2B5EF4-FFF2-40B4-BE49-F238E27FC236}">
                <a16:creationId xmlns:a16="http://schemas.microsoft.com/office/drawing/2014/main" id="{818E568C-39DD-F064-5DE5-88DBFE9B777C}"/>
              </a:ext>
            </a:extLst>
          </p:cNvPr>
          <p:cNvGraphicFramePr>
            <a:graphicFrameLocks noGrp="1"/>
          </p:cNvGraphicFramePr>
          <p:nvPr>
            <p:extLst>
              <p:ext uri="{D42A27DB-BD31-4B8C-83A1-F6EECF244321}">
                <p14:modId xmlns:p14="http://schemas.microsoft.com/office/powerpoint/2010/main" val="4047058455"/>
              </p:ext>
            </p:extLst>
          </p:nvPr>
        </p:nvGraphicFramePr>
        <p:xfrm>
          <a:off x="443922" y="2122076"/>
          <a:ext cx="8681029" cy="1776650"/>
        </p:xfrm>
        <a:graphic>
          <a:graphicData uri="http://schemas.openxmlformats.org/drawingml/2006/table">
            <a:tbl>
              <a:tblPr firstRow="1" bandRow="1">
                <a:tableStyleId>{5C22544A-7EE6-4342-B048-85BDC9FD1C3A}</a:tableStyleId>
              </a:tblPr>
              <a:tblGrid>
                <a:gridCol w="1241284">
                  <a:extLst>
                    <a:ext uri="{9D8B030D-6E8A-4147-A177-3AD203B41FA5}">
                      <a16:colId xmlns:a16="http://schemas.microsoft.com/office/drawing/2014/main" val="1551974525"/>
                    </a:ext>
                  </a:extLst>
                </a:gridCol>
                <a:gridCol w="3111167">
                  <a:extLst>
                    <a:ext uri="{9D8B030D-6E8A-4147-A177-3AD203B41FA5}">
                      <a16:colId xmlns:a16="http://schemas.microsoft.com/office/drawing/2014/main" val="587885695"/>
                    </a:ext>
                  </a:extLst>
                </a:gridCol>
                <a:gridCol w="4328578">
                  <a:extLst>
                    <a:ext uri="{9D8B030D-6E8A-4147-A177-3AD203B41FA5}">
                      <a16:colId xmlns:a16="http://schemas.microsoft.com/office/drawing/2014/main" val="172688752"/>
                    </a:ext>
                  </a:extLst>
                </a:gridCol>
              </a:tblGrid>
              <a:tr h="351288">
                <a:tc>
                  <a:txBody>
                    <a:bodyPr/>
                    <a:lstStyle/>
                    <a:p>
                      <a:pPr algn="ctr"/>
                      <a:r>
                        <a:rPr lang="en-GB" sz="1800">
                          <a:solidFill>
                            <a:schemeClr val="tx2"/>
                          </a:solidFill>
                        </a:rPr>
                        <a:t>Operator</a:t>
                      </a:r>
                    </a:p>
                  </a:txBody>
                  <a:tcPr marL="73273" marR="73273" marT="36637" marB="36637" anchor="ctr">
                    <a:solidFill>
                      <a:schemeClr val="accent2"/>
                    </a:solidFill>
                  </a:tcPr>
                </a:tc>
                <a:tc>
                  <a:txBody>
                    <a:bodyPr/>
                    <a:lstStyle/>
                    <a:p>
                      <a:pPr algn="ctr"/>
                      <a:r>
                        <a:rPr lang="en-GB" sz="1800">
                          <a:solidFill>
                            <a:schemeClr val="tx2"/>
                          </a:solidFill>
                        </a:rPr>
                        <a:t>Method</a:t>
                      </a:r>
                    </a:p>
                  </a:txBody>
                  <a:tcPr marL="73273" marR="73273" marT="36637" marB="36637" anchor="ctr">
                    <a:solidFill>
                      <a:schemeClr val="accent2"/>
                    </a:solidFill>
                  </a:tcPr>
                </a:tc>
                <a:tc>
                  <a:txBody>
                    <a:bodyPr/>
                    <a:lstStyle/>
                    <a:p>
                      <a:pPr algn="ctr"/>
                      <a:r>
                        <a:rPr lang="en-GB" sz="1800" dirty="0">
                          <a:solidFill>
                            <a:schemeClr val="tx2"/>
                          </a:solidFill>
                        </a:rPr>
                        <a:t>Returns set of..</a:t>
                      </a:r>
                    </a:p>
                  </a:txBody>
                  <a:tcPr marL="73273" marR="73273" marT="36637" marB="36637" anchor="ctr">
                    <a:solidFill>
                      <a:schemeClr val="accent2"/>
                    </a:solidFill>
                  </a:tcPr>
                </a:tc>
                <a:extLst>
                  <a:ext uri="{0D108BD9-81ED-4DB2-BD59-A6C34878D82A}">
                    <a16:rowId xmlns:a16="http://schemas.microsoft.com/office/drawing/2014/main" val="2345767861"/>
                  </a:ext>
                </a:extLst>
              </a:tr>
              <a:tr h="335886">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a:solidFill>
                            <a:srgbClr val="0070C0"/>
                          </a:solidFill>
                          <a:latin typeface="Consolas" panose="020B0609020204030204" pitchFamily="49" charset="0"/>
                          <a:cs typeface="Courier New" panose="02070309020205020404" pitchFamily="49" charset="0"/>
                        </a:rPr>
                        <a:t>&amp;</a:t>
                      </a:r>
                    </a:p>
                  </a:txBody>
                  <a:tcPr marL="73273" marR="73273" marT="36637" marB="36637" anchor="ctr">
                    <a:solidFill>
                      <a:schemeClr val="accent2">
                        <a:lumMod val="40000"/>
                        <a:lumOff val="60000"/>
                      </a:schemeClr>
                    </a:solidFill>
                  </a:tcPr>
                </a:tc>
                <a:tc>
                  <a:txBody>
                    <a:bodyPr/>
                    <a:lstStyle/>
                    <a:p>
                      <a:pPr>
                        <a:spcBef>
                          <a:spcPts val="600"/>
                        </a:spcBef>
                      </a:pPr>
                      <a:r>
                        <a:rPr lang="en-GB" sz="1800" b="0">
                          <a:latin typeface="+mn-lt"/>
                        </a:rPr>
                        <a:t>s6.</a:t>
                      </a:r>
                      <a:r>
                        <a:rPr lang="en-GB" sz="1800" b="0">
                          <a:solidFill>
                            <a:srgbClr val="0070C0"/>
                          </a:solidFill>
                          <a:latin typeface="+mn-lt"/>
                        </a:rPr>
                        <a:t>intersection</a:t>
                      </a:r>
                      <a:r>
                        <a:rPr lang="en-GB" sz="1800" b="0">
                          <a:latin typeface="+mn-lt"/>
                        </a:rPr>
                        <a:t>(s7)</a:t>
                      </a:r>
                    </a:p>
                  </a:txBody>
                  <a:tcPr marL="73273" marR="73273" marT="36637" marB="36637" anchor="ctr">
                    <a:solidFill>
                      <a:schemeClr val="accent2">
                        <a:lumMod val="40000"/>
                        <a:lumOff val="60000"/>
                      </a:schemeClr>
                    </a:solidFill>
                  </a:tcPr>
                </a:tc>
                <a:tc>
                  <a:txBody>
                    <a:bodyPr/>
                    <a:lstStyle/>
                    <a:p>
                      <a:pPr>
                        <a:spcBef>
                          <a:spcPts val="600"/>
                        </a:spcBef>
                      </a:pPr>
                      <a:r>
                        <a:rPr lang="en-GB" sz="1800" dirty="0">
                          <a:latin typeface="+mn-lt"/>
                        </a:rPr>
                        <a:t>Items common to both sets.</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137229064"/>
                  </a:ext>
                </a:extLst>
              </a:tr>
              <a:tr h="335886">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a:solidFill>
                            <a:schemeClr val="accent2">
                              <a:lumMod val="75000"/>
                            </a:schemeClr>
                          </a:solidFill>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a:spcBef>
                          <a:spcPts val="600"/>
                        </a:spcBef>
                      </a:pPr>
                      <a:r>
                        <a:rPr lang="en-GB" sz="1800" b="0">
                          <a:latin typeface="+mn-lt"/>
                        </a:rPr>
                        <a:t>s6.</a:t>
                      </a:r>
                      <a:r>
                        <a:rPr lang="en-GB" sz="1800" b="0">
                          <a:solidFill>
                            <a:schemeClr val="accent2">
                              <a:lumMod val="75000"/>
                            </a:schemeClr>
                          </a:solidFill>
                          <a:latin typeface="+mn-lt"/>
                        </a:rPr>
                        <a:t>union</a:t>
                      </a:r>
                      <a:r>
                        <a:rPr lang="en-GB" sz="1800" b="0">
                          <a:latin typeface="+mn-lt"/>
                        </a:rPr>
                        <a:t>(s7)</a:t>
                      </a:r>
                    </a:p>
                  </a:txBody>
                  <a:tcPr marL="73273" marR="73273" marT="36637" marB="36637" anchor="ctr">
                    <a:solidFill>
                      <a:schemeClr val="accent2">
                        <a:lumMod val="20000"/>
                        <a:lumOff val="80000"/>
                      </a:schemeClr>
                    </a:solidFill>
                  </a:tcPr>
                </a:tc>
                <a:tc>
                  <a:txBody>
                    <a:bodyPr/>
                    <a:lstStyle/>
                    <a:p>
                      <a:pPr>
                        <a:spcBef>
                          <a:spcPts val="600"/>
                        </a:spcBef>
                      </a:pPr>
                      <a:r>
                        <a:rPr lang="en-GB" sz="1800" dirty="0">
                          <a:latin typeface="+mn-lt"/>
                        </a:rPr>
                        <a:t>All items from both sets (no duplicates).</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1119249700"/>
                  </a:ext>
                </a:extLst>
              </a:tr>
              <a:tr h="365087">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a:solidFill>
                            <a:schemeClr val="accent3">
                              <a:lumMod val="75000"/>
                            </a:schemeClr>
                          </a:solidFill>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sz="1800" b="0">
                          <a:latin typeface="+mn-lt"/>
                        </a:rPr>
                        <a:t>s6.</a:t>
                      </a:r>
                      <a:r>
                        <a:rPr lang="en-GB" sz="1800" b="0">
                          <a:solidFill>
                            <a:schemeClr val="accent3">
                              <a:lumMod val="75000"/>
                            </a:schemeClr>
                          </a:solidFill>
                          <a:latin typeface="+mn-lt"/>
                        </a:rPr>
                        <a:t>difference</a:t>
                      </a:r>
                      <a:r>
                        <a:rPr lang="en-GB" sz="1800" b="0">
                          <a:latin typeface="+mn-lt"/>
                        </a:rPr>
                        <a:t>(s7)</a:t>
                      </a:r>
                    </a:p>
                  </a:txBody>
                  <a:tcPr marL="73273" marR="73273" marT="36637" marB="36637" anchor="ct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sz="1800" dirty="0">
                          <a:latin typeface="+mn-lt"/>
                        </a:rPr>
                        <a:t>Items only in the left but not the right.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2222224547"/>
                  </a:ext>
                </a:extLst>
              </a:tr>
              <a:tr h="365087">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GB" sz="1800" b="1" i="0">
                          <a:solidFill>
                            <a:srgbClr val="FF0000"/>
                          </a:solidFill>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b="0"/>
                        <a:t>s6.</a:t>
                      </a:r>
                      <a:r>
                        <a:rPr lang="en-US" altLang="en-US" sz="1800" b="0">
                          <a:solidFill>
                            <a:schemeClr val="accent4">
                              <a:lumMod val="75000"/>
                            </a:schemeClr>
                          </a:solidFill>
                        </a:rPr>
                        <a:t>symmetric_</a:t>
                      </a:r>
                      <a:r>
                        <a:rPr lang="en-US" altLang="en-US" sz="1800" b="0">
                          <a:solidFill>
                            <a:srgbClr val="FF0000"/>
                          </a:solidFill>
                        </a:rPr>
                        <a:t>difference</a:t>
                      </a:r>
                      <a:r>
                        <a:rPr lang="en-US" altLang="en-US" sz="1800" b="0"/>
                        <a:t>(s7)</a:t>
                      </a:r>
                    </a:p>
                  </a:txBody>
                  <a:tcPr marL="73273" marR="73273" marT="36637" marB="36637"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en-US" sz="1800" dirty="0"/>
                        <a:t>Items in either but not both.</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2586760821"/>
                  </a:ext>
                </a:extLst>
              </a:tr>
            </a:tbl>
          </a:graphicData>
        </a:graphic>
      </p:graphicFrame>
    </p:spTree>
    <p:extLst>
      <p:ext uri="{BB962C8B-B14F-4D97-AF65-F5344CB8AC3E}">
        <p14:creationId xmlns:p14="http://schemas.microsoft.com/office/powerpoint/2010/main" val="25605604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lstStyle/>
          <a:p>
            <a:pPr eaLnBrk="1" hangingPunct="1"/>
            <a:r>
              <a:rPr lang="en-GB"/>
              <a:t>Python dictionaries</a:t>
            </a:r>
          </a:p>
        </p:txBody>
      </p:sp>
      <p:sp>
        <p:nvSpPr>
          <p:cNvPr id="19459" name="Rectangle 3"/>
          <p:cNvSpPr>
            <a:spLocks noGrp="1" noChangeArrowheads="1"/>
          </p:cNvSpPr>
          <p:nvPr>
            <p:ph sz="quarter" idx="4"/>
          </p:nvPr>
        </p:nvSpPr>
        <p:spPr/>
        <p:txBody>
          <a:bodyPr/>
          <a:lstStyle/>
          <a:p>
            <a:pPr marL="0" indent="0">
              <a:buNone/>
            </a:pPr>
            <a:r>
              <a:rPr lang="en-GB" b="1" dirty="0">
                <a:solidFill>
                  <a:schemeClr val="tx1"/>
                </a:solidFill>
              </a:rPr>
              <a:t>A dictionary is an ordered (Python 3.6) container of objects:</a:t>
            </a:r>
            <a:endParaRPr lang="en-GB" dirty="0">
              <a:solidFill>
                <a:schemeClr val="tx1"/>
              </a:solidFill>
            </a:endParaRPr>
          </a:p>
          <a:p>
            <a:pPr marL="457200" indent="-228600">
              <a:buFont typeface="Arial"/>
              <a:buChar char="•"/>
            </a:pPr>
            <a:r>
              <a:rPr lang="en-GB" sz="1800" dirty="0">
                <a:solidFill>
                  <a:schemeClr val="tx1"/>
                </a:solidFill>
              </a:rPr>
              <a:t>Like sets but objects are accessed by keys.</a:t>
            </a:r>
          </a:p>
          <a:p>
            <a:pPr marL="457200" lvl="1" indent="-228600">
              <a:buFont typeface="Arial" panose="020B0604020202020204" pitchFamily="34" charset="0"/>
              <a:buChar char="•"/>
            </a:pPr>
            <a:r>
              <a:rPr lang="en-GB" sz="1800" dirty="0"/>
              <a:t>Constructed using { } or the built-in </a:t>
            </a:r>
            <a:r>
              <a:rPr lang="en-GB" sz="1800" dirty="0" err="1"/>
              <a:t>dict</a:t>
            </a:r>
            <a:r>
              <a:rPr lang="en-GB" sz="1800" dirty="0"/>
              <a:t>() function:</a:t>
            </a:r>
          </a:p>
          <a:p>
            <a:pPr marL="457200" lvl="1" indent="-228600">
              <a:buFont typeface="Arial" panose="020B0604020202020204" pitchFamily="34" charset="0"/>
              <a:buChar char="•"/>
            </a:pPr>
            <a:endParaRPr lang="en-GB" sz="1800" dirty="0"/>
          </a:p>
          <a:p>
            <a:pPr marL="228600" lvl="1" indent="0">
              <a:buNone/>
            </a:pPr>
            <a:endParaRPr lang="en-GB" sz="1800" dirty="0"/>
          </a:p>
          <a:p>
            <a:pPr marL="457200" lvl="1" indent="-228600">
              <a:buFont typeface="Arial" panose="020B0604020202020204" pitchFamily="34" charset="0"/>
              <a:buChar char="•"/>
            </a:pPr>
            <a:endParaRPr lang="en-GB" sz="1800" dirty="0"/>
          </a:p>
          <a:p>
            <a:pPr marL="457200" lvl="1" indent="-228600">
              <a:buFont typeface="Arial" panose="020B0604020202020204" pitchFamily="34" charset="0"/>
              <a:buChar char="•"/>
            </a:pPr>
            <a:endParaRPr lang="en-GB" sz="1800" dirty="0"/>
          </a:p>
          <a:p>
            <a:pPr marL="457200" lvl="1" indent="-228600">
              <a:buFont typeface="Arial" panose="020B0604020202020204" pitchFamily="34" charset="0"/>
              <a:buChar char="•"/>
            </a:pPr>
            <a:r>
              <a:rPr lang="en-GB" sz="1800" dirty="0"/>
              <a:t>The key is usually a text string, or anything that yields a text string.</a:t>
            </a:r>
          </a:p>
        </p:txBody>
      </p:sp>
      <p:sp>
        <p:nvSpPr>
          <p:cNvPr id="19460" name="Text Box 4"/>
          <p:cNvSpPr txBox="1">
            <a:spLocks noChangeArrowheads="1"/>
          </p:cNvSpPr>
          <p:nvPr/>
        </p:nvSpPr>
        <p:spPr bwMode="auto">
          <a:xfrm>
            <a:off x="4137660" y="4358242"/>
            <a:ext cx="6505093" cy="2154436"/>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solidFill>
                  <a:schemeClr val="bg1"/>
                </a:solidFill>
                <a:latin typeface="Consolas" panose="020B0609020204030204" pitchFamily="49" charset="0"/>
              </a:rPr>
              <a:t>mydict</a:t>
            </a:r>
            <a:r>
              <a:rPr lang="en-GB" sz="1800" dirty="0">
                <a:solidFill>
                  <a:schemeClr val="bg1"/>
                </a:solidFill>
                <a:latin typeface="Consolas" panose="020B0609020204030204" pitchFamily="49" charset="0"/>
              </a:rPr>
              <a:t> = {'</a:t>
            </a:r>
            <a:r>
              <a:rPr lang="en-GB" sz="1800" dirty="0" err="1">
                <a:solidFill>
                  <a:schemeClr val="bg1"/>
                </a:solidFill>
                <a:latin typeface="Consolas" panose="020B0609020204030204" pitchFamily="49" charset="0"/>
              </a:rPr>
              <a:t>Australia':'Canberra</a:t>
            </a:r>
            <a:r>
              <a:rPr lang="en-GB" sz="1800" dirty="0">
                <a:solidFill>
                  <a:schemeClr val="bg1"/>
                </a:solidFill>
                <a:latin typeface="Consolas" panose="020B0609020204030204" pitchFamily="49" charset="0"/>
              </a:rPr>
              <a:t>', '</a:t>
            </a:r>
            <a:r>
              <a:rPr lang="en-GB" sz="1800" dirty="0" err="1">
                <a:solidFill>
                  <a:schemeClr val="bg1"/>
                </a:solidFill>
                <a:latin typeface="Consolas" panose="020B0609020204030204" pitchFamily="49" charset="0"/>
              </a:rPr>
              <a:t>Eire':'Dublin</a:t>
            </a:r>
            <a:r>
              <a:rPr lang="en-GB" sz="1800" dirty="0">
                <a:solidFill>
                  <a:schemeClr val="bg1"/>
                </a:solidFill>
                <a:latin typeface="Consolas" panose="020B0609020204030204" pitchFamily="49" charset="0"/>
              </a:rPr>
              <a:t>',</a:t>
            </a:r>
          </a:p>
          <a:p>
            <a:pPr>
              <a:spcBef>
                <a:spcPct val="0"/>
              </a:spcBef>
            </a:pPr>
            <a:r>
              <a:rPr lang="en-GB" sz="1800" dirty="0">
                <a:solidFill>
                  <a:schemeClr val="bg1"/>
                </a:solidFill>
                <a:latin typeface="Consolas" panose="020B0609020204030204" pitchFamily="49" charset="0"/>
              </a:rPr>
              <a:t>          '</a:t>
            </a:r>
            <a:r>
              <a:rPr lang="en-GB" sz="1800" dirty="0" err="1">
                <a:solidFill>
                  <a:schemeClr val="bg1"/>
                </a:solidFill>
                <a:latin typeface="Consolas" panose="020B0609020204030204" pitchFamily="49" charset="0"/>
              </a:rPr>
              <a:t>France':'Paris</a:t>
            </a:r>
            <a:r>
              <a:rPr lang="en-GB" sz="1800" dirty="0">
                <a:solidFill>
                  <a:schemeClr val="bg1"/>
                </a:solidFill>
                <a:latin typeface="Consolas" panose="020B0609020204030204" pitchFamily="49" charset="0"/>
              </a:rPr>
              <a:t>’, '</a:t>
            </a:r>
            <a:r>
              <a:rPr lang="en-GB" sz="1800" dirty="0" err="1">
                <a:solidFill>
                  <a:schemeClr val="bg1"/>
                </a:solidFill>
                <a:latin typeface="Consolas" panose="020B0609020204030204" pitchFamily="49" charset="0"/>
              </a:rPr>
              <a:t>Finland':'Helsinki</a:t>
            </a:r>
            <a:r>
              <a:rPr lang="en-GB" sz="1800" dirty="0">
                <a:solidFill>
                  <a:schemeClr val="bg1"/>
                </a:solidFill>
                <a:latin typeface="Consolas" panose="020B0609020204030204" pitchFamily="49" charset="0"/>
              </a:rPr>
              <a:t>', </a:t>
            </a:r>
          </a:p>
          <a:p>
            <a:pPr>
              <a:spcBef>
                <a:spcPct val="0"/>
              </a:spcBef>
            </a:pPr>
            <a:r>
              <a:rPr lang="en-GB" sz="1800" dirty="0">
                <a:solidFill>
                  <a:schemeClr val="bg1"/>
                </a:solidFill>
                <a:latin typeface="Consolas" panose="020B0609020204030204" pitchFamily="49" charset="0"/>
              </a:rPr>
              <a:t>          '</a:t>
            </a:r>
            <a:r>
              <a:rPr lang="en-GB" sz="1800" dirty="0" err="1">
                <a:solidFill>
                  <a:schemeClr val="bg1"/>
                </a:solidFill>
                <a:latin typeface="Consolas" panose="020B0609020204030204" pitchFamily="49" charset="0"/>
              </a:rPr>
              <a:t>UK':'London</a:t>
            </a:r>
            <a:r>
              <a:rPr lang="en-GB" sz="1800" dirty="0">
                <a:solidFill>
                  <a:schemeClr val="bg1"/>
                </a:solidFill>
                <a:latin typeface="Consolas" panose="020B0609020204030204" pitchFamily="49" charset="0"/>
              </a:rPr>
              <a:t>’, '</a:t>
            </a:r>
            <a:r>
              <a:rPr lang="en-GB" sz="1800" dirty="0" err="1">
                <a:solidFill>
                  <a:schemeClr val="bg1"/>
                </a:solidFill>
                <a:latin typeface="Consolas" panose="020B0609020204030204" pitchFamily="49" charset="0"/>
              </a:rPr>
              <a:t>US':'Washington</a:t>
            </a:r>
            <a:r>
              <a:rPr lang="en-GB" sz="1800" dirty="0">
                <a:solidFill>
                  <a:schemeClr val="bg1"/>
                </a:solidFill>
                <a:latin typeface="Consolas" panose="020B0609020204030204" pitchFamily="49" charset="0"/>
              </a:rPr>
              <a:t>’</a:t>
            </a:r>
          </a:p>
          <a:p>
            <a:pPr>
              <a:spcBef>
                <a:spcPct val="0"/>
              </a:spcBef>
            </a:pPr>
            <a:r>
              <a:rPr lang="en-GB" sz="1800" dirty="0">
                <a:solidFill>
                  <a:schemeClr val="bg1"/>
                </a:solidFill>
                <a:latin typeface="Consolas" panose="020B0609020204030204" pitchFamily="49" charset="0"/>
              </a:rPr>
              <a:t>}</a:t>
            </a:r>
          </a:p>
          <a:p>
            <a:pPr>
              <a:spcBef>
                <a:spcPct val="0"/>
              </a:spcBef>
            </a:pPr>
            <a:r>
              <a:rPr lang="en-GB" sz="1800" dirty="0">
                <a:solidFill>
                  <a:schemeClr val="bg1"/>
                </a:solidFill>
                <a:latin typeface="Consolas" panose="020B0609020204030204" pitchFamily="49" charset="0"/>
              </a:rPr>
              <a:t>print(</a:t>
            </a:r>
            <a:r>
              <a:rPr lang="en-GB" sz="1800" dirty="0" err="1">
                <a:solidFill>
                  <a:schemeClr val="bg1"/>
                </a:solidFill>
                <a:latin typeface="Consolas" panose="020B0609020204030204" pitchFamily="49" charset="0"/>
              </a:rPr>
              <a:t>mydict</a:t>
            </a:r>
            <a:r>
              <a:rPr lang="en-GB" sz="1800" dirty="0">
                <a:solidFill>
                  <a:schemeClr val="bg1"/>
                </a:solidFill>
                <a:latin typeface="Consolas" panose="020B0609020204030204" pitchFamily="49" charset="0"/>
              </a:rPr>
              <a:t>['UK'])</a:t>
            </a:r>
          </a:p>
          <a:p>
            <a:pPr>
              <a:spcBef>
                <a:spcPct val="0"/>
              </a:spcBef>
            </a:pPr>
            <a:endParaRPr lang="en-GB" sz="800" dirty="0">
              <a:solidFill>
                <a:schemeClr val="bg1"/>
              </a:solidFill>
              <a:latin typeface="Consolas" panose="020B0609020204030204" pitchFamily="49" charset="0"/>
            </a:endParaRPr>
          </a:p>
          <a:p>
            <a:pPr>
              <a:spcBef>
                <a:spcPct val="0"/>
              </a:spcBef>
            </a:pPr>
            <a:r>
              <a:rPr lang="en-GB" sz="1800" dirty="0">
                <a:solidFill>
                  <a:schemeClr val="bg1"/>
                </a:solidFill>
                <a:latin typeface="Consolas" panose="020B0609020204030204" pitchFamily="49" charset="0"/>
              </a:rPr>
              <a:t>country = 'Iceland'</a:t>
            </a:r>
          </a:p>
          <a:p>
            <a:pPr>
              <a:spcBef>
                <a:spcPct val="0"/>
              </a:spcBef>
            </a:pPr>
            <a:r>
              <a:rPr lang="en-GB" sz="1800" dirty="0" err="1">
                <a:solidFill>
                  <a:schemeClr val="bg1"/>
                </a:solidFill>
                <a:latin typeface="Consolas" panose="020B0609020204030204" pitchFamily="49" charset="0"/>
              </a:rPr>
              <a:t>mydict</a:t>
            </a:r>
            <a:r>
              <a:rPr lang="en-GB" sz="1800" dirty="0">
                <a:solidFill>
                  <a:schemeClr val="bg1"/>
                </a:solidFill>
                <a:latin typeface="Consolas" panose="020B0609020204030204" pitchFamily="49" charset="0"/>
              </a:rPr>
              <a:t>[country] = 'Reykjavik'</a:t>
            </a:r>
          </a:p>
        </p:txBody>
      </p:sp>
      <p:sp>
        <p:nvSpPr>
          <p:cNvPr id="5" name="Slide Number Placeholder 4">
            <a:extLst>
              <a:ext uri="{FF2B5EF4-FFF2-40B4-BE49-F238E27FC236}">
                <a16:creationId xmlns:a16="http://schemas.microsoft.com/office/drawing/2014/main" id="{E55F0BE6-7090-1A84-A97D-60E7C446A186}"/>
              </a:ext>
            </a:extLst>
          </p:cNvPr>
          <p:cNvSpPr>
            <a:spLocks noGrp="1"/>
          </p:cNvSpPr>
          <p:nvPr>
            <p:ph type="sldNum" sz="quarter" idx="12"/>
          </p:nvPr>
        </p:nvSpPr>
        <p:spPr/>
        <p:txBody>
          <a:bodyPr/>
          <a:lstStyle/>
          <a:p>
            <a:fld id="{EF892D59-8F09-EF4B-AD6D-DA609442F868}" type="slidenum">
              <a:rPr lang="en-GB" smtClean="0"/>
              <a:pPr/>
              <a:t>59</a:t>
            </a:fld>
            <a:endParaRPr lang="en-GB"/>
          </a:p>
        </p:txBody>
      </p:sp>
      <p:sp>
        <p:nvSpPr>
          <p:cNvPr id="6" name="Text Box 4">
            <a:extLst>
              <a:ext uri="{FF2B5EF4-FFF2-40B4-BE49-F238E27FC236}">
                <a16:creationId xmlns:a16="http://schemas.microsoft.com/office/drawing/2014/main" id="{A2451F98-1A14-D5EE-5823-94F5364CAF9C}"/>
              </a:ext>
            </a:extLst>
          </p:cNvPr>
          <p:cNvSpPr txBox="1">
            <a:spLocks noChangeArrowheads="1"/>
          </p:cNvSpPr>
          <p:nvPr/>
        </p:nvSpPr>
        <p:spPr bwMode="auto">
          <a:xfrm>
            <a:off x="1269242" y="2843331"/>
            <a:ext cx="7478518" cy="369332"/>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varname</a:t>
            </a:r>
            <a:r>
              <a:rPr lang="en-GB" sz="1800">
                <a:solidFill>
                  <a:schemeClr val="bg1"/>
                </a:solidFill>
                <a:latin typeface="Consolas" panose="020B0609020204030204" pitchFamily="49" charset="0"/>
              </a:rPr>
              <a:t> = {</a:t>
            </a:r>
            <a:r>
              <a:rPr lang="en-GB" sz="1800">
                <a:solidFill>
                  <a:schemeClr val="accent1"/>
                </a:solidFill>
                <a:latin typeface="Consolas" panose="020B0609020204030204" pitchFamily="49" charset="0"/>
              </a:rPr>
              <a:t>key1</a:t>
            </a:r>
            <a:r>
              <a:rPr lang="en-GB" sz="1800" b="1">
                <a:solidFill>
                  <a:srgbClr val="FFFF00"/>
                </a:solidFill>
                <a:latin typeface="Consolas" panose="020B0609020204030204" pitchFamily="49" charset="0"/>
              </a:rPr>
              <a:t>:</a:t>
            </a:r>
            <a:r>
              <a:rPr lang="en-GB" sz="1800">
                <a:solidFill>
                  <a:schemeClr val="accent2"/>
                </a:solidFill>
                <a:latin typeface="Consolas" panose="020B0609020204030204" pitchFamily="49" charset="0"/>
              </a:rPr>
              <a:t>object1</a:t>
            </a:r>
            <a:r>
              <a:rPr lang="en-GB" sz="1800">
                <a:solidFill>
                  <a:schemeClr val="bg1"/>
                </a:solidFill>
                <a:latin typeface="Consolas" panose="020B0609020204030204" pitchFamily="49" charset="0"/>
              </a:rPr>
              <a:t>, </a:t>
            </a:r>
            <a:r>
              <a:rPr lang="en-GB" sz="1800">
                <a:solidFill>
                  <a:schemeClr val="accent1"/>
                </a:solidFill>
                <a:latin typeface="Consolas" panose="020B0609020204030204" pitchFamily="49" charset="0"/>
              </a:rPr>
              <a:t>key2</a:t>
            </a:r>
            <a:r>
              <a:rPr lang="en-GB" sz="1800" b="1">
                <a:solidFill>
                  <a:srgbClr val="FFFF00"/>
                </a:solidFill>
                <a:latin typeface="Consolas" panose="020B0609020204030204" pitchFamily="49" charset="0"/>
              </a:rPr>
              <a:t>:</a:t>
            </a:r>
            <a:r>
              <a:rPr lang="en-GB" sz="1800">
                <a:solidFill>
                  <a:schemeClr val="accent2"/>
                </a:solidFill>
                <a:latin typeface="Consolas" panose="020B0609020204030204" pitchFamily="49" charset="0"/>
              </a:rPr>
              <a:t>object2</a:t>
            </a:r>
            <a:r>
              <a:rPr lang="en-GB" sz="1800">
                <a:solidFill>
                  <a:schemeClr val="bg1"/>
                </a:solidFill>
                <a:latin typeface="Consolas" panose="020B0609020204030204" pitchFamily="49" charset="0"/>
              </a:rPr>
              <a:t>, </a:t>
            </a:r>
            <a:r>
              <a:rPr lang="en-GB" sz="1800">
                <a:solidFill>
                  <a:schemeClr val="accent1"/>
                </a:solidFill>
                <a:latin typeface="Consolas" panose="020B0609020204030204" pitchFamily="49" charset="0"/>
              </a:rPr>
              <a:t>key3</a:t>
            </a:r>
            <a:r>
              <a:rPr lang="en-GB" sz="1800" b="1">
                <a:solidFill>
                  <a:srgbClr val="FFFF00"/>
                </a:solidFill>
                <a:latin typeface="Consolas" panose="020B0609020204030204" pitchFamily="49" charset="0"/>
              </a:rPr>
              <a:t>:</a:t>
            </a:r>
            <a:r>
              <a:rPr lang="en-GB" sz="1800">
                <a:solidFill>
                  <a:schemeClr val="accent2"/>
                </a:solidFill>
                <a:latin typeface="Consolas" panose="020B0609020204030204" pitchFamily="49" charset="0"/>
              </a:rPr>
              <a:t>object3</a:t>
            </a:r>
            <a:r>
              <a:rPr lang="en-GB" sz="1800">
                <a:solidFill>
                  <a:schemeClr val="bg1"/>
                </a:solidFill>
                <a:latin typeface="Consolas" panose="020B0609020204030204" pitchFamily="49" charset="0"/>
              </a:rPr>
              <a:t>,…}</a:t>
            </a:r>
          </a:p>
        </p:txBody>
      </p:sp>
      <p:sp>
        <p:nvSpPr>
          <p:cNvPr id="7" name="Text Box 4">
            <a:extLst>
              <a:ext uri="{FF2B5EF4-FFF2-40B4-BE49-F238E27FC236}">
                <a16:creationId xmlns:a16="http://schemas.microsoft.com/office/drawing/2014/main" id="{688ACCD2-8FDD-02DA-3092-C47B1350F9EC}"/>
              </a:ext>
            </a:extLst>
          </p:cNvPr>
          <p:cNvSpPr txBox="1">
            <a:spLocks noChangeArrowheads="1"/>
          </p:cNvSpPr>
          <p:nvPr/>
        </p:nvSpPr>
        <p:spPr bwMode="auto">
          <a:xfrm>
            <a:off x="1269242" y="3307576"/>
            <a:ext cx="7478518" cy="369332"/>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varname</a:t>
            </a:r>
            <a:r>
              <a:rPr lang="en-GB" sz="1800">
                <a:solidFill>
                  <a:schemeClr val="bg1"/>
                </a:solidFill>
                <a:latin typeface="Consolas" panose="020B0609020204030204" pitchFamily="49" charset="0"/>
              </a:rPr>
              <a:t> = </a:t>
            </a:r>
            <a:r>
              <a:rPr lang="en-GB" sz="1800" err="1">
                <a:solidFill>
                  <a:schemeClr val="bg1"/>
                </a:solidFill>
                <a:latin typeface="Consolas" panose="020B0609020204030204" pitchFamily="49" charset="0"/>
              </a:rPr>
              <a:t>dict</a:t>
            </a:r>
            <a:r>
              <a:rPr lang="en-GB" sz="1800">
                <a:solidFill>
                  <a:schemeClr val="bg1"/>
                </a:solidFill>
                <a:latin typeface="Consolas" panose="020B0609020204030204" pitchFamily="49" charset="0"/>
              </a:rPr>
              <a:t>(</a:t>
            </a:r>
            <a:r>
              <a:rPr lang="en-GB" sz="1800">
                <a:solidFill>
                  <a:schemeClr val="accent1"/>
                </a:solidFill>
                <a:latin typeface="Consolas" panose="020B0609020204030204" pitchFamily="49" charset="0"/>
              </a:rPr>
              <a:t>key1</a:t>
            </a:r>
            <a:r>
              <a:rPr lang="en-GB" sz="1800" b="1">
                <a:solidFill>
                  <a:srgbClr val="FFFF00"/>
                </a:solidFill>
                <a:latin typeface="Consolas" panose="020B0609020204030204" pitchFamily="49" charset="0"/>
              </a:rPr>
              <a:t>=</a:t>
            </a:r>
            <a:r>
              <a:rPr lang="en-GB" sz="1800">
                <a:solidFill>
                  <a:schemeClr val="accent2"/>
                </a:solidFill>
                <a:latin typeface="Consolas" panose="020B0609020204030204" pitchFamily="49" charset="0"/>
              </a:rPr>
              <a:t>object1</a:t>
            </a:r>
            <a:r>
              <a:rPr lang="en-GB" sz="1800">
                <a:solidFill>
                  <a:schemeClr val="bg1"/>
                </a:solidFill>
                <a:latin typeface="Consolas" panose="020B0609020204030204" pitchFamily="49" charset="0"/>
              </a:rPr>
              <a:t>, </a:t>
            </a:r>
            <a:r>
              <a:rPr lang="en-GB" sz="1800">
                <a:solidFill>
                  <a:schemeClr val="accent1"/>
                </a:solidFill>
                <a:latin typeface="Consolas" panose="020B0609020204030204" pitchFamily="49" charset="0"/>
              </a:rPr>
              <a:t>key2</a:t>
            </a:r>
            <a:r>
              <a:rPr lang="en-GB" sz="1800" b="1">
                <a:solidFill>
                  <a:srgbClr val="FFFF00"/>
                </a:solidFill>
                <a:latin typeface="Consolas" panose="020B0609020204030204" pitchFamily="49" charset="0"/>
              </a:rPr>
              <a:t>=</a:t>
            </a:r>
            <a:r>
              <a:rPr lang="en-GB" sz="1800">
                <a:solidFill>
                  <a:schemeClr val="accent2"/>
                </a:solidFill>
                <a:latin typeface="Consolas" panose="020B0609020204030204" pitchFamily="49" charset="0"/>
              </a:rPr>
              <a:t>object2</a:t>
            </a:r>
            <a:r>
              <a:rPr lang="en-GB" sz="1800">
                <a:solidFill>
                  <a:schemeClr val="bg1"/>
                </a:solidFill>
                <a:latin typeface="Consolas" panose="020B0609020204030204" pitchFamily="49" charset="0"/>
              </a:rPr>
              <a:t>, </a:t>
            </a:r>
            <a:r>
              <a:rPr lang="en-GB" sz="1800">
                <a:solidFill>
                  <a:schemeClr val="accent1"/>
                </a:solidFill>
                <a:latin typeface="Consolas" panose="020B0609020204030204" pitchFamily="49" charset="0"/>
              </a:rPr>
              <a:t>key3</a:t>
            </a:r>
            <a:r>
              <a:rPr lang="en-GB" sz="1800" b="1">
                <a:solidFill>
                  <a:srgbClr val="FFFF00"/>
                </a:solidFill>
                <a:latin typeface="Consolas" panose="020B0609020204030204" pitchFamily="49" charset="0"/>
              </a:rPr>
              <a:t>=</a:t>
            </a:r>
            <a:r>
              <a:rPr lang="en-GB" sz="1800">
                <a:solidFill>
                  <a:schemeClr val="accent2"/>
                </a:solidFill>
                <a:latin typeface="Consolas" panose="020B0609020204030204" pitchFamily="49" charset="0"/>
              </a:rPr>
              <a:t>object3</a:t>
            </a:r>
            <a:r>
              <a:rPr lang="en-GB" sz="1800">
                <a:solidFill>
                  <a:schemeClr val="bg1"/>
                </a:solidFill>
                <a:latin typeface="Consolas" panose="020B0609020204030204" pitchFamily="49" charset="0"/>
              </a:rPr>
              <a:t>,…)</a:t>
            </a:r>
          </a:p>
        </p:txBody>
      </p:sp>
      <p:sp>
        <p:nvSpPr>
          <p:cNvPr id="8" name="Text Box 4">
            <a:extLst>
              <a:ext uri="{FF2B5EF4-FFF2-40B4-BE49-F238E27FC236}">
                <a16:creationId xmlns:a16="http://schemas.microsoft.com/office/drawing/2014/main" id="{4AE4A695-052C-F701-B7B9-C6F8C8963754}"/>
              </a:ext>
            </a:extLst>
          </p:cNvPr>
          <p:cNvSpPr txBox="1">
            <a:spLocks noChangeArrowheads="1"/>
          </p:cNvSpPr>
          <p:nvPr/>
        </p:nvSpPr>
        <p:spPr bwMode="auto">
          <a:xfrm>
            <a:off x="1078742" y="4358242"/>
            <a:ext cx="2868418" cy="369332"/>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varname</a:t>
            </a:r>
            <a:r>
              <a:rPr lang="en-GB" sz="1800">
                <a:solidFill>
                  <a:schemeClr val="bg1"/>
                </a:solidFill>
                <a:latin typeface="Consolas" panose="020B0609020204030204" pitchFamily="49" charset="0"/>
              </a:rPr>
              <a:t>[</a:t>
            </a:r>
            <a:r>
              <a:rPr lang="en-GB" sz="1800">
                <a:solidFill>
                  <a:schemeClr val="accent1"/>
                </a:solidFill>
                <a:latin typeface="Consolas" panose="020B0609020204030204" pitchFamily="49" charset="0"/>
              </a:rPr>
              <a:t>key</a:t>
            </a:r>
            <a:r>
              <a:rPr lang="en-GB" sz="1800">
                <a:solidFill>
                  <a:schemeClr val="bg1"/>
                </a:solidFill>
                <a:latin typeface="Consolas" panose="020B0609020204030204" pitchFamily="49" charset="0"/>
              </a:rPr>
              <a:t>] = </a:t>
            </a:r>
            <a:r>
              <a:rPr lang="en-GB" sz="1800">
                <a:solidFill>
                  <a:schemeClr val="accent2"/>
                </a:solidFill>
                <a:latin typeface="Consolas" panose="020B0609020204030204" pitchFamily="49" charset="0"/>
              </a:rPr>
              <a:t>object</a:t>
            </a:r>
          </a:p>
        </p:txBody>
      </p:sp>
    </p:spTree>
    <p:extLst>
      <p:ext uri="{BB962C8B-B14F-4D97-AF65-F5344CB8AC3E}">
        <p14:creationId xmlns:p14="http://schemas.microsoft.com/office/powerpoint/2010/main" val="28211958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p:txBody>
          <a:bodyPr/>
          <a:lstStyle/>
          <a:p>
            <a:pPr eaLnBrk="1" hangingPunct="1"/>
            <a:r>
              <a:rPr lang="en-GB"/>
              <a:t>Dictionary values</a:t>
            </a:r>
          </a:p>
        </p:txBody>
      </p:sp>
      <p:sp>
        <p:nvSpPr>
          <p:cNvPr id="20483" name="Rectangle 3"/>
          <p:cNvSpPr>
            <a:spLocks noGrp="1" noChangeArrowheads="1"/>
          </p:cNvSpPr>
          <p:nvPr>
            <p:ph sz="quarter" idx="4"/>
          </p:nvPr>
        </p:nvSpPr>
        <p:spPr/>
        <p:txBody>
          <a:bodyPr/>
          <a:lstStyle/>
          <a:p>
            <a:pPr marL="0" indent="0">
              <a:buNone/>
            </a:pPr>
            <a:r>
              <a:rPr lang="en-GB" b="1" dirty="0">
                <a:solidFill>
                  <a:schemeClr val="tx1"/>
                </a:solidFill>
              </a:rPr>
              <a:t>Objects stored can be of any type:</a:t>
            </a:r>
          </a:p>
          <a:p>
            <a:pPr marL="457200" lvl="1" indent="-228600">
              <a:buFont typeface="Arial" panose="020B0604020202020204" pitchFamily="34" charset="0"/>
              <a:buChar char="•"/>
            </a:pPr>
            <a:r>
              <a:rPr lang="en-GB" sz="1800" dirty="0"/>
              <a:t>Lists, tuples, other dictionaries…</a:t>
            </a:r>
          </a:p>
          <a:p>
            <a:pPr marL="457200" lvl="1" indent="-228600">
              <a:buFont typeface="Arial" panose="020B0604020202020204" pitchFamily="34" charset="0"/>
              <a:buChar char="•"/>
            </a:pPr>
            <a:r>
              <a:rPr lang="en-GB" sz="1800" dirty="0"/>
              <a:t>Can be accessed using multiple indexes or keys in [ ].</a:t>
            </a:r>
            <a:endParaRPr lang="en-GB" sz="1800" dirty="0">
              <a:cs typeface="Courier New" panose="02070309020205020404" pitchFamily="49" charset="0"/>
            </a:endParaRPr>
          </a:p>
          <a:p>
            <a:pPr marL="457200" lvl="1" indent="-228600">
              <a:buFont typeface="Arial" panose="020B0604020202020204" pitchFamily="34" charset="0"/>
              <a:buChar char="•"/>
            </a:pPr>
            <a:r>
              <a:rPr lang="en-GB" sz="1800" dirty="0"/>
              <a:t>Add a new value just by assigning to it.</a:t>
            </a:r>
          </a:p>
        </p:txBody>
      </p:sp>
      <p:sp>
        <p:nvSpPr>
          <p:cNvPr id="20484" name="Text Box 4"/>
          <p:cNvSpPr txBox="1">
            <a:spLocks noChangeArrowheads="1"/>
          </p:cNvSpPr>
          <p:nvPr/>
        </p:nvSpPr>
        <p:spPr bwMode="auto">
          <a:xfrm>
            <a:off x="1219175" y="3078004"/>
            <a:ext cx="8036174" cy="2554545"/>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mydict</a:t>
            </a:r>
            <a:r>
              <a:rPr lang="en-GB" sz="1800">
                <a:solidFill>
                  <a:schemeClr val="bg1"/>
                </a:solidFill>
                <a:latin typeface="Consolas" panose="020B0609020204030204" pitchFamily="49" charset="0"/>
              </a:rPr>
              <a:t> = {'UK':['London’, </a:t>
            </a:r>
            <a:r>
              <a:rPr lang="en-GB" sz="1800" b="1">
                <a:solidFill>
                  <a:schemeClr val="bg1"/>
                </a:solidFill>
                <a:latin typeface="Consolas" panose="020B0609020204030204" pitchFamily="49" charset="0"/>
              </a:rPr>
              <a:t>'</a:t>
            </a:r>
            <a:r>
              <a:rPr lang="en-GB" sz="1800" b="1">
                <a:solidFill>
                  <a:schemeClr val="accent1"/>
                </a:solidFill>
                <a:latin typeface="Consolas" panose="020B0609020204030204" pitchFamily="49" charset="0"/>
              </a:rPr>
              <a:t>Wigan</a:t>
            </a:r>
            <a:r>
              <a:rPr lang="en-GB" sz="1800">
                <a:solidFill>
                  <a:schemeClr val="bg1"/>
                </a:solidFill>
                <a:latin typeface="Consolas" panose="020B0609020204030204" pitchFamily="49" charset="0"/>
              </a:rPr>
              <a:t>’, 'Macclesfield’, 'Bolton'], </a:t>
            </a:r>
          </a:p>
          <a:p>
            <a:pPr>
              <a:spcBef>
                <a:spcPct val="0"/>
              </a:spcBef>
            </a:pPr>
            <a:r>
              <a:rPr lang="en-GB" sz="1800">
                <a:solidFill>
                  <a:schemeClr val="bg1"/>
                </a:solidFill>
                <a:latin typeface="Consolas" panose="020B0609020204030204" pitchFamily="49" charset="0"/>
              </a:rPr>
              <a:t>          'US':['Miami’, '</a:t>
            </a:r>
            <a:r>
              <a:rPr lang="en-GB" sz="1800" b="1">
                <a:solidFill>
                  <a:schemeClr val="accent2"/>
                </a:solidFill>
                <a:latin typeface="Consolas" panose="020B0609020204030204" pitchFamily="49" charset="0"/>
              </a:rPr>
              <a:t>Springfield</a:t>
            </a:r>
            <a:r>
              <a:rPr lang="en-GB" sz="1800">
                <a:solidFill>
                  <a:schemeClr val="bg1"/>
                </a:solidFill>
                <a:latin typeface="Consolas" panose="020B0609020204030204" pitchFamily="49" charset="0"/>
              </a:rPr>
              <a:t>’, 'New York’, 'Boston']}</a:t>
            </a:r>
          </a:p>
          <a:p>
            <a:pPr>
              <a:spcBef>
                <a:spcPct val="0"/>
              </a:spcBef>
            </a:pPr>
            <a:r>
              <a:rPr lang="en-GB" sz="1800">
                <a:solidFill>
                  <a:schemeClr val="bg1"/>
                </a:solidFill>
                <a:latin typeface="Consolas" panose="020B0609020204030204" pitchFamily="49" charset="0"/>
              </a:rPr>
              <a:t>print(</a:t>
            </a:r>
            <a:r>
              <a:rPr lang="en-GB" sz="1800" err="1">
                <a:solidFill>
                  <a:schemeClr val="bg1"/>
                </a:solidFill>
                <a:latin typeface="Consolas" panose="020B0609020204030204" pitchFamily="49" charset="0"/>
              </a:rPr>
              <a:t>mydict</a:t>
            </a:r>
            <a:r>
              <a:rPr lang="en-GB" sz="1800">
                <a:solidFill>
                  <a:schemeClr val="bg1"/>
                </a:solidFill>
                <a:latin typeface="Consolas" panose="020B0609020204030204" pitchFamily="49" charset="0"/>
              </a:rPr>
              <a:t>['</a:t>
            </a:r>
            <a:r>
              <a:rPr lang="en-GB" sz="1800" b="1">
                <a:solidFill>
                  <a:schemeClr val="accent1"/>
                </a:solidFill>
                <a:latin typeface="Consolas" panose="020B0609020204030204" pitchFamily="49" charset="0"/>
              </a:rPr>
              <a:t>UK</a:t>
            </a:r>
            <a:r>
              <a:rPr lang="en-GB" sz="1800">
                <a:solidFill>
                  <a:schemeClr val="bg1"/>
                </a:solidFill>
                <a:latin typeface="Consolas" panose="020B0609020204030204" pitchFamily="49" charset="0"/>
              </a:rPr>
              <a:t>'][</a:t>
            </a:r>
            <a:r>
              <a:rPr lang="en-GB" sz="1800" b="1">
                <a:solidFill>
                  <a:schemeClr val="accent1"/>
                </a:solidFill>
                <a:latin typeface="Consolas" panose="020B0609020204030204" pitchFamily="49" charset="0"/>
              </a:rPr>
              <a:t>2</a:t>
            </a:r>
            <a:r>
              <a:rPr lang="en-GB" sz="1800">
                <a:solidFill>
                  <a:schemeClr val="bg1"/>
                </a:solidFill>
                <a:latin typeface="Consolas" panose="020B0609020204030204" pitchFamily="49" charset="0"/>
              </a:rPr>
              <a:t>])</a:t>
            </a:r>
          </a:p>
          <a:p>
            <a:pPr>
              <a:spcBef>
                <a:spcPct val="0"/>
              </a:spcBef>
            </a:pPr>
            <a:endParaRPr lang="en-GB" sz="800">
              <a:solidFill>
                <a:schemeClr val="bg1"/>
              </a:solidFill>
              <a:latin typeface="Consolas" panose="020B0609020204030204" pitchFamily="49" charset="0"/>
            </a:endParaRPr>
          </a:p>
          <a:p>
            <a:pPr>
              <a:spcBef>
                <a:spcPct val="0"/>
              </a:spcBef>
            </a:pPr>
            <a:r>
              <a:rPr lang="en-GB" sz="1800">
                <a:solidFill>
                  <a:schemeClr val="bg1"/>
                </a:solidFill>
                <a:latin typeface="Consolas" panose="020B0609020204030204" pitchFamily="49" charset="0"/>
              </a:rPr>
              <a:t>homer = </a:t>
            </a:r>
            <a:r>
              <a:rPr lang="en-GB" sz="1800" b="1">
                <a:solidFill>
                  <a:schemeClr val="accent2"/>
                </a:solidFill>
                <a:latin typeface="Consolas" panose="020B0609020204030204" pitchFamily="49" charset="0"/>
              </a:rPr>
              <a:t>1</a:t>
            </a:r>
          </a:p>
          <a:p>
            <a:pPr>
              <a:spcBef>
                <a:spcPct val="0"/>
              </a:spcBef>
            </a:pPr>
            <a:r>
              <a:rPr lang="en-GB" sz="1800">
                <a:solidFill>
                  <a:schemeClr val="bg1"/>
                </a:solidFill>
                <a:latin typeface="Consolas" panose="020B0609020204030204" pitchFamily="49" charset="0"/>
              </a:rPr>
              <a:t>print(</a:t>
            </a:r>
            <a:r>
              <a:rPr lang="en-GB" sz="1800" err="1">
                <a:solidFill>
                  <a:schemeClr val="bg1"/>
                </a:solidFill>
                <a:latin typeface="Consolas" panose="020B0609020204030204" pitchFamily="49" charset="0"/>
              </a:rPr>
              <a:t>mydict</a:t>
            </a:r>
            <a:r>
              <a:rPr lang="en-GB" sz="1800">
                <a:solidFill>
                  <a:schemeClr val="bg1"/>
                </a:solidFill>
                <a:latin typeface="Consolas" panose="020B0609020204030204" pitchFamily="49" charset="0"/>
              </a:rPr>
              <a:t>['</a:t>
            </a:r>
            <a:r>
              <a:rPr lang="en-GB" sz="1800" b="1">
                <a:solidFill>
                  <a:schemeClr val="accent2"/>
                </a:solidFill>
                <a:latin typeface="Consolas" panose="020B0609020204030204" pitchFamily="49" charset="0"/>
              </a:rPr>
              <a:t>US</a:t>
            </a:r>
            <a:r>
              <a:rPr lang="en-GB" sz="1800">
                <a:solidFill>
                  <a:schemeClr val="bg1"/>
                </a:solidFill>
                <a:latin typeface="Consolas" panose="020B0609020204030204" pitchFamily="49" charset="0"/>
              </a:rPr>
              <a:t>'][</a:t>
            </a:r>
            <a:r>
              <a:rPr lang="en-GB" sz="1800" b="1">
                <a:solidFill>
                  <a:schemeClr val="accent2"/>
                </a:solidFill>
                <a:latin typeface="Consolas" panose="020B0609020204030204" pitchFamily="49" charset="0"/>
              </a:rPr>
              <a:t>homer</a:t>
            </a:r>
            <a:r>
              <a:rPr lang="en-GB" sz="1800">
                <a:solidFill>
                  <a:schemeClr val="bg1"/>
                </a:solidFill>
                <a:latin typeface="Consolas" panose="020B0609020204030204" pitchFamily="49" charset="0"/>
              </a:rPr>
              <a:t>])</a:t>
            </a:r>
          </a:p>
          <a:p>
            <a:pPr>
              <a:spcBef>
                <a:spcPct val="0"/>
              </a:spcBef>
            </a:pPr>
            <a:endParaRPr lang="en-GB" sz="800">
              <a:solidFill>
                <a:schemeClr val="bg1"/>
              </a:solidFill>
              <a:latin typeface="Consolas" panose="020B0609020204030204" pitchFamily="49" charset="0"/>
            </a:endParaRPr>
          </a:p>
          <a:p>
            <a:pPr>
              <a:spcBef>
                <a:spcPct val="0"/>
              </a:spcBef>
            </a:pPr>
            <a:r>
              <a:rPr lang="en-GB" sz="1800" err="1">
                <a:solidFill>
                  <a:schemeClr val="bg1"/>
                </a:solidFill>
                <a:latin typeface="Consolas" panose="020B0609020204030204" pitchFamily="49" charset="0"/>
              </a:rPr>
              <a:t>mydict</a:t>
            </a:r>
            <a:r>
              <a:rPr lang="en-GB" sz="1800">
                <a:solidFill>
                  <a:schemeClr val="bg1"/>
                </a:solidFill>
                <a:latin typeface="Consolas" panose="020B0609020204030204" pitchFamily="49" charset="0"/>
              </a:rPr>
              <a:t>['FR'] = ['Paris', 'Lyon', 'Bordeaux', 'Toulouse']</a:t>
            </a:r>
          </a:p>
          <a:p>
            <a:pPr>
              <a:spcBef>
                <a:spcPct val="0"/>
              </a:spcBef>
            </a:pPr>
            <a:r>
              <a:rPr lang="en-GB" sz="1800">
                <a:solidFill>
                  <a:schemeClr val="bg1"/>
                </a:solidFill>
                <a:latin typeface="Consolas" panose="020B0609020204030204" pitchFamily="49" charset="0"/>
              </a:rPr>
              <a:t>for country in </a:t>
            </a:r>
            <a:r>
              <a:rPr lang="en-GB" sz="1800" err="1">
                <a:solidFill>
                  <a:schemeClr val="bg1"/>
                </a:solidFill>
                <a:latin typeface="Consolas" panose="020B0609020204030204" pitchFamily="49" charset="0"/>
              </a:rPr>
              <a:t>mydict.keys</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    print(country, ': ', </a:t>
            </a:r>
            <a:r>
              <a:rPr lang="en-GB" sz="1800" err="1">
                <a:solidFill>
                  <a:schemeClr val="bg1"/>
                </a:solidFill>
                <a:latin typeface="Consolas" panose="020B0609020204030204" pitchFamily="49" charset="0"/>
              </a:rPr>
              <a:t>mydict</a:t>
            </a:r>
            <a:r>
              <a:rPr lang="en-GB" sz="1800">
                <a:solidFill>
                  <a:schemeClr val="bg1"/>
                </a:solidFill>
                <a:latin typeface="Consolas" panose="020B0609020204030204" pitchFamily="49" charset="0"/>
              </a:rPr>
              <a:t>[country])</a:t>
            </a:r>
          </a:p>
        </p:txBody>
      </p:sp>
      <p:sp>
        <p:nvSpPr>
          <p:cNvPr id="20485" name="Text Box 5"/>
          <p:cNvSpPr txBox="1">
            <a:spLocks noChangeArrowheads="1"/>
          </p:cNvSpPr>
          <p:nvPr/>
        </p:nvSpPr>
        <p:spPr bwMode="auto">
          <a:xfrm>
            <a:off x="3231616" y="5624755"/>
            <a:ext cx="6019597" cy="830997"/>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nsolas" panose="020B0609020204030204" pitchFamily="49" charset="0"/>
                <a:cs typeface="Courier New" panose="02070309020205020404" pitchFamily="49" charset="0"/>
              </a:rPr>
              <a:t>FR :  ['Paris', 'Lyon', 'Bordeaux', 'Toulouse’]</a:t>
            </a:r>
          </a:p>
          <a:p>
            <a:pPr>
              <a:spcBef>
                <a:spcPct val="0"/>
              </a:spcBef>
            </a:pPr>
            <a:r>
              <a:rPr lang="en-GB" sz="1600">
                <a:latin typeface="Consolas" panose="020B0609020204030204" pitchFamily="49" charset="0"/>
                <a:cs typeface="Courier New" panose="02070309020205020404" pitchFamily="49" charset="0"/>
              </a:rPr>
              <a:t>UK :  ['London', 'Wigan', 'Macclesfield', 'Bolton']</a:t>
            </a:r>
          </a:p>
          <a:p>
            <a:pPr>
              <a:spcBef>
                <a:spcPct val="0"/>
              </a:spcBef>
            </a:pPr>
            <a:r>
              <a:rPr lang="en-GB" sz="1600">
                <a:latin typeface="Consolas" panose="020B0609020204030204" pitchFamily="49" charset="0"/>
                <a:cs typeface="Courier New" panose="02070309020205020404" pitchFamily="49" charset="0"/>
              </a:rPr>
              <a:t>US :  ['Miami', 'Springfield', 'New York', 'Boston']</a:t>
            </a:r>
          </a:p>
        </p:txBody>
      </p:sp>
      <p:sp>
        <p:nvSpPr>
          <p:cNvPr id="2" name="Slide Number Placeholder 1">
            <a:extLst>
              <a:ext uri="{FF2B5EF4-FFF2-40B4-BE49-F238E27FC236}">
                <a16:creationId xmlns:a16="http://schemas.microsoft.com/office/drawing/2014/main" id="{499004BE-B188-BB2D-27B3-62B9F104AB62}"/>
              </a:ext>
            </a:extLst>
          </p:cNvPr>
          <p:cNvSpPr>
            <a:spLocks noGrp="1"/>
          </p:cNvSpPr>
          <p:nvPr>
            <p:ph type="sldNum" sz="quarter" idx="12"/>
          </p:nvPr>
        </p:nvSpPr>
        <p:spPr/>
        <p:txBody>
          <a:bodyPr/>
          <a:lstStyle/>
          <a:p>
            <a:fld id="{EF892D59-8F09-EF4B-AD6D-DA609442F868}" type="slidenum">
              <a:rPr lang="en-GB" smtClean="0"/>
              <a:pPr/>
              <a:t>60</a:t>
            </a:fld>
            <a:endParaRPr lang="en-GB"/>
          </a:p>
        </p:txBody>
      </p:sp>
      <p:sp>
        <p:nvSpPr>
          <p:cNvPr id="3" name="Text Box 5">
            <a:extLst>
              <a:ext uri="{FF2B5EF4-FFF2-40B4-BE49-F238E27FC236}">
                <a16:creationId xmlns:a16="http://schemas.microsoft.com/office/drawing/2014/main" id="{67CE1C4C-D99B-D90E-ADD1-52BDC40EFBDA}"/>
              </a:ext>
            </a:extLst>
          </p:cNvPr>
          <p:cNvSpPr txBox="1">
            <a:spLocks noChangeArrowheads="1"/>
          </p:cNvSpPr>
          <p:nvPr/>
        </p:nvSpPr>
        <p:spPr bwMode="auto">
          <a:xfrm>
            <a:off x="9258833" y="3635824"/>
            <a:ext cx="745717"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nsolas" panose="020B0609020204030204" pitchFamily="49" charset="0"/>
                <a:cs typeface="Courier New" panose="02070309020205020404" pitchFamily="49" charset="0"/>
              </a:rPr>
              <a:t>Wigan</a:t>
            </a:r>
          </a:p>
        </p:txBody>
      </p:sp>
      <p:sp>
        <p:nvSpPr>
          <p:cNvPr id="4" name="Text Box 5">
            <a:extLst>
              <a:ext uri="{FF2B5EF4-FFF2-40B4-BE49-F238E27FC236}">
                <a16:creationId xmlns:a16="http://schemas.microsoft.com/office/drawing/2014/main" id="{D9E0967D-8275-98F1-32F8-10531FA4A177}"/>
              </a:ext>
            </a:extLst>
          </p:cNvPr>
          <p:cNvSpPr txBox="1">
            <a:spLocks noChangeArrowheads="1"/>
          </p:cNvSpPr>
          <p:nvPr/>
        </p:nvSpPr>
        <p:spPr bwMode="auto">
          <a:xfrm>
            <a:off x="9258833" y="4333067"/>
            <a:ext cx="1418978" cy="338554"/>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latin typeface="Consolas" panose="020B0609020204030204" pitchFamily="49" charset="0"/>
                <a:cs typeface="Courier New" panose="02070309020205020404" pitchFamily="49" charset="0"/>
              </a:rPr>
              <a:t>Springfield</a:t>
            </a:r>
          </a:p>
        </p:txBody>
      </p:sp>
    </p:spTree>
    <p:extLst>
      <p:ext uri="{BB962C8B-B14F-4D97-AF65-F5344CB8AC3E}">
        <p14:creationId xmlns:p14="http://schemas.microsoft.com/office/powerpoint/2010/main" val="9137807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ctrTitle"/>
          </p:nvPr>
        </p:nvSpPr>
        <p:spPr/>
        <p:txBody>
          <a:bodyPr/>
          <a:lstStyle/>
          <a:p>
            <a:r>
              <a:rPr lang="en-GB"/>
              <a:t>Removing items from a dictionary</a:t>
            </a:r>
          </a:p>
        </p:txBody>
      </p:sp>
      <p:sp>
        <p:nvSpPr>
          <p:cNvPr id="21507" name="Content Placeholder 2"/>
          <p:cNvSpPr>
            <a:spLocks noGrp="1"/>
          </p:cNvSpPr>
          <p:nvPr>
            <p:ph type="body" sz="quarter" idx="14"/>
          </p:nvPr>
        </p:nvSpPr>
        <p:spPr>
          <a:xfrm>
            <a:off x="443921" y="1733108"/>
            <a:ext cx="8852479" cy="4829617"/>
          </a:xfrm>
        </p:spPr>
        <p:txBody>
          <a:bodyPr>
            <a:normAutofit/>
          </a:bodyPr>
          <a:lstStyle/>
          <a:p>
            <a:pPr marL="0" indent="0">
              <a:buNone/>
            </a:pPr>
            <a:r>
              <a:rPr lang="en-GB" b="1" dirty="0"/>
              <a:t>Use del or pop() to </a:t>
            </a:r>
            <a:r>
              <a:rPr lang="en-GB" b="1" dirty="0">
                <a:solidFill>
                  <a:schemeClr val="tx1"/>
                </a:solidFill>
              </a:rPr>
              <a:t>remove a single key/value pair:</a:t>
            </a:r>
          </a:p>
          <a:p>
            <a:pPr marL="0" indent="0">
              <a:buNone/>
            </a:pPr>
            <a:endParaRPr lang="en-GB" b="1" dirty="0"/>
          </a:p>
          <a:p>
            <a:pPr marL="285750" indent="-285750">
              <a:buFont typeface="Arial" panose="020B0604020202020204" pitchFamily="34" charset="0"/>
              <a:buChar char="•"/>
            </a:pPr>
            <a:r>
              <a:rPr lang="en-GB" dirty="0"/>
              <a:t>The pop method deletes but also returns the key/value pair or default.</a:t>
            </a:r>
          </a:p>
          <a:p>
            <a:pPr marL="285750" indent="-285750">
              <a:buFont typeface="Arial" panose="020B0604020202020204" pitchFamily="34" charset="0"/>
              <a:buChar char="•"/>
            </a:pPr>
            <a:r>
              <a:rPr lang="en-GB" dirty="0"/>
              <a:t>Both raise a </a:t>
            </a:r>
            <a:r>
              <a:rPr lang="en-GB" dirty="0" err="1"/>
              <a:t>KeyError</a:t>
            </a:r>
            <a:r>
              <a:rPr lang="en-GB" dirty="0"/>
              <a:t> exception if the key does not exist.</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88900" lvl="1" indent="0">
              <a:buNone/>
            </a:pPr>
            <a:r>
              <a:rPr lang="en-GB" b="1" dirty="0"/>
              <a:t>Also:</a:t>
            </a:r>
          </a:p>
          <a:p>
            <a:pPr marL="374650" lvl="1" indent="-285750"/>
            <a:r>
              <a:rPr lang="en-GB" dirty="0" err="1"/>
              <a:t>dict.</a:t>
            </a:r>
            <a:r>
              <a:rPr lang="en-GB" dirty="0" err="1">
                <a:cs typeface="Courier New"/>
              </a:rPr>
              <a:t>popitem</a:t>
            </a:r>
            <a:r>
              <a:rPr lang="en-GB" dirty="0">
                <a:cs typeface="Courier New"/>
              </a:rPr>
              <a:t>()</a:t>
            </a:r>
            <a:r>
              <a:rPr lang="en-GB" dirty="0"/>
              <a:t> removes the next key/value pair used in iteration.</a:t>
            </a:r>
          </a:p>
          <a:p>
            <a:pPr marL="374650" lvl="1" indent="-285750"/>
            <a:r>
              <a:rPr lang="en-GB" dirty="0" err="1"/>
              <a:t>dict.</a:t>
            </a:r>
            <a:r>
              <a:rPr lang="en-GB" dirty="0" err="1">
                <a:cs typeface="Courier New"/>
              </a:rPr>
              <a:t>clear</a:t>
            </a:r>
            <a:r>
              <a:rPr lang="en-GB" dirty="0">
                <a:cs typeface="Courier New"/>
              </a:rPr>
              <a:t>()</a:t>
            </a:r>
            <a:r>
              <a:rPr lang="en-GB" dirty="0"/>
              <a:t> removes all key/value pairs from the dictionary.</a:t>
            </a:r>
          </a:p>
        </p:txBody>
      </p:sp>
      <p:sp>
        <p:nvSpPr>
          <p:cNvPr id="2" name="Slide Number Placeholder 1">
            <a:extLst>
              <a:ext uri="{FF2B5EF4-FFF2-40B4-BE49-F238E27FC236}">
                <a16:creationId xmlns:a16="http://schemas.microsoft.com/office/drawing/2014/main" id="{E3E7ECCF-2F2A-F4B8-753C-D9871ED2BDC6}"/>
              </a:ext>
            </a:extLst>
          </p:cNvPr>
          <p:cNvSpPr>
            <a:spLocks noGrp="1"/>
          </p:cNvSpPr>
          <p:nvPr>
            <p:ph type="sldNum" sz="quarter" idx="12"/>
          </p:nvPr>
        </p:nvSpPr>
        <p:spPr/>
        <p:txBody>
          <a:bodyPr/>
          <a:lstStyle/>
          <a:p>
            <a:fld id="{EF892D59-8F09-EF4B-AD6D-DA609442F868}" type="slidenum">
              <a:rPr lang="en-GB" smtClean="0"/>
              <a:pPr/>
              <a:t>61</a:t>
            </a:fld>
            <a:endParaRPr lang="en-GB"/>
          </a:p>
        </p:txBody>
      </p:sp>
      <p:sp>
        <p:nvSpPr>
          <p:cNvPr id="21508" name="TextBox 3"/>
          <p:cNvSpPr txBox="1">
            <a:spLocks noChangeArrowheads="1"/>
          </p:cNvSpPr>
          <p:nvPr/>
        </p:nvSpPr>
        <p:spPr bwMode="auto">
          <a:xfrm>
            <a:off x="1473132" y="3357839"/>
            <a:ext cx="4897495" cy="2062103"/>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a:solidFill>
                  <a:schemeClr val="bg1"/>
                </a:solidFill>
                <a:latin typeface="Consolas" panose="020B0609020204030204" pitchFamily="49" charset="0"/>
              </a:rPr>
              <a:t>&gt;&gt;&gt; </a:t>
            </a:r>
            <a:r>
              <a:rPr lang="en-GB" sz="1600" err="1">
                <a:solidFill>
                  <a:schemeClr val="bg1"/>
                </a:solidFill>
                <a:latin typeface="Consolas" panose="020B0609020204030204" pitchFamily="49" charset="0"/>
              </a:rPr>
              <a:t>fred</a:t>
            </a:r>
            <a:r>
              <a:rPr lang="en-GB" sz="1600">
                <a:solidFill>
                  <a:schemeClr val="bg1"/>
                </a:solidFill>
                <a:latin typeface="Consolas" panose="020B0609020204030204" pitchFamily="49" charset="0"/>
              </a:rPr>
              <a:t>={}</a:t>
            </a:r>
          </a:p>
          <a:p>
            <a:pPr>
              <a:spcBef>
                <a:spcPct val="0"/>
              </a:spcBef>
            </a:pPr>
            <a:r>
              <a:rPr lang="en-GB" sz="1600">
                <a:solidFill>
                  <a:schemeClr val="bg1"/>
                </a:solidFill>
                <a:latin typeface="Consolas" panose="020B0609020204030204" pitchFamily="49" charset="0"/>
              </a:rPr>
              <a:t>&gt;&gt;&gt; del </a:t>
            </a:r>
            <a:r>
              <a:rPr lang="en-GB" sz="1600" err="1">
                <a:solidFill>
                  <a:schemeClr val="bg1"/>
                </a:solidFill>
                <a:latin typeface="Consolas" panose="020B0609020204030204" pitchFamily="49" charset="0"/>
              </a:rPr>
              <a:t>fred</a:t>
            </a:r>
            <a:r>
              <a:rPr lang="en-GB" sz="1600">
                <a:solidFill>
                  <a:schemeClr val="bg1"/>
                </a:solidFill>
                <a:latin typeface="Consolas" panose="020B0609020204030204" pitchFamily="49" charset="0"/>
              </a:rPr>
              <a:t>['dob'] </a:t>
            </a:r>
          </a:p>
          <a:p>
            <a:pPr>
              <a:spcBef>
                <a:spcPct val="0"/>
              </a:spcBef>
            </a:pPr>
            <a:r>
              <a:rPr lang="en-GB" sz="1600">
                <a:solidFill>
                  <a:srgbClr val="FF0000"/>
                </a:solidFill>
                <a:latin typeface="Consolas" panose="020B0609020204030204" pitchFamily="49" charset="0"/>
              </a:rPr>
              <a:t>Traceback (most recent call last):</a:t>
            </a:r>
          </a:p>
          <a:p>
            <a:pPr>
              <a:spcBef>
                <a:spcPct val="0"/>
              </a:spcBef>
            </a:pPr>
            <a:r>
              <a:rPr lang="en-GB" sz="1600">
                <a:solidFill>
                  <a:srgbClr val="FF0000"/>
                </a:solidFill>
                <a:latin typeface="Consolas" panose="020B0609020204030204" pitchFamily="49" charset="0"/>
              </a:rPr>
              <a:t>  File "&lt;pyshell#11&gt;", line 1, in &lt;module&gt;</a:t>
            </a:r>
          </a:p>
          <a:p>
            <a:pPr>
              <a:spcBef>
                <a:spcPct val="0"/>
              </a:spcBef>
            </a:pPr>
            <a:r>
              <a:rPr lang="en-GB" sz="1600">
                <a:solidFill>
                  <a:srgbClr val="FF0000"/>
                </a:solidFill>
                <a:latin typeface="Consolas" panose="020B0609020204030204" pitchFamily="49" charset="0"/>
              </a:rPr>
              <a:t>    del </a:t>
            </a:r>
            <a:r>
              <a:rPr lang="en-GB" sz="1600" err="1">
                <a:solidFill>
                  <a:srgbClr val="FF0000"/>
                </a:solidFill>
                <a:latin typeface="Consolas" panose="020B0609020204030204" pitchFamily="49" charset="0"/>
              </a:rPr>
              <a:t>fred</a:t>
            </a:r>
            <a:r>
              <a:rPr lang="en-GB" sz="1600">
                <a:solidFill>
                  <a:srgbClr val="FF0000"/>
                </a:solidFill>
                <a:latin typeface="Consolas" panose="020B0609020204030204" pitchFamily="49" charset="0"/>
              </a:rPr>
              <a:t>['dob'] </a:t>
            </a:r>
          </a:p>
          <a:p>
            <a:pPr>
              <a:spcBef>
                <a:spcPct val="0"/>
              </a:spcBef>
            </a:pPr>
            <a:r>
              <a:rPr lang="en-GB" sz="1600" err="1">
                <a:solidFill>
                  <a:srgbClr val="FF0000"/>
                </a:solidFill>
                <a:latin typeface="Consolas" panose="020B0609020204030204" pitchFamily="49" charset="0"/>
              </a:rPr>
              <a:t>KeyError</a:t>
            </a:r>
            <a:r>
              <a:rPr lang="en-GB" sz="1600">
                <a:solidFill>
                  <a:srgbClr val="FF0000"/>
                </a:solidFill>
                <a:latin typeface="Consolas" panose="020B0609020204030204" pitchFamily="49" charset="0"/>
              </a:rPr>
              <a:t>: 'dob'</a:t>
            </a:r>
          </a:p>
          <a:p>
            <a:pPr>
              <a:spcBef>
                <a:spcPct val="0"/>
              </a:spcBef>
            </a:pPr>
            <a:r>
              <a:rPr lang="en-GB" sz="1600">
                <a:solidFill>
                  <a:schemeClr val="bg1"/>
                </a:solidFill>
                <a:latin typeface="Consolas" panose="020B0609020204030204" pitchFamily="49" charset="0"/>
              </a:rPr>
              <a:t>&gt;&gt;&gt; fred.pop('dob', False)</a:t>
            </a:r>
          </a:p>
          <a:p>
            <a:pPr>
              <a:spcBef>
                <a:spcPct val="0"/>
              </a:spcBef>
            </a:pPr>
            <a:r>
              <a:rPr lang="en-GB" sz="1600">
                <a:solidFill>
                  <a:schemeClr val="bg1"/>
                </a:solidFill>
                <a:latin typeface="Consolas" panose="020B0609020204030204" pitchFamily="49" charset="0"/>
              </a:rPr>
              <a:t>False</a:t>
            </a:r>
          </a:p>
        </p:txBody>
      </p:sp>
      <p:sp>
        <p:nvSpPr>
          <p:cNvPr id="3" name="Text Box 4">
            <a:extLst>
              <a:ext uri="{FF2B5EF4-FFF2-40B4-BE49-F238E27FC236}">
                <a16:creationId xmlns:a16="http://schemas.microsoft.com/office/drawing/2014/main" id="{515B4319-F869-590E-6B16-F9B00DDF00F2}"/>
              </a:ext>
            </a:extLst>
          </p:cNvPr>
          <p:cNvSpPr txBox="1">
            <a:spLocks noChangeArrowheads="1"/>
          </p:cNvSpPr>
          <p:nvPr/>
        </p:nvSpPr>
        <p:spPr bwMode="auto">
          <a:xfrm>
            <a:off x="1473132" y="2164818"/>
            <a:ext cx="1865029" cy="369332"/>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del </a:t>
            </a:r>
            <a:r>
              <a:rPr lang="en-GB" sz="1800" err="1">
                <a:solidFill>
                  <a:schemeClr val="bg1"/>
                </a:solidFill>
                <a:latin typeface="Consolas" panose="020B0609020204030204" pitchFamily="49" charset="0"/>
              </a:rPr>
              <a:t>dict</a:t>
            </a:r>
            <a:r>
              <a:rPr lang="en-GB" sz="1800">
                <a:solidFill>
                  <a:schemeClr val="bg1"/>
                </a:solidFill>
                <a:latin typeface="Consolas" panose="020B0609020204030204" pitchFamily="49" charset="0"/>
              </a:rPr>
              <a:t>[key]</a:t>
            </a:r>
          </a:p>
        </p:txBody>
      </p:sp>
      <p:sp>
        <p:nvSpPr>
          <p:cNvPr id="6" name="Text Box 4">
            <a:extLst>
              <a:ext uri="{FF2B5EF4-FFF2-40B4-BE49-F238E27FC236}">
                <a16:creationId xmlns:a16="http://schemas.microsoft.com/office/drawing/2014/main" id="{0757A461-196C-E412-9C81-D6025C69C110}"/>
              </a:ext>
            </a:extLst>
          </p:cNvPr>
          <p:cNvSpPr txBox="1">
            <a:spLocks noChangeArrowheads="1"/>
          </p:cNvSpPr>
          <p:nvPr/>
        </p:nvSpPr>
        <p:spPr bwMode="auto">
          <a:xfrm>
            <a:off x="3632320" y="2164818"/>
            <a:ext cx="3226364" cy="369332"/>
          </a:xfrm>
          <a:prstGeom prst="rect">
            <a:avLst/>
          </a:prstGeom>
          <a:solidFill>
            <a:schemeClr val="tx1"/>
          </a:solidFill>
          <a:ln w="12700">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defTabSz="739775">
              <a:defRPr sz="1000">
                <a:solidFill>
                  <a:schemeClr val="tx1"/>
                </a:solidFill>
                <a:latin typeface="Arial" charset="0"/>
              </a:defRPr>
            </a:lvl1pPr>
            <a:lvl2pPr marL="742950" indent="-285750" defTabSz="739775">
              <a:defRPr sz="1000">
                <a:solidFill>
                  <a:schemeClr val="tx1"/>
                </a:solidFill>
                <a:latin typeface="Arial" charset="0"/>
              </a:defRPr>
            </a:lvl2pPr>
            <a:lvl3pPr marL="1143000" indent="-228600" defTabSz="739775">
              <a:defRPr sz="1000">
                <a:solidFill>
                  <a:schemeClr val="tx1"/>
                </a:solidFill>
                <a:latin typeface="Arial" charset="0"/>
              </a:defRPr>
            </a:lvl3pPr>
            <a:lvl4pPr marL="1600200" indent="-228600" defTabSz="739775">
              <a:defRPr sz="1000">
                <a:solidFill>
                  <a:schemeClr val="tx1"/>
                </a:solidFill>
                <a:latin typeface="Arial" charset="0"/>
              </a:defRPr>
            </a:lvl4pPr>
            <a:lvl5pPr marL="2057400" indent="-228600" defTabSz="739775">
              <a:defRPr sz="1000">
                <a:solidFill>
                  <a:schemeClr val="tx1"/>
                </a:solidFill>
                <a:latin typeface="Arial" charset="0"/>
              </a:defRPr>
            </a:lvl5pPr>
            <a:lvl6pPr marL="2514600" indent="-228600" defTabSz="739775" eaLnBrk="0" fontAlgn="base" hangingPunct="0">
              <a:spcBef>
                <a:spcPct val="50000"/>
              </a:spcBef>
              <a:spcAft>
                <a:spcPct val="0"/>
              </a:spcAft>
              <a:defRPr sz="1000">
                <a:solidFill>
                  <a:schemeClr val="tx1"/>
                </a:solidFill>
                <a:latin typeface="Arial" charset="0"/>
              </a:defRPr>
            </a:lvl6pPr>
            <a:lvl7pPr marL="2971800" indent="-228600" defTabSz="739775" eaLnBrk="0" fontAlgn="base" hangingPunct="0">
              <a:spcBef>
                <a:spcPct val="50000"/>
              </a:spcBef>
              <a:spcAft>
                <a:spcPct val="0"/>
              </a:spcAft>
              <a:defRPr sz="1000">
                <a:solidFill>
                  <a:schemeClr val="tx1"/>
                </a:solidFill>
                <a:latin typeface="Arial" charset="0"/>
              </a:defRPr>
            </a:lvl7pPr>
            <a:lvl8pPr marL="3429000" indent="-228600" defTabSz="739775" eaLnBrk="0" fontAlgn="base" hangingPunct="0">
              <a:spcBef>
                <a:spcPct val="50000"/>
              </a:spcBef>
              <a:spcAft>
                <a:spcPct val="0"/>
              </a:spcAft>
              <a:defRPr sz="1000">
                <a:solidFill>
                  <a:schemeClr val="tx1"/>
                </a:solidFill>
                <a:latin typeface="Arial" charset="0"/>
              </a:defRPr>
            </a:lvl8pPr>
            <a:lvl9pPr marL="3886200" indent="-228600" defTabSz="739775"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dict.pop</a:t>
            </a:r>
            <a:r>
              <a:rPr lang="en-GB" sz="1800">
                <a:solidFill>
                  <a:schemeClr val="bg1"/>
                </a:solidFill>
                <a:latin typeface="Consolas" panose="020B0609020204030204" pitchFamily="49" charset="0"/>
              </a:rPr>
              <a:t>(key[, default])</a:t>
            </a:r>
          </a:p>
        </p:txBody>
      </p:sp>
    </p:spTree>
    <p:extLst>
      <p:ext uri="{BB962C8B-B14F-4D97-AF65-F5344CB8AC3E}">
        <p14:creationId xmlns:p14="http://schemas.microsoft.com/office/powerpoint/2010/main" val="15575196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8C3CEB-6579-CC65-B027-CE07FDEFBF22}"/>
              </a:ext>
            </a:extLst>
          </p:cNvPr>
          <p:cNvSpPr>
            <a:spLocks noGrp="1"/>
          </p:cNvSpPr>
          <p:nvPr>
            <p:ph type="ctrTitle"/>
          </p:nvPr>
        </p:nvSpPr>
        <p:spPr/>
        <p:txBody>
          <a:bodyPr/>
          <a:lstStyle/>
          <a:p>
            <a:r>
              <a:rPr lang="en-GB" dirty="0"/>
              <a:t>Dictionary methods</a:t>
            </a:r>
          </a:p>
        </p:txBody>
      </p:sp>
      <p:sp>
        <p:nvSpPr>
          <p:cNvPr id="5" name="Text Placeholder 4">
            <a:extLst>
              <a:ext uri="{FF2B5EF4-FFF2-40B4-BE49-F238E27FC236}">
                <a16:creationId xmlns:a16="http://schemas.microsoft.com/office/drawing/2014/main" id="{4031E15D-BBC3-D4F3-D816-AFC4BCC8593F}"/>
              </a:ext>
            </a:extLst>
          </p:cNvPr>
          <p:cNvSpPr>
            <a:spLocks noGrp="1"/>
          </p:cNvSpPr>
          <p:nvPr>
            <p:ph sz="quarter" idx="4"/>
          </p:nvPr>
        </p:nvSpPr>
        <p:spPr/>
        <p:txBody>
          <a:bodyPr/>
          <a:lstStyle/>
          <a:p>
            <a:r>
              <a:rPr lang="en-GB"/>
              <a:t>Dictionary methods</a:t>
            </a:r>
          </a:p>
          <a:p>
            <a:endParaRPr lang="en-GB"/>
          </a:p>
        </p:txBody>
      </p:sp>
      <p:sp>
        <p:nvSpPr>
          <p:cNvPr id="3" name="Slide Number Placeholder 2">
            <a:extLst>
              <a:ext uri="{FF2B5EF4-FFF2-40B4-BE49-F238E27FC236}">
                <a16:creationId xmlns:a16="http://schemas.microsoft.com/office/drawing/2014/main" id="{1384C422-1F9B-0578-304C-3A915FB931B6}"/>
              </a:ext>
            </a:extLst>
          </p:cNvPr>
          <p:cNvSpPr>
            <a:spLocks noGrp="1"/>
          </p:cNvSpPr>
          <p:nvPr>
            <p:ph type="sldNum" sz="quarter" idx="12"/>
          </p:nvPr>
        </p:nvSpPr>
        <p:spPr/>
        <p:txBody>
          <a:bodyPr/>
          <a:lstStyle/>
          <a:p>
            <a:fld id="{EF892D59-8F09-EF4B-AD6D-DA609442F868}" type="slidenum">
              <a:rPr lang="en-GB" smtClean="0"/>
              <a:pPr/>
              <a:t>62</a:t>
            </a:fld>
            <a:endParaRPr lang="en-GB"/>
          </a:p>
        </p:txBody>
      </p:sp>
      <p:graphicFrame>
        <p:nvGraphicFramePr>
          <p:cNvPr id="2" name="Table 1">
            <a:extLst>
              <a:ext uri="{FF2B5EF4-FFF2-40B4-BE49-F238E27FC236}">
                <a16:creationId xmlns:a16="http://schemas.microsoft.com/office/drawing/2014/main" id="{47AD31D1-4B4A-1F33-D52D-047AE20A9BF1}"/>
              </a:ext>
            </a:extLst>
          </p:cNvPr>
          <p:cNvGraphicFramePr>
            <a:graphicFrameLocks noGrp="1"/>
          </p:cNvGraphicFramePr>
          <p:nvPr>
            <p:extLst>
              <p:ext uri="{D42A27DB-BD31-4B8C-83A1-F6EECF244321}">
                <p14:modId xmlns:p14="http://schemas.microsoft.com/office/powerpoint/2010/main" val="4191413295"/>
              </p:ext>
            </p:extLst>
          </p:nvPr>
        </p:nvGraphicFramePr>
        <p:xfrm>
          <a:off x="1039766" y="1821901"/>
          <a:ext cx="10111887" cy="4171128"/>
        </p:xfrm>
        <a:graphic>
          <a:graphicData uri="http://schemas.openxmlformats.org/drawingml/2006/table">
            <a:tbl>
              <a:tblPr firstRow="1" bandRow="1">
                <a:tableStyleId>{5C22544A-7EE6-4342-B048-85BDC9FD1C3A}</a:tableStyleId>
              </a:tblPr>
              <a:tblGrid>
                <a:gridCol w="4254399">
                  <a:extLst>
                    <a:ext uri="{9D8B030D-6E8A-4147-A177-3AD203B41FA5}">
                      <a16:colId xmlns:a16="http://schemas.microsoft.com/office/drawing/2014/main" val="1551974525"/>
                    </a:ext>
                  </a:extLst>
                </a:gridCol>
                <a:gridCol w="5857488">
                  <a:extLst>
                    <a:ext uri="{9D8B030D-6E8A-4147-A177-3AD203B41FA5}">
                      <a16:colId xmlns:a16="http://schemas.microsoft.com/office/drawing/2014/main" val="587885695"/>
                    </a:ext>
                  </a:extLst>
                </a:gridCol>
              </a:tblGrid>
              <a:tr h="0">
                <a:tc>
                  <a:txBody>
                    <a:bodyPr/>
                    <a:lstStyle/>
                    <a:p>
                      <a:pPr algn="ctr"/>
                      <a:r>
                        <a:rPr lang="en-GB" sz="1800">
                          <a:solidFill>
                            <a:schemeClr val="tx2"/>
                          </a:solidFill>
                        </a:rPr>
                        <a:t>Method</a:t>
                      </a:r>
                    </a:p>
                  </a:txBody>
                  <a:tcPr marL="73273" marR="73273" marT="36637" marB="36637" anchor="ctr">
                    <a:solidFill>
                      <a:schemeClr val="accent2"/>
                    </a:solidFill>
                  </a:tcPr>
                </a:tc>
                <a:tc>
                  <a:txBody>
                    <a:bodyPr/>
                    <a:lstStyle/>
                    <a:p>
                      <a:pPr algn="ctr"/>
                      <a:r>
                        <a:rPr lang="en-GB" sz="1800">
                          <a:solidFill>
                            <a:schemeClr val="tx2"/>
                          </a:solidFill>
                        </a:rPr>
                        <a:t>Meaning</a:t>
                      </a:r>
                    </a:p>
                  </a:txBody>
                  <a:tcPr marL="73273" marR="73273" marT="36637" marB="36637" anchor="ctr">
                    <a:solidFill>
                      <a:schemeClr val="accent2"/>
                    </a:solidFill>
                  </a:tcPr>
                </a:tc>
                <a:extLst>
                  <a:ext uri="{0D108BD9-81ED-4DB2-BD59-A6C34878D82A}">
                    <a16:rowId xmlns:a16="http://schemas.microsoft.com/office/drawing/2014/main" val="2345767861"/>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dict.clear</a:t>
                      </a:r>
                      <a:r>
                        <a:rPr lang="en-GB" sz="1800" b="1" i="0">
                          <a:latin typeface="Consolas" panose="020B0609020204030204" pitchFamily="49" charset="0"/>
                          <a:cs typeface="Courier New" panose="02070309020205020404" pitchFamily="49" charset="0"/>
                        </a:rPr>
                        <a:t>()		</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dirty="0"/>
                        <a:t>Remove all items from dict.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855035623"/>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dict.copy</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GB" sz="1800" b="0" i="0" u="none" strike="noStrike" cap="none" normalizeH="0" baseline="0" dirty="0">
                          <a:ln>
                            <a:noFill/>
                          </a:ln>
                          <a:solidFill>
                            <a:schemeClr val="tx1"/>
                          </a:solidFill>
                          <a:effectLst/>
                          <a:latin typeface="+mn-lt"/>
                        </a:rPr>
                        <a:t>Return a copy of dict.</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3382038161"/>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dict.fromkeys</a:t>
                      </a:r>
                      <a:r>
                        <a:rPr lang="en-GB" sz="1800" b="1" i="0">
                          <a:latin typeface="Consolas" panose="020B0609020204030204" pitchFamily="49" charset="0"/>
                          <a:cs typeface="Courier New" panose="02070309020205020404" pitchFamily="49" charset="0"/>
                        </a:rPr>
                        <a:t>(</a:t>
                      </a:r>
                      <a:r>
                        <a:rPr lang="en-GB" sz="1800" b="1" i="0" err="1">
                          <a:latin typeface="Consolas" panose="020B0609020204030204" pitchFamily="49" charset="0"/>
                          <a:cs typeface="Courier New" panose="02070309020205020404" pitchFamily="49" charset="0"/>
                        </a:rPr>
                        <a:t>seq</a:t>
                      </a:r>
                      <a:r>
                        <a:rPr lang="en-GB" sz="1800" b="1" i="0">
                          <a:latin typeface="Consolas" panose="020B0609020204030204" pitchFamily="49" charset="0"/>
                          <a:cs typeface="Courier New" panose="02070309020205020404" pitchFamily="49" charset="0"/>
                        </a:rPr>
                        <a:t>[,value])</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dirty="0"/>
                        <a:t>Create a new dictionary from seq.</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08977006"/>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dict.get</a:t>
                      </a:r>
                      <a:r>
                        <a:rPr lang="en-GB" sz="1800" b="1" i="0">
                          <a:latin typeface="Consolas" panose="020B0609020204030204" pitchFamily="49" charset="0"/>
                          <a:cs typeface="Courier New" panose="02070309020205020404" pitchFamily="49" charset="0"/>
                        </a:rPr>
                        <a:t>(key[,default])</a:t>
                      </a:r>
                    </a:p>
                  </a:txBody>
                  <a:tcPr marL="73273" marR="73273" marT="36637" marB="36637" anchor="ctr">
                    <a:solidFill>
                      <a:schemeClr val="accent2">
                        <a:lumMod val="20000"/>
                        <a:lumOff val="80000"/>
                      </a:schemeClr>
                    </a:solidFill>
                  </a:tcPr>
                </a:tc>
                <a:tc>
                  <a:txBody>
                    <a:bodyPr/>
                    <a:lstStyle/>
                    <a:p>
                      <a:pPr>
                        <a:spcBef>
                          <a:spcPts val="600"/>
                        </a:spcBef>
                      </a:pPr>
                      <a:r>
                        <a:rPr lang="en-GB" altLang="en-US" sz="1800" dirty="0"/>
                        <a:t>Return the value for key, or default if it does not exist.</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2594989465"/>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dict.items</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dirty="0"/>
                        <a:t>Return a  view of the key-value pairs.</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1029930572"/>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dict.keys</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a:spcBef>
                          <a:spcPts val="600"/>
                        </a:spcBef>
                      </a:pPr>
                      <a:r>
                        <a:rPr lang="en-GB" altLang="en-US" sz="1800" dirty="0"/>
                        <a:t>Return a view of the keys.</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3557215800"/>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dict.pop</a:t>
                      </a:r>
                      <a:r>
                        <a:rPr lang="en-GB" sz="1800" b="1" i="0">
                          <a:latin typeface="Consolas" panose="020B0609020204030204" pitchFamily="49" charset="0"/>
                          <a:cs typeface="Courier New" panose="02070309020205020404" pitchFamily="49" charset="0"/>
                        </a:rPr>
                        <a:t>(key[,default])</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dirty="0"/>
                        <a:t>Remove and return key's value, else return default.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2002038572"/>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dict.popitem</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20000"/>
                        <a:lumOff val="80000"/>
                      </a:schemeClr>
                    </a:solidFill>
                  </a:tcPr>
                </a:tc>
                <a:tc>
                  <a:txBody>
                    <a:bodyPr/>
                    <a:lstStyle/>
                    <a:p>
                      <a:pPr>
                        <a:spcBef>
                          <a:spcPts val="600"/>
                        </a:spcBef>
                      </a:pPr>
                      <a:r>
                        <a:rPr lang="en-GB" altLang="en-US" sz="1800" dirty="0"/>
                        <a:t>Remove the next item from the dictionary.</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2629385277"/>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dict.setdefault</a:t>
                      </a:r>
                      <a:r>
                        <a:rPr lang="en-GB" sz="1800" b="1" i="0">
                          <a:latin typeface="Consolas" panose="020B0609020204030204" pitchFamily="49" charset="0"/>
                          <a:cs typeface="Courier New" panose="02070309020205020404" pitchFamily="49" charset="0"/>
                        </a:rPr>
                        <a:t>(key[,default]) </a:t>
                      </a:r>
                    </a:p>
                  </a:txBody>
                  <a:tcPr marL="73273" marR="73273" marT="36637" marB="36637" anchor="ctr">
                    <a:solidFill>
                      <a:schemeClr val="accent2">
                        <a:lumMod val="40000"/>
                        <a:lumOff val="60000"/>
                      </a:schemeClr>
                    </a:solidFill>
                  </a:tcPr>
                </a:tc>
                <a:tc>
                  <a:txBody>
                    <a:bodyPr/>
                    <a:lstStyle/>
                    <a:p>
                      <a:pPr>
                        <a:spcBef>
                          <a:spcPts val="600"/>
                        </a:spcBef>
                      </a:pPr>
                      <a:r>
                        <a:rPr lang="en-GB" altLang="en-US" sz="1800" dirty="0"/>
                        <a:t>Add key if it does not already exist.</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3579780692"/>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dict.update</a:t>
                      </a:r>
                      <a:r>
                        <a:rPr lang="en-GB" sz="1800" b="1" i="0">
                          <a:latin typeface="Consolas" panose="020B0609020204030204" pitchFamily="49" charset="0"/>
                          <a:cs typeface="Courier New" panose="02070309020205020404" pitchFamily="49" charset="0"/>
                        </a:rPr>
                        <a:t>(dictionary)</a:t>
                      </a:r>
                    </a:p>
                  </a:txBody>
                  <a:tcPr marL="73273" marR="73273" marT="36637" marB="36637" anchor="ctr">
                    <a:solidFill>
                      <a:schemeClr val="accent2">
                        <a:lumMod val="20000"/>
                        <a:lumOff val="80000"/>
                      </a:schemeClr>
                    </a:solidFill>
                  </a:tcPr>
                </a:tc>
                <a:tc>
                  <a:txBody>
                    <a:bodyPr/>
                    <a:lstStyle/>
                    <a:p>
                      <a:pPr>
                        <a:spcBef>
                          <a:spcPts val="600"/>
                        </a:spcBef>
                      </a:pPr>
                      <a:r>
                        <a:rPr lang="en-GB" altLang="en-US" sz="1800"/>
                        <a:t>Merge another dictionary into dict.</a:t>
                      </a:r>
                    </a:p>
                  </a:txBody>
                  <a:tcPr marL="73273" marR="73273" marT="36637" marB="36637" anchor="ctr">
                    <a:solidFill>
                      <a:schemeClr val="accent2">
                        <a:lumMod val="20000"/>
                        <a:lumOff val="80000"/>
                      </a:schemeClr>
                    </a:solidFill>
                  </a:tcPr>
                </a:tc>
                <a:extLst>
                  <a:ext uri="{0D108BD9-81ED-4DB2-BD59-A6C34878D82A}">
                    <a16:rowId xmlns:a16="http://schemas.microsoft.com/office/drawing/2014/main" val="3137229064"/>
                  </a:ext>
                </a:extLst>
              </a:tr>
              <a:tr h="335886">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1800" b="1" i="0" err="1">
                          <a:latin typeface="Consolas" panose="020B0609020204030204" pitchFamily="49" charset="0"/>
                          <a:cs typeface="Courier New" panose="02070309020205020404" pitchFamily="49" charset="0"/>
                        </a:rPr>
                        <a:t>dict.values</a:t>
                      </a:r>
                      <a:r>
                        <a:rPr lang="en-GB" sz="1800" b="1" i="0">
                          <a:latin typeface="Consolas" panose="020B0609020204030204" pitchFamily="49" charset="0"/>
                          <a:cs typeface="Courier New" panose="02070309020205020404" pitchFamily="49" charset="0"/>
                        </a:rPr>
                        <a:t>()</a:t>
                      </a:r>
                    </a:p>
                  </a:txBody>
                  <a:tcPr marL="73273" marR="73273" marT="36637" marB="36637" anchor="ct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GB" altLang="en-US" sz="1800" dirty="0"/>
                        <a:t>Return a view of the values.</a:t>
                      </a:r>
                    </a:p>
                  </a:txBody>
                  <a:tcPr marL="73273" marR="73273" marT="36637" marB="36637" anchor="ctr">
                    <a:solidFill>
                      <a:schemeClr val="accent2">
                        <a:lumMod val="40000"/>
                        <a:lumOff val="60000"/>
                      </a:schemeClr>
                    </a:solidFill>
                  </a:tcPr>
                </a:tc>
                <a:extLst>
                  <a:ext uri="{0D108BD9-81ED-4DB2-BD59-A6C34878D82A}">
                    <a16:rowId xmlns:a16="http://schemas.microsoft.com/office/drawing/2014/main" val="1119249700"/>
                  </a:ext>
                </a:extLst>
              </a:tr>
            </a:tbl>
          </a:graphicData>
        </a:graphic>
      </p:graphicFrame>
    </p:spTree>
    <p:extLst>
      <p:ext uri="{BB962C8B-B14F-4D97-AF65-F5344CB8AC3E}">
        <p14:creationId xmlns:p14="http://schemas.microsoft.com/office/powerpoint/2010/main" val="41971133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p:txBody>
          <a:bodyPr/>
          <a:lstStyle/>
          <a:p>
            <a:pPr eaLnBrk="1" hangingPunct="1"/>
            <a:r>
              <a:rPr lang="en-GB" dirty="0"/>
              <a:t>View objects: Examples</a:t>
            </a:r>
          </a:p>
        </p:txBody>
      </p:sp>
      <p:sp>
        <p:nvSpPr>
          <p:cNvPr id="23555" name="Rectangle 6"/>
          <p:cNvSpPr>
            <a:spLocks noGrp="1" noChangeArrowheads="1"/>
          </p:cNvSpPr>
          <p:nvPr>
            <p:ph sz="quarter" idx="4"/>
          </p:nvPr>
        </p:nvSpPr>
        <p:spPr>
          <a:xfrm>
            <a:off x="285750" y="1733108"/>
            <a:ext cx="11461750" cy="4348715"/>
          </a:xfrm>
        </p:spPr>
        <p:txBody>
          <a:bodyPr>
            <a:normAutofit lnSpcReduction="10000"/>
          </a:bodyPr>
          <a:lstStyle/>
          <a:p>
            <a:pPr marL="458787" indent="-285750"/>
            <a:r>
              <a:rPr lang="en-GB" dirty="0">
                <a:solidFill>
                  <a:schemeClr val="tx1"/>
                </a:solidFill>
              </a:rPr>
              <a:t>May be used in iteration:</a:t>
            </a:r>
          </a:p>
          <a:p>
            <a:pPr marL="0" indent="0">
              <a:buNone/>
            </a:pPr>
            <a:endParaRPr lang="en-GB" dirty="0">
              <a:solidFill>
                <a:schemeClr val="tx1"/>
              </a:solidFill>
            </a:endParaRPr>
          </a:p>
          <a:p>
            <a:pPr marL="0" indent="0">
              <a:buNone/>
            </a:pPr>
            <a:endParaRPr lang="en-GB" sz="800" dirty="0">
              <a:solidFill>
                <a:schemeClr val="tx1"/>
              </a:solidFill>
            </a:endParaRPr>
          </a:p>
          <a:p>
            <a:pPr marL="0" indent="0">
              <a:buNone/>
            </a:pPr>
            <a:endParaRPr lang="en-GB" dirty="0">
              <a:solidFill>
                <a:schemeClr val="tx1"/>
              </a:solidFill>
            </a:endParaRPr>
          </a:p>
          <a:p>
            <a:pPr marL="0" indent="0">
              <a:buNone/>
            </a:pPr>
            <a:endParaRPr lang="en-GB" dirty="0">
              <a:solidFill>
                <a:schemeClr val="tx1"/>
              </a:solidFill>
            </a:endParaRPr>
          </a:p>
          <a:p>
            <a:pPr marL="0" indent="0">
              <a:buNone/>
            </a:pPr>
            <a:endParaRPr lang="en-GB" dirty="0">
              <a:solidFill>
                <a:schemeClr val="tx1"/>
              </a:solidFill>
            </a:endParaRPr>
          </a:p>
          <a:p>
            <a:pPr marL="0" indent="0">
              <a:buNone/>
            </a:pPr>
            <a:endParaRPr lang="en-GB" sz="800" dirty="0">
              <a:solidFill>
                <a:schemeClr val="tx1"/>
              </a:solidFill>
            </a:endParaRPr>
          </a:p>
          <a:p>
            <a:pPr marL="0" indent="0">
              <a:buNone/>
            </a:pPr>
            <a:endParaRPr lang="en-GB" dirty="0">
              <a:solidFill>
                <a:schemeClr val="tx1"/>
              </a:solidFill>
            </a:endParaRPr>
          </a:p>
          <a:p>
            <a:pPr marL="458787" indent="-285750"/>
            <a:r>
              <a:rPr lang="en-GB" dirty="0">
                <a:solidFill>
                  <a:schemeClr val="tx1"/>
                </a:solidFill>
              </a:rPr>
              <a:t>To store as a list:</a:t>
            </a:r>
          </a:p>
          <a:p>
            <a:pPr marL="0" indent="0">
              <a:buNone/>
            </a:pPr>
            <a:endParaRPr lang="en-GB" dirty="0">
              <a:solidFill>
                <a:schemeClr val="tx1"/>
              </a:solidFill>
            </a:endParaRPr>
          </a:p>
          <a:p>
            <a:pPr marL="0" indent="0">
              <a:buNone/>
            </a:pPr>
            <a:endParaRPr lang="en-GB" sz="800" dirty="0">
              <a:solidFill>
                <a:schemeClr val="tx1"/>
              </a:solidFill>
            </a:endParaRPr>
          </a:p>
          <a:p>
            <a:pPr marL="0" indent="0">
              <a:buNone/>
            </a:pPr>
            <a:endParaRPr lang="en-GB" dirty="0">
              <a:solidFill>
                <a:schemeClr val="tx1"/>
              </a:solidFill>
            </a:endParaRPr>
          </a:p>
          <a:p>
            <a:pPr marL="458787" indent="-285750"/>
            <a:r>
              <a:rPr lang="en-GB" dirty="0">
                <a:solidFill>
                  <a:schemeClr val="tx1"/>
                </a:solidFill>
              </a:rPr>
              <a:t>In set operations:</a:t>
            </a:r>
          </a:p>
        </p:txBody>
      </p:sp>
      <p:sp>
        <p:nvSpPr>
          <p:cNvPr id="23556" name="Text Box 4"/>
          <p:cNvSpPr txBox="1">
            <a:spLocks noChangeArrowheads="1"/>
          </p:cNvSpPr>
          <p:nvPr/>
        </p:nvSpPr>
        <p:spPr bwMode="auto">
          <a:xfrm>
            <a:off x="1225756" y="2019361"/>
            <a:ext cx="3994426" cy="2154436"/>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nebula = {'M42':'Orion',</a:t>
            </a:r>
          </a:p>
          <a:p>
            <a:pPr>
              <a:spcBef>
                <a:spcPct val="0"/>
              </a:spcBef>
            </a:pPr>
            <a:r>
              <a:rPr lang="en-GB" sz="1800">
                <a:solidFill>
                  <a:schemeClr val="bg1"/>
                </a:solidFill>
                <a:latin typeface="Consolas" panose="020B0609020204030204" pitchFamily="49" charset="0"/>
              </a:rPr>
              <a:t>          'C33':'Veil',</a:t>
            </a:r>
          </a:p>
          <a:p>
            <a:pPr>
              <a:spcBef>
                <a:spcPct val="0"/>
              </a:spcBef>
            </a:pPr>
            <a:r>
              <a:rPr lang="en-GB" sz="1800">
                <a:solidFill>
                  <a:schemeClr val="bg1"/>
                </a:solidFill>
                <a:latin typeface="Consolas" panose="020B0609020204030204" pitchFamily="49" charset="0"/>
              </a:rPr>
              <a:t>          'M8' :'Lagoon',</a:t>
            </a:r>
          </a:p>
          <a:p>
            <a:pPr>
              <a:spcBef>
                <a:spcPct val="0"/>
              </a:spcBef>
            </a:pPr>
            <a:r>
              <a:rPr lang="en-GB" sz="1800">
                <a:solidFill>
                  <a:schemeClr val="bg1"/>
                </a:solidFill>
                <a:latin typeface="Consolas" panose="020B0609020204030204" pitchFamily="49" charset="0"/>
              </a:rPr>
              <a:t>          'M17':'Swan'</a:t>
            </a:r>
          </a:p>
          <a:p>
            <a:pPr>
              <a:spcBef>
                <a:spcPct val="0"/>
              </a:spcBef>
            </a:pPr>
            <a:r>
              <a:rPr lang="en-GB" sz="1800">
                <a:solidFill>
                  <a:schemeClr val="bg1"/>
                </a:solidFill>
                <a:latin typeface="Consolas" panose="020B0609020204030204" pitchFamily="49" charset="0"/>
              </a:rPr>
              <a:t>}</a:t>
            </a:r>
          </a:p>
          <a:p>
            <a:pPr>
              <a:spcBef>
                <a:spcPct val="0"/>
              </a:spcBef>
            </a:pPr>
            <a:endParaRPr lang="en-GB" sz="800">
              <a:solidFill>
                <a:schemeClr val="bg1"/>
              </a:solidFill>
              <a:latin typeface="Consolas" panose="020B0609020204030204" pitchFamily="49" charset="0"/>
            </a:endParaRPr>
          </a:p>
          <a:p>
            <a:pPr>
              <a:spcBef>
                <a:spcPct val="0"/>
              </a:spcBef>
            </a:pPr>
            <a:r>
              <a:rPr lang="en-GB" sz="1800">
                <a:solidFill>
                  <a:schemeClr val="bg1"/>
                </a:solidFill>
                <a:latin typeface="Consolas" panose="020B0609020204030204" pitchFamily="49" charset="0"/>
              </a:rPr>
              <a:t>for </a:t>
            </a:r>
            <a:r>
              <a:rPr lang="en-GB" sz="1800" err="1">
                <a:solidFill>
                  <a:schemeClr val="bg1"/>
                </a:solidFill>
                <a:latin typeface="Consolas" panose="020B0609020204030204" pitchFamily="49" charset="0"/>
              </a:rPr>
              <a:t>kv</a:t>
            </a:r>
            <a:r>
              <a:rPr lang="en-GB" sz="1800">
                <a:solidFill>
                  <a:schemeClr val="bg1"/>
                </a:solidFill>
                <a:latin typeface="Consolas" panose="020B0609020204030204" pitchFamily="49" charset="0"/>
              </a:rPr>
              <a:t> in </a:t>
            </a:r>
            <a:r>
              <a:rPr lang="en-GB" sz="1800" err="1">
                <a:solidFill>
                  <a:schemeClr val="bg1"/>
                </a:solidFill>
                <a:latin typeface="Consolas" panose="020B0609020204030204" pitchFamily="49" charset="0"/>
              </a:rPr>
              <a:t>nebula.items</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    print(</a:t>
            </a:r>
            <a:r>
              <a:rPr lang="en-GB" sz="1800" err="1">
                <a:solidFill>
                  <a:schemeClr val="bg1"/>
                </a:solidFill>
                <a:latin typeface="Consolas" panose="020B0609020204030204" pitchFamily="49" charset="0"/>
              </a:rPr>
              <a:t>kv</a:t>
            </a:r>
            <a:r>
              <a:rPr lang="en-GB" sz="1800">
                <a:solidFill>
                  <a:schemeClr val="bg1"/>
                </a:solidFill>
                <a:latin typeface="Consolas" panose="020B0609020204030204" pitchFamily="49" charset="0"/>
              </a:rPr>
              <a:t>)</a:t>
            </a:r>
          </a:p>
        </p:txBody>
      </p:sp>
      <p:sp>
        <p:nvSpPr>
          <p:cNvPr id="23557" name="Text Box 5"/>
          <p:cNvSpPr txBox="1">
            <a:spLocks noChangeArrowheads="1"/>
          </p:cNvSpPr>
          <p:nvPr/>
        </p:nvSpPr>
        <p:spPr bwMode="auto">
          <a:xfrm>
            <a:off x="5220182" y="2973647"/>
            <a:ext cx="2651125" cy="1200150"/>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latin typeface="Consolas" panose="020B0609020204030204" pitchFamily="49" charset="0"/>
              </a:rPr>
              <a:t>('M42', 'Orion')</a:t>
            </a:r>
          </a:p>
          <a:p>
            <a:pPr>
              <a:spcBef>
                <a:spcPct val="0"/>
              </a:spcBef>
            </a:pPr>
            <a:r>
              <a:rPr lang="en-GB" sz="1800">
                <a:latin typeface="Consolas" panose="020B0609020204030204" pitchFamily="49" charset="0"/>
              </a:rPr>
              <a:t>('M17', 'Swan')</a:t>
            </a:r>
          </a:p>
          <a:p>
            <a:pPr>
              <a:spcBef>
                <a:spcPct val="0"/>
              </a:spcBef>
            </a:pPr>
            <a:r>
              <a:rPr lang="en-GB" sz="1800">
                <a:latin typeface="Consolas" panose="020B0609020204030204" pitchFamily="49" charset="0"/>
              </a:rPr>
              <a:t>('M8', 'Lagoon')</a:t>
            </a:r>
          </a:p>
          <a:p>
            <a:pPr>
              <a:spcBef>
                <a:spcPct val="0"/>
              </a:spcBef>
            </a:pPr>
            <a:r>
              <a:rPr lang="en-GB" sz="1800">
                <a:latin typeface="Consolas" panose="020B0609020204030204" pitchFamily="49" charset="0"/>
              </a:rPr>
              <a:t>('C33', 'Veil')</a:t>
            </a:r>
          </a:p>
        </p:txBody>
      </p:sp>
      <p:sp>
        <p:nvSpPr>
          <p:cNvPr id="23558" name="Text Box 7"/>
          <p:cNvSpPr txBox="1">
            <a:spLocks noChangeArrowheads="1"/>
          </p:cNvSpPr>
          <p:nvPr/>
        </p:nvSpPr>
        <p:spPr bwMode="auto">
          <a:xfrm>
            <a:off x="1225757" y="4551465"/>
            <a:ext cx="3994426" cy="650875"/>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err="1">
                <a:solidFill>
                  <a:schemeClr val="bg1"/>
                </a:solidFill>
                <a:latin typeface="Consolas" panose="020B0609020204030204" pitchFamily="49" charset="0"/>
              </a:rPr>
              <a:t>lkeys</a:t>
            </a:r>
            <a:r>
              <a:rPr lang="en-GB" sz="1800">
                <a:solidFill>
                  <a:schemeClr val="bg1"/>
                </a:solidFill>
                <a:latin typeface="Consolas" panose="020B0609020204030204" pitchFamily="49" charset="0"/>
              </a:rPr>
              <a:t> = list(</a:t>
            </a:r>
            <a:r>
              <a:rPr lang="en-GB" sz="1800" err="1">
                <a:solidFill>
                  <a:schemeClr val="bg1"/>
                </a:solidFill>
                <a:latin typeface="Consolas" panose="020B0609020204030204" pitchFamily="49" charset="0"/>
              </a:rPr>
              <a:t>nebula.keys</a:t>
            </a:r>
            <a:r>
              <a:rPr lang="en-GB" sz="1800">
                <a:solidFill>
                  <a:schemeClr val="bg1"/>
                </a:solidFill>
                <a:latin typeface="Consolas" panose="020B0609020204030204" pitchFamily="49" charset="0"/>
              </a:rPr>
              <a:t>())</a:t>
            </a:r>
          </a:p>
          <a:p>
            <a:pPr>
              <a:spcBef>
                <a:spcPct val="0"/>
              </a:spcBef>
            </a:pPr>
            <a:r>
              <a:rPr lang="en-GB" sz="1800">
                <a:solidFill>
                  <a:schemeClr val="bg1"/>
                </a:solidFill>
                <a:latin typeface="Consolas" panose="020B0609020204030204" pitchFamily="49" charset="0"/>
              </a:rPr>
              <a:t>print(</a:t>
            </a:r>
            <a:r>
              <a:rPr lang="en-GB" sz="1800" err="1">
                <a:solidFill>
                  <a:schemeClr val="bg1"/>
                </a:solidFill>
                <a:latin typeface="Consolas" panose="020B0609020204030204" pitchFamily="49" charset="0"/>
              </a:rPr>
              <a:t>lkeys</a:t>
            </a:r>
            <a:r>
              <a:rPr lang="en-GB" sz="1800">
                <a:solidFill>
                  <a:schemeClr val="bg1"/>
                </a:solidFill>
                <a:latin typeface="Consolas" panose="020B0609020204030204" pitchFamily="49" charset="0"/>
              </a:rPr>
              <a:t>)</a:t>
            </a:r>
          </a:p>
        </p:txBody>
      </p:sp>
      <p:sp>
        <p:nvSpPr>
          <p:cNvPr id="23560" name="Text Box 9"/>
          <p:cNvSpPr txBox="1">
            <a:spLocks noChangeArrowheads="1"/>
          </p:cNvSpPr>
          <p:nvPr/>
        </p:nvSpPr>
        <p:spPr bwMode="auto">
          <a:xfrm>
            <a:off x="5220182" y="4818433"/>
            <a:ext cx="3603872" cy="369332"/>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latin typeface="Consolas" panose="020B0609020204030204" pitchFamily="49" charset="0"/>
              </a:rPr>
              <a:t>['M42', 'M17', 'M8', 'C33']</a:t>
            </a:r>
          </a:p>
        </p:txBody>
      </p:sp>
      <p:sp>
        <p:nvSpPr>
          <p:cNvPr id="23559" name="Text Box 8"/>
          <p:cNvSpPr txBox="1">
            <a:spLocks noChangeArrowheads="1"/>
          </p:cNvSpPr>
          <p:nvPr/>
        </p:nvSpPr>
        <p:spPr bwMode="auto">
          <a:xfrm>
            <a:off x="1225756" y="5847101"/>
            <a:ext cx="4870244" cy="646331"/>
          </a:xfrm>
          <a:prstGeom prst="rect">
            <a:avLst/>
          </a:prstGeom>
          <a:solidFill>
            <a:schemeClr val="tx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solidFill>
                  <a:schemeClr val="bg1"/>
                </a:solidFill>
                <a:latin typeface="Consolas" panose="020B0609020204030204" pitchFamily="49" charset="0"/>
              </a:rPr>
              <a:t>jelly = </a:t>
            </a:r>
            <a:r>
              <a:rPr lang="en-GB" sz="1800" err="1">
                <a:solidFill>
                  <a:schemeClr val="bg1"/>
                </a:solidFill>
                <a:latin typeface="Consolas" panose="020B0609020204030204" pitchFamily="49" charset="0"/>
              </a:rPr>
              <a:t>nebula.keys</a:t>
            </a:r>
            <a:r>
              <a:rPr lang="en-GB" sz="1800">
                <a:solidFill>
                  <a:schemeClr val="bg1"/>
                </a:solidFill>
                <a:latin typeface="Consolas" panose="020B0609020204030204" pitchFamily="49" charset="0"/>
              </a:rPr>
              <a:t>() | {'M37', 'M5'}</a:t>
            </a:r>
          </a:p>
          <a:p>
            <a:pPr>
              <a:spcBef>
                <a:spcPct val="0"/>
              </a:spcBef>
            </a:pPr>
            <a:r>
              <a:rPr lang="en-GB" sz="1800">
                <a:solidFill>
                  <a:schemeClr val="bg1"/>
                </a:solidFill>
                <a:latin typeface="Consolas" panose="020B0609020204030204" pitchFamily="49" charset="0"/>
              </a:rPr>
              <a:t>print(jelly)</a:t>
            </a:r>
          </a:p>
        </p:txBody>
      </p:sp>
      <p:sp>
        <p:nvSpPr>
          <p:cNvPr id="23561" name="Text Box 10"/>
          <p:cNvSpPr txBox="1">
            <a:spLocks noChangeArrowheads="1"/>
          </p:cNvSpPr>
          <p:nvPr/>
        </p:nvSpPr>
        <p:spPr bwMode="auto">
          <a:xfrm>
            <a:off x="6095710" y="6119651"/>
            <a:ext cx="5250155" cy="369332"/>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a:latin typeface="Consolas" panose="020B0609020204030204" pitchFamily="49" charset="0"/>
              </a:rPr>
              <a:t>{'M5', 'M37', 'M17', 'M42', 'M8', 'C33'}</a:t>
            </a:r>
          </a:p>
        </p:txBody>
      </p:sp>
      <p:sp>
        <p:nvSpPr>
          <p:cNvPr id="2" name="Slide Number Placeholder 1">
            <a:extLst>
              <a:ext uri="{FF2B5EF4-FFF2-40B4-BE49-F238E27FC236}">
                <a16:creationId xmlns:a16="http://schemas.microsoft.com/office/drawing/2014/main" id="{ACDB2016-FB48-D5B1-7183-04074FB63D5F}"/>
              </a:ext>
            </a:extLst>
          </p:cNvPr>
          <p:cNvSpPr>
            <a:spLocks noGrp="1"/>
          </p:cNvSpPr>
          <p:nvPr>
            <p:ph type="sldNum" sz="quarter" idx="12"/>
          </p:nvPr>
        </p:nvSpPr>
        <p:spPr/>
        <p:txBody>
          <a:bodyPr/>
          <a:lstStyle/>
          <a:p>
            <a:fld id="{EF892D59-8F09-EF4B-AD6D-DA609442F868}" type="slidenum">
              <a:rPr lang="en-GB" smtClean="0"/>
              <a:pPr/>
              <a:t>63</a:t>
            </a:fld>
            <a:endParaRPr lang="en-GB"/>
          </a:p>
        </p:txBody>
      </p:sp>
    </p:spTree>
    <p:extLst>
      <p:ext uri="{BB962C8B-B14F-4D97-AF65-F5344CB8AC3E}">
        <p14:creationId xmlns:p14="http://schemas.microsoft.com/office/powerpoint/2010/main" val="30340239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64D64F-00C8-4D63-E51A-DFB7A3430625}"/>
              </a:ext>
            </a:extLst>
          </p:cNvPr>
          <p:cNvSpPr>
            <a:spLocks noGrp="1"/>
          </p:cNvSpPr>
          <p:nvPr>
            <p:ph type="ctrTitle"/>
          </p:nvPr>
        </p:nvSpPr>
        <p:spPr/>
        <p:txBody>
          <a:bodyPr/>
          <a:lstStyle/>
          <a:p>
            <a:r>
              <a:rPr lang="en-GB" dirty="0"/>
              <a:t>Review questions</a:t>
            </a:r>
          </a:p>
        </p:txBody>
      </p:sp>
      <p:sp>
        <p:nvSpPr>
          <p:cNvPr id="6" name="Text Placeholder 5">
            <a:extLst>
              <a:ext uri="{FF2B5EF4-FFF2-40B4-BE49-F238E27FC236}">
                <a16:creationId xmlns:a16="http://schemas.microsoft.com/office/drawing/2014/main" id="{9A3EAC25-A4FA-3E86-789C-3F19C3B2315B}"/>
              </a:ext>
            </a:extLst>
          </p:cNvPr>
          <p:cNvSpPr>
            <a:spLocks noGrp="1"/>
          </p:cNvSpPr>
          <p:nvPr>
            <p:ph type="body" sz="quarter" idx="13"/>
          </p:nvPr>
        </p:nvSpPr>
        <p:spPr/>
        <p:txBody>
          <a:bodyPr/>
          <a:lstStyle/>
          <a:p>
            <a:pPr marL="263525" indent="-263525">
              <a:buAutoNum type="arabicPeriod"/>
            </a:pPr>
            <a:r>
              <a:rPr lang="en-GB" b="1" dirty="0"/>
              <a:t>Which one of the following collections is immutable?</a:t>
            </a:r>
          </a:p>
          <a:p>
            <a:pPr marL="538163" indent="-274638">
              <a:buFont typeface="+mj-lt"/>
              <a:buAutoNum type="alphaLcPeriod"/>
            </a:pPr>
            <a:r>
              <a:rPr lang="en-GB" dirty="0"/>
              <a:t>list</a:t>
            </a:r>
          </a:p>
          <a:p>
            <a:pPr marL="538163" lvl="0" indent="-274638">
              <a:buFont typeface="+mj-lt"/>
              <a:buAutoNum type="alphaLcPeriod" startAt="2"/>
            </a:pPr>
            <a:r>
              <a:rPr lang="en-GB" dirty="0" err="1"/>
              <a:t>dict</a:t>
            </a:r>
            <a:endParaRPr lang="en-GB" dirty="0"/>
          </a:p>
          <a:p>
            <a:pPr marL="538163" lvl="0" indent="-274638">
              <a:buFont typeface="+mj-lt"/>
              <a:buAutoNum type="alphaLcPeriod" startAt="2"/>
            </a:pPr>
            <a:r>
              <a:rPr lang="en-GB" dirty="0"/>
              <a:t>set</a:t>
            </a:r>
          </a:p>
          <a:p>
            <a:pPr marL="538163" lvl="0" indent="-274638">
              <a:buFont typeface="+mj-lt"/>
              <a:buAutoNum type="alphaLcPeriod" startAt="2"/>
            </a:pPr>
            <a:r>
              <a:rPr lang="en-GB" dirty="0"/>
              <a:t>Tuple</a:t>
            </a:r>
          </a:p>
          <a:p>
            <a:pPr marL="342900" indent="-342900">
              <a:buFont typeface="+mj-lt"/>
              <a:buAutoNum type="arabicPeriod" startAt="2"/>
            </a:pPr>
            <a:r>
              <a:rPr lang="en-GB" b="1" dirty="0"/>
              <a:t>What is the main characteristic of a Python set?</a:t>
            </a:r>
          </a:p>
          <a:p>
            <a:pPr marL="538163" lvl="0" indent="-274638">
              <a:buAutoNum type="alphaLcPeriod"/>
            </a:pPr>
            <a:r>
              <a:rPr lang="en-GB" dirty="0"/>
              <a:t>It maintain insertion order.</a:t>
            </a:r>
          </a:p>
          <a:p>
            <a:pPr marL="538163" lvl="0" indent="-274638">
              <a:buAutoNum type="alphaLcPeriod"/>
            </a:pPr>
            <a:r>
              <a:rPr lang="en-GB" dirty="0"/>
              <a:t>It allows duplicate elements.</a:t>
            </a:r>
          </a:p>
          <a:p>
            <a:pPr marL="538163" lvl="0" indent="-274638">
              <a:buAutoNum type="alphaLcPeriod"/>
            </a:pPr>
            <a:r>
              <a:rPr lang="en-GB" dirty="0"/>
              <a:t>It stores unique, unordered elements.</a:t>
            </a:r>
          </a:p>
          <a:p>
            <a:pPr marL="538163" lvl="0" indent="-274638">
              <a:buAutoNum type="alphaLcPeriod"/>
            </a:pPr>
            <a:r>
              <a:rPr lang="en-GB" dirty="0"/>
              <a:t>It maps keys to values.</a:t>
            </a:r>
          </a:p>
        </p:txBody>
      </p:sp>
      <p:sp>
        <p:nvSpPr>
          <p:cNvPr id="4" name="Slide Number Placeholder 3">
            <a:extLst>
              <a:ext uri="{FF2B5EF4-FFF2-40B4-BE49-F238E27FC236}">
                <a16:creationId xmlns:a16="http://schemas.microsoft.com/office/drawing/2014/main" id="{509DA24A-B334-E6AB-0D72-8E6C2AF2ED05}"/>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64</a:t>
            </a:fld>
            <a:endParaRPr lang="en-US"/>
          </a:p>
        </p:txBody>
      </p:sp>
    </p:spTree>
    <p:extLst>
      <p:ext uri="{BB962C8B-B14F-4D97-AF65-F5344CB8AC3E}">
        <p14:creationId xmlns:p14="http://schemas.microsoft.com/office/powerpoint/2010/main" val="15741405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B570A-74CA-95B2-FA95-9869F781E21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5BDC4B9-32D9-7C9A-51A4-1D671BB98AE4}"/>
              </a:ext>
            </a:extLst>
          </p:cNvPr>
          <p:cNvSpPr>
            <a:spLocks noGrp="1"/>
          </p:cNvSpPr>
          <p:nvPr>
            <p:ph type="ctrTitle"/>
          </p:nvPr>
        </p:nvSpPr>
        <p:spPr/>
        <p:txBody>
          <a:bodyPr/>
          <a:lstStyle/>
          <a:p>
            <a:r>
              <a:rPr lang="en-GB" dirty="0"/>
              <a:t>Review questions</a:t>
            </a:r>
          </a:p>
        </p:txBody>
      </p:sp>
      <p:sp>
        <p:nvSpPr>
          <p:cNvPr id="6" name="Text Placeholder 5">
            <a:extLst>
              <a:ext uri="{FF2B5EF4-FFF2-40B4-BE49-F238E27FC236}">
                <a16:creationId xmlns:a16="http://schemas.microsoft.com/office/drawing/2014/main" id="{645CF064-E311-738D-AB8D-525E017BB6F7}"/>
              </a:ext>
            </a:extLst>
          </p:cNvPr>
          <p:cNvSpPr>
            <a:spLocks noGrp="1"/>
          </p:cNvSpPr>
          <p:nvPr>
            <p:ph type="body" sz="quarter" idx="13"/>
          </p:nvPr>
        </p:nvSpPr>
        <p:spPr/>
        <p:txBody>
          <a:bodyPr/>
          <a:lstStyle/>
          <a:p>
            <a:pPr marL="342900" indent="-342900">
              <a:buFont typeface="+mj-lt"/>
              <a:buAutoNum type="arabicPeriod" startAt="3"/>
            </a:pPr>
            <a:r>
              <a:rPr lang="en-GB" b="1" dirty="0"/>
              <a:t>What does the items() method of a dictionary return?</a:t>
            </a:r>
          </a:p>
          <a:p>
            <a:pPr marL="538163" indent="-274638">
              <a:buFont typeface="+mj-lt"/>
              <a:buAutoNum type="alphaLcPeriod"/>
            </a:pPr>
            <a:r>
              <a:rPr lang="en-GB" dirty="0"/>
              <a:t>A list of keys</a:t>
            </a:r>
          </a:p>
          <a:p>
            <a:pPr marL="538163" lvl="0" indent="-274638">
              <a:buFont typeface="+mj-lt"/>
              <a:buAutoNum type="alphaLcPeriod" startAt="2"/>
            </a:pPr>
            <a:r>
              <a:rPr lang="en-GB" dirty="0"/>
              <a:t>A list of values</a:t>
            </a:r>
          </a:p>
          <a:p>
            <a:pPr marL="538163" lvl="0" indent="-274638">
              <a:buFont typeface="+mj-lt"/>
              <a:buAutoNum type="alphaLcPeriod" startAt="2"/>
            </a:pPr>
            <a:r>
              <a:rPr lang="en-GB" dirty="0"/>
              <a:t>A view of key-value pairs</a:t>
            </a:r>
          </a:p>
          <a:p>
            <a:pPr marL="538163" lvl="0" indent="-274638">
              <a:buFont typeface="+mj-lt"/>
              <a:buAutoNum type="alphaLcPeriod" startAt="2"/>
            </a:pPr>
            <a:r>
              <a:rPr lang="en-GB" dirty="0"/>
              <a:t>A shallow copy of the dictionary</a:t>
            </a:r>
          </a:p>
          <a:p>
            <a:pPr marL="342900" indent="-342900">
              <a:buFont typeface="+mj-lt"/>
              <a:buAutoNum type="arabicPeriod" startAt="4"/>
            </a:pPr>
            <a:r>
              <a:rPr lang="en-GB" b="1" dirty="0"/>
              <a:t>Given the code below, what will be the output?</a:t>
            </a:r>
          </a:p>
          <a:p>
            <a:pPr marL="457200" lvl="1" indent="79375">
              <a:buNone/>
            </a:pPr>
            <a:r>
              <a:rPr lang="en-GB" dirty="0"/>
              <a:t>a = {"Arthur": "King", "Lancelot": "Brave"}</a:t>
            </a:r>
          </a:p>
          <a:p>
            <a:pPr marL="457200" lvl="1" indent="79375">
              <a:buNone/>
            </a:pPr>
            <a:r>
              <a:rPr lang="en-GB" dirty="0"/>
              <a:t>b = {"Arthur": "King", "Galahad": "Pure"}</a:t>
            </a:r>
          </a:p>
          <a:p>
            <a:pPr marL="457200" lvl="1" indent="79375">
              <a:buNone/>
            </a:pPr>
            <a:r>
              <a:rPr lang="en-GB" dirty="0"/>
              <a:t>print(</a:t>
            </a:r>
            <a:r>
              <a:rPr lang="en-GB" dirty="0" err="1"/>
              <a:t>a.keys</a:t>
            </a:r>
            <a:r>
              <a:rPr lang="en-GB" dirty="0"/>
              <a:t>() &amp; </a:t>
            </a:r>
            <a:r>
              <a:rPr lang="en-GB" dirty="0" err="1"/>
              <a:t>b.keys</a:t>
            </a:r>
            <a:r>
              <a:rPr lang="en-GB" dirty="0"/>
              <a:t>())</a:t>
            </a:r>
          </a:p>
          <a:p>
            <a:pPr marL="538163" lvl="0" indent="-274638">
              <a:buAutoNum type="alphaLcPeriod"/>
            </a:pPr>
            <a:r>
              <a:rPr lang="en-GB" dirty="0"/>
              <a:t>{'Arthur', 'King’}		c.  {'Arthur'}</a:t>
            </a:r>
          </a:p>
          <a:p>
            <a:pPr marL="536575" lvl="0" indent="-273050">
              <a:buFont typeface="+mj-lt"/>
              <a:buAutoNum type="alphaLcPeriod" startAt="2"/>
            </a:pPr>
            <a:r>
              <a:rPr lang="en-GB" dirty="0"/>
              <a:t>{'King'}			d.  {'Lancelot', 'Galahad'}</a:t>
            </a:r>
          </a:p>
        </p:txBody>
      </p:sp>
      <p:sp>
        <p:nvSpPr>
          <p:cNvPr id="4" name="Slide Number Placeholder 3">
            <a:extLst>
              <a:ext uri="{FF2B5EF4-FFF2-40B4-BE49-F238E27FC236}">
                <a16:creationId xmlns:a16="http://schemas.microsoft.com/office/drawing/2014/main" id="{BED82164-30A5-453C-3CEE-24D80A899AF1}"/>
              </a:ext>
            </a:extLst>
          </p:cNvPr>
          <p:cNvSpPr>
            <a:spLocks noGrp="1"/>
          </p:cNvSpPr>
          <p:nvPr>
            <p:ph type="sldNum" sz="quarter" idx="4294967295"/>
          </p:nvPr>
        </p:nvSpPr>
        <p:spPr>
          <a:xfrm>
            <a:off x="9448800" y="6399213"/>
            <a:ext cx="2743200" cy="365125"/>
          </a:xfrm>
          <a:prstGeom prst="rect">
            <a:avLst/>
          </a:prstGeom>
        </p:spPr>
        <p:txBody>
          <a:bodyPr/>
          <a:lstStyle/>
          <a:p>
            <a:fld id="{F3469444-D02B-D446-9CF8-19DEDDE073D1}" type="slidenum">
              <a:rPr lang="en-US" smtClean="0"/>
              <a:pPr/>
              <a:t>65</a:t>
            </a:fld>
            <a:endParaRPr lang="en-US"/>
          </a:p>
        </p:txBody>
      </p:sp>
    </p:spTree>
    <p:extLst>
      <p:ext uri="{BB962C8B-B14F-4D97-AF65-F5344CB8AC3E}">
        <p14:creationId xmlns:p14="http://schemas.microsoft.com/office/powerpoint/2010/main" val="33384426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61E62C3-F5DF-67B5-9A5C-41384C584DB3}"/>
              </a:ext>
            </a:extLst>
          </p:cNvPr>
          <p:cNvSpPr>
            <a:spLocks noGrp="1"/>
          </p:cNvSpPr>
          <p:nvPr>
            <p:ph type="ctrTitle"/>
          </p:nvPr>
        </p:nvSpPr>
        <p:spPr/>
        <p:txBody>
          <a:bodyPr/>
          <a:lstStyle/>
          <a:p>
            <a:r>
              <a:rPr lang="en-GB" dirty="0"/>
              <a:t>Summary</a:t>
            </a:r>
          </a:p>
        </p:txBody>
      </p:sp>
      <p:sp>
        <p:nvSpPr>
          <p:cNvPr id="6" name="Text Placeholder 5">
            <a:extLst>
              <a:ext uri="{FF2B5EF4-FFF2-40B4-BE49-F238E27FC236}">
                <a16:creationId xmlns:a16="http://schemas.microsoft.com/office/drawing/2014/main" id="{2D118F37-33B5-CC8E-CDBB-ED2F1030A5CD}"/>
              </a:ext>
            </a:extLst>
          </p:cNvPr>
          <p:cNvSpPr>
            <a:spLocks noGrp="1"/>
          </p:cNvSpPr>
          <p:nvPr>
            <p:ph type="body" sz="quarter" idx="13"/>
          </p:nvPr>
        </p:nvSpPr>
        <p:spPr>
          <a:xfrm>
            <a:off x="443921" y="1733108"/>
            <a:ext cx="6679721" cy="4326729"/>
          </a:xfrm>
        </p:spPr>
        <p:txBody>
          <a:bodyPr>
            <a:noAutofit/>
          </a:bodyPr>
          <a:lstStyle/>
          <a:p>
            <a:pPr marL="285750" indent="-285750">
              <a:buFont typeface="Arial" panose="020B0604020202020204" pitchFamily="34" charset="0"/>
              <a:buChar char="•"/>
            </a:pPr>
            <a:r>
              <a:rPr lang="en-GB" b="1" dirty="0"/>
              <a:t>Collections can store multiple objects.</a:t>
            </a:r>
            <a:endParaRPr lang="en-US" dirty="0"/>
          </a:p>
          <a:p>
            <a:pPr marL="285750" indent="-285750">
              <a:buFont typeface="Arial" panose="020B0604020202020204" pitchFamily="34" charset="0"/>
              <a:buChar char="•"/>
            </a:pPr>
            <a:r>
              <a:rPr lang="en-GB" b="1" dirty="0"/>
              <a:t>Lists and tuples are like arrays in other languages:</a:t>
            </a:r>
          </a:p>
          <a:p>
            <a:pPr marL="971550" lvl="1" indent="-285750">
              <a:lnSpc>
                <a:spcPct val="100000"/>
              </a:lnSpc>
            </a:pPr>
            <a:r>
              <a:rPr lang="en-GB" dirty="0"/>
              <a:t>Lists are mutable and tuples are immutable.</a:t>
            </a:r>
          </a:p>
          <a:p>
            <a:pPr marL="971550" lvl="1" indent="-285750">
              <a:lnSpc>
                <a:spcPct val="100000"/>
              </a:lnSpc>
            </a:pPr>
            <a:r>
              <a:rPr lang="en-GB" dirty="0"/>
              <a:t>Both can be indexed and sliced [start:end+1].</a:t>
            </a:r>
          </a:p>
          <a:p>
            <a:pPr marL="285750" indent="-285750">
              <a:buFont typeface="Arial" panose="020B0604020202020204" pitchFamily="34" charset="0"/>
              <a:buChar char="•"/>
            </a:pPr>
            <a:r>
              <a:rPr lang="en-GB" b="1" dirty="0"/>
              <a:t>Dictionaries are like associative arrays:</a:t>
            </a:r>
          </a:p>
          <a:p>
            <a:pPr marL="971550" lvl="1" indent="-285750">
              <a:lnSpc>
                <a:spcPct val="100000"/>
              </a:lnSpc>
            </a:pPr>
            <a:r>
              <a:rPr lang="en-GB" dirty="0"/>
              <a:t>Mutable and accessed by a unique key.</a:t>
            </a:r>
          </a:p>
          <a:p>
            <a:pPr marL="971550" lvl="1" indent="-285750">
              <a:lnSpc>
                <a:spcPct val="100000"/>
              </a:lnSpc>
            </a:pPr>
            <a:r>
              <a:rPr lang="en-GB" dirty="0"/>
              <a:t>Ordered (in insertion order) from Python 3.6.</a:t>
            </a:r>
          </a:p>
          <a:p>
            <a:pPr marL="285750" indent="-285750">
              <a:buSzPct val="100000"/>
              <a:buFont typeface="Arial" panose="020B0604020202020204" pitchFamily="34" charset="0"/>
              <a:buChar char="•"/>
            </a:pPr>
            <a:r>
              <a:rPr lang="en-GB" b="1" dirty="0"/>
              <a:t>Sets are like a special version of dictionaries:</a:t>
            </a:r>
          </a:p>
          <a:p>
            <a:pPr marL="971550" lvl="1" indent="-285750">
              <a:lnSpc>
                <a:spcPct val="100000"/>
              </a:lnSpc>
              <a:buSzPct val="100000"/>
            </a:pPr>
            <a:r>
              <a:rPr lang="en-GB" dirty="0"/>
              <a:t>Mutable, unordered, and can be combined with other sets.</a:t>
            </a:r>
          </a:p>
          <a:p>
            <a:pPr marL="971550" lvl="1" indent="-285750">
              <a:lnSpc>
                <a:spcPct val="100000"/>
              </a:lnSpc>
              <a:buSzPct val="100000"/>
            </a:pPr>
            <a:r>
              <a:rPr lang="en-GB" dirty="0"/>
              <a:t>They do not have keys, but objects are unique.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p:txBody>
      </p:sp>
      <p:sp>
        <p:nvSpPr>
          <p:cNvPr id="3" name="Slide Number Placeholder 2">
            <a:extLst>
              <a:ext uri="{FF2B5EF4-FFF2-40B4-BE49-F238E27FC236}">
                <a16:creationId xmlns:a16="http://schemas.microsoft.com/office/drawing/2014/main" id="{8774EF11-573A-17A9-D47F-1D27B2DC1C18}"/>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GB" smtClean="0"/>
              <a:pPr/>
              <a:t>66</a:t>
            </a:fld>
            <a:endParaRPr lang="en-GB" dirty="0"/>
          </a:p>
        </p:txBody>
      </p:sp>
    </p:spTree>
    <p:extLst>
      <p:ext uri="{BB962C8B-B14F-4D97-AF65-F5344CB8AC3E}">
        <p14:creationId xmlns:p14="http://schemas.microsoft.com/office/powerpoint/2010/main" val="954796845"/>
      </p:ext>
    </p:extLst>
  </p:cSld>
  <p:clrMapOvr>
    <a:masterClrMapping/>
  </p:clrMapOvr>
  <p:transition/>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Intro Red">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Intro Orang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4.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8" ma:contentTypeDescription="Create a new document." ma:contentTypeScope="" ma:versionID="d9ffd49c04fc9c0865ce7004c993e985">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ccdc2107fd520bd49719624c78f55497"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6cab36d1-5858-4ca2-a0c9-f8a3e3f82027}"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51b58b7f-359e-418a-8fc0-c5d77d026bdc" xsi:nil="true"/>
    <lcf76f155ced4ddcb4097134ff3c332f xmlns="04dd4f8b-4e55-4b0f-90ae-c416a13e2e6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08308A0-B878-4511-8145-013026CF743A}">
  <ds:schemaRefs>
    <ds:schemaRef ds:uri="04dd4f8b-4e55-4b0f-90ae-c416a13e2e63"/>
    <ds:schemaRef ds:uri="51b58b7f-359e-418a-8fc0-c5d77d026b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AC71F1D-A98C-43DF-A986-061295C23702}">
  <ds:schemaRefs>
    <ds:schemaRef ds:uri="04dd4f8b-4e55-4b0f-90ae-c416a13e2e63"/>
    <ds:schemaRef ds:uri="4851bab5-d36a-4f24-a761-998180967d12"/>
    <ds:schemaRef ds:uri="51b58b7f-359e-418a-8fc0-c5d77d026bdc"/>
    <ds:schemaRef ds:uri="52e7f57a-cc1d-4bce-9b60-d9dd785361c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0</TotalTime>
  <Words>14837</Words>
  <Application>Microsoft Office PowerPoint</Application>
  <PresentationFormat>Widescreen</PresentationFormat>
  <Paragraphs>1779</Paragraphs>
  <Slides>66</Slides>
  <Notes>66</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66</vt:i4>
      </vt:variant>
    </vt:vector>
  </HeadingPairs>
  <TitlesOfParts>
    <vt:vector size="79" baseType="lpstr">
      <vt:lpstr>Aptos</vt:lpstr>
      <vt:lpstr>Arial</vt:lpstr>
      <vt:lpstr>Arial,Sans-Serif</vt:lpstr>
      <vt:lpstr>Consolas</vt:lpstr>
      <vt:lpstr>Courier New</vt:lpstr>
      <vt:lpstr>Figtree</vt:lpstr>
      <vt:lpstr>Figtree Light</vt:lpstr>
      <vt:lpstr>Montserrat</vt:lpstr>
      <vt:lpstr>Cover Slides - Business/Marketing</vt:lpstr>
      <vt:lpstr>Intro Red</vt:lpstr>
      <vt:lpstr>Intro Orange</vt:lpstr>
      <vt:lpstr>Divider Slides</vt:lpstr>
      <vt:lpstr>Red Module</vt:lpstr>
      <vt:lpstr>Module 2: Fundamental variables</vt:lpstr>
      <vt:lpstr>PowerPoint Presentation</vt:lpstr>
      <vt:lpstr>Python is object-oriented</vt:lpstr>
      <vt:lpstr>Python variables</vt:lpstr>
      <vt:lpstr>Variable naming</vt:lpstr>
      <vt:lpstr>Type specific methods </vt:lpstr>
      <vt:lpstr>Operators and type</vt:lpstr>
      <vt:lpstr>Augmented assignments</vt:lpstr>
      <vt:lpstr>Python 3 types</vt:lpstr>
      <vt:lpstr>Operators and type</vt:lpstr>
      <vt:lpstr>Switching types</vt:lpstr>
      <vt:lpstr>Comparison and Boolean operators</vt:lpstr>
      <vt:lpstr>Review questions</vt:lpstr>
      <vt:lpstr>Review questions</vt:lpstr>
      <vt:lpstr>Summary</vt:lpstr>
      <vt:lpstr>Module 3: String handling</vt:lpstr>
      <vt:lpstr>Learning objectives</vt:lpstr>
      <vt:lpstr>Printing strings in Python</vt:lpstr>
      <vt:lpstr>Escape sequences in strings</vt:lpstr>
      <vt:lpstr>String concatenation</vt:lpstr>
      <vt:lpstr>Quotes in Python strings</vt:lpstr>
      <vt:lpstr>String functions and methods</vt:lpstr>
      <vt:lpstr>Searching and testing strings</vt:lpstr>
      <vt:lpstr>String formatting using str.format</vt:lpstr>
      <vt:lpstr>Example: Using str.format</vt:lpstr>
      <vt:lpstr>String formatting using methods</vt:lpstr>
      <vt:lpstr>Literal string interpolation: f-strings</vt:lpstr>
      <vt:lpstr>Literal string interpolation: With expressions</vt:lpstr>
      <vt:lpstr>Slicing a string</vt:lpstr>
      <vt:lpstr>Splitting and joining strings</vt:lpstr>
      <vt:lpstr>Python lists introduced</vt:lpstr>
      <vt:lpstr>Python tuples introduced</vt:lpstr>
      <vt:lpstr>Python dictionaries introduced</vt:lpstr>
      <vt:lpstr>Review and lab</vt:lpstr>
      <vt:lpstr>Review questions</vt:lpstr>
      <vt:lpstr>Review questions </vt:lpstr>
      <vt:lpstr>Summary </vt:lpstr>
      <vt:lpstr>String formatting: Examples</vt:lpstr>
      <vt:lpstr>String formatting in Python 2</vt:lpstr>
      <vt:lpstr>String formatting in Python 2: Examples</vt:lpstr>
      <vt:lpstr>Module 5: Collections</vt:lpstr>
      <vt:lpstr>PowerPoint Presentation</vt:lpstr>
      <vt:lpstr>Python types: A reminder</vt:lpstr>
      <vt:lpstr>Generic built-in functions</vt:lpstr>
      <vt:lpstr>Useful tuple operations</vt:lpstr>
      <vt:lpstr>Python lists</vt:lpstr>
      <vt:lpstr>Tuple and list slicing</vt:lpstr>
      <vt:lpstr>Extended iterable unpacking</vt:lpstr>
      <vt:lpstr>Adding items to a list</vt:lpstr>
      <vt:lpstr>Removing items by position</vt:lpstr>
      <vt:lpstr>Removing list items by content</vt:lpstr>
      <vt:lpstr>Sorting</vt:lpstr>
      <vt:lpstr>Miscellaneous list methods</vt:lpstr>
      <vt:lpstr>List methods</vt:lpstr>
      <vt:lpstr>Sets</vt:lpstr>
      <vt:lpstr>Set methods</vt:lpstr>
      <vt:lpstr>Exploiting sets</vt:lpstr>
      <vt:lpstr>Set operators and methods</vt:lpstr>
      <vt:lpstr>Python dictionaries</vt:lpstr>
      <vt:lpstr>Dictionary values</vt:lpstr>
      <vt:lpstr>Removing items from a dictionary</vt:lpstr>
      <vt:lpstr>Dictionary methods</vt:lpstr>
      <vt:lpstr>View objects: Examples</vt:lpstr>
      <vt:lpstr>Review questions</vt:lpstr>
      <vt:lpstr>Review questions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1</cp:revision>
  <dcterms:created xsi:type="dcterms:W3CDTF">2024-06-24T11:44:08Z</dcterms:created>
  <dcterms:modified xsi:type="dcterms:W3CDTF">2026-09-08T12:48:13Z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MediaServiceImageTags">
    <vt:lpwstr/>
  </property>
</Properties>
</file>