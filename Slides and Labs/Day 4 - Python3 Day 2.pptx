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3.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4.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68" r:id="rId5"/>
    <p:sldMasterId id="2147483673" r:id="rId6"/>
    <p:sldMasterId id="2147483685" r:id="rId7"/>
    <p:sldMasterId id="2147483690" r:id="rId8"/>
  </p:sldMasterIdLst>
  <p:notesMasterIdLst>
    <p:notesMasterId r:id="rId52"/>
  </p:notesMasterIdLst>
  <p:sldIdLst>
    <p:sldId id="299" r:id="rId9"/>
    <p:sldId id="377" r:id="rId10"/>
    <p:sldId id="394" r:id="rId11"/>
    <p:sldId id="397" r:id="rId12"/>
    <p:sldId id="400" r:id="rId13"/>
    <p:sldId id="401" r:id="rId14"/>
    <p:sldId id="402" r:id="rId15"/>
    <p:sldId id="403" r:id="rId16"/>
    <p:sldId id="420" r:id="rId17"/>
    <p:sldId id="404" r:id="rId18"/>
    <p:sldId id="405" r:id="rId19"/>
    <p:sldId id="406" r:id="rId20"/>
    <p:sldId id="407" r:id="rId21"/>
    <p:sldId id="408" r:id="rId22"/>
    <p:sldId id="409" r:id="rId23"/>
    <p:sldId id="411" r:id="rId24"/>
    <p:sldId id="414" r:id="rId25"/>
    <p:sldId id="390" r:id="rId26"/>
    <p:sldId id="393" r:id="rId27"/>
    <p:sldId id="392" r:id="rId28"/>
    <p:sldId id="300" r:id="rId29"/>
    <p:sldId id="302" r:id="rId30"/>
    <p:sldId id="419" r:id="rId31"/>
    <p:sldId id="418" r:id="rId32"/>
    <p:sldId id="303" r:id="rId33"/>
    <p:sldId id="304" r:id="rId34"/>
    <p:sldId id="305" r:id="rId35"/>
    <p:sldId id="306" r:id="rId36"/>
    <p:sldId id="307" r:id="rId37"/>
    <p:sldId id="308" r:id="rId38"/>
    <p:sldId id="310" r:id="rId39"/>
    <p:sldId id="311" r:id="rId40"/>
    <p:sldId id="312" r:id="rId41"/>
    <p:sldId id="314" r:id="rId42"/>
    <p:sldId id="315" r:id="rId43"/>
    <p:sldId id="316" r:id="rId44"/>
    <p:sldId id="317" r:id="rId45"/>
    <p:sldId id="318" r:id="rId46"/>
    <p:sldId id="415" r:id="rId47"/>
    <p:sldId id="391" r:id="rId48"/>
    <p:sldId id="416" r:id="rId49"/>
    <p:sldId id="417" r:id="rId50"/>
    <p:sldId id="319"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B98A0B-3DA0-489C-947F-D09869AC43DD}" v="48" dt="2026-09-23T17:28:13.345"/>
    <p1510:client id="{6F7F96A5-FFE4-257C-DFF1-DC70979B97AA}" v="13" dt="2026-09-25T09:28:37.7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slide" Target="slides/slide39.xml"/><Relationship Id="rId50" Type="http://schemas.openxmlformats.org/officeDocument/2006/relationships/slide" Target="slides/slide42.xml"/><Relationship Id="rId55" Type="http://schemas.openxmlformats.org/officeDocument/2006/relationships/theme" Target="theme/theme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Master" Target="slideMasters/slideMaster2.xml"/><Relationship Id="rId19" Type="http://schemas.openxmlformats.org/officeDocument/2006/relationships/slide" Target="slides/slide11.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tableStyles" Target="tableStyles.xml"/><Relationship Id="rId8" Type="http://schemas.openxmlformats.org/officeDocument/2006/relationships/slideMaster" Target="slideMasters/slideMaster5.xml"/><Relationship Id="rId51" Type="http://schemas.openxmlformats.org/officeDocument/2006/relationships/slide" Target="slides/slide43.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microsoft.com/office/2016/11/relationships/changesInfo" Target="changesInfos/changesInfo1.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ke Howell" userId="ba8173ce-ad65-4ee7-895b-751ee0876514" providerId="ADAL" clId="{22582F28-1372-429E-8890-95665847F34B}"/>
    <pc:docChg chg="modSld">
      <pc:chgData name="Mike Howell" userId="ba8173ce-ad65-4ee7-895b-751ee0876514" providerId="ADAL" clId="{22582F28-1372-429E-8890-95665847F34B}" dt="2026-09-23T17:28:13.345" v="48"/>
      <pc:docMkLst>
        <pc:docMk/>
      </pc:docMkLst>
      <pc:sldChg chg="modSp mod setBg">
        <pc:chgData name="Mike Howell" userId="ba8173ce-ad65-4ee7-895b-751ee0876514" providerId="ADAL" clId="{22582F28-1372-429E-8890-95665847F34B}" dt="2026-09-23T17:27:58.155" v="46"/>
        <pc:sldMkLst>
          <pc:docMk/>
          <pc:sldMk cId="1003932267" sldId="299"/>
        </pc:sldMkLst>
        <pc:spChg chg="mod">
          <ac:chgData name="Mike Howell" userId="ba8173ce-ad65-4ee7-895b-751ee0876514" providerId="ADAL" clId="{22582F28-1372-429E-8890-95665847F34B}" dt="2026-09-23T17:27:44.772" v="45" actId="207"/>
          <ac:spMkLst>
            <pc:docMk/>
            <pc:sldMk cId="1003932267" sldId="299"/>
            <ac:spMk id="4" creationId="{6B10A2E5-A3AA-7BE3-7C87-983A58C15C46}"/>
          </ac:spMkLst>
        </pc:spChg>
      </pc:sldChg>
      <pc:sldChg chg="setBg">
        <pc:chgData name="Mike Howell" userId="ba8173ce-ad65-4ee7-895b-751ee0876514" providerId="ADAL" clId="{22582F28-1372-429E-8890-95665847F34B}" dt="2026-09-23T16:39:09.358" v="21"/>
        <pc:sldMkLst>
          <pc:docMk/>
          <pc:sldMk cId="1782736950" sldId="300"/>
        </pc:sldMkLst>
      </pc:sldChg>
      <pc:sldChg chg="setBg">
        <pc:chgData name="Mike Howell" userId="ba8173ce-ad65-4ee7-895b-751ee0876514" providerId="ADAL" clId="{22582F28-1372-429E-8890-95665847F34B}" dt="2026-09-23T16:39:11.886" v="22"/>
        <pc:sldMkLst>
          <pc:docMk/>
          <pc:sldMk cId="977506752" sldId="302"/>
        </pc:sldMkLst>
      </pc:sldChg>
      <pc:sldChg chg="setBg">
        <pc:chgData name="Mike Howell" userId="ba8173ce-ad65-4ee7-895b-751ee0876514" providerId="ADAL" clId="{22582F28-1372-429E-8890-95665847F34B}" dt="2026-09-23T16:50:47.910" v="42"/>
        <pc:sldMkLst>
          <pc:docMk/>
          <pc:sldMk cId="917483377" sldId="303"/>
        </pc:sldMkLst>
      </pc:sldChg>
      <pc:sldChg chg="setBg">
        <pc:chgData name="Mike Howell" userId="ba8173ce-ad65-4ee7-895b-751ee0876514" providerId="ADAL" clId="{22582F28-1372-429E-8890-95665847F34B}" dt="2026-09-23T16:50:44.798" v="41"/>
        <pc:sldMkLst>
          <pc:docMk/>
          <pc:sldMk cId="3728200858" sldId="304"/>
        </pc:sldMkLst>
      </pc:sldChg>
      <pc:sldChg chg="setBg">
        <pc:chgData name="Mike Howell" userId="ba8173ce-ad65-4ee7-895b-751ee0876514" providerId="ADAL" clId="{22582F28-1372-429E-8890-95665847F34B}" dt="2026-09-23T16:42:30.422" v="24"/>
        <pc:sldMkLst>
          <pc:docMk/>
          <pc:sldMk cId="1746971961" sldId="305"/>
        </pc:sldMkLst>
      </pc:sldChg>
      <pc:sldChg chg="setBg">
        <pc:chgData name="Mike Howell" userId="ba8173ce-ad65-4ee7-895b-751ee0876514" providerId="ADAL" clId="{22582F28-1372-429E-8890-95665847F34B}" dt="2026-09-23T16:42:32.598" v="25"/>
        <pc:sldMkLst>
          <pc:docMk/>
          <pc:sldMk cId="1557946063" sldId="306"/>
        </pc:sldMkLst>
      </pc:sldChg>
      <pc:sldChg chg="setBg">
        <pc:chgData name="Mike Howell" userId="ba8173ce-ad65-4ee7-895b-751ee0876514" providerId="ADAL" clId="{22582F28-1372-429E-8890-95665847F34B}" dt="2026-09-23T16:42:36.246" v="26"/>
        <pc:sldMkLst>
          <pc:docMk/>
          <pc:sldMk cId="215023920" sldId="307"/>
        </pc:sldMkLst>
      </pc:sldChg>
      <pc:sldChg chg="setBg">
        <pc:chgData name="Mike Howell" userId="ba8173ce-ad65-4ee7-895b-751ee0876514" providerId="ADAL" clId="{22582F28-1372-429E-8890-95665847F34B}" dt="2026-09-23T16:42:38.686" v="27"/>
        <pc:sldMkLst>
          <pc:docMk/>
          <pc:sldMk cId="295714480" sldId="308"/>
        </pc:sldMkLst>
      </pc:sldChg>
      <pc:sldChg chg="setBg">
        <pc:chgData name="Mike Howell" userId="ba8173ce-ad65-4ee7-895b-751ee0876514" providerId="ADAL" clId="{22582F28-1372-429E-8890-95665847F34B}" dt="2026-09-23T16:42:40.567" v="28"/>
        <pc:sldMkLst>
          <pc:docMk/>
          <pc:sldMk cId="3090379540" sldId="310"/>
        </pc:sldMkLst>
      </pc:sldChg>
      <pc:sldChg chg="setBg">
        <pc:chgData name="Mike Howell" userId="ba8173ce-ad65-4ee7-895b-751ee0876514" providerId="ADAL" clId="{22582F28-1372-429E-8890-95665847F34B}" dt="2026-09-23T16:42:42.950" v="29"/>
        <pc:sldMkLst>
          <pc:docMk/>
          <pc:sldMk cId="2290657220" sldId="311"/>
        </pc:sldMkLst>
      </pc:sldChg>
      <pc:sldChg chg="setBg">
        <pc:chgData name="Mike Howell" userId="ba8173ce-ad65-4ee7-895b-751ee0876514" providerId="ADAL" clId="{22582F28-1372-429E-8890-95665847F34B}" dt="2026-09-23T16:42:45.862" v="30"/>
        <pc:sldMkLst>
          <pc:docMk/>
          <pc:sldMk cId="2902521820" sldId="312"/>
        </pc:sldMkLst>
      </pc:sldChg>
      <pc:sldChg chg="setBg">
        <pc:chgData name="Mike Howell" userId="ba8173ce-ad65-4ee7-895b-751ee0876514" providerId="ADAL" clId="{22582F28-1372-429E-8890-95665847F34B}" dt="2026-09-23T16:42:48.230" v="31"/>
        <pc:sldMkLst>
          <pc:docMk/>
          <pc:sldMk cId="106482980" sldId="314"/>
        </pc:sldMkLst>
      </pc:sldChg>
      <pc:sldChg chg="setBg">
        <pc:chgData name="Mike Howell" userId="ba8173ce-ad65-4ee7-895b-751ee0876514" providerId="ADAL" clId="{22582F28-1372-429E-8890-95665847F34B}" dt="2026-09-23T16:42:51.630" v="32"/>
        <pc:sldMkLst>
          <pc:docMk/>
          <pc:sldMk cId="217893847" sldId="315"/>
        </pc:sldMkLst>
      </pc:sldChg>
      <pc:sldChg chg="setBg">
        <pc:chgData name="Mike Howell" userId="ba8173ce-ad65-4ee7-895b-751ee0876514" providerId="ADAL" clId="{22582F28-1372-429E-8890-95665847F34B}" dt="2026-09-23T16:42:54.189" v="33"/>
        <pc:sldMkLst>
          <pc:docMk/>
          <pc:sldMk cId="2572524632" sldId="316"/>
        </pc:sldMkLst>
      </pc:sldChg>
      <pc:sldChg chg="setBg">
        <pc:chgData name="Mike Howell" userId="ba8173ce-ad65-4ee7-895b-751ee0876514" providerId="ADAL" clId="{22582F28-1372-429E-8890-95665847F34B}" dt="2026-09-23T16:42:56.774" v="34"/>
        <pc:sldMkLst>
          <pc:docMk/>
          <pc:sldMk cId="3518413849" sldId="317"/>
        </pc:sldMkLst>
      </pc:sldChg>
      <pc:sldChg chg="setBg">
        <pc:chgData name="Mike Howell" userId="ba8173ce-ad65-4ee7-895b-751ee0876514" providerId="ADAL" clId="{22582F28-1372-429E-8890-95665847F34B}" dt="2026-09-23T16:42:59.294" v="35"/>
        <pc:sldMkLst>
          <pc:docMk/>
          <pc:sldMk cId="642732121" sldId="318"/>
        </pc:sldMkLst>
      </pc:sldChg>
      <pc:sldChg chg="setBg">
        <pc:chgData name="Mike Howell" userId="ba8173ce-ad65-4ee7-895b-751ee0876514" providerId="ADAL" clId="{22582F28-1372-429E-8890-95665847F34B}" dt="2026-09-23T16:43:12.486" v="40"/>
        <pc:sldMkLst>
          <pc:docMk/>
          <pc:sldMk cId="4080638578" sldId="319"/>
        </pc:sldMkLst>
      </pc:sldChg>
      <pc:sldChg chg="setBg">
        <pc:chgData name="Mike Howell" userId="ba8173ce-ad65-4ee7-895b-751ee0876514" providerId="ADAL" clId="{22582F28-1372-429E-8890-95665847F34B}" dt="2026-09-23T17:28:13.345" v="48"/>
        <pc:sldMkLst>
          <pc:docMk/>
          <pc:sldMk cId="1961013920" sldId="377"/>
        </pc:sldMkLst>
      </pc:sldChg>
      <pc:sldChg chg="setBg">
        <pc:chgData name="Mike Howell" userId="ba8173ce-ad65-4ee7-895b-751ee0876514" providerId="ADAL" clId="{22582F28-1372-429E-8890-95665847F34B}" dt="2026-09-23T16:38:56.902" v="16"/>
        <pc:sldMkLst>
          <pc:docMk/>
          <pc:sldMk cId="2917445413" sldId="390"/>
        </pc:sldMkLst>
      </pc:sldChg>
      <pc:sldChg chg="setBg">
        <pc:chgData name="Mike Howell" userId="ba8173ce-ad65-4ee7-895b-751ee0876514" providerId="ADAL" clId="{22582F28-1372-429E-8890-95665847F34B}" dt="2026-09-23T16:43:04.981" v="37"/>
        <pc:sldMkLst>
          <pc:docMk/>
          <pc:sldMk cId="1228184697" sldId="391"/>
        </pc:sldMkLst>
      </pc:sldChg>
      <pc:sldChg chg="setBg">
        <pc:chgData name="Mike Howell" userId="ba8173ce-ad65-4ee7-895b-751ee0876514" providerId="ADAL" clId="{22582F28-1372-429E-8890-95665847F34B}" dt="2026-09-23T16:39:01.373" v="18"/>
        <pc:sldMkLst>
          <pc:docMk/>
          <pc:sldMk cId="4147090176" sldId="392"/>
        </pc:sldMkLst>
      </pc:sldChg>
      <pc:sldChg chg="setBg">
        <pc:chgData name="Mike Howell" userId="ba8173ce-ad65-4ee7-895b-751ee0876514" providerId="ADAL" clId="{22582F28-1372-429E-8890-95665847F34B}" dt="2026-09-23T16:38:59.063" v="17"/>
        <pc:sldMkLst>
          <pc:docMk/>
          <pc:sldMk cId="3223880963" sldId="393"/>
        </pc:sldMkLst>
      </pc:sldChg>
      <pc:sldChg chg="setBg">
        <pc:chgData name="Mike Howell" userId="ba8173ce-ad65-4ee7-895b-751ee0876514" providerId="ADAL" clId="{22582F28-1372-429E-8890-95665847F34B}" dt="2026-09-23T16:37:37.230" v="1"/>
        <pc:sldMkLst>
          <pc:docMk/>
          <pc:sldMk cId="1353429584" sldId="394"/>
        </pc:sldMkLst>
      </pc:sldChg>
      <pc:sldChg chg="setBg">
        <pc:chgData name="Mike Howell" userId="ba8173ce-ad65-4ee7-895b-751ee0876514" providerId="ADAL" clId="{22582F28-1372-429E-8890-95665847F34B}" dt="2026-09-23T16:37:39.189" v="2"/>
        <pc:sldMkLst>
          <pc:docMk/>
          <pc:sldMk cId="349307419" sldId="397"/>
        </pc:sldMkLst>
      </pc:sldChg>
      <pc:sldChg chg="setBg">
        <pc:chgData name="Mike Howell" userId="ba8173ce-ad65-4ee7-895b-751ee0876514" providerId="ADAL" clId="{22582F28-1372-429E-8890-95665847F34B}" dt="2026-09-23T16:37:43.309" v="4"/>
        <pc:sldMkLst>
          <pc:docMk/>
          <pc:sldMk cId="407063776" sldId="400"/>
        </pc:sldMkLst>
      </pc:sldChg>
      <pc:sldChg chg="setBg">
        <pc:chgData name="Mike Howell" userId="ba8173ce-ad65-4ee7-895b-751ee0876514" providerId="ADAL" clId="{22582F28-1372-429E-8890-95665847F34B}" dt="2026-09-23T16:37:47.414" v="5"/>
        <pc:sldMkLst>
          <pc:docMk/>
          <pc:sldMk cId="3006565785" sldId="401"/>
        </pc:sldMkLst>
      </pc:sldChg>
      <pc:sldChg chg="setBg">
        <pc:chgData name="Mike Howell" userId="ba8173ce-ad65-4ee7-895b-751ee0876514" providerId="ADAL" clId="{22582F28-1372-429E-8890-95665847F34B}" dt="2026-09-23T16:38:24.814" v="6"/>
        <pc:sldMkLst>
          <pc:docMk/>
          <pc:sldMk cId="1271703224" sldId="402"/>
        </pc:sldMkLst>
      </pc:sldChg>
      <pc:sldChg chg="setBg">
        <pc:chgData name="Mike Howell" userId="ba8173ce-ad65-4ee7-895b-751ee0876514" providerId="ADAL" clId="{22582F28-1372-429E-8890-95665847F34B}" dt="2026-09-23T16:38:27.743" v="7"/>
        <pc:sldMkLst>
          <pc:docMk/>
          <pc:sldMk cId="2619380873" sldId="403"/>
        </pc:sldMkLst>
      </pc:sldChg>
      <pc:sldChg chg="setBg">
        <pc:chgData name="Mike Howell" userId="ba8173ce-ad65-4ee7-895b-751ee0876514" providerId="ADAL" clId="{22582F28-1372-429E-8890-95665847F34B}" dt="2026-09-23T16:38:35.382" v="9"/>
        <pc:sldMkLst>
          <pc:docMk/>
          <pc:sldMk cId="1260318712" sldId="404"/>
        </pc:sldMkLst>
      </pc:sldChg>
      <pc:sldChg chg="setBg">
        <pc:chgData name="Mike Howell" userId="ba8173ce-ad65-4ee7-895b-751ee0876514" providerId="ADAL" clId="{22582F28-1372-429E-8890-95665847F34B}" dt="2026-09-23T16:38:39.550" v="10"/>
        <pc:sldMkLst>
          <pc:docMk/>
          <pc:sldMk cId="1668191593" sldId="405"/>
        </pc:sldMkLst>
      </pc:sldChg>
      <pc:sldChg chg="setBg">
        <pc:chgData name="Mike Howell" userId="ba8173ce-ad65-4ee7-895b-751ee0876514" providerId="ADAL" clId="{22582F28-1372-429E-8890-95665847F34B}" dt="2026-09-23T16:38:42.798" v="11"/>
        <pc:sldMkLst>
          <pc:docMk/>
          <pc:sldMk cId="3108981149" sldId="406"/>
        </pc:sldMkLst>
      </pc:sldChg>
      <pc:sldChg chg="setBg">
        <pc:chgData name="Mike Howell" userId="ba8173ce-ad65-4ee7-895b-751ee0876514" providerId="ADAL" clId="{22582F28-1372-429E-8890-95665847F34B}" dt="2026-09-23T16:38:45.958" v="12"/>
        <pc:sldMkLst>
          <pc:docMk/>
          <pc:sldMk cId="2685313649" sldId="407"/>
        </pc:sldMkLst>
      </pc:sldChg>
      <pc:sldChg chg="setBg">
        <pc:chgData name="Mike Howell" userId="ba8173ce-ad65-4ee7-895b-751ee0876514" providerId="ADAL" clId="{22582F28-1372-429E-8890-95665847F34B}" dt="2026-09-23T16:38:48.469" v="13"/>
        <pc:sldMkLst>
          <pc:docMk/>
          <pc:sldMk cId="68774448" sldId="408"/>
        </pc:sldMkLst>
      </pc:sldChg>
      <pc:sldChg chg="setBg">
        <pc:chgData name="Mike Howell" userId="ba8173ce-ad65-4ee7-895b-751ee0876514" providerId="ADAL" clId="{22582F28-1372-429E-8890-95665847F34B}" dt="2026-09-23T16:38:51.246" v="14"/>
        <pc:sldMkLst>
          <pc:docMk/>
          <pc:sldMk cId="1751807537" sldId="409"/>
        </pc:sldMkLst>
      </pc:sldChg>
      <pc:sldChg chg="setBg">
        <pc:chgData name="Mike Howell" userId="ba8173ce-ad65-4ee7-895b-751ee0876514" providerId="ADAL" clId="{22582F28-1372-429E-8890-95665847F34B}" dt="2026-09-23T16:38:53.750" v="15"/>
        <pc:sldMkLst>
          <pc:docMk/>
          <pc:sldMk cId="561912926" sldId="411"/>
        </pc:sldMkLst>
      </pc:sldChg>
      <pc:sldChg chg="setBg">
        <pc:chgData name="Mike Howell" userId="ba8173ce-ad65-4ee7-895b-751ee0876514" providerId="ADAL" clId="{22582F28-1372-429E-8890-95665847F34B}" dt="2026-09-23T16:43:01.526" v="36"/>
        <pc:sldMkLst>
          <pc:docMk/>
          <pc:sldMk cId="3776691087" sldId="415"/>
        </pc:sldMkLst>
      </pc:sldChg>
      <pc:sldChg chg="setBg">
        <pc:chgData name="Mike Howell" userId="ba8173ce-ad65-4ee7-895b-751ee0876514" providerId="ADAL" clId="{22582F28-1372-429E-8890-95665847F34B}" dt="2026-09-23T16:43:07.487" v="38"/>
        <pc:sldMkLst>
          <pc:docMk/>
          <pc:sldMk cId="1581044170" sldId="416"/>
        </pc:sldMkLst>
      </pc:sldChg>
      <pc:sldChg chg="setBg">
        <pc:chgData name="Mike Howell" userId="ba8173ce-ad65-4ee7-895b-751ee0876514" providerId="ADAL" clId="{22582F28-1372-429E-8890-95665847F34B}" dt="2026-09-23T16:43:10.150" v="39"/>
        <pc:sldMkLst>
          <pc:docMk/>
          <pc:sldMk cId="2062380182" sldId="417"/>
        </pc:sldMkLst>
      </pc:sldChg>
      <pc:sldChg chg="setBg">
        <pc:chgData name="Mike Howell" userId="ba8173ce-ad65-4ee7-895b-751ee0876514" providerId="ADAL" clId="{22582F28-1372-429E-8890-95665847F34B}" dt="2026-09-23T16:50:50.702" v="43"/>
        <pc:sldMkLst>
          <pc:docMk/>
          <pc:sldMk cId="439969079" sldId="418"/>
        </pc:sldMkLst>
      </pc:sldChg>
      <pc:sldChg chg="setBg">
        <pc:chgData name="Mike Howell" userId="ba8173ce-ad65-4ee7-895b-751ee0876514" providerId="ADAL" clId="{22582F28-1372-429E-8890-95665847F34B}" dt="2026-09-23T16:39:14.302" v="23"/>
        <pc:sldMkLst>
          <pc:docMk/>
          <pc:sldMk cId="1130513010" sldId="419"/>
        </pc:sldMkLst>
      </pc:sldChg>
      <pc:sldChg chg="setBg">
        <pc:chgData name="Mike Howell" userId="ba8173ce-ad65-4ee7-895b-751ee0876514" providerId="ADAL" clId="{22582F28-1372-429E-8890-95665847F34B}" dt="2026-09-23T16:38:29.629" v="8"/>
        <pc:sldMkLst>
          <pc:docMk/>
          <pc:sldMk cId="1019712055" sldId="420"/>
        </pc:sldMkLst>
      </pc:sldChg>
    </pc:docChg>
  </pc:docChgLst>
  <pc:docChgLst>
    <pc:chgData name="Harrison, Jordan" userId="S::jharrison1@qa.com::a3194114-3b33-46a8-9fdb-2ed97568dc6f" providerId="AD" clId="Web-{0BCCA0E2-F447-F986-29D1-B6AC83AFCE19}"/>
    <pc:docChg chg="delSld">
      <pc:chgData name="Harrison, Jordan" userId="S::jharrison1@qa.com::a3194114-3b33-46a8-9fdb-2ed97568dc6f" providerId="AD" clId="Web-{0BCCA0E2-F447-F986-29D1-B6AC83AFCE19}" dt="2026-09-04T15:48:34.655" v="25"/>
      <pc:docMkLst>
        <pc:docMk/>
      </pc:docMkLst>
    </pc:docChg>
  </pc:docChgLst>
  <pc:docChgLst>
    <pc:chgData name="Feist, Ella" userId="992bbaf2-811d-42cb-a4d6-e7fc45e325e8" providerId="ADAL" clId="{EEEAA5E7-5892-4C22-B4B9-91834BD409A7}"/>
    <pc:docChg chg="undo redo custSel modSld">
      <pc:chgData name="Feist, Ella" userId="992bbaf2-811d-42cb-a4d6-e7fc45e325e8" providerId="ADAL" clId="{EEEAA5E7-5892-4C22-B4B9-91834BD409A7}" dt="2026-09-08T13:45:11.839" v="571" actId="20577"/>
      <pc:docMkLst>
        <pc:docMk/>
      </pc:docMkLst>
      <pc:sldChg chg="modSp mod">
        <pc:chgData name="Feist, Ella" userId="992bbaf2-811d-42cb-a4d6-e7fc45e325e8" providerId="ADAL" clId="{EEEAA5E7-5892-4C22-B4B9-91834BD409A7}" dt="2026-09-08T13:09:29.179" v="1" actId="790"/>
        <pc:sldMkLst>
          <pc:docMk/>
          <pc:sldMk cId="1003932267" sldId="299"/>
        </pc:sldMkLst>
        <pc:spChg chg="mod">
          <ac:chgData name="Feist, Ella" userId="992bbaf2-811d-42cb-a4d6-e7fc45e325e8" providerId="ADAL" clId="{EEEAA5E7-5892-4C22-B4B9-91834BD409A7}" dt="2026-09-08T13:09:29.179" v="1" actId="790"/>
          <ac:spMkLst>
            <pc:docMk/>
            <pc:sldMk cId="1003932267" sldId="299"/>
            <ac:spMk id="4" creationId="{6B10A2E5-A3AA-7BE3-7C87-983A58C15C46}"/>
          </ac:spMkLst>
        </pc:spChg>
        <pc:spChg chg="mod">
          <ac:chgData name="Feist, Ella" userId="992bbaf2-811d-42cb-a4d6-e7fc45e325e8" providerId="ADAL" clId="{EEEAA5E7-5892-4C22-B4B9-91834BD409A7}" dt="2026-09-08T13:09:29.179" v="1" actId="790"/>
          <ac:spMkLst>
            <pc:docMk/>
            <pc:sldMk cId="1003932267" sldId="299"/>
            <ac:spMk id="5" creationId="{CCC8E39A-3AD0-8360-BBB1-81DC2CFD1FD2}"/>
          </ac:spMkLst>
        </pc:spChg>
      </pc:sldChg>
      <pc:sldChg chg="modSp mod">
        <pc:chgData name="Feist, Ella" userId="992bbaf2-811d-42cb-a4d6-e7fc45e325e8" providerId="ADAL" clId="{EEEAA5E7-5892-4C22-B4B9-91834BD409A7}" dt="2026-09-08T13:09:29.179" v="1" actId="790"/>
        <pc:sldMkLst>
          <pc:docMk/>
          <pc:sldMk cId="1782736950" sldId="300"/>
        </pc:sldMkLst>
        <pc:spChg chg="mod">
          <ac:chgData name="Feist, Ella" userId="992bbaf2-811d-42cb-a4d6-e7fc45e325e8" providerId="ADAL" clId="{EEEAA5E7-5892-4C22-B4B9-91834BD409A7}" dt="2026-09-08T13:09:29.179" v="1" actId="790"/>
          <ac:spMkLst>
            <pc:docMk/>
            <pc:sldMk cId="1782736950" sldId="300"/>
            <ac:spMk id="4" creationId="{6B10A2E5-A3AA-7BE3-7C87-983A58C15C46}"/>
          </ac:spMkLst>
        </pc:spChg>
        <pc:spChg chg="mod">
          <ac:chgData name="Feist, Ella" userId="992bbaf2-811d-42cb-a4d6-e7fc45e325e8" providerId="ADAL" clId="{EEEAA5E7-5892-4C22-B4B9-91834BD409A7}" dt="2026-09-08T13:09:29.179" v="1" actId="790"/>
          <ac:spMkLst>
            <pc:docMk/>
            <pc:sldMk cId="1782736950" sldId="300"/>
            <ac:spMk id="5" creationId="{4D1EDBA7-874F-1627-9A47-41371A0DC58B}"/>
          </ac:spMkLst>
        </pc:spChg>
      </pc:sldChg>
      <pc:sldChg chg="addSp delSp modSp mod chgLayout">
        <pc:chgData name="Feist, Ella" userId="992bbaf2-811d-42cb-a4d6-e7fc45e325e8" providerId="ADAL" clId="{EEEAA5E7-5892-4C22-B4B9-91834BD409A7}" dt="2026-09-08T13:42:56.541" v="507" actId="20577"/>
        <pc:sldMkLst>
          <pc:docMk/>
          <pc:sldMk cId="977506752" sldId="302"/>
        </pc:sldMkLst>
        <pc:spChg chg="mod ord">
          <ac:chgData name="Feist, Ella" userId="992bbaf2-811d-42cb-a4d6-e7fc45e325e8" providerId="ADAL" clId="{EEEAA5E7-5892-4C22-B4B9-91834BD409A7}" dt="2026-09-08T13:42:56.541" v="507" actId="20577"/>
          <ac:spMkLst>
            <pc:docMk/>
            <pc:sldMk cId="977506752" sldId="302"/>
            <ac:spMk id="4099" creationId="{00000000-0000-0000-0000-000000000000}"/>
          </ac:spMkLst>
        </pc:spChg>
      </pc:sldChg>
      <pc:sldChg chg="modSp mod">
        <pc:chgData name="Feist, Ella" userId="992bbaf2-811d-42cb-a4d6-e7fc45e325e8" providerId="ADAL" clId="{EEEAA5E7-5892-4C22-B4B9-91834BD409A7}" dt="2026-09-08T13:38:46.904" v="278" actId="20577"/>
        <pc:sldMkLst>
          <pc:docMk/>
          <pc:sldMk cId="917483377" sldId="303"/>
        </pc:sldMkLst>
        <pc:spChg chg="mod">
          <ac:chgData name="Feist, Ella" userId="992bbaf2-811d-42cb-a4d6-e7fc45e325e8" providerId="ADAL" clId="{EEEAA5E7-5892-4C22-B4B9-91834BD409A7}" dt="2026-09-08T13:09:29.179" v="1" actId="790"/>
          <ac:spMkLst>
            <pc:docMk/>
            <pc:sldMk cId="917483377" sldId="303"/>
            <ac:spMk id="2" creationId="{C4501B7F-B0D0-DDD6-75E2-55BE5893CE78}"/>
          </ac:spMkLst>
        </pc:spChg>
        <pc:spChg chg="mod">
          <ac:chgData name="Feist, Ella" userId="992bbaf2-811d-42cb-a4d6-e7fc45e325e8" providerId="ADAL" clId="{EEEAA5E7-5892-4C22-B4B9-91834BD409A7}" dt="2026-09-08T13:38:46.904" v="278" actId="20577"/>
          <ac:spMkLst>
            <pc:docMk/>
            <pc:sldMk cId="917483377" sldId="303"/>
            <ac:spMk id="5122" creationId="{00000000-0000-0000-0000-000000000000}"/>
          </ac:spMkLst>
        </pc:spChg>
        <pc:spChg chg="mod">
          <ac:chgData name="Feist, Ella" userId="992bbaf2-811d-42cb-a4d6-e7fc45e325e8" providerId="ADAL" clId="{EEEAA5E7-5892-4C22-B4B9-91834BD409A7}" dt="2026-09-08T13:09:29.179" v="1" actId="790"/>
          <ac:spMkLst>
            <pc:docMk/>
            <pc:sldMk cId="917483377" sldId="303"/>
            <ac:spMk id="5123" creationId="{00000000-0000-0000-0000-000000000000}"/>
          </ac:spMkLst>
        </pc:spChg>
        <pc:spChg chg="mod">
          <ac:chgData name="Feist, Ella" userId="992bbaf2-811d-42cb-a4d6-e7fc45e325e8" providerId="ADAL" clId="{EEEAA5E7-5892-4C22-B4B9-91834BD409A7}" dt="2026-09-08T13:09:29.179" v="1" actId="790"/>
          <ac:spMkLst>
            <pc:docMk/>
            <pc:sldMk cId="917483377" sldId="303"/>
            <ac:spMk id="5124" creationId="{00000000-0000-0000-0000-000000000000}"/>
          </ac:spMkLst>
        </pc:spChg>
      </pc:sldChg>
      <pc:sldChg chg="modSp mod">
        <pc:chgData name="Feist, Ella" userId="992bbaf2-811d-42cb-a4d6-e7fc45e325e8" providerId="ADAL" clId="{EEEAA5E7-5892-4C22-B4B9-91834BD409A7}" dt="2026-09-08T13:39:14.776" v="312" actId="1036"/>
        <pc:sldMkLst>
          <pc:docMk/>
          <pc:sldMk cId="3728200858" sldId="304"/>
        </pc:sldMkLst>
        <pc:spChg chg="mod">
          <ac:chgData name="Feist, Ella" userId="992bbaf2-811d-42cb-a4d6-e7fc45e325e8" providerId="ADAL" clId="{EEEAA5E7-5892-4C22-B4B9-91834BD409A7}" dt="2026-09-08T13:09:29.179" v="1" actId="790"/>
          <ac:spMkLst>
            <pc:docMk/>
            <pc:sldMk cId="3728200858" sldId="304"/>
            <ac:spMk id="2" creationId="{B4A8AFBA-38E0-1232-FBC8-2177B65710D9}"/>
          </ac:spMkLst>
        </pc:spChg>
        <pc:spChg chg="mod">
          <ac:chgData name="Feist, Ella" userId="992bbaf2-811d-42cb-a4d6-e7fc45e325e8" providerId="ADAL" clId="{EEEAA5E7-5892-4C22-B4B9-91834BD409A7}" dt="2026-09-08T13:09:29.179" v="1" actId="790"/>
          <ac:spMkLst>
            <pc:docMk/>
            <pc:sldMk cId="3728200858" sldId="304"/>
            <ac:spMk id="6146" creationId="{00000000-0000-0000-0000-000000000000}"/>
          </ac:spMkLst>
        </pc:spChg>
        <pc:spChg chg="mod">
          <ac:chgData name="Feist, Ella" userId="992bbaf2-811d-42cb-a4d6-e7fc45e325e8" providerId="ADAL" clId="{EEEAA5E7-5892-4C22-B4B9-91834BD409A7}" dt="2026-09-08T13:39:04.088" v="288" actId="14100"/>
          <ac:spMkLst>
            <pc:docMk/>
            <pc:sldMk cId="3728200858" sldId="304"/>
            <ac:spMk id="6147" creationId="{00000000-0000-0000-0000-000000000000}"/>
          </ac:spMkLst>
        </pc:spChg>
        <pc:spChg chg="mod">
          <ac:chgData name="Feist, Ella" userId="992bbaf2-811d-42cb-a4d6-e7fc45e325e8" providerId="ADAL" clId="{EEEAA5E7-5892-4C22-B4B9-91834BD409A7}" dt="2026-09-08T13:39:09.253" v="298" actId="1036"/>
          <ac:spMkLst>
            <pc:docMk/>
            <pc:sldMk cId="3728200858" sldId="304"/>
            <ac:spMk id="6148" creationId="{00000000-0000-0000-0000-000000000000}"/>
          </ac:spMkLst>
        </pc:spChg>
        <pc:spChg chg="mod">
          <ac:chgData name="Feist, Ella" userId="992bbaf2-811d-42cb-a4d6-e7fc45e325e8" providerId="ADAL" clId="{EEEAA5E7-5892-4C22-B4B9-91834BD409A7}" dt="2026-09-08T13:39:07.800" v="293" actId="1036"/>
          <ac:spMkLst>
            <pc:docMk/>
            <pc:sldMk cId="3728200858" sldId="304"/>
            <ac:spMk id="6149" creationId="{00000000-0000-0000-0000-000000000000}"/>
          </ac:spMkLst>
        </pc:spChg>
        <pc:spChg chg="mod">
          <ac:chgData name="Feist, Ella" userId="992bbaf2-811d-42cb-a4d6-e7fc45e325e8" providerId="ADAL" clId="{EEEAA5E7-5892-4C22-B4B9-91834BD409A7}" dt="2026-09-08T13:39:12.892" v="305" actId="1036"/>
          <ac:spMkLst>
            <pc:docMk/>
            <pc:sldMk cId="3728200858" sldId="304"/>
            <ac:spMk id="6150" creationId="{00000000-0000-0000-0000-000000000000}"/>
          </ac:spMkLst>
        </pc:spChg>
        <pc:spChg chg="mod">
          <ac:chgData name="Feist, Ella" userId="992bbaf2-811d-42cb-a4d6-e7fc45e325e8" providerId="ADAL" clId="{EEEAA5E7-5892-4C22-B4B9-91834BD409A7}" dt="2026-09-08T13:39:14.776" v="312" actId="1036"/>
          <ac:spMkLst>
            <pc:docMk/>
            <pc:sldMk cId="3728200858" sldId="304"/>
            <ac:spMk id="6151" creationId="{00000000-0000-0000-0000-000000000000}"/>
          </ac:spMkLst>
        </pc:spChg>
      </pc:sldChg>
      <pc:sldChg chg="modSp mod">
        <pc:chgData name="Feist, Ella" userId="992bbaf2-811d-42cb-a4d6-e7fc45e325e8" providerId="ADAL" clId="{EEEAA5E7-5892-4C22-B4B9-91834BD409A7}" dt="2026-09-08T13:39:24.780" v="327" actId="1035"/>
        <pc:sldMkLst>
          <pc:docMk/>
          <pc:sldMk cId="1746971961" sldId="305"/>
        </pc:sldMkLst>
        <pc:spChg chg="mod">
          <ac:chgData name="Feist, Ella" userId="992bbaf2-811d-42cb-a4d6-e7fc45e325e8" providerId="ADAL" clId="{EEEAA5E7-5892-4C22-B4B9-91834BD409A7}" dt="2026-09-08T13:09:29.179" v="1" actId="790"/>
          <ac:spMkLst>
            <pc:docMk/>
            <pc:sldMk cId="1746971961" sldId="305"/>
            <ac:spMk id="2" creationId="{6ADB128E-6438-3D07-39B3-3B349748315D}"/>
          </ac:spMkLst>
        </pc:spChg>
        <pc:spChg chg="mod">
          <ac:chgData name="Feist, Ella" userId="992bbaf2-811d-42cb-a4d6-e7fc45e325e8" providerId="ADAL" clId="{EEEAA5E7-5892-4C22-B4B9-91834BD409A7}" dt="2026-09-08T13:09:29.179" v="1" actId="790"/>
          <ac:spMkLst>
            <pc:docMk/>
            <pc:sldMk cId="1746971961" sldId="305"/>
            <ac:spMk id="7170" creationId="{00000000-0000-0000-0000-000000000000}"/>
          </ac:spMkLst>
        </pc:spChg>
        <pc:spChg chg="mod">
          <ac:chgData name="Feist, Ella" userId="992bbaf2-811d-42cb-a4d6-e7fc45e325e8" providerId="ADAL" clId="{EEEAA5E7-5892-4C22-B4B9-91834BD409A7}" dt="2026-09-08T13:09:29.179" v="1" actId="790"/>
          <ac:spMkLst>
            <pc:docMk/>
            <pc:sldMk cId="1746971961" sldId="305"/>
            <ac:spMk id="7172" creationId="{00000000-0000-0000-0000-000000000000}"/>
          </ac:spMkLst>
        </pc:spChg>
        <pc:spChg chg="mod">
          <ac:chgData name="Feist, Ella" userId="992bbaf2-811d-42cb-a4d6-e7fc45e325e8" providerId="ADAL" clId="{EEEAA5E7-5892-4C22-B4B9-91834BD409A7}" dt="2026-09-08T13:09:29.179" v="1" actId="790"/>
          <ac:spMkLst>
            <pc:docMk/>
            <pc:sldMk cId="1746971961" sldId="305"/>
            <ac:spMk id="7173" creationId="{00000000-0000-0000-0000-000000000000}"/>
          </ac:spMkLst>
        </pc:spChg>
        <pc:spChg chg="mod">
          <ac:chgData name="Feist, Ella" userId="992bbaf2-811d-42cb-a4d6-e7fc45e325e8" providerId="ADAL" clId="{EEEAA5E7-5892-4C22-B4B9-91834BD409A7}" dt="2026-09-08T13:39:24.780" v="327" actId="1035"/>
          <ac:spMkLst>
            <pc:docMk/>
            <pc:sldMk cId="1746971961" sldId="305"/>
            <ac:spMk id="7174" creationId="{00000000-0000-0000-0000-000000000000}"/>
          </ac:spMkLst>
        </pc:spChg>
        <pc:spChg chg="mod">
          <ac:chgData name="Feist, Ella" userId="992bbaf2-811d-42cb-a4d6-e7fc45e325e8" providerId="ADAL" clId="{EEEAA5E7-5892-4C22-B4B9-91834BD409A7}" dt="2026-09-08T13:39:24.780" v="327" actId="1035"/>
          <ac:spMkLst>
            <pc:docMk/>
            <pc:sldMk cId="1746971961" sldId="305"/>
            <ac:spMk id="7175" creationId="{00000000-0000-0000-0000-000000000000}"/>
          </ac:spMkLst>
        </pc:spChg>
        <pc:spChg chg="mod">
          <ac:chgData name="Feist, Ella" userId="992bbaf2-811d-42cb-a4d6-e7fc45e325e8" providerId="ADAL" clId="{EEEAA5E7-5892-4C22-B4B9-91834BD409A7}" dt="2026-09-08T13:09:29.179" v="1" actId="790"/>
          <ac:spMkLst>
            <pc:docMk/>
            <pc:sldMk cId="1746971961" sldId="305"/>
            <ac:spMk id="10243" creationId="{00000000-0000-0000-0000-000000000000}"/>
          </ac:spMkLst>
        </pc:spChg>
      </pc:sldChg>
      <pc:sldChg chg="modSp mod">
        <pc:chgData name="Feist, Ella" userId="992bbaf2-811d-42cb-a4d6-e7fc45e325e8" providerId="ADAL" clId="{EEEAA5E7-5892-4C22-B4B9-91834BD409A7}" dt="2026-09-08T13:39:40.370" v="339" actId="1036"/>
        <pc:sldMkLst>
          <pc:docMk/>
          <pc:sldMk cId="1557946063" sldId="306"/>
        </pc:sldMkLst>
        <pc:spChg chg="mod">
          <ac:chgData name="Feist, Ella" userId="992bbaf2-811d-42cb-a4d6-e7fc45e325e8" providerId="ADAL" clId="{EEEAA5E7-5892-4C22-B4B9-91834BD409A7}" dt="2026-09-08T13:09:29.179" v="1" actId="790"/>
          <ac:spMkLst>
            <pc:docMk/>
            <pc:sldMk cId="1557946063" sldId="306"/>
            <ac:spMk id="2" creationId="{5D8EA6EE-5F40-B6FD-5D8B-B44A04CC4F19}"/>
          </ac:spMkLst>
        </pc:spChg>
        <pc:spChg chg="mod">
          <ac:chgData name="Feist, Ella" userId="992bbaf2-811d-42cb-a4d6-e7fc45e325e8" providerId="ADAL" clId="{EEEAA5E7-5892-4C22-B4B9-91834BD409A7}" dt="2026-09-08T13:39:34.106" v="330" actId="6549"/>
          <ac:spMkLst>
            <pc:docMk/>
            <pc:sldMk cId="1557946063" sldId="306"/>
            <ac:spMk id="8194" creationId="{00000000-0000-0000-0000-000000000000}"/>
          </ac:spMkLst>
        </pc:spChg>
        <pc:spChg chg="mod">
          <ac:chgData name="Feist, Ella" userId="992bbaf2-811d-42cb-a4d6-e7fc45e325e8" providerId="ADAL" clId="{EEEAA5E7-5892-4C22-B4B9-91834BD409A7}" dt="2026-09-08T13:09:29.179" v="1" actId="790"/>
          <ac:spMkLst>
            <pc:docMk/>
            <pc:sldMk cId="1557946063" sldId="306"/>
            <ac:spMk id="8195" creationId="{00000000-0000-0000-0000-000000000000}"/>
          </ac:spMkLst>
        </pc:spChg>
        <pc:spChg chg="mod">
          <ac:chgData name="Feist, Ella" userId="992bbaf2-811d-42cb-a4d6-e7fc45e325e8" providerId="ADAL" clId="{EEEAA5E7-5892-4C22-B4B9-91834BD409A7}" dt="2026-09-08T13:39:40.370" v="339" actId="1036"/>
          <ac:spMkLst>
            <pc:docMk/>
            <pc:sldMk cId="1557946063" sldId="306"/>
            <ac:spMk id="8196" creationId="{00000000-0000-0000-0000-000000000000}"/>
          </ac:spMkLst>
        </pc:spChg>
        <pc:spChg chg="mod">
          <ac:chgData name="Feist, Ella" userId="992bbaf2-811d-42cb-a4d6-e7fc45e325e8" providerId="ADAL" clId="{EEEAA5E7-5892-4C22-B4B9-91834BD409A7}" dt="2026-09-08T13:39:40.370" v="339" actId="1036"/>
          <ac:spMkLst>
            <pc:docMk/>
            <pc:sldMk cId="1557946063" sldId="306"/>
            <ac:spMk id="8197" creationId="{00000000-0000-0000-0000-000000000000}"/>
          </ac:spMkLst>
        </pc:spChg>
        <pc:spChg chg="mod">
          <ac:chgData name="Feist, Ella" userId="992bbaf2-811d-42cb-a4d6-e7fc45e325e8" providerId="ADAL" clId="{EEEAA5E7-5892-4C22-B4B9-91834BD409A7}" dt="2026-09-08T13:39:40.370" v="339" actId="1036"/>
          <ac:spMkLst>
            <pc:docMk/>
            <pc:sldMk cId="1557946063" sldId="306"/>
            <ac:spMk id="8198" creationId="{00000000-0000-0000-0000-000000000000}"/>
          </ac:spMkLst>
        </pc:spChg>
        <pc:spChg chg="mod">
          <ac:chgData name="Feist, Ella" userId="992bbaf2-811d-42cb-a4d6-e7fc45e325e8" providerId="ADAL" clId="{EEEAA5E7-5892-4C22-B4B9-91834BD409A7}" dt="2026-09-08T13:39:40.370" v="339" actId="1036"/>
          <ac:spMkLst>
            <pc:docMk/>
            <pc:sldMk cId="1557946063" sldId="306"/>
            <ac:spMk id="8199" creationId="{00000000-0000-0000-0000-000000000000}"/>
          </ac:spMkLst>
        </pc:spChg>
        <pc:spChg chg="mod">
          <ac:chgData name="Feist, Ella" userId="992bbaf2-811d-42cb-a4d6-e7fc45e325e8" providerId="ADAL" clId="{EEEAA5E7-5892-4C22-B4B9-91834BD409A7}" dt="2026-09-08T13:39:40.370" v="339" actId="1036"/>
          <ac:spMkLst>
            <pc:docMk/>
            <pc:sldMk cId="1557946063" sldId="306"/>
            <ac:spMk id="8200" creationId="{00000000-0000-0000-0000-000000000000}"/>
          </ac:spMkLst>
        </pc:spChg>
        <pc:spChg chg="mod">
          <ac:chgData name="Feist, Ella" userId="992bbaf2-811d-42cb-a4d6-e7fc45e325e8" providerId="ADAL" clId="{EEEAA5E7-5892-4C22-B4B9-91834BD409A7}" dt="2026-09-08T13:39:40.370" v="339" actId="1036"/>
          <ac:spMkLst>
            <pc:docMk/>
            <pc:sldMk cId="1557946063" sldId="306"/>
            <ac:spMk id="8201" creationId="{00000000-0000-0000-0000-000000000000}"/>
          </ac:spMkLst>
        </pc:spChg>
        <pc:spChg chg="mod">
          <ac:chgData name="Feist, Ella" userId="992bbaf2-811d-42cb-a4d6-e7fc45e325e8" providerId="ADAL" clId="{EEEAA5E7-5892-4C22-B4B9-91834BD409A7}" dt="2026-09-08T13:39:40.370" v="339" actId="1036"/>
          <ac:spMkLst>
            <pc:docMk/>
            <pc:sldMk cId="1557946063" sldId="306"/>
            <ac:spMk id="8202" creationId="{00000000-0000-0000-0000-000000000000}"/>
          </ac:spMkLst>
        </pc:spChg>
      </pc:sldChg>
      <pc:sldChg chg="modSp mod">
        <pc:chgData name="Feist, Ella" userId="992bbaf2-811d-42cb-a4d6-e7fc45e325e8" providerId="ADAL" clId="{EEEAA5E7-5892-4C22-B4B9-91834BD409A7}" dt="2026-09-08T13:09:29.179" v="1" actId="790"/>
        <pc:sldMkLst>
          <pc:docMk/>
          <pc:sldMk cId="215023920" sldId="307"/>
        </pc:sldMkLst>
        <pc:spChg chg="mod">
          <ac:chgData name="Feist, Ella" userId="992bbaf2-811d-42cb-a4d6-e7fc45e325e8" providerId="ADAL" clId="{EEEAA5E7-5892-4C22-B4B9-91834BD409A7}" dt="2026-09-08T13:09:29.179" v="1" actId="790"/>
          <ac:spMkLst>
            <pc:docMk/>
            <pc:sldMk cId="215023920" sldId="307"/>
            <ac:spMk id="2" creationId="{28EDDADA-356F-F434-E66A-76C2FDD9C90C}"/>
          </ac:spMkLst>
        </pc:spChg>
        <pc:spChg chg="mod">
          <ac:chgData name="Feist, Ella" userId="992bbaf2-811d-42cb-a4d6-e7fc45e325e8" providerId="ADAL" clId="{EEEAA5E7-5892-4C22-B4B9-91834BD409A7}" dt="2026-09-08T13:09:29.179" v="1" actId="790"/>
          <ac:spMkLst>
            <pc:docMk/>
            <pc:sldMk cId="215023920" sldId="307"/>
            <ac:spMk id="3" creationId="{A24A2B52-2069-F88D-8992-6DFD910269AB}"/>
          </ac:spMkLst>
        </pc:spChg>
        <pc:spChg chg="mod">
          <ac:chgData name="Feist, Ella" userId="992bbaf2-811d-42cb-a4d6-e7fc45e325e8" providerId="ADAL" clId="{EEEAA5E7-5892-4C22-B4B9-91834BD409A7}" dt="2026-09-08T13:09:29.179" v="1" actId="790"/>
          <ac:spMkLst>
            <pc:docMk/>
            <pc:sldMk cId="215023920" sldId="307"/>
            <ac:spMk id="4" creationId="{76823401-2CF0-17A0-5464-EB9B2C2996DF}"/>
          </ac:spMkLst>
        </pc:spChg>
        <pc:spChg chg="mod">
          <ac:chgData name="Feist, Ella" userId="992bbaf2-811d-42cb-a4d6-e7fc45e325e8" providerId="ADAL" clId="{EEEAA5E7-5892-4C22-B4B9-91834BD409A7}" dt="2026-09-08T13:09:29.179" v="1" actId="790"/>
          <ac:spMkLst>
            <pc:docMk/>
            <pc:sldMk cId="215023920" sldId="307"/>
            <ac:spMk id="5" creationId="{E934F903-0446-D560-CF17-656E00D293E4}"/>
          </ac:spMkLst>
        </pc:spChg>
        <pc:spChg chg="mod">
          <ac:chgData name="Feist, Ella" userId="992bbaf2-811d-42cb-a4d6-e7fc45e325e8" providerId="ADAL" clId="{EEEAA5E7-5892-4C22-B4B9-91834BD409A7}" dt="2026-09-08T13:09:29.179" v="1" actId="790"/>
          <ac:spMkLst>
            <pc:docMk/>
            <pc:sldMk cId="215023920" sldId="307"/>
            <ac:spMk id="9" creationId="{010A2FBC-C251-4E84-A7DF-9DA3B49DF559}"/>
          </ac:spMkLst>
        </pc:spChg>
        <pc:spChg chg="mod">
          <ac:chgData name="Feist, Ella" userId="992bbaf2-811d-42cb-a4d6-e7fc45e325e8" providerId="ADAL" clId="{EEEAA5E7-5892-4C22-B4B9-91834BD409A7}" dt="2026-09-08T13:09:29.179" v="1" actId="790"/>
          <ac:spMkLst>
            <pc:docMk/>
            <pc:sldMk cId="215023920" sldId="307"/>
            <ac:spMk id="9218" creationId="{00000000-0000-0000-0000-000000000000}"/>
          </ac:spMkLst>
        </pc:spChg>
        <pc:spChg chg="mod">
          <ac:chgData name="Feist, Ella" userId="992bbaf2-811d-42cb-a4d6-e7fc45e325e8" providerId="ADAL" clId="{EEEAA5E7-5892-4C22-B4B9-91834BD409A7}" dt="2026-09-08T13:09:29.179" v="1" actId="790"/>
          <ac:spMkLst>
            <pc:docMk/>
            <pc:sldMk cId="215023920" sldId="307"/>
            <ac:spMk id="9219" creationId="{00000000-0000-0000-0000-000000000000}"/>
          </ac:spMkLst>
        </pc:spChg>
        <pc:spChg chg="mod">
          <ac:chgData name="Feist, Ella" userId="992bbaf2-811d-42cb-a4d6-e7fc45e325e8" providerId="ADAL" clId="{EEEAA5E7-5892-4C22-B4B9-91834BD409A7}" dt="2026-09-08T13:09:29.179" v="1" actId="790"/>
          <ac:spMkLst>
            <pc:docMk/>
            <pc:sldMk cId="215023920" sldId="307"/>
            <ac:spMk id="9220" creationId="{00000000-0000-0000-0000-000000000000}"/>
          </ac:spMkLst>
        </pc:spChg>
        <pc:spChg chg="mod">
          <ac:chgData name="Feist, Ella" userId="992bbaf2-811d-42cb-a4d6-e7fc45e325e8" providerId="ADAL" clId="{EEEAA5E7-5892-4C22-B4B9-91834BD409A7}" dt="2026-09-08T13:09:29.179" v="1" actId="790"/>
          <ac:spMkLst>
            <pc:docMk/>
            <pc:sldMk cId="215023920" sldId="307"/>
            <ac:spMk id="9221" creationId="{00000000-0000-0000-0000-000000000000}"/>
          </ac:spMkLst>
        </pc:spChg>
        <pc:spChg chg="mod">
          <ac:chgData name="Feist, Ella" userId="992bbaf2-811d-42cb-a4d6-e7fc45e325e8" providerId="ADAL" clId="{EEEAA5E7-5892-4C22-B4B9-91834BD409A7}" dt="2026-09-08T13:09:29.179" v="1" actId="790"/>
          <ac:spMkLst>
            <pc:docMk/>
            <pc:sldMk cId="215023920" sldId="307"/>
            <ac:spMk id="9223" creationId="{00000000-0000-0000-0000-000000000000}"/>
          </ac:spMkLst>
        </pc:spChg>
      </pc:sldChg>
      <pc:sldChg chg="modSp mod">
        <pc:chgData name="Feist, Ella" userId="992bbaf2-811d-42cb-a4d6-e7fc45e325e8" providerId="ADAL" clId="{EEEAA5E7-5892-4C22-B4B9-91834BD409A7}" dt="2026-09-08T13:40:11.705" v="369" actId="1035"/>
        <pc:sldMkLst>
          <pc:docMk/>
          <pc:sldMk cId="295714480" sldId="308"/>
        </pc:sldMkLst>
        <pc:spChg chg="mod">
          <ac:chgData name="Feist, Ella" userId="992bbaf2-811d-42cb-a4d6-e7fc45e325e8" providerId="ADAL" clId="{EEEAA5E7-5892-4C22-B4B9-91834BD409A7}" dt="2026-09-08T13:09:29.179" v="1" actId="790"/>
          <ac:spMkLst>
            <pc:docMk/>
            <pc:sldMk cId="295714480" sldId="308"/>
            <ac:spMk id="2" creationId="{795E84CB-B1B6-589E-C25B-EDDED6514664}"/>
          </ac:spMkLst>
        </pc:spChg>
        <pc:spChg chg="mod">
          <ac:chgData name="Feist, Ella" userId="992bbaf2-811d-42cb-a4d6-e7fc45e325e8" providerId="ADAL" clId="{EEEAA5E7-5892-4C22-B4B9-91834BD409A7}" dt="2026-09-08T13:40:08.601" v="363" actId="1035"/>
          <ac:spMkLst>
            <pc:docMk/>
            <pc:sldMk cId="295714480" sldId="308"/>
            <ac:spMk id="8" creationId="{00000000-0000-0000-0000-000000000000}"/>
          </ac:spMkLst>
        </pc:spChg>
        <pc:spChg chg="mod">
          <ac:chgData name="Feist, Ella" userId="992bbaf2-811d-42cb-a4d6-e7fc45e325e8" providerId="ADAL" clId="{EEEAA5E7-5892-4C22-B4B9-91834BD409A7}" dt="2026-09-08T13:40:08.601" v="363" actId="1035"/>
          <ac:spMkLst>
            <pc:docMk/>
            <pc:sldMk cId="295714480" sldId="308"/>
            <ac:spMk id="9" creationId="{00000000-0000-0000-0000-000000000000}"/>
          </ac:spMkLst>
        </pc:spChg>
        <pc:spChg chg="mod">
          <ac:chgData name="Feist, Ella" userId="992bbaf2-811d-42cb-a4d6-e7fc45e325e8" providerId="ADAL" clId="{EEEAA5E7-5892-4C22-B4B9-91834BD409A7}" dt="2026-09-08T13:09:29.179" v="1" actId="790"/>
          <ac:spMkLst>
            <pc:docMk/>
            <pc:sldMk cId="295714480" sldId="308"/>
            <ac:spMk id="9218" creationId="{00000000-0000-0000-0000-000000000000}"/>
          </ac:spMkLst>
        </pc:spChg>
        <pc:spChg chg="mod">
          <ac:chgData name="Feist, Ella" userId="992bbaf2-811d-42cb-a4d6-e7fc45e325e8" providerId="ADAL" clId="{EEEAA5E7-5892-4C22-B4B9-91834BD409A7}" dt="2026-09-08T13:40:06.121" v="359" actId="14100"/>
          <ac:spMkLst>
            <pc:docMk/>
            <pc:sldMk cId="295714480" sldId="308"/>
            <ac:spMk id="9219" creationId="{00000000-0000-0000-0000-000000000000}"/>
          </ac:spMkLst>
        </pc:spChg>
        <pc:spChg chg="mod">
          <ac:chgData name="Feist, Ella" userId="992bbaf2-811d-42cb-a4d6-e7fc45e325e8" providerId="ADAL" clId="{EEEAA5E7-5892-4C22-B4B9-91834BD409A7}" dt="2026-09-08T13:40:11.705" v="369" actId="1035"/>
          <ac:spMkLst>
            <pc:docMk/>
            <pc:sldMk cId="295714480" sldId="308"/>
            <ac:spMk id="9222" creationId="{00000000-0000-0000-0000-000000000000}"/>
          </ac:spMkLst>
        </pc:spChg>
        <pc:spChg chg="mod">
          <ac:chgData name="Feist, Ella" userId="992bbaf2-811d-42cb-a4d6-e7fc45e325e8" providerId="ADAL" clId="{EEEAA5E7-5892-4C22-B4B9-91834BD409A7}" dt="2026-09-08T13:40:11.705" v="369" actId="1035"/>
          <ac:spMkLst>
            <pc:docMk/>
            <pc:sldMk cId="295714480" sldId="308"/>
            <ac:spMk id="9223" creationId="{00000000-0000-0000-0000-000000000000}"/>
          </ac:spMkLst>
        </pc:spChg>
      </pc:sldChg>
      <pc:sldChg chg="modSp mod">
        <pc:chgData name="Feist, Ella" userId="992bbaf2-811d-42cb-a4d6-e7fc45e325e8" providerId="ADAL" clId="{EEEAA5E7-5892-4C22-B4B9-91834BD409A7}" dt="2026-09-08T13:40:22.750" v="391" actId="20577"/>
        <pc:sldMkLst>
          <pc:docMk/>
          <pc:sldMk cId="3090379540" sldId="310"/>
        </pc:sldMkLst>
        <pc:spChg chg="mod">
          <ac:chgData name="Feist, Ella" userId="992bbaf2-811d-42cb-a4d6-e7fc45e325e8" providerId="ADAL" clId="{EEEAA5E7-5892-4C22-B4B9-91834BD409A7}" dt="2026-09-08T13:09:29.179" v="1" actId="790"/>
          <ac:spMkLst>
            <pc:docMk/>
            <pc:sldMk cId="3090379540" sldId="310"/>
            <ac:spMk id="2" creationId="{623BA2D4-E646-6616-FB3E-E009DE46A0D2}"/>
          </ac:spMkLst>
        </pc:spChg>
        <pc:spChg chg="mod">
          <ac:chgData name="Feist, Ella" userId="992bbaf2-811d-42cb-a4d6-e7fc45e325e8" providerId="ADAL" clId="{EEEAA5E7-5892-4C22-B4B9-91834BD409A7}" dt="2026-09-08T13:40:20.863" v="390" actId="1036"/>
          <ac:spMkLst>
            <pc:docMk/>
            <pc:sldMk cId="3090379540" sldId="310"/>
            <ac:spMk id="3" creationId="{49CED2B8-CC3A-F193-94BA-30A6AFF9A52A}"/>
          </ac:spMkLst>
        </pc:spChg>
        <pc:spChg chg="mod">
          <ac:chgData name="Feist, Ella" userId="992bbaf2-811d-42cb-a4d6-e7fc45e325e8" providerId="ADAL" clId="{EEEAA5E7-5892-4C22-B4B9-91834BD409A7}" dt="2026-09-08T13:40:20.863" v="390" actId="1036"/>
          <ac:spMkLst>
            <pc:docMk/>
            <pc:sldMk cId="3090379540" sldId="310"/>
            <ac:spMk id="4" creationId="{9F7A7491-F5E8-EC9E-1372-DDBFD97A4A74}"/>
          </ac:spMkLst>
        </pc:spChg>
        <pc:spChg chg="mod">
          <ac:chgData name="Feist, Ella" userId="992bbaf2-811d-42cb-a4d6-e7fc45e325e8" providerId="ADAL" clId="{EEEAA5E7-5892-4C22-B4B9-91834BD409A7}" dt="2026-09-08T13:40:20.863" v="390" actId="1036"/>
          <ac:spMkLst>
            <pc:docMk/>
            <pc:sldMk cId="3090379540" sldId="310"/>
            <ac:spMk id="5" creationId="{50DBE509-9EB4-AF28-6A60-044035C89500}"/>
          </ac:spMkLst>
        </pc:spChg>
        <pc:spChg chg="mod">
          <ac:chgData name="Feist, Ella" userId="992bbaf2-811d-42cb-a4d6-e7fc45e325e8" providerId="ADAL" clId="{EEEAA5E7-5892-4C22-B4B9-91834BD409A7}" dt="2026-09-08T13:09:29.179" v="1" actId="790"/>
          <ac:spMkLst>
            <pc:docMk/>
            <pc:sldMk cId="3090379540" sldId="310"/>
            <ac:spMk id="12290" creationId="{00000000-0000-0000-0000-000000000000}"/>
          </ac:spMkLst>
        </pc:spChg>
        <pc:spChg chg="mod">
          <ac:chgData name="Feist, Ella" userId="992bbaf2-811d-42cb-a4d6-e7fc45e325e8" providerId="ADAL" clId="{EEEAA5E7-5892-4C22-B4B9-91834BD409A7}" dt="2026-09-08T13:40:22.750" v="391" actId="20577"/>
          <ac:spMkLst>
            <pc:docMk/>
            <pc:sldMk cId="3090379540" sldId="310"/>
            <ac:spMk id="12291" creationId="{00000000-0000-0000-0000-000000000000}"/>
          </ac:spMkLst>
        </pc:spChg>
        <pc:spChg chg="mod">
          <ac:chgData name="Feist, Ella" userId="992bbaf2-811d-42cb-a4d6-e7fc45e325e8" providerId="ADAL" clId="{EEEAA5E7-5892-4C22-B4B9-91834BD409A7}" dt="2026-09-08T13:40:20.863" v="390" actId="1036"/>
          <ac:spMkLst>
            <pc:docMk/>
            <pc:sldMk cId="3090379540" sldId="310"/>
            <ac:spMk id="12292" creationId="{00000000-0000-0000-0000-000000000000}"/>
          </ac:spMkLst>
        </pc:spChg>
        <pc:spChg chg="mod">
          <ac:chgData name="Feist, Ella" userId="992bbaf2-811d-42cb-a4d6-e7fc45e325e8" providerId="ADAL" clId="{EEEAA5E7-5892-4C22-B4B9-91834BD409A7}" dt="2026-09-08T13:40:20.863" v="390" actId="1036"/>
          <ac:spMkLst>
            <pc:docMk/>
            <pc:sldMk cId="3090379540" sldId="310"/>
            <ac:spMk id="12293" creationId="{00000000-0000-0000-0000-000000000000}"/>
          </ac:spMkLst>
        </pc:spChg>
      </pc:sldChg>
      <pc:sldChg chg="modSp mod">
        <pc:chgData name="Feist, Ella" userId="992bbaf2-811d-42cb-a4d6-e7fc45e325e8" providerId="ADAL" clId="{EEEAA5E7-5892-4C22-B4B9-91834BD409A7}" dt="2026-09-08T13:09:29.179" v="1" actId="790"/>
        <pc:sldMkLst>
          <pc:docMk/>
          <pc:sldMk cId="2290657220" sldId="311"/>
        </pc:sldMkLst>
        <pc:spChg chg="mod">
          <ac:chgData name="Feist, Ella" userId="992bbaf2-811d-42cb-a4d6-e7fc45e325e8" providerId="ADAL" clId="{EEEAA5E7-5892-4C22-B4B9-91834BD409A7}" dt="2026-09-08T13:09:29.179" v="1" actId="790"/>
          <ac:spMkLst>
            <pc:docMk/>
            <pc:sldMk cId="2290657220" sldId="311"/>
            <ac:spMk id="3" creationId="{01F7D365-012C-4717-9051-7A455CFF0010}"/>
          </ac:spMkLst>
        </pc:spChg>
        <pc:spChg chg="mod">
          <ac:chgData name="Feist, Ella" userId="992bbaf2-811d-42cb-a4d6-e7fc45e325e8" providerId="ADAL" clId="{EEEAA5E7-5892-4C22-B4B9-91834BD409A7}" dt="2026-09-08T13:09:29.179" v="1" actId="790"/>
          <ac:spMkLst>
            <pc:docMk/>
            <pc:sldMk cId="2290657220" sldId="311"/>
            <ac:spMk id="4" creationId="{5C025937-6352-7414-4450-1439955384B6}"/>
          </ac:spMkLst>
        </pc:spChg>
        <pc:spChg chg="mod">
          <ac:chgData name="Feist, Ella" userId="992bbaf2-811d-42cb-a4d6-e7fc45e325e8" providerId="ADAL" clId="{EEEAA5E7-5892-4C22-B4B9-91834BD409A7}" dt="2026-09-08T13:09:29.179" v="1" actId="790"/>
          <ac:spMkLst>
            <pc:docMk/>
            <pc:sldMk cId="2290657220" sldId="311"/>
            <ac:spMk id="5" creationId="{41E4F1F9-1ED6-4EC1-AE26-DCFBD7862C8B}"/>
          </ac:spMkLst>
        </pc:spChg>
        <pc:spChg chg="mod">
          <ac:chgData name="Feist, Ella" userId="992bbaf2-811d-42cb-a4d6-e7fc45e325e8" providerId="ADAL" clId="{EEEAA5E7-5892-4C22-B4B9-91834BD409A7}" dt="2026-09-08T13:09:29.179" v="1" actId="790"/>
          <ac:spMkLst>
            <pc:docMk/>
            <pc:sldMk cId="2290657220" sldId="311"/>
            <ac:spMk id="6" creationId="{04F3E1E9-AAE2-4BAB-B72E-4ABE6082A1FF}"/>
          </ac:spMkLst>
        </pc:spChg>
        <pc:spChg chg="mod">
          <ac:chgData name="Feist, Ella" userId="992bbaf2-811d-42cb-a4d6-e7fc45e325e8" providerId="ADAL" clId="{EEEAA5E7-5892-4C22-B4B9-91834BD409A7}" dt="2026-09-08T13:09:29.179" v="1" actId="790"/>
          <ac:spMkLst>
            <pc:docMk/>
            <pc:sldMk cId="2290657220" sldId="311"/>
            <ac:spMk id="7" creationId="{CE956A6F-E2DD-44E0-947C-E23304781338}"/>
          </ac:spMkLst>
        </pc:spChg>
        <pc:spChg chg="mod">
          <ac:chgData name="Feist, Ella" userId="992bbaf2-811d-42cb-a4d6-e7fc45e325e8" providerId="ADAL" clId="{EEEAA5E7-5892-4C22-B4B9-91834BD409A7}" dt="2026-09-08T13:09:29.179" v="1" actId="790"/>
          <ac:spMkLst>
            <pc:docMk/>
            <pc:sldMk cId="2290657220" sldId="311"/>
            <ac:spMk id="8" creationId="{BE3C5CEE-6EA7-29BA-FDB7-63F5086DF974}"/>
          </ac:spMkLst>
        </pc:spChg>
        <pc:spChg chg="mod">
          <ac:chgData name="Feist, Ella" userId="992bbaf2-811d-42cb-a4d6-e7fc45e325e8" providerId="ADAL" clId="{EEEAA5E7-5892-4C22-B4B9-91834BD409A7}" dt="2026-09-08T13:09:29.179" v="1" actId="790"/>
          <ac:spMkLst>
            <pc:docMk/>
            <pc:sldMk cId="2290657220" sldId="311"/>
            <ac:spMk id="9" creationId="{F3440B3A-5590-404D-8996-7E1A15042FB6}"/>
          </ac:spMkLst>
        </pc:spChg>
      </pc:sldChg>
      <pc:sldChg chg="modSp mod">
        <pc:chgData name="Feist, Ella" userId="992bbaf2-811d-42cb-a4d6-e7fc45e325e8" providerId="ADAL" clId="{EEEAA5E7-5892-4C22-B4B9-91834BD409A7}" dt="2026-09-08T13:09:29.179" v="1" actId="790"/>
        <pc:sldMkLst>
          <pc:docMk/>
          <pc:sldMk cId="2902521820" sldId="312"/>
        </pc:sldMkLst>
        <pc:spChg chg="mod">
          <ac:chgData name="Feist, Ella" userId="992bbaf2-811d-42cb-a4d6-e7fc45e325e8" providerId="ADAL" clId="{EEEAA5E7-5892-4C22-B4B9-91834BD409A7}" dt="2026-09-08T13:09:29.179" v="1" actId="790"/>
          <ac:spMkLst>
            <pc:docMk/>
            <pc:sldMk cId="2902521820" sldId="312"/>
            <ac:spMk id="2" creationId="{4330B5EB-54A7-5221-2721-DF7CE7D9AA29}"/>
          </ac:spMkLst>
        </pc:spChg>
        <pc:spChg chg="mod">
          <ac:chgData name="Feist, Ella" userId="992bbaf2-811d-42cb-a4d6-e7fc45e325e8" providerId="ADAL" clId="{EEEAA5E7-5892-4C22-B4B9-91834BD409A7}" dt="2026-09-08T13:09:29.179" v="1" actId="790"/>
          <ac:spMkLst>
            <pc:docMk/>
            <pc:sldMk cId="2902521820" sldId="312"/>
            <ac:spMk id="5" creationId="{E828568F-11FB-5741-88D3-2E9653054D81}"/>
          </ac:spMkLst>
        </pc:spChg>
        <pc:spChg chg="mod">
          <ac:chgData name="Feist, Ella" userId="992bbaf2-811d-42cb-a4d6-e7fc45e325e8" providerId="ADAL" clId="{EEEAA5E7-5892-4C22-B4B9-91834BD409A7}" dt="2026-09-08T13:09:29.179" v="1" actId="790"/>
          <ac:spMkLst>
            <pc:docMk/>
            <pc:sldMk cId="2902521820" sldId="312"/>
            <ac:spMk id="6" creationId="{9723F876-411E-73F8-3AD6-789F19269DDF}"/>
          </ac:spMkLst>
        </pc:spChg>
        <pc:spChg chg="mod">
          <ac:chgData name="Feist, Ella" userId="992bbaf2-811d-42cb-a4d6-e7fc45e325e8" providerId="ADAL" clId="{EEEAA5E7-5892-4C22-B4B9-91834BD409A7}" dt="2026-09-08T13:09:29.179" v="1" actId="790"/>
          <ac:spMkLst>
            <pc:docMk/>
            <pc:sldMk cId="2902521820" sldId="312"/>
            <ac:spMk id="9" creationId="{760853CC-72FC-166E-7BBD-3311423249AA}"/>
          </ac:spMkLst>
        </pc:spChg>
        <pc:spChg chg="mod">
          <ac:chgData name="Feist, Ella" userId="992bbaf2-811d-42cb-a4d6-e7fc45e325e8" providerId="ADAL" clId="{EEEAA5E7-5892-4C22-B4B9-91834BD409A7}" dt="2026-09-08T13:09:29.179" v="1" actId="790"/>
          <ac:spMkLst>
            <pc:docMk/>
            <pc:sldMk cId="2902521820" sldId="312"/>
            <ac:spMk id="10" creationId="{8DCBBD3E-4537-5B12-62EA-026E3CFD3363}"/>
          </ac:spMkLst>
        </pc:spChg>
        <pc:spChg chg="mod">
          <ac:chgData name="Feist, Ella" userId="992bbaf2-811d-42cb-a4d6-e7fc45e325e8" providerId="ADAL" clId="{EEEAA5E7-5892-4C22-B4B9-91834BD409A7}" dt="2026-09-08T13:09:29.179" v="1" actId="790"/>
          <ac:spMkLst>
            <pc:docMk/>
            <pc:sldMk cId="2902521820" sldId="312"/>
            <ac:spMk id="11" creationId="{69E2EB7D-3031-FAFB-3264-C8D23D3A5B96}"/>
          </ac:spMkLst>
        </pc:spChg>
        <pc:spChg chg="mod">
          <ac:chgData name="Feist, Ella" userId="992bbaf2-811d-42cb-a4d6-e7fc45e325e8" providerId="ADAL" clId="{EEEAA5E7-5892-4C22-B4B9-91834BD409A7}" dt="2026-09-08T13:09:29.179" v="1" actId="790"/>
          <ac:spMkLst>
            <pc:docMk/>
            <pc:sldMk cId="2902521820" sldId="312"/>
            <ac:spMk id="12" creationId="{2EE34885-E5E9-DD05-E196-1FED860AA1E0}"/>
          </ac:spMkLst>
        </pc:spChg>
        <pc:spChg chg="mod">
          <ac:chgData name="Feist, Ella" userId="992bbaf2-811d-42cb-a4d6-e7fc45e325e8" providerId="ADAL" clId="{EEEAA5E7-5892-4C22-B4B9-91834BD409A7}" dt="2026-09-08T13:09:29.179" v="1" actId="790"/>
          <ac:spMkLst>
            <pc:docMk/>
            <pc:sldMk cId="2902521820" sldId="312"/>
            <ac:spMk id="13315" creationId="{00000000-0000-0000-0000-000000000000}"/>
          </ac:spMkLst>
        </pc:spChg>
        <pc:spChg chg="mod">
          <ac:chgData name="Feist, Ella" userId="992bbaf2-811d-42cb-a4d6-e7fc45e325e8" providerId="ADAL" clId="{EEEAA5E7-5892-4C22-B4B9-91834BD409A7}" dt="2026-09-08T13:09:29.179" v="1" actId="790"/>
          <ac:spMkLst>
            <pc:docMk/>
            <pc:sldMk cId="2902521820" sldId="312"/>
            <ac:spMk id="13316" creationId="{00000000-0000-0000-0000-000000000000}"/>
          </ac:spMkLst>
        </pc:spChg>
        <pc:spChg chg="mod">
          <ac:chgData name="Feist, Ella" userId="992bbaf2-811d-42cb-a4d6-e7fc45e325e8" providerId="ADAL" clId="{EEEAA5E7-5892-4C22-B4B9-91834BD409A7}" dt="2026-09-08T13:09:29.179" v="1" actId="790"/>
          <ac:spMkLst>
            <pc:docMk/>
            <pc:sldMk cId="2902521820" sldId="312"/>
            <ac:spMk id="13317" creationId="{00000000-0000-0000-0000-000000000000}"/>
          </ac:spMkLst>
        </pc:spChg>
      </pc:sldChg>
      <pc:sldChg chg="modSp mod">
        <pc:chgData name="Feist, Ella" userId="992bbaf2-811d-42cb-a4d6-e7fc45e325e8" providerId="ADAL" clId="{EEEAA5E7-5892-4C22-B4B9-91834BD409A7}" dt="2026-09-08T13:09:29.179" v="1" actId="790"/>
        <pc:sldMkLst>
          <pc:docMk/>
          <pc:sldMk cId="106482980" sldId="314"/>
        </pc:sldMkLst>
        <pc:spChg chg="mod">
          <ac:chgData name="Feist, Ella" userId="992bbaf2-811d-42cb-a4d6-e7fc45e325e8" providerId="ADAL" clId="{EEEAA5E7-5892-4C22-B4B9-91834BD409A7}" dt="2026-09-08T13:09:29.179" v="1" actId="790"/>
          <ac:spMkLst>
            <pc:docMk/>
            <pc:sldMk cId="106482980" sldId="314"/>
            <ac:spMk id="2" creationId="{174A92FF-282C-3593-9DD1-47A4C0308351}"/>
          </ac:spMkLst>
        </pc:spChg>
        <pc:spChg chg="mod">
          <ac:chgData name="Feist, Ella" userId="992bbaf2-811d-42cb-a4d6-e7fc45e325e8" providerId="ADAL" clId="{EEEAA5E7-5892-4C22-B4B9-91834BD409A7}" dt="2026-09-08T13:09:29.179" v="1" actId="790"/>
          <ac:spMkLst>
            <pc:docMk/>
            <pc:sldMk cId="106482980" sldId="314"/>
            <ac:spMk id="5" creationId="{BE675F9A-D33C-6BA8-0464-6788EF90EA0B}"/>
          </ac:spMkLst>
        </pc:spChg>
        <pc:spChg chg="mod">
          <ac:chgData name="Feist, Ella" userId="992bbaf2-811d-42cb-a4d6-e7fc45e325e8" providerId="ADAL" clId="{EEEAA5E7-5892-4C22-B4B9-91834BD409A7}" dt="2026-09-08T13:09:29.179" v="1" actId="790"/>
          <ac:spMkLst>
            <pc:docMk/>
            <pc:sldMk cId="106482980" sldId="314"/>
            <ac:spMk id="6" creationId="{4AE7C40D-2090-5721-BE79-1E7BD437B432}"/>
          </ac:spMkLst>
        </pc:spChg>
        <pc:spChg chg="mod">
          <ac:chgData name="Feist, Ella" userId="992bbaf2-811d-42cb-a4d6-e7fc45e325e8" providerId="ADAL" clId="{EEEAA5E7-5892-4C22-B4B9-91834BD409A7}" dt="2026-09-08T13:09:29.179" v="1" actId="790"/>
          <ac:spMkLst>
            <pc:docMk/>
            <pc:sldMk cId="106482980" sldId="314"/>
            <ac:spMk id="10" creationId="{8F1AADF1-C1BC-95F6-0B44-3B295162D058}"/>
          </ac:spMkLst>
        </pc:spChg>
        <pc:spChg chg="mod">
          <ac:chgData name="Feist, Ella" userId="992bbaf2-811d-42cb-a4d6-e7fc45e325e8" providerId="ADAL" clId="{EEEAA5E7-5892-4C22-B4B9-91834BD409A7}" dt="2026-09-08T13:09:29.179" v="1" actId="790"/>
          <ac:spMkLst>
            <pc:docMk/>
            <pc:sldMk cId="106482980" sldId="314"/>
            <ac:spMk id="11" creationId="{CEA93430-427E-4055-691E-EE4492D891E8}"/>
          </ac:spMkLst>
        </pc:spChg>
        <pc:spChg chg="mod">
          <ac:chgData name="Feist, Ella" userId="992bbaf2-811d-42cb-a4d6-e7fc45e325e8" providerId="ADAL" clId="{EEEAA5E7-5892-4C22-B4B9-91834BD409A7}" dt="2026-09-08T13:09:29.179" v="1" actId="790"/>
          <ac:spMkLst>
            <pc:docMk/>
            <pc:sldMk cId="106482980" sldId="314"/>
            <ac:spMk id="13" creationId="{DEFD5BB8-C02D-A05B-8C98-575476EAB4C5}"/>
          </ac:spMkLst>
        </pc:spChg>
        <pc:spChg chg="mod">
          <ac:chgData name="Feist, Ella" userId="992bbaf2-811d-42cb-a4d6-e7fc45e325e8" providerId="ADAL" clId="{EEEAA5E7-5892-4C22-B4B9-91834BD409A7}" dt="2026-09-08T13:09:29.179" v="1" actId="790"/>
          <ac:spMkLst>
            <pc:docMk/>
            <pc:sldMk cId="106482980" sldId="314"/>
            <ac:spMk id="15362" creationId="{00000000-0000-0000-0000-000000000000}"/>
          </ac:spMkLst>
        </pc:spChg>
        <pc:spChg chg="mod">
          <ac:chgData name="Feist, Ella" userId="992bbaf2-811d-42cb-a4d6-e7fc45e325e8" providerId="ADAL" clId="{EEEAA5E7-5892-4C22-B4B9-91834BD409A7}" dt="2026-09-08T13:09:29.179" v="1" actId="790"/>
          <ac:spMkLst>
            <pc:docMk/>
            <pc:sldMk cId="106482980" sldId="314"/>
            <ac:spMk id="15363" creationId="{00000000-0000-0000-0000-000000000000}"/>
          </ac:spMkLst>
        </pc:spChg>
        <pc:spChg chg="mod">
          <ac:chgData name="Feist, Ella" userId="992bbaf2-811d-42cb-a4d6-e7fc45e325e8" providerId="ADAL" clId="{EEEAA5E7-5892-4C22-B4B9-91834BD409A7}" dt="2026-09-08T13:09:29.179" v="1" actId="790"/>
          <ac:spMkLst>
            <pc:docMk/>
            <pc:sldMk cId="106482980" sldId="314"/>
            <ac:spMk id="15364" creationId="{00000000-0000-0000-0000-000000000000}"/>
          </ac:spMkLst>
        </pc:spChg>
        <pc:spChg chg="mod">
          <ac:chgData name="Feist, Ella" userId="992bbaf2-811d-42cb-a4d6-e7fc45e325e8" providerId="ADAL" clId="{EEEAA5E7-5892-4C22-B4B9-91834BD409A7}" dt="2026-09-08T13:09:29.179" v="1" actId="790"/>
          <ac:spMkLst>
            <pc:docMk/>
            <pc:sldMk cId="106482980" sldId="314"/>
            <ac:spMk id="15371" creationId="{00000000-0000-0000-0000-000000000000}"/>
          </ac:spMkLst>
        </pc:spChg>
      </pc:sldChg>
      <pc:sldChg chg="modSp mod">
        <pc:chgData name="Feist, Ella" userId="992bbaf2-811d-42cb-a4d6-e7fc45e325e8" providerId="ADAL" clId="{EEEAA5E7-5892-4C22-B4B9-91834BD409A7}" dt="2026-09-08T13:41:42.425" v="424" actId="20577"/>
        <pc:sldMkLst>
          <pc:docMk/>
          <pc:sldMk cId="217893847" sldId="315"/>
        </pc:sldMkLst>
        <pc:spChg chg="mod">
          <ac:chgData name="Feist, Ella" userId="992bbaf2-811d-42cb-a4d6-e7fc45e325e8" providerId="ADAL" clId="{EEEAA5E7-5892-4C22-B4B9-91834BD409A7}" dt="2026-09-08T13:09:29.179" v="1" actId="790"/>
          <ac:spMkLst>
            <pc:docMk/>
            <pc:sldMk cId="217893847" sldId="315"/>
            <ac:spMk id="2" creationId="{2086F85E-6A19-6713-0A8F-E31E3A348A63}"/>
          </ac:spMkLst>
        </pc:spChg>
        <pc:spChg chg="mod ord">
          <ac:chgData name="Feist, Ella" userId="992bbaf2-811d-42cb-a4d6-e7fc45e325e8" providerId="ADAL" clId="{EEEAA5E7-5892-4C22-B4B9-91834BD409A7}" dt="2026-09-08T13:41:26.644" v="419" actId="1076"/>
          <ac:spMkLst>
            <pc:docMk/>
            <pc:sldMk cId="217893847" sldId="315"/>
            <ac:spMk id="11" creationId="{FDBE7F0D-B5B2-1939-0CAB-4A976092F54C}"/>
          </ac:spMkLst>
        </pc:spChg>
        <pc:spChg chg="mod">
          <ac:chgData name="Feist, Ella" userId="992bbaf2-811d-42cb-a4d6-e7fc45e325e8" providerId="ADAL" clId="{EEEAA5E7-5892-4C22-B4B9-91834BD409A7}" dt="2026-09-08T13:41:26.644" v="419" actId="1076"/>
          <ac:spMkLst>
            <pc:docMk/>
            <pc:sldMk cId="217893847" sldId="315"/>
            <ac:spMk id="12" creationId="{FDD233B9-C920-EA3A-2690-248ABBD43233}"/>
          </ac:spMkLst>
        </pc:spChg>
        <pc:spChg chg="mod">
          <ac:chgData name="Feist, Ella" userId="992bbaf2-811d-42cb-a4d6-e7fc45e325e8" providerId="ADAL" clId="{EEEAA5E7-5892-4C22-B4B9-91834BD409A7}" dt="2026-09-08T13:41:26.644" v="419" actId="1076"/>
          <ac:spMkLst>
            <pc:docMk/>
            <pc:sldMk cId="217893847" sldId="315"/>
            <ac:spMk id="13" creationId="{7BE16198-14ED-BD8C-7DFD-25391C77467A}"/>
          </ac:spMkLst>
        </pc:spChg>
        <pc:spChg chg="mod">
          <ac:chgData name="Feist, Ella" userId="992bbaf2-811d-42cb-a4d6-e7fc45e325e8" providerId="ADAL" clId="{EEEAA5E7-5892-4C22-B4B9-91834BD409A7}" dt="2026-09-08T13:09:29.179" v="1" actId="790"/>
          <ac:spMkLst>
            <pc:docMk/>
            <pc:sldMk cId="217893847" sldId="315"/>
            <ac:spMk id="17410" creationId="{00000000-0000-0000-0000-000000000000}"/>
          </ac:spMkLst>
        </pc:spChg>
        <pc:spChg chg="mod">
          <ac:chgData name="Feist, Ella" userId="992bbaf2-811d-42cb-a4d6-e7fc45e325e8" providerId="ADAL" clId="{EEEAA5E7-5892-4C22-B4B9-91834BD409A7}" dt="2026-09-08T13:41:42.425" v="424" actId="20577"/>
          <ac:spMkLst>
            <pc:docMk/>
            <pc:sldMk cId="217893847" sldId="315"/>
            <ac:spMk id="17411" creationId="{00000000-0000-0000-0000-000000000000}"/>
          </ac:spMkLst>
        </pc:spChg>
        <pc:spChg chg="mod">
          <ac:chgData name="Feist, Ella" userId="992bbaf2-811d-42cb-a4d6-e7fc45e325e8" providerId="ADAL" clId="{EEEAA5E7-5892-4C22-B4B9-91834BD409A7}" dt="2026-09-08T13:41:26.644" v="419" actId="1076"/>
          <ac:spMkLst>
            <pc:docMk/>
            <pc:sldMk cId="217893847" sldId="315"/>
            <ac:spMk id="17412" creationId="{00000000-0000-0000-0000-000000000000}"/>
          </ac:spMkLst>
        </pc:spChg>
        <pc:spChg chg="mod">
          <ac:chgData name="Feist, Ella" userId="992bbaf2-811d-42cb-a4d6-e7fc45e325e8" providerId="ADAL" clId="{EEEAA5E7-5892-4C22-B4B9-91834BD409A7}" dt="2026-09-08T13:41:26.644" v="419" actId="1076"/>
          <ac:spMkLst>
            <pc:docMk/>
            <pc:sldMk cId="217893847" sldId="315"/>
            <ac:spMk id="17413" creationId="{00000000-0000-0000-0000-000000000000}"/>
          </ac:spMkLst>
        </pc:spChg>
      </pc:sldChg>
      <pc:sldChg chg="modSp mod">
        <pc:chgData name="Feist, Ella" userId="992bbaf2-811d-42cb-a4d6-e7fc45e325e8" providerId="ADAL" clId="{EEEAA5E7-5892-4C22-B4B9-91834BD409A7}" dt="2026-09-08T13:42:39.012" v="505" actId="1076"/>
        <pc:sldMkLst>
          <pc:docMk/>
          <pc:sldMk cId="2572524632" sldId="316"/>
        </pc:sldMkLst>
        <pc:spChg chg="mod">
          <ac:chgData name="Feist, Ella" userId="992bbaf2-811d-42cb-a4d6-e7fc45e325e8" providerId="ADAL" clId="{EEEAA5E7-5892-4C22-B4B9-91834BD409A7}" dt="2026-09-08T13:09:29.179" v="1" actId="790"/>
          <ac:spMkLst>
            <pc:docMk/>
            <pc:sldMk cId="2572524632" sldId="316"/>
            <ac:spMk id="2" creationId="{94D5B314-52DD-C18F-CA00-30A87E8A13F7}"/>
          </ac:spMkLst>
        </pc:spChg>
        <pc:spChg chg="mod">
          <ac:chgData name="Feist, Ella" userId="992bbaf2-811d-42cb-a4d6-e7fc45e325e8" providerId="ADAL" clId="{EEEAA5E7-5892-4C22-B4B9-91834BD409A7}" dt="2026-09-08T13:42:33.971" v="504" actId="1035"/>
          <ac:spMkLst>
            <pc:docMk/>
            <pc:sldMk cId="2572524632" sldId="316"/>
            <ac:spMk id="7" creationId="{D848B4FE-CC4D-FFB4-E67B-66C7C1F82A94}"/>
          </ac:spMkLst>
        </pc:spChg>
        <pc:spChg chg="mod">
          <ac:chgData name="Feist, Ella" userId="992bbaf2-811d-42cb-a4d6-e7fc45e325e8" providerId="ADAL" clId="{EEEAA5E7-5892-4C22-B4B9-91834BD409A7}" dt="2026-09-08T13:42:33.971" v="504" actId="1035"/>
          <ac:spMkLst>
            <pc:docMk/>
            <pc:sldMk cId="2572524632" sldId="316"/>
            <ac:spMk id="8" creationId="{8E9B8C46-987D-1762-FEDC-A88ADB30F2B5}"/>
          </ac:spMkLst>
        </pc:spChg>
        <pc:spChg chg="mod">
          <ac:chgData name="Feist, Ella" userId="992bbaf2-811d-42cb-a4d6-e7fc45e325e8" providerId="ADAL" clId="{EEEAA5E7-5892-4C22-B4B9-91834BD409A7}" dt="2026-09-08T13:42:33.971" v="504" actId="1035"/>
          <ac:spMkLst>
            <pc:docMk/>
            <pc:sldMk cId="2572524632" sldId="316"/>
            <ac:spMk id="9" creationId="{F68B1896-D9C6-8D3B-70B3-9ED3E68CCD92}"/>
          </ac:spMkLst>
        </pc:spChg>
        <pc:spChg chg="mod">
          <ac:chgData name="Feist, Ella" userId="992bbaf2-811d-42cb-a4d6-e7fc45e325e8" providerId="ADAL" clId="{EEEAA5E7-5892-4C22-B4B9-91834BD409A7}" dt="2026-09-08T13:42:33.971" v="504" actId="1035"/>
          <ac:spMkLst>
            <pc:docMk/>
            <pc:sldMk cId="2572524632" sldId="316"/>
            <ac:spMk id="10" creationId="{928930D1-31A0-D731-4A46-252F9D2CE97D}"/>
          </ac:spMkLst>
        </pc:spChg>
        <pc:spChg chg="mod">
          <ac:chgData name="Feist, Ella" userId="992bbaf2-811d-42cb-a4d6-e7fc45e325e8" providerId="ADAL" clId="{EEEAA5E7-5892-4C22-B4B9-91834BD409A7}" dt="2026-09-08T13:42:33.971" v="504" actId="1035"/>
          <ac:spMkLst>
            <pc:docMk/>
            <pc:sldMk cId="2572524632" sldId="316"/>
            <ac:spMk id="12" creationId="{756B700E-46AD-5E8D-2343-9D3FE94302F2}"/>
          </ac:spMkLst>
        </pc:spChg>
        <pc:spChg chg="mod">
          <ac:chgData name="Feist, Ella" userId="992bbaf2-811d-42cb-a4d6-e7fc45e325e8" providerId="ADAL" clId="{EEEAA5E7-5892-4C22-B4B9-91834BD409A7}" dt="2026-09-08T13:42:33.971" v="504" actId="1035"/>
          <ac:spMkLst>
            <pc:docMk/>
            <pc:sldMk cId="2572524632" sldId="316"/>
            <ac:spMk id="13" creationId="{4AD2DEF5-099F-99EC-4B5F-D5C8FF90501A}"/>
          </ac:spMkLst>
        </pc:spChg>
        <pc:spChg chg="mod">
          <ac:chgData name="Feist, Ella" userId="992bbaf2-811d-42cb-a4d6-e7fc45e325e8" providerId="ADAL" clId="{EEEAA5E7-5892-4C22-B4B9-91834BD409A7}" dt="2026-09-08T13:42:20.977" v="433" actId="14100"/>
          <ac:spMkLst>
            <pc:docMk/>
            <pc:sldMk cId="2572524632" sldId="316"/>
            <ac:spMk id="18435" creationId="{00000000-0000-0000-0000-000000000000}"/>
          </ac:spMkLst>
        </pc:spChg>
        <pc:spChg chg="mod">
          <ac:chgData name="Feist, Ella" userId="992bbaf2-811d-42cb-a4d6-e7fc45e325e8" providerId="ADAL" clId="{EEEAA5E7-5892-4C22-B4B9-91834BD409A7}" dt="2026-09-08T13:42:39.012" v="505" actId="1076"/>
          <ac:spMkLst>
            <pc:docMk/>
            <pc:sldMk cId="2572524632" sldId="316"/>
            <ac:spMk id="18439" creationId="{00000000-0000-0000-0000-000000000000}"/>
          </ac:spMkLst>
        </pc:spChg>
        <pc:spChg chg="mod">
          <ac:chgData name="Feist, Ella" userId="992bbaf2-811d-42cb-a4d6-e7fc45e325e8" providerId="ADAL" clId="{EEEAA5E7-5892-4C22-B4B9-91834BD409A7}" dt="2026-09-08T13:42:33.971" v="504" actId="1035"/>
          <ac:spMkLst>
            <pc:docMk/>
            <pc:sldMk cId="2572524632" sldId="316"/>
            <ac:spMk id="18440" creationId="{00000000-0000-0000-0000-000000000000}"/>
          </ac:spMkLst>
        </pc:spChg>
        <pc:spChg chg="mod">
          <ac:chgData name="Feist, Ella" userId="992bbaf2-811d-42cb-a4d6-e7fc45e325e8" providerId="ADAL" clId="{EEEAA5E7-5892-4C22-B4B9-91834BD409A7}" dt="2026-09-08T13:42:33.971" v="504" actId="1035"/>
          <ac:spMkLst>
            <pc:docMk/>
            <pc:sldMk cId="2572524632" sldId="316"/>
            <ac:spMk id="18441" creationId="{00000000-0000-0000-0000-000000000000}"/>
          </ac:spMkLst>
        </pc:spChg>
      </pc:sldChg>
      <pc:sldChg chg="addSp delSp modSp mod modClrScheme chgLayout">
        <pc:chgData name="Feist, Ella" userId="992bbaf2-811d-42cb-a4d6-e7fc45e325e8" providerId="ADAL" clId="{EEEAA5E7-5892-4C22-B4B9-91834BD409A7}" dt="2026-09-08T13:43:19.612" v="537" actId="1036"/>
        <pc:sldMkLst>
          <pc:docMk/>
          <pc:sldMk cId="3518413849" sldId="317"/>
        </pc:sldMkLst>
        <pc:spChg chg="mod ord">
          <ac:chgData name="Feist, Ella" userId="992bbaf2-811d-42cb-a4d6-e7fc45e325e8" providerId="ADAL" clId="{EEEAA5E7-5892-4C22-B4B9-91834BD409A7}" dt="2026-09-08T13:43:06.178" v="508" actId="700"/>
          <ac:spMkLst>
            <pc:docMk/>
            <pc:sldMk cId="3518413849" sldId="317"/>
            <ac:spMk id="2" creationId="{D0069AAA-B97A-4050-1EE0-C57E75CC2084}"/>
          </ac:spMkLst>
        </pc:spChg>
        <pc:spChg chg="add mod ord">
          <ac:chgData name="Feist, Ella" userId="992bbaf2-811d-42cb-a4d6-e7fc45e325e8" providerId="ADAL" clId="{EEEAA5E7-5892-4C22-B4B9-91834BD409A7}" dt="2026-09-08T13:43:15.003" v="513" actId="113"/>
          <ac:spMkLst>
            <pc:docMk/>
            <pc:sldMk cId="3518413849" sldId="317"/>
            <ac:spMk id="3" creationId="{53900B89-1F79-3705-3F41-8C20BF9F0CED}"/>
          </ac:spMkLst>
        </pc:spChg>
        <pc:spChg chg="mod ord">
          <ac:chgData name="Feist, Ella" userId="992bbaf2-811d-42cb-a4d6-e7fc45e325e8" providerId="ADAL" clId="{EEEAA5E7-5892-4C22-B4B9-91834BD409A7}" dt="2026-09-08T13:43:06.178" v="508" actId="700"/>
          <ac:spMkLst>
            <pc:docMk/>
            <pc:sldMk cId="3518413849" sldId="317"/>
            <ac:spMk id="19458" creationId="{00000000-0000-0000-0000-000000000000}"/>
          </ac:spMkLst>
        </pc:spChg>
        <pc:spChg chg="mod">
          <ac:chgData name="Feist, Ella" userId="992bbaf2-811d-42cb-a4d6-e7fc45e325e8" providerId="ADAL" clId="{EEEAA5E7-5892-4C22-B4B9-91834BD409A7}" dt="2026-09-08T13:43:19.612" v="537" actId="1036"/>
          <ac:spMkLst>
            <pc:docMk/>
            <pc:sldMk cId="3518413849" sldId="317"/>
            <ac:spMk id="19460" creationId="{00000000-0000-0000-0000-000000000000}"/>
          </ac:spMkLst>
        </pc:spChg>
        <pc:spChg chg="mod">
          <ac:chgData name="Feist, Ella" userId="992bbaf2-811d-42cb-a4d6-e7fc45e325e8" providerId="ADAL" clId="{EEEAA5E7-5892-4C22-B4B9-91834BD409A7}" dt="2026-09-08T13:43:19.612" v="537" actId="1036"/>
          <ac:spMkLst>
            <pc:docMk/>
            <pc:sldMk cId="3518413849" sldId="317"/>
            <ac:spMk id="19461" creationId="{00000000-0000-0000-0000-000000000000}"/>
          </ac:spMkLst>
        </pc:spChg>
      </pc:sldChg>
      <pc:sldChg chg="modSp mod">
        <pc:chgData name="Feist, Ella" userId="992bbaf2-811d-42cb-a4d6-e7fc45e325e8" providerId="ADAL" clId="{EEEAA5E7-5892-4C22-B4B9-91834BD409A7}" dt="2026-09-08T13:44:43.345" v="566" actId="14100"/>
        <pc:sldMkLst>
          <pc:docMk/>
          <pc:sldMk cId="642732121" sldId="318"/>
        </pc:sldMkLst>
        <pc:spChg chg="mod">
          <ac:chgData name="Feist, Ella" userId="992bbaf2-811d-42cb-a4d6-e7fc45e325e8" providerId="ADAL" clId="{EEEAA5E7-5892-4C22-B4B9-91834BD409A7}" dt="2026-09-08T13:44:34.515" v="543" actId="1076"/>
          <ac:spMkLst>
            <pc:docMk/>
            <pc:sldMk cId="642732121" sldId="318"/>
            <ac:spMk id="2" creationId="{00000000-0000-0000-0000-000000000000}"/>
          </ac:spMkLst>
        </pc:spChg>
        <pc:spChg chg="mod">
          <ac:chgData name="Feist, Ella" userId="992bbaf2-811d-42cb-a4d6-e7fc45e325e8" providerId="ADAL" clId="{EEEAA5E7-5892-4C22-B4B9-91834BD409A7}" dt="2026-09-08T13:09:29.179" v="1" actId="790"/>
          <ac:spMkLst>
            <pc:docMk/>
            <pc:sldMk cId="642732121" sldId="318"/>
            <ac:spMk id="3" creationId="{7F05DC1D-3073-ED94-91D0-8E9A583B619E}"/>
          </ac:spMkLst>
        </pc:spChg>
        <pc:spChg chg="mod">
          <ac:chgData name="Feist, Ella" userId="992bbaf2-811d-42cb-a4d6-e7fc45e325e8" providerId="ADAL" clId="{EEEAA5E7-5892-4C22-B4B9-91834BD409A7}" dt="2026-09-08T13:44:40.562" v="565" actId="1035"/>
          <ac:spMkLst>
            <pc:docMk/>
            <pc:sldMk cId="642732121" sldId="318"/>
            <ac:spMk id="6" creationId="{89490042-7AE0-010E-0ED1-19DAF3BB47B2}"/>
          </ac:spMkLst>
        </pc:spChg>
        <pc:spChg chg="mod">
          <ac:chgData name="Feist, Ella" userId="992bbaf2-811d-42cb-a4d6-e7fc45e325e8" providerId="ADAL" clId="{EEEAA5E7-5892-4C22-B4B9-91834BD409A7}" dt="2026-09-08T13:44:40.562" v="565" actId="1035"/>
          <ac:spMkLst>
            <pc:docMk/>
            <pc:sldMk cId="642732121" sldId="318"/>
            <ac:spMk id="7" creationId="{E689D661-5F34-03A7-7A56-CEAB98FF9AA6}"/>
          </ac:spMkLst>
        </pc:spChg>
        <pc:spChg chg="mod">
          <ac:chgData name="Feist, Ella" userId="992bbaf2-811d-42cb-a4d6-e7fc45e325e8" providerId="ADAL" clId="{EEEAA5E7-5892-4C22-B4B9-91834BD409A7}" dt="2026-09-08T13:44:40.562" v="565" actId="1035"/>
          <ac:spMkLst>
            <pc:docMk/>
            <pc:sldMk cId="642732121" sldId="318"/>
            <ac:spMk id="8" creationId="{C173CFA4-6480-B02E-697F-930D5D92E22C}"/>
          </ac:spMkLst>
        </pc:spChg>
        <pc:spChg chg="mod">
          <ac:chgData name="Feist, Ella" userId="992bbaf2-811d-42cb-a4d6-e7fc45e325e8" providerId="ADAL" clId="{EEEAA5E7-5892-4C22-B4B9-91834BD409A7}" dt="2026-09-08T13:09:29.179" v="1" actId="790"/>
          <ac:spMkLst>
            <pc:docMk/>
            <pc:sldMk cId="642732121" sldId="318"/>
            <ac:spMk id="20482" creationId="{00000000-0000-0000-0000-000000000000}"/>
          </ac:spMkLst>
        </pc:spChg>
        <pc:spChg chg="mod">
          <ac:chgData name="Feist, Ella" userId="992bbaf2-811d-42cb-a4d6-e7fc45e325e8" providerId="ADAL" clId="{EEEAA5E7-5892-4C22-B4B9-91834BD409A7}" dt="2026-09-08T13:44:43.345" v="566" actId="14100"/>
          <ac:spMkLst>
            <pc:docMk/>
            <pc:sldMk cId="642732121" sldId="318"/>
            <ac:spMk id="20483" creationId="{00000000-0000-0000-0000-000000000000}"/>
          </ac:spMkLst>
        </pc:spChg>
        <pc:spChg chg="mod">
          <ac:chgData name="Feist, Ella" userId="992bbaf2-811d-42cb-a4d6-e7fc45e325e8" providerId="ADAL" clId="{EEEAA5E7-5892-4C22-B4B9-91834BD409A7}" dt="2026-09-08T13:44:40.562" v="565" actId="1035"/>
          <ac:spMkLst>
            <pc:docMk/>
            <pc:sldMk cId="642732121" sldId="318"/>
            <ac:spMk id="20484" creationId="{00000000-0000-0000-0000-000000000000}"/>
          </ac:spMkLst>
        </pc:spChg>
      </pc:sldChg>
      <pc:sldChg chg="modSp mod modClrScheme chgLayout">
        <pc:chgData name="Feist, Ella" userId="992bbaf2-811d-42cb-a4d6-e7fc45e325e8" providerId="ADAL" clId="{EEEAA5E7-5892-4C22-B4B9-91834BD409A7}" dt="2026-09-08T13:45:11.839" v="571" actId="20577"/>
        <pc:sldMkLst>
          <pc:docMk/>
          <pc:sldMk cId="4080638578" sldId="319"/>
        </pc:sldMkLst>
        <pc:spChg chg="mod ord">
          <ac:chgData name="Feist, Ella" userId="992bbaf2-811d-42cb-a4d6-e7fc45e325e8" providerId="ADAL" clId="{EEEAA5E7-5892-4C22-B4B9-91834BD409A7}" dt="2026-09-08T13:45:03.414" v="568" actId="700"/>
          <ac:spMkLst>
            <pc:docMk/>
            <pc:sldMk cId="4080638578" sldId="319"/>
            <ac:spMk id="3" creationId="{0F61EF09-C0D5-347E-1B3E-D6CE1B377D8B}"/>
          </ac:spMkLst>
        </pc:spChg>
        <pc:spChg chg="mod ord">
          <ac:chgData name="Feist, Ella" userId="992bbaf2-811d-42cb-a4d6-e7fc45e325e8" providerId="ADAL" clId="{EEEAA5E7-5892-4C22-B4B9-91834BD409A7}" dt="2026-09-08T13:45:03.414" v="568" actId="700"/>
          <ac:spMkLst>
            <pc:docMk/>
            <pc:sldMk cId="4080638578" sldId="319"/>
            <ac:spMk id="4" creationId="{059FC640-6065-07A0-8618-98D700379C7A}"/>
          </ac:spMkLst>
        </pc:spChg>
        <pc:spChg chg="mod ord">
          <ac:chgData name="Feist, Ella" userId="992bbaf2-811d-42cb-a4d6-e7fc45e325e8" providerId="ADAL" clId="{EEEAA5E7-5892-4C22-B4B9-91834BD409A7}" dt="2026-09-08T13:45:11.839" v="571" actId="20577"/>
          <ac:spMkLst>
            <pc:docMk/>
            <pc:sldMk cId="4080638578" sldId="319"/>
            <ac:spMk id="21507" creationId="{00000000-0000-0000-0000-000000000000}"/>
          </ac:spMkLst>
        </pc:spChg>
      </pc:sldChg>
      <pc:sldChg chg="modSp mod">
        <pc:chgData name="Feist, Ella" userId="992bbaf2-811d-42cb-a4d6-e7fc45e325e8" providerId="ADAL" clId="{EEEAA5E7-5892-4C22-B4B9-91834BD409A7}" dt="2026-09-08T13:10:15.465" v="7" actId="20577"/>
        <pc:sldMkLst>
          <pc:docMk/>
          <pc:sldMk cId="1961013920" sldId="377"/>
        </pc:sldMkLst>
        <pc:spChg chg="mod">
          <ac:chgData name="Feist, Ella" userId="992bbaf2-811d-42cb-a4d6-e7fc45e325e8" providerId="ADAL" clId="{EEEAA5E7-5892-4C22-B4B9-91834BD409A7}" dt="2026-09-08T13:10:15.465" v="7" actId="20577"/>
          <ac:spMkLst>
            <pc:docMk/>
            <pc:sldMk cId="1961013920" sldId="377"/>
            <ac:spMk id="5" creationId="{CF3D17F6-A452-9FAF-389D-E9ED04A5DEB1}"/>
          </ac:spMkLst>
        </pc:spChg>
      </pc:sldChg>
      <pc:sldChg chg="modSp mod">
        <pc:chgData name="Feist, Ella" userId="992bbaf2-811d-42cb-a4d6-e7fc45e325e8" providerId="ADAL" clId="{EEEAA5E7-5892-4C22-B4B9-91834BD409A7}" dt="2026-09-08T13:25:15.895" v="244" actId="313"/>
        <pc:sldMkLst>
          <pc:docMk/>
          <pc:sldMk cId="2917445413" sldId="390"/>
        </pc:sldMkLst>
        <pc:spChg chg="mod">
          <ac:chgData name="Feist, Ella" userId="992bbaf2-811d-42cb-a4d6-e7fc45e325e8" providerId="ADAL" clId="{EEEAA5E7-5892-4C22-B4B9-91834BD409A7}" dt="2026-09-08T13:09:29.179" v="1" actId="790"/>
          <ac:spMkLst>
            <pc:docMk/>
            <pc:sldMk cId="2917445413" sldId="390"/>
            <ac:spMk id="4" creationId="{509DA24A-B334-E6AB-0D72-8E6C2AF2ED05}"/>
          </ac:spMkLst>
        </pc:spChg>
        <pc:spChg chg="mod">
          <ac:chgData name="Feist, Ella" userId="992bbaf2-811d-42cb-a4d6-e7fc45e325e8" providerId="ADAL" clId="{EEEAA5E7-5892-4C22-B4B9-91834BD409A7}" dt="2026-09-08T13:09:29.179" v="1" actId="790"/>
          <ac:spMkLst>
            <pc:docMk/>
            <pc:sldMk cId="2917445413" sldId="390"/>
            <ac:spMk id="5" creationId="{4964D64F-00C8-4D63-E51A-DFB7A3430625}"/>
          </ac:spMkLst>
        </pc:spChg>
        <pc:spChg chg="mod">
          <ac:chgData name="Feist, Ella" userId="992bbaf2-811d-42cb-a4d6-e7fc45e325e8" providerId="ADAL" clId="{EEEAA5E7-5892-4C22-B4B9-91834BD409A7}" dt="2026-09-08T13:25:15.895" v="244" actId="313"/>
          <ac:spMkLst>
            <pc:docMk/>
            <pc:sldMk cId="2917445413" sldId="390"/>
            <ac:spMk id="6" creationId="{9A3EAC25-A4FA-3E86-789C-3F19C3B2315B}"/>
          </ac:spMkLst>
        </pc:spChg>
      </pc:sldChg>
      <pc:sldChg chg="modSp mod">
        <pc:chgData name="Feist, Ella" userId="992bbaf2-811d-42cb-a4d6-e7fc45e325e8" providerId="ADAL" clId="{EEEAA5E7-5892-4C22-B4B9-91834BD409A7}" dt="2026-09-08T13:09:29.179" v="1" actId="790"/>
        <pc:sldMkLst>
          <pc:docMk/>
          <pc:sldMk cId="1228184697" sldId="391"/>
        </pc:sldMkLst>
        <pc:spChg chg="mod">
          <ac:chgData name="Feist, Ella" userId="992bbaf2-811d-42cb-a4d6-e7fc45e325e8" providerId="ADAL" clId="{EEEAA5E7-5892-4C22-B4B9-91834BD409A7}" dt="2026-09-08T13:09:29.179" v="1" actId="790"/>
          <ac:spMkLst>
            <pc:docMk/>
            <pc:sldMk cId="1228184697" sldId="391"/>
            <ac:spMk id="2" creationId="{03CD3A3E-1975-364F-B5F2-4E2544B6E161}"/>
          </ac:spMkLst>
        </pc:spChg>
        <pc:spChg chg="mod">
          <ac:chgData name="Feist, Ella" userId="992bbaf2-811d-42cb-a4d6-e7fc45e325e8" providerId="ADAL" clId="{EEEAA5E7-5892-4C22-B4B9-91834BD409A7}" dt="2026-09-08T13:09:29.179" v="1" actId="790"/>
          <ac:spMkLst>
            <pc:docMk/>
            <pc:sldMk cId="1228184697" sldId="391"/>
            <ac:spMk id="4" creationId="{6A5A8DFF-4E75-1B56-991B-B34D8A16360E}"/>
          </ac:spMkLst>
        </pc:spChg>
        <pc:spChg chg="mod">
          <ac:chgData name="Feist, Ella" userId="992bbaf2-811d-42cb-a4d6-e7fc45e325e8" providerId="ADAL" clId="{EEEAA5E7-5892-4C22-B4B9-91834BD409A7}" dt="2026-09-08T13:09:29.179" v="1" actId="790"/>
          <ac:spMkLst>
            <pc:docMk/>
            <pc:sldMk cId="1228184697" sldId="391"/>
            <ac:spMk id="5" creationId="{4780B7E6-651F-7507-56C0-5E8AE017DDDE}"/>
          </ac:spMkLst>
        </pc:spChg>
        <pc:spChg chg="mod">
          <ac:chgData name="Feist, Ella" userId="992bbaf2-811d-42cb-a4d6-e7fc45e325e8" providerId="ADAL" clId="{EEEAA5E7-5892-4C22-B4B9-91834BD409A7}" dt="2026-09-08T13:09:29.179" v="1" actId="790"/>
          <ac:spMkLst>
            <pc:docMk/>
            <pc:sldMk cId="1228184697" sldId="391"/>
            <ac:spMk id="6" creationId="{C2F148B0-A5A0-457F-1BA1-75F2235CACC3}"/>
          </ac:spMkLst>
        </pc:spChg>
      </pc:sldChg>
      <pc:sldChg chg="modSp mod">
        <pc:chgData name="Feist, Ella" userId="992bbaf2-811d-42cb-a4d6-e7fc45e325e8" providerId="ADAL" clId="{EEEAA5E7-5892-4C22-B4B9-91834BD409A7}" dt="2026-09-08T13:25:38.350" v="250" actId="20577"/>
        <pc:sldMkLst>
          <pc:docMk/>
          <pc:sldMk cId="4147090176" sldId="392"/>
        </pc:sldMkLst>
        <pc:spChg chg="mod">
          <ac:chgData name="Feist, Ella" userId="992bbaf2-811d-42cb-a4d6-e7fc45e325e8" providerId="ADAL" clId="{EEEAA5E7-5892-4C22-B4B9-91834BD409A7}" dt="2026-09-08T13:09:29.179" v="1" actId="790"/>
          <ac:spMkLst>
            <pc:docMk/>
            <pc:sldMk cId="4147090176" sldId="392"/>
            <ac:spMk id="2" creationId="{32734928-5BC1-8AE5-4586-E89CFE7979AC}"/>
          </ac:spMkLst>
        </pc:spChg>
        <pc:spChg chg="mod">
          <ac:chgData name="Feist, Ella" userId="992bbaf2-811d-42cb-a4d6-e7fc45e325e8" providerId="ADAL" clId="{EEEAA5E7-5892-4C22-B4B9-91834BD409A7}" dt="2026-09-08T13:25:38.350" v="250" actId="20577"/>
          <ac:spMkLst>
            <pc:docMk/>
            <pc:sldMk cId="4147090176" sldId="392"/>
            <ac:spMk id="3" creationId="{454A328C-3ADF-54A6-C46E-2DA907147B23}"/>
          </ac:spMkLst>
        </pc:spChg>
        <pc:spChg chg="mod">
          <ac:chgData name="Feist, Ella" userId="992bbaf2-811d-42cb-a4d6-e7fc45e325e8" providerId="ADAL" clId="{EEEAA5E7-5892-4C22-B4B9-91834BD409A7}" dt="2026-09-08T13:09:29.179" v="1" actId="790"/>
          <ac:spMkLst>
            <pc:docMk/>
            <pc:sldMk cId="4147090176" sldId="392"/>
            <ac:spMk id="4" creationId="{911A0FF5-BBE8-535B-0873-228CB6CDF6EC}"/>
          </ac:spMkLst>
        </pc:spChg>
      </pc:sldChg>
      <pc:sldChg chg="modSp mod">
        <pc:chgData name="Feist, Ella" userId="992bbaf2-811d-42cb-a4d6-e7fc45e325e8" providerId="ADAL" clId="{EEEAA5E7-5892-4C22-B4B9-91834BD409A7}" dt="2026-09-08T13:09:29.179" v="1" actId="790"/>
        <pc:sldMkLst>
          <pc:docMk/>
          <pc:sldMk cId="3223880963" sldId="393"/>
        </pc:sldMkLst>
        <pc:spChg chg="mod">
          <ac:chgData name="Feist, Ella" userId="992bbaf2-811d-42cb-a4d6-e7fc45e325e8" providerId="ADAL" clId="{EEEAA5E7-5892-4C22-B4B9-91834BD409A7}" dt="2026-09-08T13:09:29.179" v="1" actId="790"/>
          <ac:spMkLst>
            <pc:docMk/>
            <pc:sldMk cId="3223880963" sldId="393"/>
            <ac:spMk id="4" creationId="{BED82164-30A5-453C-3CEE-24D80A899AF1}"/>
          </ac:spMkLst>
        </pc:spChg>
        <pc:spChg chg="mod">
          <ac:chgData name="Feist, Ella" userId="992bbaf2-811d-42cb-a4d6-e7fc45e325e8" providerId="ADAL" clId="{EEEAA5E7-5892-4C22-B4B9-91834BD409A7}" dt="2026-09-08T13:09:29.179" v="1" actId="790"/>
          <ac:spMkLst>
            <pc:docMk/>
            <pc:sldMk cId="3223880963" sldId="393"/>
            <ac:spMk id="5" creationId="{45BDC4B9-32D9-7C9A-51A4-1D671BB98AE4}"/>
          </ac:spMkLst>
        </pc:spChg>
        <pc:spChg chg="mod">
          <ac:chgData name="Feist, Ella" userId="992bbaf2-811d-42cb-a4d6-e7fc45e325e8" providerId="ADAL" clId="{EEEAA5E7-5892-4C22-B4B9-91834BD409A7}" dt="2026-09-08T13:09:29.179" v="1" actId="790"/>
          <ac:spMkLst>
            <pc:docMk/>
            <pc:sldMk cId="3223880963" sldId="393"/>
            <ac:spMk id="6" creationId="{645CF064-E311-738D-AB8D-525E017BB6F7}"/>
          </ac:spMkLst>
        </pc:spChg>
      </pc:sldChg>
      <pc:sldChg chg="addSp modSp mod">
        <pc:chgData name="Feist, Ella" userId="992bbaf2-811d-42cb-a4d6-e7fc45e325e8" providerId="ADAL" clId="{EEEAA5E7-5892-4C22-B4B9-91834BD409A7}" dt="2026-09-08T13:11:12.650" v="17" actId="20577"/>
        <pc:sldMkLst>
          <pc:docMk/>
          <pc:sldMk cId="1353429584" sldId="394"/>
        </pc:sldMkLst>
        <pc:spChg chg="mod">
          <ac:chgData name="Feist, Ella" userId="992bbaf2-811d-42cb-a4d6-e7fc45e325e8" providerId="ADAL" clId="{EEEAA5E7-5892-4C22-B4B9-91834BD409A7}" dt="2026-09-08T13:11:02.697" v="14" actId="6549"/>
          <ac:spMkLst>
            <pc:docMk/>
            <pc:sldMk cId="1353429584" sldId="394"/>
            <ac:spMk id="3" creationId="{C761FE93-B0C5-C01F-6E88-23067657C390}"/>
          </ac:spMkLst>
        </pc:spChg>
        <pc:spChg chg="mod">
          <ac:chgData name="Feist, Ella" userId="992bbaf2-811d-42cb-a4d6-e7fc45e325e8" providerId="ADAL" clId="{EEEAA5E7-5892-4C22-B4B9-91834BD409A7}" dt="2026-09-08T13:11:05.470" v="15" actId="20577"/>
          <ac:spMkLst>
            <pc:docMk/>
            <pc:sldMk cId="1353429584" sldId="394"/>
            <ac:spMk id="4" creationId="{48DF4964-D94B-2D71-950A-57F87FF5C1A4}"/>
          </ac:spMkLst>
        </pc:spChg>
        <pc:spChg chg="mod">
          <ac:chgData name="Feist, Ella" userId="992bbaf2-811d-42cb-a4d6-e7fc45e325e8" providerId="ADAL" clId="{EEEAA5E7-5892-4C22-B4B9-91834BD409A7}" dt="2026-09-08T13:09:29.179" v="1" actId="790"/>
          <ac:spMkLst>
            <pc:docMk/>
            <pc:sldMk cId="1353429584" sldId="394"/>
            <ac:spMk id="5" creationId="{7769F25A-7643-EE87-9701-3A38596E22C7}"/>
          </ac:spMkLst>
        </pc:spChg>
        <pc:spChg chg="mod">
          <ac:chgData name="Feist, Ella" userId="992bbaf2-811d-42cb-a4d6-e7fc45e325e8" providerId="ADAL" clId="{EEEAA5E7-5892-4C22-B4B9-91834BD409A7}" dt="2026-09-08T13:09:29.179" v="1" actId="790"/>
          <ac:spMkLst>
            <pc:docMk/>
            <pc:sldMk cId="1353429584" sldId="394"/>
            <ac:spMk id="7" creationId="{17C5C300-1F1C-9B7D-F4D2-B987D6D06BBD}"/>
          </ac:spMkLst>
        </pc:spChg>
        <pc:spChg chg="mod">
          <ac:chgData name="Feist, Ella" userId="992bbaf2-811d-42cb-a4d6-e7fc45e325e8" providerId="ADAL" clId="{EEEAA5E7-5892-4C22-B4B9-91834BD409A7}" dt="2026-09-08T13:09:29.179" v="1" actId="790"/>
          <ac:spMkLst>
            <pc:docMk/>
            <pc:sldMk cId="1353429584" sldId="394"/>
            <ac:spMk id="9" creationId="{E3724BA2-EA06-BED9-C2CD-5D81781B26E7}"/>
          </ac:spMkLst>
        </pc:spChg>
        <pc:spChg chg="add mod">
          <ac:chgData name="Feist, Ella" userId="992bbaf2-811d-42cb-a4d6-e7fc45e325e8" providerId="ADAL" clId="{EEEAA5E7-5892-4C22-B4B9-91834BD409A7}" dt="2026-09-08T13:10:26.379" v="8"/>
          <ac:spMkLst>
            <pc:docMk/>
            <pc:sldMk cId="1353429584" sldId="394"/>
            <ac:spMk id="12" creationId="{50FDEB34-5EF0-CA97-9103-9C9140D3D7FC}"/>
          </ac:spMkLst>
        </pc:spChg>
        <pc:spChg chg="mod">
          <ac:chgData name="Feist, Ella" userId="992bbaf2-811d-42cb-a4d6-e7fc45e325e8" providerId="ADAL" clId="{EEEAA5E7-5892-4C22-B4B9-91834BD409A7}" dt="2026-09-08T13:09:29.179" v="1" actId="790"/>
          <ac:spMkLst>
            <pc:docMk/>
            <pc:sldMk cId="1353429584" sldId="394"/>
            <ac:spMk id="13" creationId="{5B3EFA1A-129F-0A3E-F13A-74A1C7BF58A4}"/>
          </ac:spMkLst>
        </pc:spChg>
        <pc:spChg chg="mod">
          <ac:chgData name="Feist, Ella" userId="992bbaf2-811d-42cb-a4d6-e7fc45e325e8" providerId="ADAL" clId="{EEEAA5E7-5892-4C22-B4B9-91834BD409A7}" dt="2026-09-08T13:11:10.695" v="16" actId="20577"/>
          <ac:spMkLst>
            <pc:docMk/>
            <pc:sldMk cId="1353429584" sldId="394"/>
            <ac:spMk id="14" creationId="{82D9EFF5-CA52-6504-6FD8-DD3153BC48E9}"/>
          </ac:spMkLst>
        </pc:spChg>
        <pc:spChg chg="mod">
          <ac:chgData name="Feist, Ella" userId="992bbaf2-811d-42cb-a4d6-e7fc45e325e8" providerId="ADAL" clId="{EEEAA5E7-5892-4C22-B4B9-91834BD409A7}" dt="2026-09-08T13:11:12.650" v="17" actId="20577"/>
          <ac:spMkLst>
            <pc:docMk/>
            <pc:sldMk cId="1353429584" sldId="394"/>
            <ac:spMk id="15" creationId="{222FDCD6-DE04-8789-D015-71AD8F71E67F}"/>
          </ac:spMkLst>
        </pc:spChg>
        <pc:spChg chg="mod">
          <ac:chgData name="Feist, Ella" userId="992bbaf2-811d-42cb-a4d6-e7fc45e325e8" providerId="ADAL" clId="{EEEAA5E7-5892-4C22-B4B9-91834BD409A7}" dt="2026-09-08T13:09:29.179" v="1" actId="790"/>
          <ac:spMkLst>
            <pc:docMk/>
            <pc:sldMk cId="1353429584" sldId="394"/>
            <ac:spMk id="17" creationId="{54FEC154-37D6-B074-880D-0B3DA568085B}"/>
          </ac:spMkLst>
        </pc:spChg>
        <pc:spChg chg="mod">
          <ac:chgData name="Feist, Ella" userId="992bbaf2-811d-42cb-a4d6-e7fc45e325e8" providerId="ADAL" clId="{EEEAA5E7-5892-4C22-B4B9-91834BD409A7}" dt="2026-09-08T13:09:29.179" v="1" actId="790"/>
          <ac:spMkLst>
            <pc:docMk/>
            <pc:sldMk cId="1353429584" sldId="394"/>
            <ac:spMk id="18" creationId="{42917FB1-3A6E-EBBC-15A4-537A8D4C799F}"/>
          </ac:spMkLst>
        </pc:spChg>
        <pc:spChg chg="mod">
          <ac:chgData name="Feist, Ella" userId="992bbaf2-811d-42cb-a4d6-e7fc45e325e8" providerId="ADAL" clId="{EEEAA5E7-5892-4C22-B4B9-91834BD409A7}" dt="2026-09-08T13:09:29.179" v="1" actId="790"/>
          <ac:spMkLst>
            <pc:docMk/>
            <pc:sldMk cId="1353429584" sldId="394"/>
            <ac:spMk id="19" creationId="{25463C91-F6FB-37E8-181D-57D3DA8D358E}"/>
          </ac:spMkLst>
        </pc:spChg>
      </pc:sldChg>
      <pc:sldChg chg="modSp mod">
        <pc:chgData name="Feist, Ella" userId="992bbaf2-811d-42cb-a4d6-e7fc45e325e8" providerId="ADAL" clId="{EEEAA5E7-5892-4C22-B4B9-91834BD409A7}" dt="2026-09-08T13:11:32.647" v="25" actId="20577"/>
        <pc:sldMkLst>
          <pc:docMk/>
          <pc:sldMk cId="349307419" sldId="397"/>
        </pc:sldMkLst>
        <pc:spChg chg="mod">
          <ac:chgData name="Feist, Ella" userId="992bbaf2-811d-42cb-a4d6-e7fc45e325e8" providerId="ADAL" clId="{EEEAA5E7-5892-4C22-B4B9-91834BD409A7}" dt="2026-09-08T13:09:29.179" v="1" actId="790"/>
          <ac:spMkLst>
            <pc:docMk/>
            <pc:sldMk cId="349307419" sldId="397"/>
            <ac:spMk id="5" creationId="{5A19A7F6-0882-390B-ECEA-46B79B359F2B}"/>
          </ac:spMkLst>
        </pc:spChg>
        <pc:spChg chg="mod">
          <ac:chgData name="Feist, Ella" userId="992bbaf2-811d-42cb-a4d6-e7fc45e325e8" providerId="ADAL" clId="{EEEAA5E7-5892-4C22-B4B9-91834BD409A7}" dt="2026-09-08T13:11:17.489" v="20" actId="6549"/>
          <ac:spMkLst>
            <pc:docMk/>
            <pc:sldMk cId="349307419" sldId="397"/>
            <ac:spMk id="6" creationId="{9076C389-1B65-EA66-C5D9-B4F80F0119CE}"/>
          </ac:spMkLst>
        </pc:spChg>
        <pc:spChg chg="mod">
          <ac:chgData name="Feist, Ella" userId="992bbaf2-811d-42cb-a4d6-e7fc45e325e8" providerId="ADAL" clId="{EEEAA5E7-5892-4C22-B4B9-91834BD409A7}" dt="2026-09-08T13:09:29.179" v="1" actId="790"/>
          <ac:spMkLst>
            <pc:docMk/>
            <pc:sldMk cId="349307419" sldId="397"/>
            <ac:spMk id="8" creationId="{FD73BA48-3B08-758E-F70C-D8E8F85E954D}"/>
          </ac:spMkLst>
        </pc:spChg>
        <pc:spChg chg="mod">
          <ac:chgData name="Feist, Ella" userId="992bbaf2-811d-42cb-a4d6-e7fc45e325e8" providerId="ADAL" clId="{EEEAA5E7-5892-4C22-B4B9-91834BD409A7}" dt="2026-09-08T13:11:28.893" v="24" actId="313"/>
          <ac:spMkLst>
            <pc:docMk/>
            <pc:sldMk cId="349307419" sldId="397"/>
            <ac:spMk id="9" creationId="{EC442144-6CB5-A43F-38E3-5E466ECE0862}"/>
          </ac:spMkLst>
        </pc:spChg>
        <pc:spChg chg="mod">
          <ac:chgData name="Feist, Ella" userId="992bbaf2-811d-42cb-a4d6-e7fc45e325e8" providerId="ADAL" clId="{EEEAA5E7-5892-4C22-B4B9-91834BD409A7}" dt="2026-09-08T13:11:32.647" v="25" actId="20577"/>
          <ac:spMkLst>
            <pc:docMk/>
            <pc:sldMk cId="349307419" sldId="397"/>
            <ac:spMk id="11" creationId="{80A2D932-E87E-D36D-43B7-1E1AA59797EE}"/>
          </ac:spMkLst>
        </pc:spChg>
      </pc:sldChg>
      <pc:sldChg chg="addSp delSp modSp mod chgLayout">
        <pc:chgData name="Feist, Ella" userId="992bbaf2-811d-42cb-a4d6-e7fc45e325e8" providerId="ADAL" clId="{EEEAA5E7-5892-4C22-B4B9-91834BD409A7}" dt="2026-09-08T13:20:01.480" v="60" actId="1076"/>
        <pc:sldMkLst>
          <pc:docMk/>
          <pc:sldMk cId="407063776" sldId="400"/>
        </pc:sldMkLst>
        <pc:spChg chg="mod ord">
          <ac:chgData name="Feist, Ella" userId="992bbaf2-811d-42cb-a4d6-e7fc45e325e8" providerId="ADAL" clId="{EEEAA5E7-5892-4C22-B4B9-91834BD409A7}" dt="2026-09-08T13:19:38.842" v="52" actId="6264"/>
          <ac:spMkLst>
            <pc:docMk/>
            <pc:sldMk cId="407063776" sldId="400"/>
            <ac:spMk id="4" creationId="{8D9A0E44-382A-6A27-3D8D-0A55FC6B7458}"/>
          </ac:spMkLst>
        </pc:spChg>
        <pc:spChg chg="mod ord">
          <ac:chgData name="Feist, Ella" userId="992bbaf2-811d-42cb-a4d6-e7fc45e325e8" providerId="ADAL" clId="{EEEAA5E7-5892-4C22-B4B9-91834BD409A7}" dt="2026-09-08T13:19:38.842" v="52" actId="6264"/>
          <ac:spMkLst>
            <pc:docMk/>
            <pc:sldMk cId="407063776" sldId="400"/>
            <ac:spMk id="5" creationId="{CD6B4D17-C35B-0D4D-1CD0-8B40EDA190A1}"/>
          </ac:spMkLst>
        </pc:spChg>
        <pc:spChg chg="mod ord">
          <ac:chgData name="Feist, Ella" userId="992bbaf2-811d-42cb-a4d6-e7fc45e325e8" providerId="ADAL" clId="{EEEAA5E7-5892-4C22-B4B9-91834BD409A7}" dt="2026-09-08T13:19:58.167" v="59" actId="113"/>
          <ac:spMkLst>
            <pc:docMk/>
            <pc:sldMk cId="407063776" sldId="400"/>
            <ac:spMk id="6" creationId="{F83ED2B7-7E92-DF82-1BCF-047A8C85486C}"/>
          </ac:spMkLst>
        </pc:spChg>
        <pc:spChg chg="mod">
          <ac:chgData name="Feist, Ella" userId="992bbaf2-811d-42cb-a4d6-e7fc45e325e8" providerId="ADAL" clId="{EEEAA5E7-5892-4C22-B4B9-91834BD409A7}" dt="2026-09-08T13:20:01.480" v="60" actId="1076"/>
          <ac:spMkLst>
            <pc:docMk/>
            <pc:sldMk cId="407063776" sldId="400"/>
            <ac:spMk id="8" creationId="{6227C36B-9035-BC7F-3095-DA34F39D8651}"/>
          </ac:spMkLst>
        </pc:spChg>
        <pc:spChg chg="mod">
          <ac:chgData name="Feist, Ella" userId="992bbaf2-811d-42cb-a4d6-e7fc45e325e8" providerId="ADAL" clId="{EEEAA5E7-5892-4C22-B4B9-91834BD409A7}" dt="2026-09-08T13:19:44.219" v="54" actId="1076"/>
          <ac:spMkLst>
            <pc:docMk/>
            <pc:sldMk cId="407063776" sldId="400"/>
            <ac:spMk id="9" creationId="{0BDAAE83-B030-B807-DA4B-811F661B66A7}"/>
          </ac:spMkLst>
        </pc:spChg>
        <pc:spChg chg="mod">
          <ac:chgData name="Feist, Ella" userId="992bbaf2-811d-42cb-a4d6-e7fc45e325e8" providerId="ADAL" clId="{EEEAA5E7-5892-4C22-B4B9-91834BD409A7}" dt="2026-09-08T13:19:55.420" v="58" actId="1076"/>
          <ac:spMkLst>
            <pc:docMk/>
            <pc:sldMk cId="407063776" sldId="400"/>
            <ac:spMk id="10" creationId="{F2FA3C11-40BA-69D7-CB66-F55F9EB03513}"/>
          </ac:spMkLst>
        </pc:spChg>
      </pc:sldChg>
      <pc:sldChg chg="modSp mod">
        <pc:chgData name="Feist, Ella" userId="992bbaf2-811d-42cb-a4d6-e7fc45e325e8" providerId="ADAL" clId="{EEEAA5E7-5892-4C22-B4B9-91834BD409A7}" dt="2026-09-08T13:21:18.969" v="96" actId="20577"/>
        <pc:sldMkLst>
          <pc:docMk/>
          <pc:sldMk cId="3006565785" sldId="401"/>
        </pc:sldMkLst>
        <pc:spChg chg="mod">
          <ac:chgData name="Feist, Ella" userId="992bbaf2-811d-42cb-a4d6-e7fc45e325e8" providerId="ADAL" clId="{EEEAA5E7-5892-4C22-B4B9-91834BD409A7}" dt="2026-09-08T13:09:29.179" v="1" actId="790"/>
          <ac:spMkLst>
            <pc:docMk/>
            <pc:sldMk cId="3006565785" sldId="401"/>
            <ac:spMk id="2" creationId="{CC0B3B53-AE63-23C6-93E2-1B345FE70361}"/>
          </ac:spMkLst>
        </pc:spChg>
        <pc:spChg chg="mod">
          <ac:chgData name="Feist, Ella" userId="992bbaf2-811d-42cb-a4d6-e7fc45e325e8" providerId="ADAL" clId="{EEEAA5E7-5892-4C22-B4B9-91834BD409A7}" dt="2026-09-08T13:21:00.749" v="92" actId="14100"/>
          <ac:spMkLst>
            <pc:docMk/>
            <pc:sldMk cId="3006565785" sldId="401"/>
            <ac:spMk id="3" creationId="{F99D604B-D6ED-FA58-28AC-4F66DE7E84B5}"/>
          </ac:spMkLst>
        </pc:spChg>
        <pc:spChg chg="mod">
          <ac:chgData name="Feist, Ella" userId="992bbaf2-811d-42cb-a4d6-e7fc45e325e8" providerId="ADAL" clId="{EEEAA5E7-5892-4C22-B4B9-91834BD409A7}" dt="2026-09-08T13:21:06.739" v="93" actId="1076"/>
          <ac:spMkLst>
            <pc:docMk/>
            <pc:sldMk cId="3006565785" sldId="401"/>
            <ac:spMk id="9" creationId="{06907E3A-DC29-F19E-8C4E-935BD70C0401}"/>
          </ac:spMkLst>
        </pc:spChg>
        <pc:spChg chg="mod">
          <ac:chgData name="Feist, Ella" userId="992bbaf2-811d-42cb-a4d6-e7fc45e325e8" providerId="ADAL" clId="{EEEAA5E7-5892-4C22-B4B9-91834BD409A7}" dt="2026-09-08T13:20:57.767" v="91" actId="1076"/>
          <ac:spMkLst>
            <pc:docMk/>
            <pc:sldMk cId="3006565785" sldId="401"/>
            <ac:spMk id="10" creationId="{3C88A3F2-2A3B-111C-845D-75D6CD40CA6D}"/>
          </ac:spMkLst>
        </pc:spChg>
        <pc:spChg chg="mod">
          <ac:chgData name="Feist, Ella" userId="992bbaf2-811d-42cb-a4d6-e7fc45e325e8" providerId="ADAL" clId="{EEEAA5E7-5892-4C22-B4B9-91834BD409A7}" dt="2026-09-08T13:21:06.739" v="93" actId="1076"/>
          <ac:spMkLst>
            <pc:docMk/>
            <pc:sldMk cId="3006565785" sldId="401"/>
            <ac:spMk id="11" creationId="{5E8E8B85-3459-3DAF-7817-62A4C163F277}"/>
          </ac:spMkLst>
        </pc:spChg>
        <pc:spChg chg="mod">
          <ac:chgData name="Feist, Ella" userId="992bbaf2-811d-42cb-a4d6-e7fc45e325e8" providerId="ADAL" clId="{EEEAA5E7-5892-4C22-B4B9-91834BD409A7}" dt="2026-09-08T13:20:57.767" v="91" actId="1076"/>
          <ac:spMkLst>
            <pc:docMk/>
            <pc:sldMk cId="3006565785" sldId="401"/>
            <ac:spMk id="12" creationId="{B208B324-C4F9-2615-2CC6-C3C547687F98}"/>
          </ac:spMkLst>
        </pc:spChg>
        <pc:spChg chg="mod ord">
          <ac:chgData name="Feist, Ella" userId="992bbaf2-811d-42cb-a4d6-e7fc45e325e8" providerId="ADAL" clId="{EEEAA5E7-5892-4C22-B4B9-91834BD409A7}" dt="2026-09-08T13:21:18.969" v="96" actId="20577"/>
          <ac:spMkLst>
            <pc:docMk/>
            <pc:sldMk cId="3006565785" sldId="401"/>
            <ac:spMk id="15" creationId="{C8D3915D-A9BB-55D3-4ACC-6D26390267BD}"/>
          </ac:spMkLst>
        </pc:spChg>
        <pc:spChg chg="mod ord">
          <ac:chgData name="Feist, Ella" userId="992bbaf2-811d-42cb-a4d6-e7fc45e325e8" providerId="ADAL" clId="{EEEAA5E7-5892-4C22-B4B9-91834BD409A7}" dt="2026-09-08T13:21:17.875" v="95" actId="20577"/>
          <ac:spMkLst>
            <pc:docMk/>
            <pc:sldMk cId="3006565785" sldId="401"/>
            <ac:spMk id="16" creationId="{6CBE37F4-655E-578A-B0CB-5C41CA971978}"/>
          </ac:spMkLst>
        </pc:spChg>
        <pc:spChg chg="mod">
          <ac:chgData name="Feist, Ella" userId="992bbaf2-811d-42cb-a4d6-e7fc45e325e8" providerId="ADAL" clId="{EEEAA5E7-5892-4C22-B4B9-91834BD409A7}" dt="2026-09-08T13:20:57.767" v="91" actId="1076"/>
          <ac:spMkLst>
            <pc:docMk/>
            <pc:sldMk cId="3006565785" sldId="401"/>
            <ac:spMk id="17" creationId="{462C956A-923B-0983-2C88-D6AB35F1467F}"/>
          </ac:spMkLst>
        </pc:spChg>
        <pc:spChg chg="mod">
          <ac:chgData name="Feist, Ella" userId="992bbaf2-811d-42cb-a4d6-e7fc45e325e8" providerId="ADAL" clId="{EEEAA5E7-5892-4C22-B4B9-91834BD409A7}" dt="2026-09-08T13:20:57.767" v="91" actId="1076"/>
          <ac:spMkLst>
            <pc:docMk/>
            <pc:sldMk cId="3006565785" sldId="401"/>
            <ac:spMk id="18" creationId="{E9B87075-31D7-FDAA-2F20-18D0258DB33F}"/>
          </ac:spMkLst>
        </pc:spChg>
        <pc:spChg chg="mod">
          <ac:chgData name="Feist, Ella" userId="992bbaf2-811d-42cb-a4d6-e7fc45e325e8" providerId="ADAL" clId="{EEEAA5E7-5892-4C22-B4B9-91834BD409A7}" dt="2026-09-08T13:20:57.767" v="91" actId="1076"/>
          <ac:spMkLst>
            <pc:docMk/>
            <pc:sldMk cId="3006565785" sldId="401"/>
            <ac:spMk id="19" creationId="{C61D607E-D28B-B768-E30D-036C601B98DB}"/>
          </ac:spMkLst>
        </pc:spChg>
        <pc:spChg chg="mod">
          <ac:chgData name="Feist, Ella" userId="992bbaf2-811d-42cb-a4d6-e7fc45e325e8" providerId="ADAL" clId="{EEEAA5E7-5892-4C22-B4B9-91834BD409A7}" dt="2026-09-08T13:20:57.767" v="91" actId="1076"/>
          <ac:spMkLst>
            <pc:docMk/>
            <pc:sldMk cId="3006565785" sldId="401"/>
            <ac:spMk id="20" creationId="{B0F6D40E-77B1-9100-EDFD-7B5666F1A50B}"/>
          </ac:spMkLst>
        </pc:spChg>
      </pc:sldChg>
      <pc:sldChg chg="modSp mod">
        <pc:chgData name="Feist, Ella" userId="992bbaf2-811d-42cb-a4d6-e7fc45e325e8" providerId="ADAL" clId="{EEEAA5E7-5892-4C22-B4B9-91834BD409A7}" dt="2026-09-08T13:21:30.712" v="97" actId="1076"/>
        <pc:sldMkLst>
          <pc:docMk/>
          <pc:sldMk cId="1271703224" sldId="402"/>
        </pc:sldMkLst>
        <pc:spChg chg="mod">
          <ac:chgData name="Feist, Ella" userId="992bbaf2-811d-42cb-a4d6-e7fc45e325e8" providerId="ADAL" clId="{EEEAA5E7-5892-4C22-B4B9-91834BD409A7}" dt="2026-09-08T13:09:29.179" v="1" actId="790"/>
          <ac:spMkLst>
            <pc:docMk/>
            <pc:sldMk cId="1271703224" sldId="402"/>
            <ac:spMk id="2" creationId="{418433C4-BA39-95FB-4B9B-C803E35BABE9}"/>
          </ac:spMkLst>
        </pc:spChg>
        <pc:spChg chg="mod">
          <ac:chgData name="Feist, Ella" userId="992bbaf2-811d-42cb-a4d6-e7fc45e325e8" providerId="ADAL" clId="{EEEAA5E7-5892-4C22-B4B9-91834BD409A7}" dt="2026-09-08T13:09:29.179" v="1" actId="790"/>
          <ac:spMkLst>
            <pc:docMk/>
            <pc:sldMk cId="1271703224" sldId="402"/>
            <ac:spMk id="3" creationId="{89F94F1D-7B54-C8E8-EBA1-B93E78B71AF0}"/>
          </ac:spMkLst>
        </pc:spChg>
        <pc:spChg chg="mod">
          <ac:chgData name="Feist, Ella" userId="992bbaf2-811d-42cb-a4d6-e7fc45e325e8" providerId="ADAL" clId="{EEEAA5E7-5892-4C22-B4B9-91834BD409A7}" dt="2026-09-08T13:09:29.179" v="1" actId="790"/>
          <ac:spMkLst>
            <pc:docMk/>
            <pc:sldMk cId="1271703224" sldId="402"/>
            <ac:spMk id="5" creationId="{00F8EE8D-70ED-9C31-BD4E-2EE5550C7C87}"/>
          </ac:spMkLst>
        </pc:spChg>
        <pc:spChg chg="mod">
          <ac:chgData name="Feist, Ella" userId="992bbaf2-811d-42cb-a4d6-e7fc45e325e8" providerId="ADAL" clId="{EEEAA5E7-5892-4C22-B4B9-91834BD409A7}" dt="2026-09-08T13:21:30.712" v="97" actId="1076"/>
          <ac:spMkLst>
            <pc:docMk/>
            <pc:sldMk cId="1271703224" sldId="402"/>
            <ac:spMk id="6" creationId="{06C3BC93-686B-1E8F-B4D5-B2A825D4867E}"/>
          </ac:spMkLst>
        </pc:spChg>
        <pc:spChg chg="mod">
          <ac:chgData name="Feist, Ella" userId="992bbaf2-811d-42cb-a4d6-e7fc45e325e8" providerId="ADAL" clId="{EEEAA5E7-5892-4C22-B4B9-91834BD409A7}" dt="2026-09-08T13:21:30.712" v="97" actId="1076"/>
          <ac:spMkLst>
            <pc:docMk/>
            <pc:sldMk cId="1271703224" sldId="402"/>
            <ac:spMk id="7" creationId="{B76CFECF-CE34-D8CB-E7AD-4A321CDEDF9F}"/>
          </ac:spMkLst>
        </pc:spChg>
        <pc:spChg chg="mod">
          <ac:chgData name="Feist, Ella" userId="992bbaf2-811d-42cb-a4d6-e7fc45e325e8" providerId="ADAL" clId="{EEEAA5E7-5892-4C22-B4B9-91834BD409A7}" dt="2026-09-08T13:21:30.712" v="97" actId="1076"/>
          <ac:spMkLst>
            <pc:docMk/>
            <pc:sldMk cId="1271703224" sldId="402"/>
            <ac:spMk id="10" creationId="{4FC868D3-5A09-6CF1-E17E-4A995DC64A44}"/>
          </ac:spMkLst>
        </pc:spChg>
        <pc:cxnChg chg="mod">
          <ac:chgData name="Feist, Ella" userId="992bbaf2-811d-42cb-a4d6-e7fc45e325e8" providerId="ADAL" clId="{EEEAA5E7-5892-4C22-B4B9-91834BD409A7}" dt="2026-09-08T13:21:30.712" v="97" actId="1076"/>
          <ac:cxnSpMkLst>
            <pc:docMk/>
            <pc:sldMk cId="1271703224" sldId="402"/>
            <ac:cxnSpMk id="9" creationId="{AE49AF3B-12F5-46D2-278A-2A5C00F72127}"/>
          </ac:cxnSpMkLst>
        </pc:cxnChg>
        <pc:cxnChg chg="mod">
          <ac:chgData name="Feist, Ella" userId="992bbaf2-811d-42cb-a4d6-e7fc45e325e8" providerId="ADAL" clId="{EEEAA5E7-5892-4C22-B4B9-91834BD409A7}" dt="2026-09-08T13:21:30.712" v="97" actId="1076"/>
          <ac:cxnSpMkLst>
            <pc:docMk/>
            <pc:sldMk cId="1271703224" sldId="402"/>
            <ac:cxnSpMk id="11" creationId="{AB0128A0-237F-F4AE-928B-D413D943AEAF}"/>
          </ac:cxnSpMkLst>
        </pc:cxnChg>
      </pc:sldChg>
      <pc:sldChg chg="modSp mod modClrScheme chgLayout">
        <pc:chgData name="Feist, Ella" userId="992bbaf2-811d-42cb-a4d6-e7fc45e325e8" providerId="ADAL" clId="{EEEAA5E7-5892-4C22-B4B9-91834BD409A7}" dt="2026-09-08T13:21:48.436" v="120" actId="20577"/>
        <pc:sldMkLst>
          <pc:docMk/>
          <pc:sldMk cId="2619380873" sldId="403"/>
        </pc:sldMkLst>
        <pc:spChg chg="mod ord">
          <ac:chgData name="Feist, Ella" userId="992bbaf2-811d-42cb-a4d6-e7fc45e325e8" providerId="ADAL" clId="{EEEAA5E7-5892-4C22-B4B9-91834BD409A7}" dt="2026-09-08T13:21:40.846" v="100" actId="700"/>
          <ac:spMkLst>
            <pc:docMk/>
            <pc:sldMk cId="2619380873" sldId="403"/>
            <ac:spMk id="2" creationId="{692F23DB-7D8F-91C5-6378-ED0D8EB1F0A4}"/>
          </ac:spMkLst>
        </pc:spChg>
        <pc:spChg chg="mod ord">
          <ac:chgData name="Feist, Ella" userId="992bbaf2-811d-42cb-a4d6-e7fc45e325e8" providerId="ADAL" clId="{EEEAA5E7-5892-4C22-B4B9-91834BD409A7}" dt="2026-09-08T13:21:48.436" v="120" actId="20577"/>
          <ac:spMkLst>
            <pc:docMk/>
            <pc:sldMk cId="2619380873" sldId="403"/>
            <ac:spMk id="3" creationId="{F7D20047-2407-6CBE-BEAF-71EE43CB2834}"/>
          </ac:spMkLst>
        </pc:spChg>
        <pc:spChg chg="mod">
          <ac:chgData name="Feist, Ella" userId="992bbaf2-811d-42cb-a4d6-e7fc45e325e8" providerId="ADAL" clId="{EEEAA5E7-5892-4C22-B4B9-91834BD409A7}" dt="2026-09-08T13:21:45.490" v="118" actId="1035"/>
          <ac:spMkLst>
            <pc:docMk/>
            <pc:sldMk cId="2619380873" sldId="403"/>
            <ac:spMk id="4" creationId="{161562A0-68F0-5504-1475-082140B7604C}"/>
          </ac:spMkLst>
        </pc:spChg>
        <pc:spChg chg="mod ord">
          <ac:chgData name="Feist, Ella" userId="992bbaf2-811d-42cb-a4d6-e7fc45e325e8" providerId="ADAL" clId="{EEEAA5E7-5892-4C22-B4B9-91834BD409A7}" dt="2026-09-08T13:21:40.846" v="100" actId="700"/>
          <ac:spMkLst>
            <pc:docMk/>
            <pc:sldMk cId="2619380873" sldId="403"/>
            <ac:spMk id="5" creationId="{2ACF5688-3CFA-A3E8-4967-4DB667D242BD}"/>
          </ac:spMkLst>
        </pc:spChg>
        <pc:spChg chg="mod">
          <ac:chgData name="Feist, Ella" userId="992bbaf2-811d-42cb-a4d6-e7fc45e325e8" providerId="ADAL" clId="{EEEAA5E7-5892-4C22-B4B9-91834BD409A7}" dt="2026-09-08T13:21:45.490" v="118" actId="1035"/>
          <ac:spMkLst>
            <pc:docMk/>
            <pc:sldMk cId="2619380873" sldId="403"/>
            <ac:spMk id="8" creationId="{B6E68132-E3FD-18CF-FBFF-301D97E0BBE0}"/>
          </ac:spMkLst>
        </pc:spChg>
        <pc:cxnChg chg="mod">
          <ac:chgData name="Feist, Ella" userId="992bbaf2-811d-42cb-a4d6-e7fc45e325e8" providerId="ADAL" clId="{EEEAA5E7-5892-4C22-B4B9-91834BD409A7}" dt="2026-09-08T13:21:45.490" v="118" actId="1035"/>
          <ac:cxnSpMkLst>
            <pc:docMk/>
            <pc:sldMk cId="2619380873" sldId="403"/>
            <ac:cxnSpMk id="9" creationId="{11D7E4BB-6230-4C8D-BED6-97CAA3EA8310}"/>
          </ac:cxnSpMkLst>
        </pc:cxnChg>
      </pc:sldChg>
      <pc:sldChg chg="addSp delSp modSp mod">
        <pc:chgData name="Feist, Ella" userId="992bbaf2-811d-42cb-a4d6-e7fc45e325e8" providerId="ADAL" clId="{EEEAA5E7-5892-4C22-B4B9-91834BD409A7}" dt="2026-09-08T13:22:14.238" v="128" actId="20577"/>
        <pc:sldMkLst>
          <pc:docMk/>
          <pc:sldMk cId="1260318712" sldId="404"/>
        </pc:sldMkLst>
        <pc:spChg chg="mod">
          <ac:chgData name="Feist, Ella" userId="992bbaf2-811d-42cb-a4d6-e7fc45e325e8" providerId="ADAL" clId="{EEEAA5E7-5892-4C22-B4B9-91834BD409A7}" dt="2026-09-08T13:22:02.587" v="126" actId="6549"/>
          <ac:spMkLst>
            <pc:docMk/>
            <pc:sldMk cId="1260318712" sldId="404"/>
            <ac:spMk id="2" creationId="{CC57ACFA-D249-D977-B003-49C3BAFBC798}"/>
          </ac:spMkLst>
        </pc:spChg>
        <pc:spChg chg="mod">
          <ac:chgData name="Feist, Ella" userId="992bbaf2-811d-42cb-a4d6-e7fc45e325e8" providerId="ADAL" clId="{EEEAA5E7-5892-4C22-B4B9-91834BD409A7}" dt="2026-09-08T13:22:14.238" v="128" actId="20577"/>
          <ac:spMkLst>
            <pc:docMk/>
            <pc:sldMk cId="1260318712" sldId="404"/>
            <ac:spMk id="3" creationId="{90960287-B9F8-D776-E6F9-79D4184FD752}"/>
          </ac:spMkLst>
        </pc:spChg>
        <pc:spChg chg="add mod">
          <ac:chgData name="Feist, Ella" userId="992bbaf2-811d-42cb-a4d6-e7fc45e325e8" providerId="ADAL" clId="{EEEAA5E7-5892-4C22-B4B9-91834BD409A7}" dt="2026-09-08T13:10:33.602" v="10"/>
          <ac:spMkLst>
            <pc:docMk/>
            <pc:sldMk cId="1260318712" sldId="404"/>
            <ac:spMk id="4" creationId="{5CE369AF-C507-34BA-196D-08B4292EE9A5}"/>
          </ac:spMkLst>
        </pc:spChg>
        <pc:spChg chg="mod">
          <ac:chgData name="Feist, Ella" userId="992bbaf2-811d-42cb-a4d6-e7fc45e325e8" providerId="ADAL" clId="{EEEAA5E7-5892-4C22-B4B9-91834BD409A7}" dt="2026-09-08T13:09:29.179" v="1" actId="790"/>
          <ac:spMkLst>
            <pc:docMk/>
            <pc:sldMk cId="1260318712" sldId="404"/>
            <ac:spMk id="6" creationId="{22484474-51FC-1058-55C4-4134ED7C9FE1}"/>
          </ac:spMkLst>
        </pc:spChg>
        <pc:spChg chg="mod">
          <ac:chgData name="Feist, Ella" userId="992bbaf2-811d-42cb-a4d6-e7fc45e325e8" providerId="ADAL" clId="{EEEAA5E7-5892-4C22-B4B9-91834BD409A7}" dt="2026-09-08T13:09:29.179" v="1" actId="790"/>
          <ac:spMkLst>
            <pc:docMk/>
            <pc:sldMk cId="1260318712" sldId="404"/>
            <ac:spMk id="7" creationId="{A2A9EACA-66DC-D942-4EEF-353744533E91}"/>
          </ac:spMkLst>
        </pc:spChg>
        <pc:spChg chg="mod">
          <ac:chgData name="Feist, Ella" userId="992bbaf2-811d-42cb-a4d6-e7fc45e325e8" providerId="ADAL" clId="{EEEAA5E7-5892-4C22-B4B9-91834BD409A7}" dt="2026-09-08T13:09:29.179" v="1" actId="790"/>
          <ac:spMkLst>
            <pc:docMk/>
            <pc:sldMk cId="1260318712" sldId="404"/>
            <ac:spMk id="8" creationId="{4DA0AB60-87BD-0B5D-C349-97CF724B789C}"/>
          </ac:spMkLst>
        </pc:spChg>
        <pc:spChg chg="mod">
          <ac:chgData name="Feist, Ella" userId="992bbaf2-811d-42cb-a4d6-e7fc45e325e8" providerId="ADAL" clId="{EEEAA5E7-5892-4C22-B4B9-91834BD409A7}" dt="2026-09-08T13:09:29.179" v="1" actId="790"/>
          <ac:spMkLst>
            <pc:docMk/>
            <pc:sldMk cId="1260318712" sldId="404"/>
            <ac:spMk id="9" creationId="{2646B5FA-D1C2-9590-F830-48ABA64091A8}"/>
          </ac:spMkLst>
        </pc:spChg>
        <pc:spChg chg="mod">
          <ac:chgData name="Feist, Ella" userId="992bbaf2-811d-42cb-a4d6-e7fc45e325e8" providerId="ADAL" clId="{EEEAA5E7-5892-4C22-B4B9-91834BD409A7}" dt="2026-09-08T13:22:10.810" v="127" actId="14100"/>
          <ac:spMkLst>
            <pc:docMk/>
            <pc:sldMk cId="1260318712" sldId="404"/>
            <ac:spMk id="10" creationId="{94F09693-7A73-F812-1597-FB2F5655F13E}"/>
          </ac:spMkLst>
        </pc:spChg>
        <pc:spChg chg="mod">
          <ac:chgData name="Feist, Ella" userId="992bbaf2-811d-42cb-a4d6-e7fc45e325e8" providerId="ADAL" clId="{EEEAA5E7-5892-4C22-B4B9-91834BD409A7}" dt="2026-09-08T13:09:29.179" v="1" actId="790"/>
          <ac:spMkLst>
            <pc:docMk/>
            <pc:sldMk cId="1260318712" sldId="404"/>
            <ac:spMk id="11" creationId="{B1C52022-2868-A032-31C2-D93C2997748B}"/>
          </ac:spMkLst>
        </pc:spChg>
        <pc:spChg chg="mod">
          <ac:chgData name="Feist, Ella" userId="992bbaf2-811d-42cb-a4d6-e7fc45e325e8" providerId="ADAL" clId="{EEEAA5E7-5892-4C22-B4B9-91834BD409A7}" dt="2026-09-08T13:09:29.179" v="1" actId="790"/>
          <ac:spMkLst>
            <pc:docMk/>
            <pc:sldMk cId="1260318712" sldId="404"/>
            <ac:spMk id="12" creationId="{79F84316-F524-6B61-1DFA-2E79853DA870}"/>
          </ac:spMkLst>
        </pc:spChg>
      </pc:sldChg>
      <pc:sldChg chg="addSp delSp modSp mod modClrScheme chgLayout">
        <pc:chgData name="Feist, Ella" userId="992bbaf2-811d-42cb-a4d6-e7fc45e325e8" providerId="ADAL" clId="{EEEAA5E7-5892-4C22-B4B9-91834BD409A7}" dt="2026-09-08T13:23:11.201" v="171" actId="20577"/>
        <pc:sldMkLst>
          <pc:docMk/>
          <pc:sldMk cId="1668191593" sldId="405"/>
        </pc:sldMkLst>
        <pc:spChg chg="mod ord">
          <ac:chgData name="Feist, Ella" userId="992bbaf2-811d-42cb-a4d6-e7fc45e325e8" providerId="ADAL" clId="{EEEAA5E7-5892-4C22-B4B9-91834BD409A7}" dt="2026-09-08T13:22:25.155" v="129" actId="700"/>
          <ac:spMkLst>
            <pc:docMk/>
            <pc:sldMk cId="1668191593" sldId="405"/>
            <ac:spMk id="2" creationId="{F6C15DAA-DECF-56A0-E895-9922CCFD4ABC}"/>
          </ac:spMkLst>
        </pc:spChg>
        <pc:spChg chg="mod ord">
          <ac:chgData name="Feist, Ella" userId="992bbaf2-811d-42cb-a4d6-e7fc45e325e8" providerId="ADAL" clId="{EEEAA5E7-5892-4C22-B4B9-91834BD409A7}" dt="2026-09-08T13:23:11.201" v="171" actId="20577"/>
          <ac:spMkLst>
            <pc:docMk/>
            <pc:sldMk cId="1668191593" sldId="405"/>
            <ac:spMk id="3" creationId="{ADBEE1E4-4019-F2DD-0E78-89EB86918893}"/>
          </ac:spMkLst>
        </pc:spChg>
        <pc:spChg chg="mod ord">
          <ac:chgData name="Feist, Ella" userId="992bbaf2-811d-42cb-a4d6-e7fc45e325e8" providerId="ADAL" clId="{EEEAA5E7-5892-4C22-B4B9-91834BD409A7}" dt="2026-09-08T13:22:25.155" v="129" actId="700"/>
          <ac:spMkLst>
            <pc:docMk/>
            <pc:sldMk cId="1668191593" sldId="405"/>
            <ac:spMk id="5" creationId="{1F1B9EA1-5E80-59F9-8B88-1E3DF00E75E8}"/>
          </ac:spMkLst>
        </pc:spChg>
        <pc:spChg chg="mod">
          <ac:chgData name="Feist, Ella" userId="992bbaf2-811d-42cb-a4d6-e7fc45e325e8" providerId="ADAL" clId="{EEEAA5E7-5892-4C22-B4B9-91834BD409A7}" dt="2026-09-08T13:22:39.987" v="131" actId="1076"/>
          <ac:spMkLst>
            <pc:docMk/>
            <pc:sldMk cId="1668191593" sldId="405"/>
            <ac:spMk id="9" creationId="{6372F957-3E0B-84E9-634F-C5EABFBBE4D1}"/>
          </ac:spMkLst>
        </pc:spChg>
        <pc:spChg chg="mod">
          <ac:chgData name="Feist, Ella" userId="992bbaf2-811d-42cb-a4d6-e7fc45e325e8" providerId="ADAL" clId="{EEEAA5E7-5892-4C22-B4B9-91834BD409A7}" dt="2026-09-08T13:22:39.987" v="131" actId="1076"/>
          <ac:spMkLst>
            <pc:docMk/>
            <pc:sldMk cId="1668191593" sldId="405"/>
            <ac:spMk id="12" creationId="{A8F14B8B-5CFA-8D5A-F1CA-5FD85F20AD3F}"/>
          </ac:spMkLst>
        </pc:spChg>
      </pc:sldChg>
      <pc:sldChg chg="modSp mod modNotesTx">
        <pc:chgData name="Feist, Ella" userId="992bbaf2-811d-42cb-a4d6-e7fc45e325e8" providerId="ADAL" clId="{EEEAA5E7-5892-4C22-B4B9-91834BD409A7}" dt="2026-09-08T13:23:41.374" v="199" actId="20577"/>
        <pc:sldMkLst>
          <pc:docMk/>
          <pc:sldMk cId="3108981149" sldId="406"/>
        </pc:sldMkLst>
        <pc:spChg chg="mod">
          <ac:chgData name="Feist, Ella" userId="992bbaf2-811d-42cb-a4d6-e7fc45e325e8" providerId="ADAL" clId="{EEEAA5E7-5892-4C22-B4B9-91834BD409A7}" dt="2026-09-08T13:23:23.277" v="174" actId="6549"/>
          <ac:spMkLst>
            <pc:docMk/>
            <pc:sldMk cId="3108981149" sldId="406"/>
            <ac:spMk id="2" creationId="{40E28C63-340B-9C5F-3878-CB89CAE0F536}"/>
          </ac:spMkLst>
        </pc:spChg>
        <pc:spChg chg="mod">
          <ac:chgData name="Feist, Ella" userId="992bbaf2-811d-42cb-a4d6-e7fc45e325e8" providerId="ADAL" clId="{EEEAA5E7-5892-4C22-B4B9-91834BD409A7}" dt="2026-09-08T13:23:27.689" v="175" actId="20577"/>
          <ac:spMkLst>
            <pc:docMk/>
            <pc:sldMk cId="3108981149" sldId="406"/>
            <ac:spMk id="3" creationId="{35E1948B-90C7-FB0D-1689-48868830D3D7}"/>
          </ac:spMkLst>
        </pc:spChg>
        <pc:spChg chg="mod">
          <ac:chgData name="Feist, Ella" userId="992bbaf2-811d-42cb-a4d6-e7fc45e325e8" providerId="ADAL" clId="{EEEAA5E7-5892-4C22-B4B9-91834BD409A7}" dt="2026-09-08T13:09:29.179" v="1" actId="790"/>
          <ac:spMkLst>
            <pc:docMk/>
            <pc:sldMk cId="3108981149" sldId="406"/>
            <ac:spMk id="4" creationId="{5E6E89AB-574E-336A-BE31-D7122AC13F53}"/>
          </ac:spMkLst>
        </pc:spChg>
        <pc:spChg chg="mod">
          <ac:chgData name="Feist, Ella" userId="992bbaf2-811d-42cb-a4d6-e7fc45e325e8" providerId="ADAL" clId="{EEEAA5E7-5892-4C22-B4B9-91834BD409A7}" dt="2026-09-08T13:09:29.179" v="1" actId="790"/>
          <ac:spMkLst>
            <pc:docMk/>
            <pc:sldMk cId="3108981149" sldId="406"/>
            <ac:spMk id="5" creationId="{BB1C0016-06DC-4610-7B85-7671AD07F2A5}"/>
          </ac:spMkLst>
        </pc:spChg>
        <pc:spChg chg="mod">
          <ac:chgData name="Feist, Ella" userId="992bbaf2-811d-42cb-a4d6-e7fc45e325e8" providerId="ADAL" clId="{EEEAA5E7-5892-4C22-B4B9-91834BD409A7}" dt="2026-09-08T13:09:29.179" v="1" actId="790"/>
          <ac:spMkLst>
            <pc:docMk/>
            <pc:sldMk cId="3108981149" sldId="406"/>
            <ac:spMk id="6" creationId="{24BD4E04-42E0-B3BB-2961-C55DFAFE322D}"/>
          </ac:spMkLst>
        </pc:spChg>
        <pc:spChg chg="mod">
          <ac:chgData name="Feist, Ella" userId="992bbaf2-811d-42cb-a4d6-e7fc45e325e8" providerId="ADAL" clId="{EEEAA5E7-5892-4C22-B4B9-91834BD409A7}" dt="2026-09-08T13:23:41.374" v="199" actId="20577"/>
          <ac:spMkLst>
            <pc:docMk/>
            <pc:sldMk cId="3108981149" sldId="406"/>
            <ac:spMk id="7" creationId="{F33AECB3-03E6-C9DB-18B1-62B30CDC1707}"/>
          </ac:spMkLst>
        </pc:spChg>
        <pc:spChg chg="mod">
          <ac:chgData name="Feist, Ella" userId="992bbaf2-811d-42cb-a4d6-e7fc45e325e8" providerId="ADAL" clId="{EEEAA5E7-5892-4C22-B4B9-91834BD409A7}" dt="2026-09-08T13:23:36.433" v="195" actId="1036"/>
          <ac:spMkLst>
            <pc:docMk/>
            <pc:sldMk cId="3108981149" sldId="406"/>
            <ac:spMk id="9" creationId="{F4A9ABB8-E5A0-189E-68CB-6BE802F7C2B0}"/>
          </ac:spMkLst>
        </pc:spChg>
        <pc:spChg chg="mod">
          <ac:chgData name="Feist, Ella" userId="992bbaf2-811d-42cb-a4d6-e7fc45e325e8" providerId="ADAL" clId="{EEEAA5E7-5892-4C22-B4B9-91834BD409A7}" dt="2026-09-08T13:23:36.433" v="195" actId="1036"/>
          <ac:spMkLst>
            <pc:docMk/>
            <pc:sldMk cId="3108981149" sldId="406"/>
            <ac:spMk id="12" creationId="{67DE3E52-BAD0-91C3-239D-90B5E2701CE5}"/>
          </ac:spMkLst>
        </pc:spChg>
      </pc:sldChg>
      <pc:sldChg chg="modSp mod">
        <pc:chgData name="Feist, Ella" userId="992bbaf2-811d-42cb-a4d6-e7fc45e325e8" providerId="ADAL" clId="{EEEAA5E7-5892-4C22-B4B9-91834BD409A7}" dt="2026-09-08T13:23:45.862" v="202" actId="6549"/>
        <pc:sldMkLst>
          <pc:docMk/>
          <pc:sldMk cId="2685313649" sldId="407"/>
        </pc:sldMkLst>
        <pc:spChg chg="mod">
          <ac:chgData name="Feist, Ella" userId="992bbaf2-811d-42cb-a4d6-e7fc45e325e8" providerId="ADAL" clId="{EEEAA5E7-5892-4C22-B4B9-91834BD409A7}" dt="2026-09-08T13:09:29.179" v="1" actId="790"/>
          <ac:spMkLst>
            <pc:docMk/>
            <pc:sldMk cId="2685313649" sldId="407"/>
            <ac:spMk id="5" creationId="{C41B6855-ABF1-2552-A7EA-29607D3C5290}"/>
          </ac:spMkLst>
        </pc:spChg>
        <pc:spChg chg="mod">
          <ac:chgData name="Feist, Ella" userId="992bbaf2-811d-42cb-a4d6-e7fc45e325e8" providerId="ADAL" clId="{EEEAA5E7-5892-4C22-B4B9-91834BD409A7}" dt="2026-09-08T13:23:45.862" v="202" actId="6549"/>
          <ac:spMkLst>
            <pc:docMk/>
            <pc:sldMk cId="2685313649" sldId="407"/>
            <ac:spMk id="6" creationId="{E3784FED-FF19-A412-5CC1-25B469E2A6A7}"/>
          </ac:spMkLst>
        </pc:spChg>
        <pc:spChg chg="mod">
          <ac:chgData name="Feist, Ella" userId="992bbaf2-811d-42cb-a4d6-e7fc45e325e8" providerId="ADAL" clId="{EEEAA5E7-5892-4C22-B4B9-91834BD409A7}" dt="2026-09-08T13:09:29.179" v="1" actId="790"/>
          <ac:spMkLst>
            <pc:docMk/>
            <pc:sldMk cId="2685313649" sldId="407"/>
            <ac:spMk id="7" creationId="{0F28421A-717E-5801-80CA-6E39FC245B4F}"/>
          </ac:spMkLst>
        </pc:spChg>
        <pc:spChg chg="mod">
          <ac:chgData name="Feist, Ella" userId="992bbaf2-811d-42cb-a4d6-e7fc45e325e8" providerId="ADAL" clId="{EEEAA5E7-5892-4C22-B4B9-91834BD409A7}" dt="2026-09-08T13:09:29.179" v="1" actId="790"/>
          <ac:spMkLst>
            <pc:docMk/>
            <pc:sldMk cId="2685313649" sldId="407"/>
            <ac:spMk id="8" creationId="{07EDDD07-334C-44A2-2601-610657D33B58}"/>
          </ac:spMkLst>
        </pc:spChg>
        <pc:spChg chg="mod">
          <ac:chgData name="Feist, Ella" userId="992bbaf2-811d-42cb-a4d6-e7fc45e325e8" providerId="ADAL" clId="{EEEAA5E7-5892-4C22-B4B9-91834BD409A7}" dt="2026-09-08T13:09:29.179" v="1" actId="790"/>
          <ac:spMkLst>
            <pc:docMk/>
            <pc:sldMk cId="2685313649" sldId="407"/>
            <ac:spMk id="9" creationId="{16A709E1-97B2-2B38-C111-6666E2A6940C}"/>
          </ac:spMkLst>
        </pc:spChg>
      </pc:sldChg>
      <pc:sldChg chg="modSp mod">
        <pc:chgData name="Feist, Ella" userId="992bbaf2-811d-42cb-a4d6-e7fc45e325e8" providerId="ADAL" clId="{EEEAA5E7-5892-4C22-B4B9-91834BD409A7}" dt="2026-09-08T13:24:14.168" v="220" actId="1036"/>
        <pc:sldMkLst>
          <pc:docMk/>
          <pc:sldMk cId="68774448" sldId="408"/>
        </pc:sldMkLst>
        <pc:spChg chg="mod">
          <ac:chgData name="Feist, Ella" userId="992bbaf2-811d-42cb-a4d6-e7fc45e325e8" providerId="ADAL" clId="{EEEAA5E7-5892-4C22-B4B9-91834BD409A7}" dt="2026-09-08T13:09:29.179" v="1" actId="790"/>
          <ac:spMkLst>
            <pc:docMk/>
            <pc:sldMk cId="68774448" sldId="408"/>
            <ac:spMk id="4" creationId="{E57E0763-20E6-DBA5-3A7B-82B0C2C6E210}"/>
          </ac:spMkLst>
        </pc:spChg>
        <pc:spChg chg="mod">
          <ac:chgData name="Feist, Ella" userId="992bbaf2-811d-42cb-a4d6-e7fc45e325e8" providerId="ADAL" clId="{EEEAA5E7-5892-4C22-B4B9-91834BD409A7}" dt="2026-09-08T13:09:29.179" v="1" actId="790"/>
          <ac:spMkLst>
            <pc:docMk/>
            <pc:sldMk cId="68774448" sldId="408"/>
            <ac:spMk id="5" creationId="{A932C848-1168-CDE4-B0F1-D61DB7855A01}"/>
          </ac:spMkLst>
        </pc:spChg>
        <pc:spChg chg="mod">
          <ac:chgData name="Feist, Ella" userId="992bbaf2-811d-42cb-a4d6-e7fc45e325e8" providerId="ADAL" clId="{EEEAA5E7-5892-4C22-B4B9-91834BD409A7}" dt="2026-09-08T13:24:08.108" v="204" actId="14100"/>
          <ac:spMkLst>
            <pc:docMk/>
            <pc:sldMk cId="68774448" sldId="408"/>
            <ac:spMk id="7" creationId="{03BBE02A-68BF-0AC8-9920-F1A48D9CD928}"/>
          </ac:spMkLst>
        </pc:spChg>
        <pc:spChg chg="mod">
          <ac:chgData name="Feist, Ella" userId="992bbaf2-811d-42cb-a4d6-e7fc45e325e8" providerId="ADAL" clId="{EEEAA5E7-5892-4C22-B4B9-91834BD409A7}" dt="2026-09-08T13:09:29.179" v="1" actId="790"/>
          <ac:spMkLst>
            <pc:docMk/>
            <pc:sldMk cId="68774448" sldId="408"/>
            <ac:spMk id="8" creationId="{051EF52D-33BE-12F7-68FD-0AE4B07AF289}"/>
          </ac:spMkLst>
        </pc:spChg>
        <pc:spChg chg="mod">
          <ac:chgData name="Feist, Ella" userId="992bbaf2-811d-42cb-a4d6-e7fc45e325e8" providerId="ADAL" clId="{EEEAA5E7-5892-4C22-B4B9-91834BD409A7}" dt="2026-09-08T13:24:14.168" v="220" actId="1036"/>
          <ac:spMkLst>
            <pc:docMk/>
            <pc:sldMk cId="68774448" sldId="408"/>
            <ac:spMk id="9" creationId="{E2DBB8D2-591B-D1C7-C9BE-3E55585CF7C4}"/>
          </ac:spMkLst>
        </pc:spChg>
        <pc:spChg chg="mod">
          <ac:chgData name="Feist, Ella" userId="992bbaf2-811d-42cb-a4d6-e7fc45e325e8" providerId="ADAL" clId="{EEEAA5E7-5892-4C22-B4B9-91834BD409A7}" dt="2026-09-08T13:24:14.168" v="220" actId="1036"/>
          <ac:spMkLst>
            <pc:docMk/>
            <pc:sldMk cId="68774448" sldId="408"/>
            <ac:spMk id="10" creationId="{33C0EF9C-D3C0-3380-A63D-48C19FF064CD}"/>
          </ac:spMkLst>
        </pc:spChg>
      </pc:sldChg>
      <pc:sldChg chg="modSp mod">
        <pc:chgData name="Feist, Ella" userId="992bbaf2-811d-42cb-a4d6-e7fc45e325e8" providerId="ADAL" clId="{EEEAA5E7-5892-4C22-B4B9-91834BD409A7}" dt="2026-09-08T13:24:25.152" v="223" actId="6549"/>
        <pc:sldMkLst>
          <pc:docMk/>
          <pc:sldMk cId="1751807537" sldId="409"/>
        </pc:sldMkLst>
        <pc:spChg chg="mod">
          <ac:chgData name="Feist, Ella" userId="992bbaf2-811d-42cb-a4d6-e7fc45e325e8" providerId="ADAL" clId="{EEEAA5E7-5892-4C22-B4B9-91834BD409A7}" dt="2026-09-08T13:09:29.179" v="1" actId="790"/>
          <ac:spMkLst>
            <pc:docMk/>
            <pc:sldMk cId="1751807537" sldId="409"/>
            <ac:spMk id="4" creationId="{39DA8FC3-D9F8-CD10-B267-E10E5C603E08}"/>
          </ac:spMkLst>
        </pc:spChg>
        <pc:spChg chg="mod">
          <ac:chgData name="Feist, Ella" userId="992bbaf2-811d-42cb-a4d6-e7fc45e325e8" providerId="ADAL" clId="{EEEAA5E7-5892-4C22-B4B9-91834BD409A7}" dt="2026-09-08T13:24:25.152" v="223" actId="6549"/>
          <ac:spMkLst>
            <pc:docMk/>
            <pc:sldMk cId="1751807537" sldId="409"/>
            <ac:spMk id="5" creationId="{A55D5E32-F7D5-BE85-40E3-22947E6E9EA1}"/>
          </ac:spMkLst>
        </pc:spChg>
        <pc:spChg chg="mod">
          <ac:chgData name="Feist, Ella" userId="992bbaf2-811d-42cb-a4d6-e7fc45e325e8" providerId="ADAL" clId="{EEEAA5E7-5892-4C22-B4B9-91834BD409A7}" dt="2026-09-08T13:09:29.179" v="1" actId="790"/>
          <ac:spMkLst>
            <pc:docMk/>
            <pc:sldMk cId="1751807537" sldId="409"/>
            <ac:spMk id="6" creationId="{8F0BF3B1-3749-FAEE-B1A1-9A3E8A8F212A}"/>
          </ac:spMkLst>
        </pc:spChg>
        <pc:spChg chg="mod">
          <ac:chgData name="Feist, Ella" userId="992bbaf2-811d-42cb-a4d6-e7fc45e325e8" providerId="ADAL" clId="{EEEAA5E7-5892-4C22-B4B9-91834BD409A7}" dt="2026-09-08T13:09:29.179" v="1" actId="790"/>
          <ac:spMkLst>
            <pc:docMk/>
            <pc:sldMk cId="1751807537" sldId="409"/>
            <ac:spMk id="7" creationId="{B49B7B7F-E9F1-ACD3-6490-4417BDA45E38}"/>
          </ac:spMkLst>
        </pc:spChg>
        <pc:spChg chg="mod">
          <ac:chgData name="Feist, Ella" userId="992bbaf2-811d-42cb-a4d6-e7fc45e325e8" providerId="ADAL" clId="{EEEAA5E7-5892-4C22-B4B9-91834BD409A7}" dt="2026-09-08T13:09:29.179" v="1" actId="790"/>
          <ac:spMkLst>
            <pc:docMk/>
            <pc:sldMk cId="1751807537" sldId="409"/>
            <ac:spMk id="8" creationId="{D12DF0B5-88CE-1B73-9B5D-6CFE30647B97}"/>
          </ac:spMkLst>
        </pc:spChg>
        <pc:spChg chg="mod">
          <ac:chgData name="Feist, Ella" userId="992bbaf2-811d-42cb-a4d6-e7fc45e325e8" providerId="ADAL" clId="{EEEAA5E7-5892-4C22-B4B9-91834BD409A7}" dt="2026-09-08T13:09:29.179" v="1" actId="790"/>
          <ac:spMkLst>
            <pc:docMk/>
            <pc:sldMk cId="1751807537" sldId="409"/>
            <ac:spMk id="9" creationId="{0407CC99-6494-59BE-622B-EE705449DCF1}"/>
          </ac:spMkLst>
        </pc:spChg>
        <pc:spChg chg="mod">
          <ac:chgData name="Feist, Ella" userId="992bbaf2-811d-42cb-a4d6-e7fc45e325e8" providerId="ADAL" clId="{EEEAA5E7-5892-4C22-B4B9-91834BD409A7}" dt="2026-09-08T13:09:29.179" v="1" actId="790"/>
          <ac:spMkLst>
            <pc:docMk/>
            <pc:sldMk cId="1751807537" sldId="409"/>
            <ac:spMk id="10" creationId="{6C2A51D9-28BF-AEF3-AABE-0CDA1F041B7B}"/>
          </ac:spMkLst>
        </pc:spChg>
        <pc:spChg chg="mod">
          <ac:chgData name="Feist, Ella" userId="992bbaf2-811d-42cb-a4d6-e7fc45e325e8" providerId="ADAL" clId="{EEEAA5E7-5892-4C22-B4B9-91834BD409A7}" dt="2026-09-08T13:09:29.179" v="1" actId="790"/>
          <ac:spMkLst>
            <pc:docMk/>
            <pc:sldMk cId="1751807537" sldId="409"/>
            <ac:spMk id="11" creationId="{EFE98694-8FBC-2B3D-45F8-5621B8516F78}"/>
          </ac:spMkLst>
        </pc:spChg>
      </pc:sldChg>
      <pc:sldChg chg="modSp mod">
        <pc:chgData name="Feist, Ella" userId="992bbaf2-811d-42cb-a4d6-e7fc45e325e8" providerId="ADAL" clId="{EEEAA5E7-5892-4C22-B4B9-91834BD409A7}" dt="2026-09-08T13:24:52.683" v="228" actId="1076"/>
        <pc:sldMkLst>
          <pc:docMk/>
          <pc:sldMk cId="561912926" sldId="411"/>
        </pc:sldMkLst>
        <pc:spChg chg="mod">
          <ac:chgData name="Feist, Ella" userId="992bbaf2-811d-42cb-a4d6-e7fc45e325e8" providerId="ADAL" clId="{EEEAA5E7-5892-4C22-B4B9-91834BD409A7}" dt="2026-09-08T13:09:29.179" v="1" actId="790"/>
          <ac:spMkLst>
            <pc:docMk/>
            <pc:sldMk cId="561912926" sldId="411"/>
            <ac:spMk id="2" creationId="{639EDAD4-0A93-52DE-3434-9246CF1C67B9}"/>
          </ac:spMkLst>
        </pc:spChg>
        <pc:spChg chg="mod">
          <ac:chgData name="Feist, Ella" userId="992bbaf2-811d-42cb-a4d6-e7fc45e325e8" providerId="ADAL" clId="{EEEAA5E7-5892-4C22-B4B9-91834BD409A7}" dt="2026-09-08T13:24:41.882" v="226" actId="20577"/>
          <ac:spMkLst>
            <pc:docMk/>
            <pc:sldMk cId="561912926" sldId="411"/>
            <ac:spMk id="3" creationId="{87E4907A-804A-2CFC-BF13-C14CECEE1869}"/>
          </ac:spMkLst>
        </pc:spChg>
        <pc:spChg chg="mod">
          <ac:chgData name="Feist, Ella" userId="992bbaf2-811d-42cb-a4d6-e7fc45e325e8" providerId="ADAL" clId="{EEEAA5E7-5892-4C22-B4B9-91834BD409A7}" dt="2026-09-08T13:09:29.179" v="1" actId="790"/>
          <ac:spMkLst>
            <pc:docMk/>
            <pc:sldMk cId="561912926" sldId="411"/>
            <ac:spMk id="4" creationId="{C5603672-ADA2-09A2-981C-8BD1B797690E}"/>
          </ac:spMkLst>
        </pc:spChg>
        <pc:spChg chg="mod">
          <ac:chgData name="Feist, Ella" userId="992bbaf2-811d-42cb-a4d6-e7fc45e325e8" providerId="ADAL" clId="{EEEAA5E7-5892-4C22-B4B9-91834BD409A7}" dt="2026-09-08T13:09:29.179" v="1" actId="790"/>
          <ac:spMkLst>
            <pc:docMk/>
            <pc:sldMk cId="561912926" sldId="411"/>
            <ac:spMk id="5" creationId="{AD620986-54C7-60A4-1E9C-847B47668182}"/>
          </ac:spMkLst>
        </pc:spChg>
        <pc:spChg chg="mod">
          <ac:chgData name="Feist, Ella" userId="992bbaf2-811d-42cb-a4d6-e7fc45e325e8" providerId="ADAL" clId="{EEEAA5E7-5892-4C22-B4B9-91834BD409A7}" dt="2026-09-08T13:09:29.179" v="1" actId="790"/>
          <ac:spMkLst>
            <pc:docMk/>
            <pc:sldMk cId="561912926" sldId="411"/>
            <ac:spMk id="6" creationId="{CB248970-4F56-DAA7-643A-603CF4E21053}"/>
          </ac:spMkLst>
        </pc:spChg>
        <pc:spChg chg="mod">
          <ac:chgData name="Feist, Ella" userId="992bbaf2-811d-42cb-a4d6-e7fc45e325e8" providerId="ADAL" clId="{EEEAA5E7-5892-4C22-B4B9-91834BD409A7}" dt="2026-09-08T13:24:44.174" v="227" actId="1076"/>
          <ac:spMkLst>
            <pc:docMk/>
            <pc:sldMk cId="561912926" sldId="411"/>
            <ac:spMk id="7" creationId="{45085414-7AD7-C000-094F-7093B21D84F3}"/>
          </ac:spMkLst>
        </pc:spChg>
        <pc:spChg chg="mod">
          <ac:chgData name="Feist, Ella" userId="992bbaf2-811d-42cb-a4d6-e7fc45e325e8" providerId="ADAL" clId="{EEEAA5E7-5892-4C22-B4B9-91834BD409A7}" dt="2026-09-08T13:24:52.683" v="228" actId="1076"/>
          <ac:spMkLst>
            <pc:docMk/>
            <pc:sldMk cId="561912926" sldId="411"/>
            <ac:spMk id="8" creationId="{D10B8BE9-5B80-FBBA-4C26-8DA0284A31B3}"/>
          </ac:spMkLst>
        </pc:spChg>
        <pc:spChg chg="mod">
          <ac:chgData name="Feist, Ella" userId="992bbaf2-811d-42cb-a4d6-e7fc45e325e8" providerId="ADAL" clId="{EEEAA5E7-5892-4C22-B4B9-91834BD409A7}" dt="2026-09-08T13:09:29.179" v="1" actId="790"/>
          <ac:spMkLst>
            <pc:docMk/>
            <pc:sldMk cId="561912926" sldId="411"/>
            <ac:spMk id="9" creationId="{DE0FC186-80D1-A4C8-1560-281D08833A65}"/>
          </ac:spMkLst>
        </pc:spChg>
        <pc:spChg chg="mod">
          <ac:chgData name="Feist, Ella" userId="992bbaf2-811d-42cb-a4d6-e7fc45e325e8" providerId="ADAL" clId="{EEEAA5E7-5892-4C22-B4B9-91834BD409A7}" dt="2026-09-08T13:24:52.683" v="228" actId="1076"/>
          <ac:spMkLst>
            <pc:docMk/>
            <pc:sldMk cId="561912926" sldId="411"/>
            <ac:spMk id="11" creationId="{74A53C6F-0323-872B-80D2-60E5B2C81782}"/>
          </ac:spMkLst>
        </pc:spChg>
        <pc:spChg chg="mod">
          <ac:chgData name="Feist, Ella" userId="992bbaf2-811d-42cb-a4d6-e7fc45e325e8" providerId="ADAL" clId="{EEEAA5E7-5892-4C22-B4B9-91834BD409A7}" dt="2026-09-08T13:09:29.179" v="1" actId="790"/>
          <ac:spMkLst>
            <pc:docMk/>
            <pc:sldMk cId="561912926" sldId="411"/>
            <ac:spMk id="12" creationId="{F4A39D7E-96D2-B990-4D65-0DF9B5417D3A}"/>
          </ac:spMkLst>
        </pc:spChg>
        <pc:graphicFrameChg chg="mod">
          <ac:chgData name="Feist, Ella" userId="992bbaf2-811d-42cb-a4d6-e7fc45e325e8" providerId="ADAL" clId="{EEEAA5E7-5892-4C22-B4B9-91834BD409A7}" dt="2026-09-08T13:24:52.683" v="228" actId="1076"/>
          <ac:graphicFrameMkLst>
            <pc:docMk/>
            <pc:sldMk cId="561912926" sldId="411"/>
            <ac:graphicFrameMk id="10" creationId="{11C1FAD8-3313-3E58-1907-FDA24E1E9C5E}"/>
          </ac:graphicFrameMkLst>
        </pc:graphicFrameChg>
      </pc:sldChg>
      <pc:sldChg chg="modSp mod">
        <pc:chgData name="Feist, Ella" userId="992bbaf2-811d-42cb-a4d6-e7fc45e325e8" providerId="ADAL" clId="{EEEAA5E7-5892-4C22-B4B9-91834BD409A7}" dt="2026-09-08T13:25:03.942" v="240" actId="14100"/>
        <pc:sldMkLst>
          <pc:docMk/>
          <pc:sldMk cId="913610647" sldId="414"/>
        </pc:sldMkLst>
        <pc:spChg chg="mod">
          <ac:chgData name="Feist, Ella" userId="992bbaf2-811d-42cb-a4d6-e7fc45e325e8" providerId="ADAL" clId="{EEEAA5E7-5892-4C22-B4B9-91834BD409A7}" dt="2026-09-08T13:24:58.745" v="235" actId="6549"/>
          <ac:spMkLst>
            <pc:docMk/>
            <pc:sldMk cId="913610647" sldId="414"/>
            <ac:spMk id="2" creationId="{32661375-47F3-E4C3-E72A-8D38ECEDB2D3}"/>
          </ac:spMkLst>
        </pc:spChg>
        <pc:spChg chg="mod">
          <ac:chgData name="Feist, Ella" userId="992bbaf2-811d-42cb-a4d6-e7fc45e325e8" providerId="ADAL" clId="{EEEAA5E7-5892-4C22-B4B9-91834BD409A7}" dt="2026-09-08T13:25:03.942" v="240" actId="14100"/>
          <ac:spMkLst>
            <pc:docMk/>
            <pc:sldMk cId="913610647" sldId="414"/>
            <ac:spMk id="3" creationId="{5B667537-6F41-46D5-6DF6-22E94EC419AB}"/>
          </ac:spMkLst>
        </pc:spChg>
      </pc:sldChg>
      <pc:sldChg chg="modSp mod">
        <pc:chgData name="Feist, Ella" userId="992bbaf2-811d-42cb-a4d6-e7fc45e325e8" providerId="ADAL" clId="{EEEAA5E7-5892-4C22-B4B9-91834BD409A7}" dt="2026-09-08T13:09:29.179" v="1" actId="790"/>
        <pc:sldMkLst>
          <pc:docMk/>
          <pc:sldMk cId="3776691087" sldId="415"/>
        </pc:sldMkLst>
        <pc:spChg chg="mod">
          <ac:chgData name="Feist, Ella" userId="992bbaf2-811d-42cb-a4d6-e7fc45e325e8" providerId="ADAL" clId="{EEEAA5E7-5892-4C22-B4B9-91834BD409A7}" dt="2026-09-08T13:09:29.179" v="1" actId="790"/>
          <ac:spMkLst>
            <pc:docMk/>
            <pc:sldMk cId="3776691087" sldId="415"/>
            <ac:spMk id="2" creationId="{5D85EA71-041C-EBD5-D6DC-246F8E2E24D4}"/>
          </ac:spMkLst>
        </pc:spChg>
        <pc:spChg chg="mod">
          <ac:chgData name="Feist, Ella" userId="992bbaf2-811d-42cb-a4d6-e7fc45e325e8" providerId="ADAL" clId="{EEEAA5E7-5892-4C22-B4B9-91834BD409A7}" dt="2026-09-08T13:09:29.179" v="1" actId="790"/>
          <ac:spMkLst>
            <pc:docMk/>
            <pc:sldMk cId="3776691087" sldId="415"/>
            <ac:spMk id="4" creationId="{509DA24A-B334-E6AB-0D72-8E6C2AF2ED05}"/>
          </ac:spMkLst>
        </pc:spChg>
        <pc:spChg chg="mod">
          <ac:chgData name="Feist, Ella" userId="992bbaf2-811d-42cb-a4d6-e7fc45e325e8" providerId="ADAL" clId="{EEEAA5E7-5892-4C22-B4B9-91834BD409A7}" dt="2026-09-08T13:09:29.179" v="1" actId="790"/>
          <ac:spMkLst>
            <pc:docMk/>
            <pc:sldMk cId="3776691087" sldId="415"/>
            <ac:spMk id="5" creationId="{4964D64F-00C8-4D63-E51A-DFB7A3430625}"/>
          </ac:spMkLst>
        </pc:spChg>
        <pc:spChg chg="mod">
          <ac:chgData name="Feist, Ella" userId="992bbaf2-811d-42cb-a4d6-e7fc45e325e8" providerId="ADAL" clId="{EEEAA5E7-5892-4C22-B4B9-91834BD409A7}" dt="2026-09-08T13:09:29.179" v="1" actId="790"/>
          <ac:spMkLst>
            <pc:docMk/>
            <pc:sldMk cId="3776691087" sldId="415"/>
            <ac:spMk id="6" creationId="{9A3EAC25-A4FA-3E86-789C-3F19C3B2315B}"/>
          </ac:spMkLst>
        </pc:spChg>
      </pc:sldChg>
      <pc:sldChg chg="modSp mod">
        <pc:chgData name="Feist, Ella" userId="992bbaf2-811d-42cb-a4d6-e7fc45e325e8" providerId="ADAL" clId="{EEEAA5E7-5892-4C22-B4B9-91834BD409A7}" dt="2026-09-08T13:09:29.179" v="1" actId="790"/>
        <pc:sldMkLst>
          <pc:docMk/>
          <pc:sldMk cId="1581044170" sldId="416"/>
        </pc:sldMkLst>
        <pc:spChg chg="mod">
          <ac:chgData name="Feist, Ella" userId="992bbaf2-811d-42cb-a4d6-e7fc45e325e8" providerId="ADAL" clId="{EEEAA5E7-5892-4C22-B4B9-91834BD409A7}" dt="2026-09-08T13:09:29.179" v="1" actId="790"/>
          <ac:spMkLst>
            <pc:docMk/>
            <pc:sldMk cId="1581044170" sldId="416"/>
            <ac:spMk id="2" creationId="{00F1436F-7575-2429-1EA0-038015C50F45}"/>
          </ac:spMkLst>
        </pc:spChg>
        <pc:spChg chg="mod">
          <ac:chgData name="Feist, Ella" userId="992bbaf2-811d-42cb-a4d6-e7fc45e325e8" providerId="ADAL" clId="{EEEAA5E7-5892-4C22-B4B9-91834BD409A7}" dt="2026-09-08T13:09:29.179" v="1" actId="790"/>
          <ac:spMkLst>
            <pc:docMk/>
            <pc:sldMk cId="1581044170" sldId="416"/>
            <ac:spMk id="4" creationId="{4F455468-4594-0214-7DB9-578F5A3EAB76}"/>
          </ac:spMkLst>
        </pc:spChg>
        <pc:spChg chg="mod">
          <ac:chgData name="Feist, Ella" userId="992bbaf2-811d-42cb-a4d6-e7fc45e325e8" providerId="ADAL" clId="{EEEAA5E7-5892-4C22-B4B9-91834BD409A7}" dt="2026-09-08T13:09:29.179" v="1" actId="790"/>
          <ac:spMkLst>
            <pc:docMk/>
            <pc:sldMk cId="1581044170" sldId="416"/>
            <ac:spMk id="5" creationId="{CE541745-6BCC-3F8C-D47D-46B79B03FDE1}"/>
          </ac:spMkLst>
        </pc:spChg>
        <pc:spChg chg="mod">
          <ac:chgData name="Feist, Ella" userId="992bbaf2-811d-42cb-a4d6-e7fc45e325e8" providerId="ADAL" clId="{EEEAA5E7-5892-4C22-B4B9-91834BD409A7}" dt="2026-09-08T13:09:29.179" v="1" actId="790"/>
          <ac:spMkLst>
            <pc:docMk/>
            <pc:sldMk cId="1581044170" sldId="416"/>
            <ac:spMk id="6" creationId="{72E938FF-5897-8EC7-B406-63E1C3512AE8}"/>
          </ac:spMkLst>
        </pc:spChg>
      </pc:sldChg>
      <pc:sldChg chg="modSp mod">
        <pc:chgData name="Feist, Ella" userId="992bbaf2-811d-42cb-a4d6-e7fc45e325e8" providerId="ADAL" clId="{EEEAA5E7-5892-4C22-B4B9-91834BD409A7}" dt="2026-09-08T13:09:29.179" v="1" actId="790"/>
        <pc:sldMkLst>
          <pc:docMk/>
          <pc:sldMk cId="2062380182" sldId="417"/>
        </pc:sldMkLst>
        <pc:spChg chg="mod">
          <ac:chgData name="Feist, Ella" userId="992bbaf2-811d-42cb-a4d6-e7fc45e325e8" providerId="ADAL" clId="{EEEAA5E7-5892-4C22-B4B9-91834BD409A7}" dt="2026-09-08T13:09:29.179" v="1" actId="790"/>
          <ac:spMkLst>
            <pc:docMk/>
            <pc:sldMk cId="2062380182" sldId="417"/>
            <ac:spMk id="4" creationId="{76177F07-1E4F-4583-2665-5E570CBCDB01}"/>
          </ac:spMkLst>
        </pc:spChg>
        <pc:spChg chg="mod">
          <ac:chgData name="Feist, Ella" userId="992bbaf2-811d-42cb-a4d6-e7fc45e325e8" providerId="ADAL" clId="{EEEAA5E7-5892-4C22-B4B9-91834BD409A7}" dt="2026-09-08T13:09:29.179" v="1" actId="790"/>
          <ac:spMkLst>
            <pc:docMk/>
            <pc:sldMk cId="2062380182" sldId="417"/>
            <ac:spMk id="5" creationId="{60DB4C0E-799F-DB53-6E79-E2B3A636BECD}"/>
          </ac:spMkLst>
        </pc:spChg>
        <pc:spChg chg="mod">
          <ac:chgData name="Feist, Ella" userId="992bbaf2-811d-42cb-a4d6-e7fc45e325e8" providerId="ADAL" clId="{EEEAA5E7-5892-4C22-B4B9-91834BD409A7}" dt="2026-09-08T13:09:29.179" v="1" actId="790"/>
          <ac:spMkLst>
            <pc:docMk/>
            <pc:sldMk cId="2062380182" sldId="417"/>
            <ac:spMk id="6" creationId="{4AF424FF-44F1-71F7-4E70-FDE8C20EC0A9}"/>
          </ac:spMkLst>
        </pc:spChg>
        <pc:spChg chg="mod">
          <ac:chgData name="Feist, Ella" userId="992bbaf2-811d-42cb-a4d6-e7fc45e325e8" providerId="ADAL" clId="{EEEAA5E7-5892-4C22-B4B9-91834BD409A7}" dt="2026-09-08T13:09:29.179" v="1" actId="790"/>
          <ac:spMkLst>
            <pc:docMk/>
            <pc:sldMk cId="2062380182" sldId="417"/>
            <ac:spMk id="7" creationId="{5324E368-CA71-E6B6-4BE5-C2F2A8EA6C42}"/>
          </ac:spMkLst>
        </pc:spChg>
      </pc:sldChg>
      <pc:sldChg chg="modSp mod">
        <pc:chgData name="Feist, Ella" userId="992bbaf2-811d-42cb-a4d6-e7fc45e325e8" providerId="ADAL" clId="{EEEAA5E7-5892-4C22-B4B9-91834BD409A7}" dt="2026-09-08T13:26:20.163" v="275" actId="1076"/>
        <pc:sldMkLst>
          <pc:docMk/>
          <pc:sldMk cId="439969079" sldId="418"/>
        </pc:sldMkLst>
        <pc:spChg chg="mod">
          <ac:chgData name="Feist, Ella" userId="992bbaf2-811d-42cb-a4d6-e7fc45e325e8" providerId="ADAL" clId="{EEEAA5E7-5892-4C22-B4B9-91834BD409A7}" dt="2026-09-08T13:26:14.433" v="274" actId="6549"/>
          <ac:spMkLst>
            <pc:docMk/>
            <pc:sldMk cId="439969079" sldId="418"/>
            <ac:spMk id="2" creationId="{81711204-6043-AB27-8385-2DBC5054C80A}"/>
          </ac:spMkLst>
        </pc:spChg>
        <pc:spChg chg="mod">
          <ac:chgData name="Feist, Ella" userId="992bbaf2-811d-42cb-a4d6-e7fc45e325e8" providerId="ADAL" clId="{EEEAA5E7-5892-4C22-B4B9-91834BD409A7}" dt="2026-09-08T13:26:20.163" v="275" actId="1076"/>
          <ac:spMkLst>
            <pc:docMk/>
            <pc:sldMk cId="439969079" sldId="418"/>
            <ac:spMk id="3" creationId="{4FD3FA21-B8A4-E5B2-DA5E-7737C1835E6F}"/>
          </ac:spMkLst>
        </pc:spChg>
        <pc:spChg chg="mod">
          <ac:chgData name="Feist, Ella" userId="992bbaf2-811d-42cb-a4d6-e7fc45e325e8" providerId="ADAL" clId="{EEEAA5E7-5892-4C22-B4B9-91834BD409A7}" dt="2026-09-08T13:09:29.179" v="1" actId="790"/>
          <ac:spMkLst>
            <pc:docMk/>
            <pc:sldMk cId="439969079" sldId="418"/>
            <ac:spMk id="4" creationId="{9768935F-E634-7690-47B8-6A80F7649391}"/>
          </ac:spMkLst>
        </pc:spChg>
        <pc:spChg chg="mod">
          <ac:chgData name="Feist, Ella" userId="992bbaf2-811d-42cb-a4d6-e7fc45e325e8" providerId="ADAL" clId="{EEEAA5E7-5892-4C22-B4B9-91834BD409A7}" dt="2026-09-08T13:26:20.163" v="275" actId="1076"/>
          <ac:spMkLst>
            <pc:docMk/>
            <pc:sldMk cId="439969079" sldId="418"/>
            <ac:spMk id="6" creationId="{4B4DA12E-8D43-9AD1-0A52-66419F71D96C}"/>
          </ac:spMkLst>
        </pc:spChg>
      </pc:sldChg>
      <pc:sldChg chg="addSp delSp modSp mod chgLayout">
        <pc:chgData name="Feist, Ella" userId="992bbaf2-811d-42cb-a4d6-e7fc45e325e8" providerId="ADAL" clId="{EEEAA5E7-5892-4C22-B4B9-91834BD409A7}" dt="2026-09-08T13:26:10.415" v="271" actId="20577"/>
        <pc:sldMkLst>
          <pc:docMk/>
          <pc:sldMk cId="1130513010" sldId="419"/>
        </pc:sldMkLst>
        <pc:spChg chg="mod ord">
          <ac:chgData name="Feist, Ella" userId="992bbaf2-811d-42cb-a4d6-e7fc45e325e8" providerId="ADAL" clId="{EEEAA5E7-5892-4C22-B4B9-91834BD409A7}" dt="2026-09-08T13:26:06.401" v="268" actId="20577"/>
          <ac:spMkLst>
            <pc:docMk/>
            <pc:sldMk cId="1130513010" sldId="419"/>
            <ac:spMk id="2" creationId="{6C05236C-F7B2-6EA0-C2C5-3F8367B758F0}"/>
          </ac:spMkLst>
        </pc:spChg>
        <pc:spChg chg="mod ord">
          <ac:chgData name="Feist, Ella" userId="992bbaf2-811d-42cb-a4d6-e7fc45e325e8" providerId="ADAL" clId="{EEEAA5E7-5892-4C22-B4B9-91834BD409A7}" dt="2026-09-08T13:26:10.415" v="271" actId="20577"/>
          <ac:spMkLst>
            <pc:docMk/>
            <pc:sldMk cId="1130513010" sldId="419"/>
            <ac:spMk id="3" creationId="{98C3D7D0-2A4C-6F57-C3BD-CE2E2EC6FF11}"/>
          </ac:spMkLst>
        </pc:spChg>
        <pc:spChg chg="mod ord">
          <ac:chgData name="Feist, Ella" userId="992bbaf2-811d-42cb-a4d6-e7fc45e325e8" providerId="ADAL" clId="{EEEAA5E7-5892-4C22-B4B9-91834BD409A7}" dt="2026-09-08T13:25:58.223" v="255" actId="6264"/>
          <ac:spMkLst>
            <pc:docMk/>
            <pc:sldMk cId="1130513010" sldId="419"/>
            <ac:spMk id="4" creationId="{723C4019-3C3D-C7AD-AA75-C559ECEE604E}"/>
          </ac:spMkLst>
        </pc:spChg>
      </pc:sldChg>
      <pc:sldChg chg="modSp mod">
        <pc:chgData name="Feist, Ella" userId="992bbaf2-811d-42cb-a4d6-e7fc45e325e8" providerId="ADAL" clId="{EEEAA5E7-5892-4C22-B4B9-91834BD409A7}" dt="2026-09-08T13:21:58.760" v="123" actId="113"/>
        <pc:sldMkLst>
          <pc:docMk/>
          <pc:sldMk cId="1019712055" sldId="420"/>
        </pc:sldMkLst>
        <pc:spChg chg="mod">
          <ac:chgData name="Feist, Ella" userId="992bbaf2-811d-42cb-a4d6-e7fc45e325e8" providerId="ADAL" clId="{EEEAA5E7-5892-4C22-B4B9-91834BD409A7}" dt="2026-09-08T13:09:29.179" v="1" actId="790"/>
          <ac:spMkLst>
            <pc:docMk/>
            <pc:sldMk cId="1019712055" sldId="420"/>
            <ac:spMk id="2" creationId="{EF24F921-CC86-F2BA-54F2-B3CF128966CE}"/>
          </ac:spMkLst>
        </pc:spChg>
        <pc:spChg chg="mod">
          <ac:chgData name="Feist, Ella" userId="992bbaf2-811d-42cb-a4d6-e7fc45e325e8" providerId="ADAL" clId="{EEEAA5E7-5892-4C22-B4B9-91834BD409A7}" dt="2026-09-08T13:21:58.760" v="123" actId="113"/>
          <ac:spMkLst>
            <pc:docMk/>
            <pc:sldMk cId="1019712055" sldId="420"/>
            <ac:spMk id="3" creationId="{3C6416D8-E1D9-1BCB-32E9-3DE723517253}"/>
          </ac:spMkLst>
        </pc:spChg>
        <pc:spChg chg="mod">
          <ac:chgData name="Feist, Ella" userId="992bbaf2-811d-42cb-a4d6-e7fc45e325e8" providerId="ADAL" clId="{EEEAA5E7-5892-4C22-B4B9-91834BD409A7}" dt="2026-09-08T13:09:29.179" v="1" actId="790"/>
          <ac:spMkLst>
            <pc:docMk/>
            <pc:sldMk cId="1019712055" sldId="420"/>
            <ac:spMk id="4" creationId="{559E4AD0-8C07-2DB0-0AC1-BD810C8333D9}"/>
          </ac:spMkLst>
        </pc:spChg>
      </pc:sldChg>
    </pc:docChg>
  </pc:docChgLst>
  <pc:docChgLst>
    <pc:chgData name="Guest User" userId="S::urn:spo:tenantanon#42c96f56-3638-45d2-98ba-e404d9889dbf::" providerId="AD" clId="Web-{6F7F96A5-FFE4-257C-DFF1-DC70979B97AA}"/>
    <pc:docChg chg="modSld">
      <pc:chgData name="Guest User" userId="S::urn:spo:tenantanon#42c96f56-3638-45d2-98ba-e404d9889dbf::" providerId="AD" clId="Web-{6F7F96A5-FFE4-257C-DFF1-DC70979B97AA}" dt="2026-09-25T09:28:34.312" v="10" actId="20577"/>
      <pc:docMkLst>
        <pc:docMk/>
      </pc:docMkLst>
      <pc:sldChg chg="modSp">
        <pc:chgData name="Guest User" userId="S::urn:spo:tenantanon#42c96f56-3638-45d2-98ba-e404d9889dbf::" providerId="AD" clId="Web-{6F7F96A5-FFE4-257C-DFF1-DC70979B97AA}" dt="2026-09-25T09:23:36.614" v="1" actId="1076"/>
        <pc:sldMkLst>
          <pc:docMk/>
          <pc:sldMk cId="1746971961" sldId="305"/>
        </pc:sldMkLst>
        <pc:spChg chg="mod">
          <ac:chgData name="Guest User" userId="S::urn:spo:tenantanon#42c96f56-3638-45d2-98ba-e404d9889dbf::" providerId="AD" clId="Web-{6F7F96A5-FFE4-257C-DFF1-DC70979B97AA}" dt="2026-09-25T09:23:36.614" v="1" actId="1076"/>
          <ac:spMkLst>
            <pc:docMk/>
            <pc:sldMk cId="1746971961" sldId="305"/>
            <ac:spMk id="7172" creationId="{00000000-0000-0000-0000-000000000000}"/>
          </ac:spMkLst>
        </pc:spChg>
      </pc:sldChg>
      <pc:sldChg chg="modSp">
        <pc:chgData name="Guest User" userId="S::urn:spo:tenantanon#42c96f56-3638-45d2-98ba-e404d9889dbf::" providerId="AD" clId="Web-{6F7F96A5-FFE4-257C-DFF1-DC70979B97AA}" dt="2026-09-25T09:28:34.312" v="10" actId="20577"/>
        <pc:sldMkLst>
          <pc:docMk/>
          <pc:sldMk cId="1557946063" sldId="306"/>
        </pc:sldMkLst>
        <pc:spChg chg="mod">
          <ac:chgData name="Guest User" userId="S::urn:spo:tenantanon#42c96f56-3638-45d2-98ba-e404d9889dbf::" providerId="AD" clId="Web-{6F7F96A5-FFE4-257C-DFF1-DC70979B97AA}" dt="2026-09-25T09:28:34.312" v="10" actId="20577"/>
          <ac:spMkLst>
            <pc:docMk/>
            <pc:sldMk cId="1557946063" sldId="306"/>
            <ac:spMk id="8194" creationId="{00000000-0000-0000-0000-000000000000}"/>
          </ac:spMkLst>
        </pc:spChg>
      </pc:sldChg>
    </pc:docChg>
  </pc:docChgLst>
  <pc:docChgLst>
    <pc:chgData name="Mike Howell" userId="ba8173ce-ad65-4ee7-895b-751ee0876514" providerId="ADAL" clId="{652C6143-8C47-43F2-A2C7-A5F1DD6BC391}"/>
    <pc:docChg chg="undo custSel modSld">
      <pc:chgData name="Mike Howell" userId="ba8173ce-ad65-4ee7-895b-751ee0876514" providerId="ADAL" clId="{652C6143-8C47-43F2-A2C7-A5F1DD6BC391}" dt="2026-09-23T23:19:54.053" v="4" actId="1035"/>
      <pc:docMkLst>
        <pc:docMk/>
      </pc:docMkLst>
      <pc:sldChg chg="modSp mod">
        <pc:chgData name="Mike Howell" userId="ba8173ce-ad65-4ee7-895b-751ee0876514" providerId="ADAL" clId="{652C6143-8C47-43F2-A2C7-A5F1DD6BC391}" dt="2026-09-23T23:19:54.053" v="4" actId="1035"/>
        <pc:sldMkLst>
          <pc:docMk/>
          <pc:sldMk cId="3108981149" sldId="406"/>
        </pc:sldMkLst>
        <pc:spChg chg="mod">
          <ac:chgData name="Mike Howell" userId="ba8173ce-ad65-4ee7-895b-751ee0876514" providerId="ADAL" clId="{652C6143-8C47-43F2-A2C7-A5F1DD6BC391}" dt="2026-09-23T23:19:54.053" v="4" actId="1035"/>
          <ac:spMkLst>
            <pc:docMk/>
            <pc:sldMk cId="3108981149" sldId="406"/>
            <ac:spMk id="9" creationId="{F4A9ABB8-E5A0-189E-68CB-6BE802F7C2B0}"/>
          </ac:spMkLst>
        </pc:spChg>
      </pc:sldChg>
    </pc:docChg>
  </pc:docChgLst>
  <pc:docChgLst>
    <pc:chgData name="Harrison, Jordan" userId="S::jharrison1@qa.com::a3194114-3b33-46a8-9fdb-2ed97568dc6f" providerId="AD" clId="Web-{CFB54FE4-BB1B-2D70-F9D7-C7ED0AA1F7CB}"/>
    <pc:docChg chg="addSld">
      <pc:chgData name="Harrison, Jordan" userId="S::jharrison1@qa.com::a3194114-3b33-46a8-9fdb-2ed97568dc6f" providerId="AD" clId="Web-{CFB54FE4-BB1B-2D70-F9D7-C7ED0AA1F7CB}" dt="2026-09-04T13:07:57.013" v="25"/>
      <pc:docMkLst>
        <pc:docMk/>
      </pc:docMkLst>
      <pc:sldMasterChg chg="addSldLayout">
        <pc:chgData name="Harrison, Jordan" userId="S::jharrison1@qa.com::a3194114-3b33-46a8-9fdb-2ed97568dc6f" providerId="AD" clId="Web-{CFB54FE4-BB1B-2D70-F9D7-C7ED0AA1F7CB}" dt="2026-09-04T13:07:56.920" v="23"/>
        <pc:sldMasterMkLst>
          <pc:docMk/>
          <pc:sldMasterMk cId="4109716703" sldId="2147483690"/>
        </pc:sldMasterMkLst>
        <pc:sldLayoutChg chg="add">
          <pc:chgData name="Harrison, Jordan" userId="S::jharrison1@qa.com::a3194114-3b33-46a8-9fdb-2ed97568dc6f" providerId="AD" clId="Web-{CFB54FE4-BB1B-2D70-F9D7-C7ED0AA1F7CB}" dt="2026-09-04T13:07:54.498" v="0"/>
          <pc:sldLayoutMkLst>
            <pc:docMk/>
            <pc:sldMasterMk cId="4109716703" sldId="2147483690"/>
            <pc:sldLayoutMk cId="3116035477" sldId="2147483702"/>
          </pc:sldLayoutMkLst>
        </pc:sldLayoutChg>
        <pc:sldLayoutChg chg="add">
          <pc:chgData name="Harrison, Jordan" userId="S::jharrison1@qa.com::a3194114-3b33-46a8-9fdb-2ed97568dc6f" providerId="AD" clId="Web-{CFB54FE4-BB1B-2D70-F9D7-C7ED0AA1F7CB}" dt="2026-09-04T13:07:54.560" v="1"/>
          <pc:sldLayoutMkLst>
            <pc:docMk/>
            <pc:sldMasterMk cId="4109716703" sldId="2147483690"/>
            <pc:sldLayoutMk cId="2899252907" sldId="2147483703"/>
          </pc:sldLayoutMkLst>
        </pc:sldLayoutChg>
        <pc:sldLayoutChg chg="add">
          <pc:chgData name="Harrison, Jordan" userId="S::jharrison1@qa.com::a3194114-3b33-46a8-9fdb-2ed97568dc6f" providerId="AD" clId="Web-{CFB54FE4-BB1B-2D70-F9D7-C7ED0AA1F7CB}" dt="2026-09-04T13:07:54.638" v="2"/>
          <pc:sldLayoutMkLst>
            <pc:docMk/>
            <pc:sldMasterMk cId="4109716703" sldId="2147483690"/>
            <pc:sldLayoutMk cId="3152186536" sldId="2147483704"/>
          </pc:sldLayoutMkLst>
        </pc:sldLayoutChg>
        <pc:sldLayoutChg chg="add">
          <pc:chgData name="Harrison, Jordan" userId="S::jharrison1@qa.com::a3194114-3b33-46a8-9fdb-2ed97568dc6f" providerId="AD" clId="Web-{CFB54FE4-BB1B-2D70-F9D7-C7ED0AA1F7CB}" dt="2026-09-04T13:07:54.904" v="4"/>
          <pc:sldLayoutMkLst>
            <pc:docMk/>
            <pc:sldMasterMk cId="4109716703" sldId="2147483690"/>
            <pc:sldLayoutMk cId="3329361545" sldId="2147483705"/>
          </pc:sldLayoutMkLst>
        </pc:sldLayoutChg>
        <pc:sldLayoutChg chg="add">
          <pc:chgData name="Harrison, Jordan" userId="S::jharrison1@qa.com::a3194114-3b33-46a8-9fdb-2ed97568dc6f" providerId="AD" clId="Web-{CFB54FE4-BB1B-2D70-F9D7-C7ED0AA1F7CB}" dt="2026-09-04T13:07:56.920" v="23"/>
          <pc:sldLayoutMkLst>
            <pc:docMk/>
            <pc:sldMasterMk cId="4109716703" sldId="2147483690"/>
            <pc:sldLayoutMk cId="165122180" sldId="2147483706"/>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B8BE23-C5C0-453A-9AE4-E1EC35E63011}" type="datetimeFigureOut">
              <a:rPr lang="en-GB" smtClean="0"/>
              <a:t>25/09/2026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A249BF-331A-4754-BCB6-4867BEA21959}" type="slidenum">
              <a:rPr lang="en-GB" smtClean="0"/>
              <a:t>‹#›</a:t>
            </a:fld>
            <a:endParaRPr lang="en-GB"/>
          </a:p>
        </p:txBody>
      </p:sp>
    </p:spTree>
    <p:extLst>
      <p:ext uri="{BB962C8B-B14F-4D97-AF65-F5344CB8AC3E}">
        <p14:creationId xmlns:p14="http://schemas.microsoft.com/office/powerpoint/2010/main" val="21920078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BE1F5F-BEC2-48D5-A890-C07C79853E26}"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028834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BE1F5F-BEC2-48D5-A890-C07C79853E26}"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010240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buNone/>
            </a:pPr>
            <a:r>
              <a:rPr lang="en-GB"/>
              <a:t>The syntax for conditional statements in Python is straightforward. A condition ends with a colon (:), and the block of code that follows is defined by consistent indentation. Every line in the block must align with the first indented line. When the indentation changes, the block ends (or Python raises an error if the structure is unclear).</a:t>
            </a:r>
          </a:p>
          <a:p>
            <a:pPr>
              <a:buNone/>
            </a:pPr>
            <a:endParaRPr lang="en-GB"/>
          </a:p>
          <a:p>
            <a:pPr>
              <a:buNone/>
            </a:pPr>
            <a:r>
              <a:rPr lang="en-GB"/>
              <a:t>Indentation can use any number of spaces (or tabs), but it must be consistent within the block.</a:t>
            </a:r>
          </a:p>
          <a:p>
            <a:pPr>
              <a:buNone/>
            </a:pPr>
            <a:endParaRPr lang="en-GB"/>
          </a:p>
          <a:p>
            <a:pPr>
              <a:buNone/>
            </a:pPr>
            <a:r>
              <a:rPr lang="en-GB"/>
              <a:t>Python supports the usual set of comparison and logical operators:  &gt; &lt; == &gt;= &lt;= or and not in </a:t>
            </a:r>
          </a:p>
          <a:p>
            <a:pPr>
              <a:buNone/>
            </a:pPr>
            <a:endParaRPr lang="en-GB"/>
          </a:p>
          <a:p>
            <a:pPr>
              <a:buNone/>
            </a:pPr>
            <a:r>
              <a:rPr lang="en-GB"/>
              <a:t>No special operators are needed for built-in types such as strings—Python’s standard operators are already overloaded to handle them.</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BE1F5F-BEC2-48D5-A890-C07C79853E26}"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99016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a:t>The Donald Knuth quote comes from “Structured Programming with go to Statements” (1974). In Python, the standard practice is to use 4 spaces per indentation level, which is widely considered optimal for readability. While the exact number of spaces matters less than being consistent, tabs are generally discouraged because their width varies between editors - what looks aligned in one may appear misaligned in another. </a:t>
            </a:r>
          </a:p>
          <a:p>
            <a:endParaRPr lang="en-GB"/>
          </a:p>
          <a:p>
            <a:r>
              <a:rPr lang="en-GB"/>
              <a:t>According to the </a:t>
            </a:r>
            <a:r>
              <a:rPr lang="en-GB" b="1"/>
              <a:t>PEP 8 style guide</a:t>
            </a:r>
            <a:r>
              <a:rPr lang="en-GB"/>
              <a:t>, developers should use </a:t>
            </a:r>
            <a:r>
              <a:rPr lang="en-GB" b="1"/>
              <a:t>four</a:t>
            </a:r>
            <a:r>
              <a:rPr lang="en-GB"/>
              <a:t> </a:t>
            </a:r>
            <a:r>
              <a:rPr lang="en-GB" b="1"/>
              <a:t>spaces</a:t>
            </a:r>
            <a:r>
              <a:rPr lang="en-GB"/>
              <a:t> for each level of indentation, never mix tabs and spaces, and only use tabs when maintaining code that already relies on them.</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BE1F5F-BEC2-48D5-A890-C07C79853E26}"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323008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a:t>Chained comparisons are a handy way to write range-style conditions in if and while statements. Instead of x &gt; 0 and x &lt; 10, you can write 0 &lt; x &lt; 10. Python evaluates these left-to-right with short-circuiting and evaluates the middle expression only once. You can mix operators like &lt;, &lt;=, ==, !=, and &gt; (e.g., a &lt; b &lt;= c). Use chained comparisons only when they improve readability - remember the Zen of Python: “Readability counts.”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BE1F5F-BEC2-48D5-A890-C07C79853E26}"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776083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buNone/>
            </a:pPr>
            <a:r>
              <a:rPr lang="en-GB"/>
              <a:t>An </a:t>
            </a:r>
            <a:r>
              <a:rPr lang="en-GB" b="1"/>
              <a:t>empty list</a:t>
            </a:r>
            <a:r>
              <a:rPr lang="en-GB"/>
              <a:t> is not the same as a </a:t>
            </a:r>
            <a:r>
              <a:rPr lang="en-GB" b="1"/>
              <a:t>variable that hasn’t been defined</a:t>
            </a:r>
            <a:r>
              <a:rPr lang="en-GB"/>
              <a:t>. Using an unbound name raises a </a:t>
            </a:r>
            <a:r>
              <a:rPr lang="en-GB" err="1"/>
              <a:t>NameError</a:t>
            </a:r>
            <a:r>
              <a:rPr lang="en-GB"/>
              <a:t>, whereas a defined but empty container (e.g., []) simply evaluates to False in a Boolean context. The same applies to other built-ins: empty strings '', tuples (), dictionaries {}, and sets set() all exist but are </a:t>
            </a:r>
            <a:r>
              <a:rPr lang="en-GB" b="1" err="1"/>
              <a:t>falsy</a:t>
            </a:r>
            <a:r>
              <a:rPr lang="en-GB"/>
              <a:t>.</a:t>
            </a:r>
          </a:p>
          <a:p>
            <a:pPr>
              <a:buNone/>
            </a:pPr>
            <a:endParaRPr lang="en-GB"/>
          </a:p>
          <a:p>
            <a:pPr>
              <a:buNone/>
            </a:pPr>
            <a:r>
              <a:rPr lang="en-GB"/>
              <a:t>Python also provides all() and any() for </a:t>
            </a:r>
            <a:r>
              <a:rPr lang="en-GB" err="1"/>
              <a:t>iterables</a:t>
            </a:r>
            <a:r>
              <a:rPr lang="en-GB"/>
              <a:t>. all(</a:t>
            </a:r>
            <a:r>
              <a:rPr lang="en-GB" err="1"/>
              <a:t>iterable</a:t>
            </a:r>
            <a:r>
              <a:rPr lang="en-GB"/>
              <a:t>) returns True only if </a:t>
            </a:r>
            <a:r>
              <a:rPr lang="en-GB" b="1"/>
              <a:t>every</a:t>
            </a:r>
            <a:r>
              <a:rPr lang="en-GB"/>
              <a:t> element is truthy (and for the empty </a:t>
            </a:r>
            <a:r>
              <a:rPr lang="en-GB" err="1"/>
              <a:t>iterable</a:t>
            </a:r>
            <a:r>
              <a:rPr lang="en-GB"/>
              <a:t> it returns True by convention); any(</a:t>
            </a:r>
            <a:r>
              <a:rPr lang="en-GB" err="1"/>
              <a:t>iterable</a:t>
            </a:r>
            <a:r>
              <a:rPr lang="en-GB"/>
              <a:t>) returns True if </a:t>
            </a:r>
            <a:r>
              <a:rPr lang="en-GB" b="1"/>
              <a:t>any</a:t>
            </a:r>
            <a:r>
              <a:rPr lang="en-GB"/>
              <a:t> element is truthy (and False for an empty </a:t>
            </a:r>
            <a:r>
              <a:rPr lang="en-GB" err="1"/>
              <a:t>iterable</a:t>
            </a:r>
            <a:r>
              <a:rPr lang="en-GB"/>
              <a: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BE1F5F-BEC2-48D5-A890-C07C79853E26}"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953698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a:t>Python’s operators are implemented by type-specific methods, so trouble can arise when you use a binary operator on </a:t>
            </a:r>
            <a:r>
              <a:rPr lang="en-GB" b="1"/>
              <a:t>incompatible types</a:t>
            </a:r>
            <a:r>
              <a:rPr lang="en-GB"/>
              <a:t>. In older Python versions, some mixed-type comparisons were allowed and produced arbitrary results; in </a:t>
            </a:r>
            <a:r>
              <a:rPr lang="en-GB" b="1"/>
              <a:t>Python 3</a:t>
            </a:r>
            <a:r>
              <a:rPr lang="en-GB"/>
              <a:t> these now raise a clear </a:t>
            </a:r>
            <a:r>
              <a:rPr lang="en-GB" b="1" err="1"/>
              <a:t>TypeError</a:t>
            </a:r>
            <a:r>
              <a:rPr lang="en-GB"/>
              <a:t>. </a:t>
            </a:r>
          </a:p>
          <a:p>
            <a:endParaRPr lang="en-GB"/>
          </a:p>
          <a:p>
            <a:r>
              <a:rPr lang="en-GB"/>
              <a:t>The fix is simple: convert values to the intended type </a:t>
            </a:r>
            <a:r>
              <a:rPr lang="en-GB" b="1"/>
              <a:t>before</a:t>
            </a:r>
            <a:r>
              <a:rPr lang="en-GB"/>
              <a:t> comparing or combining - e.g., use int(), float(), or str(). Equality can work across types (with sensible rules), but </a:t>
            </a:r>
            <a:r>
              <a:rPr lang="en-GB" b="1"/>
              <a:t>ordering</a:t>
            </a:r>
            <a:r>
              <a:rPr lang="en-GB"/>
              <a:t> is only defined where it makes sense (e.g., int and float). Python favours </a:t>
            </a:r>
            <a:r>
              <a:rPr lang="en-GB" b="1"/>
              <a:t>explicit conversions</a:t>
            </a:r>
            <a:r>
              <a:rPr lang="en-GB"/>
              <a:t> over implicit coercions, keeping the syntax simple and behaviour predictable.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BE1F5F-BEC2-48D5-A890-C07C79853E26}"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090023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a:t>The </a:t>
            </a:r>
            <a:r>
              <a:rPr lang="en-GB" err="1"/>
              <a:t>TypeError</a:t>
            </a:r>
            <a:r>
              <a:rPr lang="en-GB"/>
              <a:t> on the previous slide is just a standard </a:t>
            </a:r>
            <a:r>
              <a:rPr lang="en-GB" b="1"/>
              <a:t>exception</a:t>
            </a:r>
            <a:r>
              <a:rPr lang="en-GB"/>
              <a:t>, which you can catch and handle. Place code that might fail inside a try block and add an except clause for the specific exception type (e.g., except </a:t>
            </a:r>
            <a:r>
              <a:rPr lang="en-GB" err="1"/>
              <a:t>TypeError</a:t>
            </a:r>
            <a:r>
              <a:rPr lang="en-GB"/>
              <a:t> as e:) to replace or enrich the error message - optionally directing it to standard error with file=</a:t>
            </a:r>
            <a:r>
              <a:rPr lang="en-GB" err="1"/>
              <a:t>sys.stderr</a:t>
            </a:r>
            <a:r>
              <a:rPr lang="en-GB"/>
              <a:t>. </a:t>
            </a:r>
          </a:p>
          <a:p>
            <a:endParaRPr lang="en-GB"/>
          </a:p>
          <a:p>
            <a:pPr lvl="2"/>
            <a:r>
              <a:rPr lang="en-GB"/>
              <a:t>try:</a:t>
            </a:r>
          </a:p>
          <a:p>
            <a:pPr lvl="2"/>
            <a:r>
              <a:rPr lang="en-GB"/>
              <a:t>    if txt &lt; </a:t>
            </a:r>
            <a:r>
              <a:rPr lang="en-GB" err="1"/>
              <a:t>num</a:t>
            </a:r>
            <a:r>
              <a:rPr lang="en-GB"/>
              <a:t>:</a:t>
            </a:r>
          </a:p>
          <a:p>
            <a:pPr lvl="2"/>
            <a:r>
              <a:rPr lang="en-GB"/>
              <a:t>        print('Wow!')</a:t>
            </a:r>
          </a:p>
          <a:p>
            <a:pPr lvl="2"/>
            <a:r>
              <a:rPr lang="en-GB"/>
              <a:t>except </a:t>
            </a:r>
            <a:r>
              <a:rPr lang="en-GB" err="1"/>
              <a:t>TypeError</a:t>
            </a:r>
            <a:r>
              <a:rPr lang="en-GB"/>
              <a:t>:</a:t>
            </a:r>
          </a:p>
          <a:p>
            <a:pPr lvl="2"/>
            <a:r>
              <a:rPr lang="en-GB"/>
              <a:t>    print("Invalid types compared", file=</a:t>
            </a:r>
            <a:r>
              <a:rPr lang="en-GB" err="1"/>
              <a:t>sys.stderr</a:t>
            </a:r>
            <a:r>
              <a:rPr lang="en-GB"/>
              <a:t>)</a:t>
            </a:r>
          </a:p>
          <a:p>
            <a:endParaRPr lang="en-GB"/>
          </a:p>
          <a:p>
            <a:r>
              <a:rPr lang="en-GB"/>
              <a:t>If the raised exception doesn’t match any listed handler, Python </a:t>
            </a:r>
            <a:r>
              <a:rPr lang="en-GB" b="1"/>
              <a:t>propagates</a:t>
            </a:r>
            <a:r>
              <a:rPr lang="en-GB"/>
              <a:t> it up the call stack; an unhandled exception terminates the program with a traceback. You can also use else for code that should run only when no exception occurred, and finally for cleanup that must run regardless of success or failure. </a:t>
            </a:r>
          </a:p>
          <a:p>
            <a:endParaRPr lang="en-GB"/>
          </a:p>
          <a:p>
            <a:r>
              <a:rPr lang="en-GB"/>
              <a:t>As a best practice, catch the </a:t>
            </a:r>
            <a:r>
              <a:rPr lang="en-GB" b="1"/>
              <a:t>most specific</a:t>
            </a:r>
            <a:r>
              <a:rPr lang="en-GB"/>
              <a:t> exceptions you expect, avoid blanket except Exception: unless you re-raise or log, and keep handlers small and purposeful. Exception handling is a topic to be discussed in detail later.</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BE1F5F-BEC2-48D5-A890-C07C79853E26}"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072122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fontAlgn="t"/>
            <a:r>
              <a:rPr lang="en-GB" sz="1200" b="0" i="0" kern="1200">
                <a:solidFill>
                  <a:schemeClr val="tx1"/>
                </a:solidFill>
                <a:effectLst/>
                <a:latin typeface="+mn-lt"/>
                <a:ea typeface="+mn-ea"/>
                <a:cs typeface="+mn-cs"/>
              </a:rPr>
              <a:t>When writing programs, we often need to perform the same action multiple times. Instead of copying and pasting the same code again and again, we can use a loop.</a:t>
            </a:r>
          </a:p>
          <a:p>
            <a:pPr fontAlgn="t"/>
            <a:r>
              <a:rPr lang="en-GB" sz="1200" b="0" i="0" kern="1200">
                <a:solidFill>
                  <a:schemeClr val="tx1"/>
                </a:solidFill>
                <a:effectLst/>
                <a:latin typeface="+mn-lt"/>
                <a:ea typeface="+mn-ea"/>
                <a:cs typeface="+mn-cs"/>
              </a:rPr>
              <a:t>A loop tells the computer to repeat a set of instructions automatically. This makes our code shorter, easier to read, and easier to maintain.</a:t>
            </a:r>
          </a:p>
          <a:p>
            <a:pPr fontAlgn="t"/>
            <a:r>
              <a:rPr lang="en-GB" sz="1200" b="0" i="0" kern="1200">
                <a:solidFill>
                  <a:schemeClr val="tx1"/>
                </a:solidFill>
                <a:effectLst/>
                <a:latin typeface="+mn-lt"/>
                <a:ea typeface="+mn-ea"/>
                <a:cs typeface="+mn-cs"/>
              </a:rPr>
              <a:t>There are two common types of loops. A </a:t>
            </a:r>
            <a:r>
              <a:rPr lang="en-GB" sz="1200" b="1" i="0" kern="1200">
                <a:solidFill>
                  <a:schemeClr val="tx1"/>
                </a:solidFill>
                <a:effectLst/>
                <a:latin typeface="+mn-lt"/>
                <a:ea typeface="+mn-ea"/>
                <a:cs typeface="+mn-cs"/>
              </a:rPr>
              <a:t>for loop</a:t>
            </a:r>
            <a:r>
              <a:rPr lang="en-GB" sz="1200" b="0" i="0" kern="1200">
                <a:solidFill>
                  <a:schemeClr val="tx1"/>
                </a:solidFill>
                <a:effectLst/>
                <a:latin typeface="+mn-lt"/>
                <a:ea typeface="+mn-ea"/>
                <a:cs typeface="+mn-cs"/>
              </a:rPr>
              <a:t> is used when we know how many times we want something to repeat, such as displaying numbers from 1 to 10. A </a:t>
            </a:r>
            <a:r>
              <a:rPr lang="en-GB" sz="1200" b="1" i="0" kern="1200">
                <a:solidFill>
                  <a:schemeClr val="tx1"/>
                </a:solidFill>
                <a:effectLst/>
                <a:latin typeface="+mn-lt"/>
                <a:ea typeface="+mn-ea"/>
                <a:cs typeface="+mn-cs"/>
              </a:rPr>
              <a:t>while loop</a:t>
            </a:r>
            <a:r>
              <a:rPr lang="en-GB" sz="1200" b="0" i="0" kern="1200">
                <a:solidFill>
                  <a:schemeClr val="tx1"/>
                </a:solidFill>
                <a:effectLst/>
                <a:latin typeface="+mn-lt"/>
                <a:ea typeface="+mn-ea"/>
                <a:cs typeface="+mn-cs"/>
              </a:rPr>
              <a:t> is used when we want the code to continue running as long as a condition remains true.</a:t>
            </a:r>
          </a:p>
          <a:p>
            <a:pPr fontAlgn="t"/>
            <a:r>
              <a:rPr lang="en-GB" sz="1200" b="0" i="0" kern="1200">
                <a:solidFill>
                  <a:schemeClr val="tx1"/>
                </a:solidFill>
                <a:effectLst/>
                <a:latin typeface="+mn-lt"/>
                <a:ea typeface="+mn-ea"/>
                <a:cs typeface="+mn-cs"/>
              </a:rPr>
              <a:t>Loops are used in many real-world applications, such as processing items in a shopping basket, checking student grades, or counting votes in a survey.</a:t>
            </a:r>
          </a:p>
          <a:p>
            <a:pPr fontAlgn="t"/>
            <a:r>
              <a:rPr lang="en-GB" sz="1200" b="0" i="0" kern="1200">
                <a:solidFill>
                  <a:schemeClr val="tx1"/>
                </a:solidFill>
                <a:effectLst/>
                <a:latin typeface="+mn-lt"/>
                <a:ea typeface="+mn-ea"/>
                <a:cs typeface="+mn-cs"/>
              </a:rPr>
              <a:t>The key idea to remember is that loops help us avoid repetition by allowing the computer to do repeated tasks for us</a:t>
            </a:r>
          </a:p>
          <a:p>
            <a:endParaRPr lang="en-GB"/>
          </a:p>
        </p:txBody>
      </p:sp>
      <p:sp>
        <p:nvSpPr>
          <p:cNvPr id="4" name="Slide Number Placeholder 3"/>
          <p:cNvSpPr>
            <a:spLocks noGrp="1"/>
          </p:cNvSpPr>
          <p:nvPr>
            <p:ph type="sldNum" sz="quarter" idx="5"/>
          </p:nvPr>
        </p:nvSpPr>
        <p:spPr/>
        <p:txBody>
          <a:bodyPr/>
          <a:lstStyle/>
          <a:p>
            <a:fld id="{24A249BF-331A-4754-BCB6-4867BEA21959}" type="slidenum">
              <a:rPr lang="en-GB" smtClean="0"/>
              <a:t>9</a:t>
            </a:fld>
            <a:endParaRPr lang="en-GB"/>
          </a:p>
        </p:txBody>
      </p:sp>
    </p:spTree>
    <p:extLst>
      <p:ext uri="{BB962C8B-B14F-4D97-AF65-F5344CB8AC3E}">
        <p14:creationId xmlns:p14="http://schemas.microsoft.com/office/powerpoint/2010/main" val="35236455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a:t>Loops in Python follow the same structure as if statements: a condition or header line ends with a colon, and the loop body is defined by consistent indentation. Python provides the usual while loop and a for loop that iterates directly over items in a sequence or any </a:t>
            </a:r>
            <a:r>
              <a:rPr lang="en-GB" err="1"/>
              <a:t>iterable</a:t>
            </a:r>
            <a:r>
              <a:rPr lang="en-GB"/>
              <a:t>. Unlike some languages, there is no do...while construct—while evaluates its condition before each iteration, so any variables used in the condition must already be defined; otherwise, a </a:t>
            </a:r>
            <a:r>
              <a:rPr lang="en-GB" err="1"/>
              <a:t>NameError</a:t>
            </a:r>
            <a:r>
              <a:rPr lang="en-GB"/>
              <a:t> is raised</a:t>
            </a:r>
          </a:p>
          <a:p>
            <a:endParaRPr lang="en-GB"/>
          </a:p>
          <a:p>
            <a:r>
              <a:rPr lang="en-GB"/>
              <a:t>The first example is fairly simple but indicates that the tested variable must already exist. Missing out that initialisation would result in a </a:t>
            </a:r>
            <a:r>
              <a:rPr lang="en-GB" err="1"/>
              <a:t>NameError</a:t>
            </a:r>
            <a:r>
              <a:rPr lang="en-GB"/>
              <a:t> exception.</a:t>
            </a:r>
          </a:p>
          <a:p>
            <a:endParaRPr lang="en-GB">
              <a:latin typeface="Montserrat"/>
            </a:endParaRPr>
          </a:p>
          <a:p>
            <a:r>
              <a:rPr lang="en-GB">
                <a:latin typeface="Montserrat"/>
              </a:rPr>
              <a:t>The second example loops while the list is true and not empty. We are using the pop() list method (which we shall see later) which removes the last (right-most) item from a list and returns it.  </a:t>
            </a:r>
            <a:endParaRPr lang="en-GB"/>
          </a:p>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BE1F5F-BEC2-48D5-A890-C07C79853E26}"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489825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58835-443E-E112-97AD-818F58AA14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36C80D-8CA3-D232-AB02-390523A3107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1B1A562-9DF1-9291-99E6-9F7ACE10E1DB}"/>
              </a:ext>
            </a:extLst>
          </p:cNvPr>
          <p:cNvSpPr>
            <a:spLocks noGrp="1"/>
          </p:cNvSpPr>
          <p:nvPr>
            <p:ph type="body" idx="1"/>
          </p:nvPr>
        </p:nvSpPr>
        <p:spPr/>
        <p:txBody>
          <a:bodyPr/>
          <a:lstStyle/>
          <a:p>
            <a:r>
              <a:rPr lang="en-GB" b="1"/>
              <a:t>break</a:t>
            </a:r>
            <a:r>
              <a:rPr lang="en-GB"/>
              <a:t> and </a:t>
            </a:r>
            <a:r>
              <a:rPr lang="en-GB" b="1"/>
              <a:t>continue</a:t>
            </a:r>
            <a:r>
              <a:rPr lang="en-GB"/>
              <a:t> work in Python much like in C-style languages and many shells. Some style guides discourage them, and it’s true that a well-structured condition often makes them unnecessary. Still, readability comes first: use break/continue when they make the loop’s intent clearer rather than forcing contorted logic.</a:t>
            </a:r>
          </a:p>
          <a:p>
            <a:endParaRPr lang="en-GB"/>
          </a:p>
          <a:p>
            <a:r>
              <a:rPr lang="en-GB" b="1"/>
              <a:t>pass</a:t>
            </a:r>
            <a:r>
              <a:rPr lang="en-GB"/>
              <a:t> is a no-op placeholder required when the syntax expects a statement, but you have nothing to do—for example, an empty loop body, an if branch you’ll fill later, a bare except you’re intentionally ignoring, or a stubbed class/function definition.</a:t>
            </a:r>
          </a:p>
          <a:p>
            <a:endParaRPr lang="en-GB"/>
          </a:p>
          <a:p>
            <a:r>
              <a:rPr lang="en-GB"/>
              <a:t>Python’s loop </a:t>
            </a:r>
            <a:r>
              <a:rPr lang="en-GB" b="1"/>
              <a:t>else:</a:t>
            </a:r>
            <a:r>
              <a:rPr lang="en-GB"/>
              <a:t> clause is also unusual: it runs only if the loop exits without hitting break. In the divisor  example, finding a divisor triggers break and the else is skipped; if no divisor is found, the loop finishes normally and the else block runs.</a:t>
            </a:r>
          </a:p>
        </p:txBody>
      </p:sp>
      <p:sp>
        <p:nvSpPr>
          <p:cNvPr id="4" name="Slide Number Placeholder 3">
            <a:extLst>
              <a:ext uri="{FF2B5EF4-FFF2-40B4-BE49-F238E27FC236}">
                <a16:creationId xmlns:a16="http://schemas.microsoft.com/office/drawing/2014/main" id="{7F2ACD37-19FC-8E5B-7A9B-B6B0E5C0361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BE1F5F-BEC2-48D5-A890-C07C79853E26}"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920876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112D1-7CF5-B49D-0F7B-DA956C310F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4ECC85-D4B4-94BB-D775-4356AF303DE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28B626F-5CCF-55DF-9EDA-AA3DE0511EAE}"/>
              </a:ext>
            </a:extLst>
          </p:cNvPr>
          <p:cNvSpPr>
            <a:spLocks noGrp="1"/>
          </p:cNvSpPr>
          <p:nvPr>
            <p:ph type="body" idx="1"/>
          </p:nvPr>
        </p:nvSpPr>
        <p:spPr/>
        <p:txBody>
          <a:bodyPr/>
          <a:lstStyle/>
          <a:p>
            <a:r>
              <a:rPr lang="en-GB"/>
              <a:t>In Python, for iterates directly over items from any </a:t>
            </a:r>
            <a:r>
              <a:rPr lang="en-GB" err="1"/>
              <a:t>iterable</a:t>
            </a:r>
            <a:r>
              <a:rPr lang="en-GB"/>
              <a:t> (lists, tuples, strings, </a:t>
            </a:r>
            <a:r>
              <a:rPr lang="en-GB" err="1"/>
              <a:t>dicts</a:t>
            </a:r>
            <a:r>
              <a:rPr lang="en-GB"/>
              <a:t>, custom classes), not over a numeric counter by default. Classes participate by implementing the iterator protocol (typically __iter__ returning an iterator with __next__). Prefer for item in </a:t>
            </a:r>
            <a:r>
              <a:rPr lang="en-GB" err="1"/>
              <a:t>iterable</a:t>
            </a:r>
            <a:r>
              <a:rPr lang="en-GB"/>
              <a:t> to manual indexing - the object’s iterator is optimised for this. The loop variable is just a name bound to each element in turn: reassigning the name won’t change the container, though mutating a mutable element (e.g., a list inside a list) will be reflected in the container. If you need the position as well, use enumerate(</a:t>
            </a:r>
            <a:r>
              <a:rPr lang="en-GB" err="1"/>
              <a:t>iterable</a:t>
            </a:r>
            <a:r>
              <a:rPr lang="en-GB"/>
              <a:t>) instead of managing your own counter.</a:t>
            </a:r>
          </a:p>
        </p:txBody>
      </p:sp>
      <p:sp>
        <p:nvSpPr>
          <p:cNvPr id="4" name="Slide Number Placeholder 3">
            <a:extLst>
              <a:ext uri="{FF2B5EF4-FFF2-40B4-BE49-F238E27FC236}">
                <a16:creationId xmlns:a16="http://schemas.microsoft.com/office/drawing/2014/main" id="{A643C783-E34F-B19D-487C-A7B0498CB34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BE1F5F-BEC2-48D5-A890-C07C79853E26}"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227827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a:t>In Python, for loops work with </a:t>
            </a:r>
            <a:r>
              <a:rPr lang="en-GB" err="1"/>
              <a:t>iterables</a:t>
            </a:r>
            <a:r>
              <a:rPr lang="en-GB"/>
              <a:t>—objects that yield their elements one at a time. The </a:t>
            </a:r>
            <a:r>
              <a:rPr lang="en-GB" err="1"/>
              <a:t>glob.glob</a:t>
            </a:r>
            <a:r>
              <a:rPr lang="en-GB"/>
              <a:t>() function returns a list of pathnames matching a pattern, and you can iterate over that list to process each file or directory in turn. </a:t>
            </a:r>
          </a:p>
          <a:p>
            <a:endParaRPr lang="en-GB"/>
          </a:p>
          <a:p>
            <a:r>
              <a:rPr lang="en-GB"/>
              <a:t>For large result sets, </a:t>
            </a:r>
            <a:r>
              <a:rPr lang="en-GB" err="1"/>
              <a:t>glob.iglob</a:t>
            </a:r>
            <a:r>
              <a:rPr lang="en-GB"/>
              <a:t>() (iterator glob) provides a lazy iterator so you don’t load all matches into memory at once.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BE1F5F-BEC2-48D5-A890-C07C79853E26}"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516907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b="1"/>
              <a:t>enumerate()</a:t>
            </a:r>
            <a:r>
              <a:rPr lang="en-GB"/>
              <a:t> is a built-in that yields </a:t>
            </a:r>
            <a:r>
              <a:rPr lang="en-GB" b="1"/>
              <a:t>(index, item)</a:t>
            </a:r>
            <a:r>
              <a:rPr lang="en-GB"/>
              <a:t> pairs as you iterate, giving you the current position and the element in one pass. It works with any </a:t>
            </a:r>
            <a:r>
              <a:rPr lang="en-GB" err="1"/>
              <a:t>iterable</a:t>
            </a:r>
            <a:r>
              <a:rPr lang="en-GB"/>
              <a:t> including lists, tuples, strings, </a:t>
            </a:r>
            <a:r>
              <a:rPr lang="en-GB" err="1"/>
              <a:t>bytearrays</a:t>
            </a:r>
            <a:r>
              <a:rPr lang="en-GB"/>
              <a:t>, generators, and file objects - and defaults to starting at index 0, though you can set a different starting point with start= (e.g., enumerate(items, start=1)). </a:t>
            </a:r>
          </a:p>
          <a:p>
            <a:endParaRPr lang="en-GB"/>
          </a:p>
          <a:p>
            <a:r>
              <a:rPr lang="en-GB"/>
              <a:t>It’s cleaner than manual counters like range(</a:t>
            </a:r>
            <a:r>
              <a:rPr lang="en-GB" err="1"/>
              <a:t>len</a:t>
            </a:r>
            <a:r>
              <a:rPr lang="en-GB"/>
              <a:t>(</a:t>
            </a:r>
            <a:r>
              <a:rPr lang="en-GB" err="1"/>
              <a:t>seq</a:t>
            </a:r>
            <a:r>
              <a:rPr lang="en-GB"/>
              <a:t>)) and is especially handy for line numbers when reading files. (Historically introduced in Python 2.3; the start parameter arrived in 2.6.)</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BE1F5F-BEC2-48D5-A890-C07C79853E26}"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83568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a:t>The built-in </a:t>
            </a:r>
            <a:r>
              <a:rPr lang="en-GB" b="1"/>
              <a:t>range() </a:t>
            </a:r>
            <a:r>
              <a:rPr lang="en-GB"/>
              <a:t>(previously called </a:t>
            </a:r>
            <a:r>
              <a:rPr lang="en-GB" err="1"/>
              <a:t>xrange</a:t>
            </a:r>
            <a:r>
              <a:rPr lang="en-GB"/>
              <a:t>() in Python2) produces a lazy, immutable sequence of integers – not a list – defined by </a:t>
            </a:r>
            <a:r>
              <a:rPr lang="en-GB" b="1"/>
              <a:t>start</a:t>
            </a:r>
            <a:r>
              <a:rPr lang="en-GB"/>
              <a:t>, </a:t>
            </a:r>
            <a:r>
              <a:rPr lang="en-GB" b="1"/>
              <a:t>stop</a:t>
            </a:r>
            <a:r>
              <a:rPr lang="en-GB"/>
              <a:t> and optional </a:t>
            </a:r>
            <a:r>
              <a:rPr lang="en-GB" b="1"/>
              <a:t>step</a:t>
            </a:r>
            <a:r>
              <a:rPr lang="en-GB"/>
              <a:t>. All arguments musty be integers, can be negative, and the stop value is excluded (up to stop value).</a:t>
            </a:r>
          </a:p>
          <a:p>
            <a:endParaRPr lang="en-GB"/>
          </a:p>
          <a:p>
            <a:r>
              <a:rPr lang="en-GB"/>
              <a:t>In Python you usually loop over items directly, not by counting. Use range() when you need to do something N times or you actually need indexes.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BE1F5F-BEC2-48D5-A890-C07C79853E26}"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501642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a:t>A conditional expression lets you choose between two values in a single line of code. </a:t>
            </a:r>
          </a:p>
          <a:p>
            <a:endParaRPr lang="en-GB"/>
          </a:p>
          <a:p>
            <a:r>
              <a:rPr lang="en-GB"/>
              <a:t>In Python, it replaces the ternary operator (?:) used in C-style languages. Parentheses are sometimes needed to make it clear which part of an expression is conditional - for example, to ensure that only the intended sub-expression is evaluated based on the condition. While conditional expressions should be used sparingly to keep code readable, they are very useful for writing concise code. </a:t>
            </a:r>
          </a:p>
          <a:p>
            <a:endParaRPr lang="en-GB"/>
          </a:p>
          <a:p>
            <a:r>
              <a:rPr lang="en-GB"/>
              <a:t>They are particularly handy in situations where brevity matters, such as inside lambda functions.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BE1F5F-BEC2-48D5-A890-C07C79853E26}"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170042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BE1F5F-BEC2-48D5-A890-C07C79853E26}"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32724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t>Answers on next page..</a:t>
            </a:r>
          </a:p>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BE1F5F-BEC2-48D5-A890-C07C79853E26}"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040279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7E557-85F2-FA00-224B-2F67A4FFF2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EA2988-4E4D-BCFD-9E18-EE62B1B62ED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C7C3E5D-0AB0-892E-EC67-990CEF24FDD7}"/>
              </a:ext>
            </a:extLst>
          </p:cNvPr>
          <p:cNvSpPr>
            <a:spLocks noGrp="1"/>
          </p:cNvSpPr>
          <p:nvPr>
            <p:ph type="body" idx="1"/>
          </p:nvPr>
        </p:nvSpPr>
        <p:spPr/>
        <p:txBody>
          <a:bodyPr/>
          <a:lstStyle/>
          <a:p>
            <a:r>
              <a:rPr lang="en-GB"/>
              <a:t>Correct answers:</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GB" b="1"/>
              <a:t>What is the correct statement about Python variables?</a:t>
            </a:r>
          </a:p>
          <a:p>
            <a:pPr marL="685800" marR="0" lvl="1" indent="-228600" algn="l" defTabSz="914400" rtl="0" eaLnBrk="1" fontAlgn="auto" latinLnBrk="0" hangingPunct="1">
              <a:lnSpc>
                <a:spcPct val="100000"/>
              </a:lnSpc>
              <a:spcBef>
                <a:spcPts val="0"/>
              </a:spcBef>
              <a:spcAft>
                <a:spcPts val="0"/>
              </a:spcAft>
              <a:buClrTx/>
              <a:buSzTx/>
              <a:buFont typeface="+mj-lt"/>
              <a:buAutoNum type="alphaLcPeriod" startAt="2"/>
              <a:tabLst/>
              <a:defRPr/>
            </a:pPr>
            <a:r>
              <a:rPr lang="en-GB"/>
              <a:t>Handle multiple alternative conditions after an if</a:t>
            </a:r>
          </a:p>
          <a:p>
            <a:pPr marL="685800" marR="0" lvl="1" indent="-228600" algn="l" defTabSz="914400" rtl="0" eaLnBrk="1" fontAlgn="auto" latinLnBrk="0" hangingPunct="1">
              <a:lnSpc>
                <a:spcPct val="100000"/>
              </a:lnSpc>
              <a:spcBef>
                <a:spcPts val="0"/>
              </a:spcBef>
              <a:spcAft>
                <a:spcPts val="0"/>
              </a:spcAft>
              <a:buClrTx/>
              <a:buSzTx/>
              <a:buFont typeface="+mj-lt"/>
              <a:buAutoNum type="alphaLcPeriod" startAt="2"/>
              <a:tabLst/>
              <a:defRPr/>
            </a:pPr>
            <a:endParaRPr lang="en-GB" b="0"/>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GB" b="1"/>
              <a:t>Which of the following types is immutable in Python?</a:t>
            </a:r>
          </a:p>
          <a:p>
            <a:pPr marL="685800" marR="0" lvl="1" indent="-228600" algn="l" defTabSz="914400" rtl="0" eaLnBrk="1" fontAlgn="auto" latinLnBrk="0" hangingPunct="1">
              <a:lnSpc>
                <a:spcPct val="100000"/>
              </a:lnSpc>
              <a:spcBef>
                <a:spcPts val="0"/>
              </a:spcBef>
              <a:spcAft>
                <a:spcPts val="0"/>
              </a:spcAft>
              <a:buClrTx/>
              <a:buSzTx/>
              <a:buFont typeface="+mj-lt"/>
              <a:buAutoNum type="alphaLcPeriod" startAt="4"/>
              <a:tabLst/>
              <a:defRPr/>
            </a:pPr>
            <a:r>
              <a:rPr lang="en-GB"/>
              <a:t>Neither – Python has no guaranteed “do-while” loop</a:t>
            </a:r>
          </a:p>
          <a:p>
            <a:pPr marL="685800" marR="0" lvl="1" indent="-228600" algn="l" defTabSz="914400" rtl="0" eaLnBrk="1" fontAlgn="auto" latinLnBrk="0" hangingPunct="1">
              <a:lnSpc>
                <a:spcPct val="100000"/>
              </a:lnSpc>
              <a:spcBef>
                <a:spcPts val="0"/>
              </a:spcBef>
              <a:spcAft>
                <a:spcPts val="0"/>
              </a:spcAft>
              <a:buClrTx/>
              <a:buSzTx/>
              <a:buFont typeface="+mj-lt"/>
              <a:buAutoNum type="alphaLcPeriod" startAt="4"/>
              <a:tabLst/>
              <a:defRPr/>
            </a:pPr>
            <a:endParaRPr lang="en-GB" b="1"/>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GB" b="1"/>
              <a:t>What does the += operator do in Python?</a:t>
            </a:r>
          </a:p>
          <a:p>
            <a:pPr marL="685800" marR="0" lvl="1" indent="-228600" algn="l" defTabSz="914400" rtl="0" eaLnBrk="1" fontAlgn="auto" latinLnBrk="0" hangingPunct="1">
              <a:lnSpc>
                <a:spcPct val="100000"/>
              </a:lnSpc>
              <a:spcBef>
                <a:spcPts val="0"/>
              </a:spcBef>
              <a:spcAft>
                <a:spcPts val="0"/>
              </a:spcAft>
              <a:buClrTx/>
              <a:buSzTx/>
              <a:buFont typeface="+mj-lt"/>
              <a:buAutoNum type="alphaLcPeriod" startAt="3"/>
              <a:tabLst/>
              <a:defRPr/>
            </a:pPr>
            <a:r>
              <a:rPr lang="en-GB" b="0"/>
              <a:t>Each element in the </a:t>
            </a:r>
            <a:r>
              <a:rPr lang="en-GB" b="0" err="1"/>
              <a:t>iterable</a:t>
            </a:r>
            <a:r>
              <a:rPr lang="en-GB" b="0"/>
              <a:t> object </a:t>
            </a:r>
          </a:p>
          <a:p>
            <a:pPr marL="685800" marR="0" lvl="1" indent="-228600" algn="l" defTabSz="914400" rtl="0" eaLnBrk="1" fontAlgn="auto" latinLnBrk="0" hangingPunct="1">
              <a:lnSpc>
                <a:spcPct val="100000"/>
              </a:lnSpc>
              <a:spcBef>
                <a:spcPts val="0"/>
              </a:spcBef>
              <a:spcAft>
                <a:spcPts val="0"/>
              </a:spcAft>
              <a:buClrTx/>
              <a:buSzTx/>
              <a:buFont typeface="+mj-lt"/>
              <a:buAutoNum type="alphaLcPeriod" startAt="3"/>
              <a:tabLst/>
              <a:defRPr/>
            </a:pPr>
            <a:endParaRPr lang="en-GB" b="0"/>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b="1"/>
              <a:t>4. What will type("Hello") return?</a:t>
            </a:r>
          </a:p>
          <a:p>
            <a:pPr marL="685800" marR="0" lvl="1" indent="-228600" algn="l" defTabSz="914400" rtl="0" eaLnBrk="1" fontAlgn="auto" latinLnBrk="0" hangingPunct="1">
              <a:lnSpc>
                <a:spcPct val="100000"/>
              </a:lnSpc>
              <a:spcBef>
                <a:spcPts val="0"/>
              </a:spcBef>
              <a:spcAft>
                <a:spcPts val="0"/>
              </a:spcAft>
              <a:buClrTx/>
              <a:buSzTx/>
              <a:buFont typeface="+mj-lt"/>
              <a:buAutoNum type="alphaLcPeriod" startAt="2"/>
              <a:tabLst/>
              <a:defRPr/>
            </a:pPr>
            <a:r>
              <a:rPr lang="en-GB"/>
              <a:t>The program raises </a:t>
            </a:r>
            <a:r>
              <a:rPr lang="en-GB" err="1"/>
              <a:t>SystemExit</a:t>
            </a:r>
            <a:r>
              <a:rPr lang="en-GB"/>
              <a:t>, which can be caught</a:t>
            </a:r>
          </a:p>
          <a:p>
            <a:endParaRPr lang="en-GB"/>
          </a:p>
        </p:txBody>
      </p:sp>
      <p:sp>
        <p:nvSpPr>
          <p:cNvPr id="4" name="Slide Number Placeholder 3">
            <a:extLst>
              <a:ext uri="{FF2B5EF4-FFF2-40B4-BE49-F238E27FC236}">
                <a16:creationId xmlns:a16="http://schemas.microsoft.com/office/drawing/2014/main" id="{C6F11B4E-BA52-54C2-F837-2BCBFCA7EF5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BE1F5F-BEC2-48D5-A890-C07C79853E26}"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58656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BE1F5F-BEC2-48D5-A890-C07C79853E26}"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203656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BE1F5F-BEC2-48D5-A890-C07C79853E26}"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028834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23919747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24A249BF-331A-4754-BCB6-4867BEA21959}" type="slidenum">
              <a:rPr lang="en-GB" smtClean="0"/>
              <a:t>24</a:t>
            </a:fld>
            <a:endParaRPr lang="en-GB"/>
          </a:p>
        </p:txBody>
      </p:sp>
    </p:spTree>
    <p:extLst>
      <p:ext uri="{BB962C8B-B14F-4D97-AF65-F5344CB8AC3E}">
        <p14:creationId xmlns:p14="http://schemas.microsoft.com/office/powerpoint/2010/main" val="38650964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2" name="Rectangle 3"/>
          <p:cNvSpPr>
            <a:spLocks noGrp="1" noChangeArrowheads="1"/>
          </p:cNvSpPr>
          <p:nvPr>
            <p:ph type="body" idx="1"/>
          </p:nvPr>
        </p:nvSpPr>
        <p:spPr/>
        <p:txBody>
          <a:bodyPr/>
          <a:lstStyle/>
          <a:p>
            <a:r>
              <a:rPr lang="en-GB"/>
              <a:t>Python functions follow a syntax similar to conditional statements. A function is defined using the </a:t>
            </a:r>
            <a:r>
              <a:rPr lang="en-GB" sz="1200" b="1" kern="1200">
                <a:solidFill>
                  <a:schemeClr val="tx1"/>
                </a:solidFill>
                <a:latin typeface="+mn-lt"/>
                <a:ea typeface="+mn-ea"/>
                <a:cs typeface="+mn-cs"/>
              </a:rPr>
              <a:t>def</a:t>
            </a:r>
            <a:r>
              <a:rPr lang="en-GB"/>
              <a:t> keyword, followed by its name, an </a:t>
            </a:r>
            <a:r>
              <a:rPr lang="en-GB" b="1"/>
              <a:t>argument list</a:t>
            </a:r>
            <a:r>
              <a:rPr lang="en-GB"/>
              <a:t>, and a </a:t>
            </a:r>
            <a:r>
              <a:rPr lang="en-GB" b="1"/>
              <a:t>colon</a:t>
            </a:r>
            <a:r>
              <a:rPr lang="en-GB"/>
              <a:t>. The indented block beneath the definition contains the statements that make up the function body.</a:t>
            </a:r>
          </a:p>
          <a:p>
            <a:endParaRPr lang="en-GB"/>
          </a:p>
          <a:p>
            <a:r>
              <a:rPr lang="en-GB"/>
              <a:t>The argument list specifies the parameters passed to the function, with optional </a:t>
            </a:r>
            <a:r>
              <a:rPr lang="en-GB" b="1"/>
              <a:t>default values</a:t>
            </a:r>
            <a:r>
              <a:rPr lang="en-GB"/>
              <a:t>. This approach resembles that used in languages such as </a:t>
            </a:r>
            <a:r>
              <a:rPr lang="en-GB" b="1"/>
              <a:t>awk</a:t>
            </a:r>
            <a:r>
              <a:rPr lang="en-GB"/>
              <a:t>, </a:t>
            </a:r>
            <a:r>
              <a:rPr lang="en-GB" b="1"/>
              <a:t>PHP</a:t>
            </a:r>
            <a:r>
              <a:rPr lang="en-GB"/>
              <a:t>, and certain </a:t>
            </a:r>
            <a:r>
              <a:rPr lang="en-GB" b="1"/>
              <a:t>mainframe scripting languages</a:t>
            </a:r>
            <a:r>
              <a:rPr lang="en-GB"/>
              <a:t>, and shares some similarities with </a:t>
            </a:r>
            <a:r>
              <a:rPr lang="en-GB" b="1"/>
              <a:t>C++</a:t>
            </a:r>
            <a:r>
              <a:rPr lang="en-GB"/>
              <a:t>. The number of arguments provided by the caller must match those defined in the function (unless defaults are used). Function arguments in Python can be of </a:t>
            </a:r>
            <a:r>
              <a:rPr lang="en-GB" b="1"/>
              <a:t>any data type</a:t>
            </a:r>
            <a:r>
              <a:rPr lang="en-GB"/>
              <a:t>.</a:t>
            </a:r>
          </a:p>
          <a:p>
            <a:endParaRPr lang="en-GB"/>
          </a:p>
        </p:txBody>
      </p:sp>
      <p:sp>
        <p:nvSpPr>
          <p:cNvPr id="3" name="Slide Image Placeholder 2"/>
          <p:cNvSpPr>
            <a:spLocks noGrp="1" noRot="1" noChangeAspect="1"/>
          </p:cNvSpPr>
          <p:nvPr>
            <p:ph type="sldImg"/>
          </p:nvPr>
        </p:nvSpPr>
        <p:spPr/>
        <p:txBody>
          <a:bodyPr/>
          <a:lstStyle/>
          <a:p>
            <a:endParaRPr lang="en-US"/>
          </a:p>
        </p:txBody>
      </p:sp>
    </p:spTree>
    <p:extLst>
      <p:ext uri="{BB962C8B-B14F-4D97-AF65-F5344CB8AC3E}">
        <p14:creationId xmlns:p14="http://schemas.microsoft.com/office/powerpoint/2010/main" val="7605908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6" name="Rectangle 3"/>
          <p:cNvSpPr>
            <a:spLocks noGrp="1" noChangeArrowheads="1"/>
          </p:cNvSpPr>
          <p:nvPr>
            <p:ph type="body" idx="1"/>
          </p:nvPr>
        </p:nvSpPr>
        <p:spPr/>
        <p:txBody>
          <a:bodyPr/>
          <a:lstStyle/>
          <a:p>
            <a:r>
              <a:rPr lang="en-GB"/>
              <a:t>In Python, </a:t>
            </a:r>
            <a:r>
              <a:rPr lang="en-GB" b="1"/>
              <a:t>arguments are passed by object reference</a:t>
            </a:r>
            <a:r>
              <a:rPr lang="en-GB"/>
              <a:t> (sometimes described as </a:t>
            </a:r>
            <a:r>
              <a:rPr lang="en-GB" i="1"/>
              <a:t>pass by assignment</a:t>
            </a:r>
            <a:r>
              <a:rPr lang="en-GB"/>
              <a:t>). This means that when a function is called, the parameter name inside the function becomes a </a:t>
            </a:r>
            <a:r>
              <a:rPr lang="en-GB" b="1"/>
              <a:t>local reference</a:t>
            </a:r>
            <a:r>
              <a:rPr lang="en-GB"/>
              <a:t> to the same object that was passed in. The reference itself is passed </a:t>
            </a:r>
            <a:r>
              <a:rPr lang="en-GB" b="1"/>
              <a:t>by value</a:t>
            </a:r>
            <a:r>
              <a:rPr lang="en-GB"/>
              <a:t>, so reassigning it within the function has no effect outside the function.</a:t>
            </a:r>
          </a:p>
          <a:p>
            <a:endParaRPr lang="en-GB"/>
          </a:p>
          <a:p>
            <a:r>
              <a:rPr lang="en-GB"/>
              <a:t>However, if the object is </a:t>
            </a:r>
            <a:r>
              <a:rPr lang="en-GB" b="1"/>
              <a:t>mutable</a:t>
            </a:r>
            <a:r>
              <a:rPr lang="en-GB"/>
              <a:t> (for example, a list or dictionary), then changes made to its contents inside the function will affect the original object in the caller. To prevent this, you can pass a </a:t>
            </a:r>
            <a:r>
              <a:rPr lang="en-GB" b="1"/>
              <a:t>copy</a:t>
            </a:r>
            <a:r>
              <a:rPr lang="en-GB"/>
              <a:t> of the data structure instead, such as a slice of the list:</a:t>
            </a:r>
          </a:p>
          <a:p>
            <a:pPr rtl="0"/>
            <a:r>
              <a:rPr lang="en-GB" sz="1200" kern="1200">
                <a:solidFill>
                  <a:schemeClr val="tx1"/>
                </a:solidFill>
                <a:latin typeface="+mn-lt"/>
                <a:ea typeface="+mn-ea"/>
                <a:cs typeface="+mn-cs"/>
              </a:rPr>
              <a:t>	</a:t>
            </a:r>
            <a:r>
              <a:rPr lang="en-GB" sz="1200" kern="1200" err="1">
                <a:solidFill>
                  <a:schemeClr val="tx1"/>
                </a:solidFill>
                <a:latin typeface="+mn-lt"/>
                <a:ea typeface="+mn-ea"/>
                <a:cs typeface="+mn-cs"/>
              </a:rPr>
              <a:t>print_thing</a:t>
            </a:r>
            <a:r>
              <a:rPr lang="en-GB" sz="1200" kern="1200">
                <a:solidFill>
                  <a:schemeClr val="tx1"/>
                </a:solidFill>
                <a:latin typeface="+mn-lt"/>
                <a:ea typeface="+mn-ea"/>
                <a:cs typeface="+mn-cs"/>
              </a:rPr>
              <a:t>(mylist[:])   # Passes a shallow copy</a:t>
            </a:r>
          </a:p>
          <a:p>
            <a:pPr rtl="0"/>
            <a:endParaRPr lang="en-GB" sz="1200" kern="1200">
              <a:solidFill>
                <a:schemeClr val="tx1"/>
              </a:solidFill>
              <a:latin typeface="+mn-lt"/>
              <a:ea typeface="+mn-ea"/>
              <a:cs typeface="+mn-cs"/>
            </a:endParaRPr>
          </a:p>
          <a:p>
            <a:r>
              <a:rPr lang="en-GB"/>
              <a:t>Alternatively, you can convert the list to an </a:t>
            </a:r>
            <a:r>
              <a:rPr lang="en-GB" b="1"/>
              <a:t>immutable type</a:t>
            </a:r>
            <a:r>
              <a:rPr lang="en-GB"/>
              <a:t>, such as a tuple:</a:t>
            </a:r>
          </a:p>
          <a:p>
            <a:pPr rtl="0"/>
            <a:r>
              <a:rPr lang="en-GB" sz="1200" kern="1200" err="1">
                <a:solidFill>
                  <a:schemeClr val="tx1"/>
                </a:solidFill>
                <a:latin typeface="+mn-lt"/>
                <a:ea typeface="+mn-ea"/>
                <a:cs typeface="+mn-cs"/>
              </a:rPr>
              <a:t>print_thing</a:t>
            </a:r>
            <a:r>
              <a:rPr lang="en-GB" sz="1200" kern="1200">
                <a:solidFill>
                  <a:schemeClr val="tx1"/>
                </a:solidFill>
                <a:latin typeface="+mn-lt"/>
                <a:ea typeface="+mn-ea"/>
                <a:cs typeface="+mn-cs"/>
              </a:rPr>
              <a:t>(tuple(mylist))   # Raises an error if modification is attempted</a:t>
            </a:r>
          </a:p>
          <a:p>
            <a:pPr rtl="0"/>
            <a:endParaRPr lang="en-GB" sz="1200" kern="1200">
              <a:solidFill>
                <a:schemeClr val="tx1"/>
              </a:solidFill>
              <a:latin typeface="+mn-lt"/>
              <a:ea typeface="+mn-ea"/>
              <a:cs typeface="+mn-cs"/>
            </a:endParaRPr>
          </a:p>
          <a:p>
            <a:r>
              <a:rPr lang="en-GB"/>
              <a:t>In general, it’s considered better practice to return new values from functions rather than modify arguments in place. This avoids side effects and makes function behaviour clearer and easier to reason about.</a:t>
            </a:r>
          </a:p>
          <a:p>
            <a:endParaRPr lang="en-US" b="1"/>
          </a:p>
        </p:txBody>
      </p:sp>
      <p:sp>
        <p:nvSpPr>
          <p:cNvPr id="4" name="Slide Image Placeholder 3"/>
          <p:cNvSpPr>
            <a:spLocks noGrp="1" noRot="1" noChangeAspect="1"/>
          </p:cNvSpPr>
          <p:nvPr>
            <p:ph type="sldImg"/>
          </p:nvPr>
        </p:nvSpPr>
        <p:spPr/>
        <p:txBody>
          <a:bodyPr/>
          <a:lstStyle/>
          <a:p>
            <a:endParaRPr lang="en-US"/>
          </a:p>
        </p:txBody>
      </p:sp>
    </p:spTree>
    <p:extLst>
      <p:ext uri="{BB962C8B-B14F-4D97-AF65-F5344CB8AC3E}">
        <p14:creationId xmlns:p14="http://schemas.microsoft.com/office/powerpoint/2010/main" val="23521842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50" name="Rectangle 3"/>
          <p:cNvSpPr>
            <a:spLocks noGrp="1" noChangeArrowheads="1"/>
          </p:cNvSpPr>
          <p:nvPr>
            <p:ph type="body" idx="1"/>
          </p:nvPr>
        </p:nvSpPr>
        <p:spPr/>
        <p:txBody>
          <a:bodyPr/>
          <a:lstStyle/>
          <a:p>
            <a:r>
              <a:rPr lang="en-GB"/>
              <a:t>In Python, a function can define </a:t>
            </a:r>
            <a:r>
              <a:rPr lang="en-GB" b="1"/>
              <a:t>parameters with default values</a:t>
            </a:r>
            <a:r>
              <a:rPr lang="en-GB"/>
              <a:t>.</a:t>
            </a:r>
          </a:p>
          <a:p>
            <a:br>
              <a:rPr lang="en-GB"/>
            </a:br>
            <a:r>
              <a:rPr lang="en-GB"/>
              <a:t>For example, consider a function that calculates </a:t>
            </a:r>
            <a:r>
              <a:rPr lang="en-GB" b="1"/>
              <a:t>VAT</a:t>
            </a:r>
            <a:r>
              <a:rPr lang="en-GB"/>
              <a:t> on an item. In the UK, the VAT rate was historically </a:t>
            </a:r>
            <a:r>
              <a:rPr lang="en-GB" b="1"/>
              <a:t>17.5%</a:t>
            </a:r>
            <a:r>
              <a:rPr lang="en-GB"/>
              <a:t>, which makes a sensible default. However, since the rate may vary, it’s better to define it as a </a:t>
            </a:r>
            <a:r>
              <a:rPr lang="en-GB" b="1"/>
              <a:t>default parameter</a:t>
            </a:r>
            <a:r>
              <a:rPr lang="en-GB"/>
              <a:t> rather than hard-coding it into the function.</a:t>
            </a:r>
          </a:p>
          <a:p>
            <a:endParaRPr lang="en-GB"/>
          </a:p>
          <a:p>
            <a:r>
              <a:rPr lang="en-GB"/>
              <a:t>When using default values, remember that only parameters on the right-hand side of the argument list can have defaults. Once a parameter is given a default value, all parameters that follow must also have defaults.</a:t>
            </a:r>
          </a:p>
          <a:p>
            <a:r>
              <a:rPr lang="en-GB"/>
              <a:t>For instance: </a:t>
            </a:r>
          </a:p>
          <a:p>
            <a:pPr marL="444500"/>
            <a:r>
              <a:rPr lang="en-GB" sz="1200" kern="1200">
                <a:solidFill>
                  <a:schemeClr val="tx1"/>
                </a:solidFill>
                <a:latin typeface="+mn-lt"/>
                <a:ea typeface="+mn-ea"/>
                <a:cs typeface="+mn-cs"/>
              </a:rPr>
              <a:t>def print_vat2(</a:t>
            </a:r>
            <a:r>
              <a:rPr lang="en-GB" sz="1200" kern="1200" err="1">
                <a:solidFill>
                  <a:schemeClr val="tx1"/>
                </a:solidFill>
                <a:latin typeface="+mn-lt"/>
                <a:ea typeface="+mn-ea"/>
                <a:cs typeface="+mn-cs"/>
              </a:rPr>
              <a:t>vatpc</a:t>
            </a:r>
            <a:r>
              <a:rPr lang="en-GB" sz="1200" kern="1200">
                <a:solidFill>
                  <a:schemeClr val="tx1"/>
                </a:solidFill>
                <a:latin typeface="+mn-lt"/>
                <a:ea typeface="+mn-ea"/>
                <a:cs typeface="+mn-cs"/>
              </a:rPr>
              <a:t>=17.5, gross):  </a:t>
            </a:r>
          </a:p>
          <a:p>
            <a:r>
              <a:rPr lang="en-GB"/>
              <a:t>will cause a </a:t>
            </a:r>
            <a:r>
              <a:rPr lang="en-GB" b="1"/>
              <a:t>syntax error</a:t>
            </a:r>
            <a:r>
              <a:rPr lang="en-GB"/>
              <a:t>:</a:t>
            </a:r>
          </a:p>
          <a:p>
            <a:pPr lvl="1"/>
            <a:r>
              <a:rPr lang="en-GB" kern="1200">
                <a:solidFill>
                  <a:schemeClr val="tx1"/>
                </a:solidFill>
                <a:latin typeface="+mn-lt"/>
                <a:ea typeface="+mn-ea"/>
                <a:cs typeface="+mn-cs"/>
              </a:rPr>
              <a:t>File "functions.py", line 31</a:t>
            </a:r>
          </a:p>
          <a:p>
            <a:pPr lvl="1"/>
            <a:r>
              <a:rPr lang="en-GB" kern="1200">
                <a:solidFill>
                  <a:schemeClr val="tx1"/>
                </a:solidFill>
                <a:latin typeface="+mn-lt"/>
                <a:ea typeface="+mn-ea"/>
                <a:cs typeface="+mn-cs"/>
              </a:rPr>
              <a:t>    def print_vat2(</a:t>
            </a:r>
            <a:r>
              <a:rPr lang="en-GB" kern="1200" err="1">
                <a:solidFill>
                  <a:schemeClr val="tx1"/>
                </a:solidFill>
                <a:latin typeface="+mn-lt"/>
                <a:ea typeface="+mn-ea"/>
                <a:cs typeface="+mn-cs"/>
              </a:rPr>
              <a:t>vatpc</a:t>
            </a:r>
            <a:r>
              <a:rPr lang="en-GB" kern="1200">
                <a:solidFill>
                  <a:schemeClr val="tx1"/>
                </a:solidFill>
                <a:latin typeface="+mn-lt"/>
                <a:ea typeface="+mn-ea"/>
                <a:cs typeface="+mn-cs"/>
              </a:rPr>
              <a:t>=17.5, gross):</a:t>
            </a:r>
          </a:p>
          <a:p>
            <a:pPr lvl="1"/>
            <a:r>
              <a:rPr lang="en-GB" kern="1200" err="1">
                <a:solidFill>
                  <a:schemeClr val="tx1"/>
                </a:solidFill>
                <a:latin typeface="+mn-lt"/>
                <a:ea typeface="+mn-ea"/>
                <a:cs typeface="+mn-cs"/>
              </a:rPr>
              <a:t>SyntaxError</a:t>
            </a:r>
            <a:r>
              <a:rPr lang="en-GB" kern="1200">
                <a:solidFill>
                  <a:schemeClr val="tx1"/>
                </a:solidFill>
                <a:latin typeface="+mn-lt"/>
                <a:ea typeface="+mn-ea"/>
                <a:cs typeface="+mn-cs"/>
              </a:rPr>
              <a:t>: non-default argument follows default argument</a:t>
            </a:r>
          </a:p>
          <a:p>
            <a:endParaRPr lang="en-GB"/>
          </a:p>
          <a:p>
            <a:r>
              <a:rPr lang="en-GB"/>
              <a:t>To fix this, reverse the order or assign defaults to both parameters, for example:</a:t>
            </a:r>
          </a:p>
          <a:p>
            <a:pPr rtl="0"/>
            <a:r>
              <a:rPr lang="en-GB" sz="1200" kern="1200">
                <a:solidFill>
                  <a:schemeClr val="tx1"/>
                </a:solidFill>
                <a:latin typeface="+mn-lt"/>
                <a:ea typeface="+mn-ea"/>
                <a:cs typeface="+mn-cs"/>
              </a:rPr>
              <a:t>def print_vat2(gross, </a:t>
            </a:r>
            <a:r>
              <a:rPr lang="en-GB" sz="1200" kern="1200" err="1">
                <a:solidFill>
                  <a:schemeClr val="tx1"/>
                </a:solidFill>
                <a:latin typeface="+mn-lt"/>
                <a:ea typeface="+mn-ea"/>
                <a:cs typeface="+mn-cs"/>
              </a:rPr>
              <a:t>vatpc</a:t>
            </a:r>
            <a:r>
              <a:rPr lang="en-GB" sz="1200" kern="1200">
                <a:solidFill>
                  <a:schemeClr val="tx1"/>
                </a:solidFill>
                <a:latin typeface="+mn-lt"/>
                <a:ea typeface="+mn-ea"/>
                <a:cs typeface="+mn-cs"/>
              </a:rPr>
              <a:t>=17.5):</a:t>
            </a:r>
          </a:p>
          <a:p>
            <a:endParaRPr lang="en-US"/>
          </a:p>
        </p:txBody>
      </p:sp>
      <p:sp>
        <p:nvSpPr>
          <p:cNvPr id="3" name="Slide Image Placeholder 2"/>
          <p:cNvSpPr>
            <a:spLocks noGrp="1" noRot="1" noChangeAspect="1"/>
          </p:cNvSpPr>
          <p:nvPr>
            <p:ph type="sldImg"/>
          </p:nvPr>
        </p:nvSpPr>
        <p:spPr/>
        <p:txBody>
          <a:bodyPr/>
          <a:lstStyle/>
          <a:p>
            <a:endParaRPr lang="en-US"/>
          </a:p>
        </p:txBody>
      </p:sp>
    </p:spTree>
    <p:extLst>
      <p:ext uri="{BB962C8B-B14F-4D97-AF65-F5344CB8AC3E}">
        <p14:creationId xmlns:p14="http://schemas.microsoft.com/office/powerpoint/2010/main" val="5043423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a:ln/>
        </p:spPr>
        <p:txBody>
          <a:bodyPr/>
          <a:lstStyle/>
          <a:p>
            <a:endParaRPr lang="en-US"/>
          </a:p>
        </p:txBody>
      </p:sp>
      <p:sp>
        <p:nvSpPr>
          <p:cNvPr id="32771"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a:t>Before we look further at parameter passing, we should review the mechanisms we have seen so far.</a:t>
            </a:r>
          </a:p>
        </p:txBody>
      </p:sp>
    </p:spTree>
    <p:extLst>
      <p:ext uri="{BB962C8B-B14F-4D97-AF65-F5344CB8AC3E}">
        <p14:creationId xmlns:p14="http://schemas.microsoft.com/office/powerpoint/2010/main" val="5434935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7" name="Rectangle 2"/>
          <p:cNvSpPr>
            <a:spLocks noGrp="1" noRot="1" noChangeAspect="1" noChangeArrowheads="1" noTextEdit="1"/>
          </p:cNvSpPr>
          <p:nvPr>
            <p:ph type="sldImg"/>
          </p:nvPr>
        </p:nvSpPr>
        <p:spPr>
          <a:ln/>
        </p:spPr>
        <p:txBody>
          <a:bodyPr/>
          <a:lstStyle/>
          <a:p>
            <a:endParaRPr lang="en-US"/>
          </a:p>
        </p:txBody>
      </p:sp>
      <p:sp>
        <p:nvSpPr>
          <p:cNvPr id="3379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a:t>The example demonstrates a technique that </a:t>
            </a:r>
            <a:r>
              <a:rPr lang="en-GB" b="1"/>
              <a:t>forces the caller to specify parameters by name</a:t>
            </a:r>
            <a:r>
              <a:rPr lang="en-GB"/>
              <a:t> rather than by position. This improves readability and helps prevent errors caused by incorrect argument order.</a:t>
            </a:r>
          </a:p>
          <a:p>
            <a:endParaRPr lang="en-GB"/>
          </a:p>
          <a:p>
            <a:r>
              <a:rPr lang="en-GB"/>
              <a:t>In the example, all parameters have default values, so calling the function with no arguments is still valid.</a:t>
            </a:r>
          </a:p>
          <a:p>
            <a:endParaRPr lang="en-GB"/>
          </a:p>
          <a:p>
            <a:r>
              <a:rPr lang="en-GB"/>
              <a:t>By convention, any parameters defined </a:t>
            </a:r>
            <a:r>
              <a:rPr lang="en-GB" b="1"/>
              <a:t>after an asterisk (</a:t>
            </a:r>
            <a:r>
              <a:rPr lang="en-GB" sz="1200" b="1" kern="1200">
                <a:solidFill>
                  <a:schemeClr val="tx1"/>
                </a:solidFill>
                <a:latin typeface="+mn-lt"/>
                <a:ea typeface="+mn-ea"/>
                <a:cs typeface="+mn-cs"/>
              </a:rPr>
              <a:t>*</a:t>
            </a:r>
            <a:r>
              <a:rPr lang="en-GB" b="1"/>
              <a:t>)</a:t>
            </a:r>
            <a:r>
              <a:rPr lang="en-GB"/>
              <a:t> must be passed </a:t>
            </a:r>
            <a:r>
              <a:rPr lang="en-GB" b="1"/>
              <a:t>as keyword arguments</a:t>
            </a:r>
            <a:r>
              <a:rPr lang="en-GB"/>
              <a:t>, while those </a:t>
            </a:r>
            <a:r>
              <a:rPr lang="en-GB" b="1"/>
              <a:t>before the asterisk</a:t>
            </a:r>
            <a:r>
              <a:rPr lang="en-GB"/>
              <a:t> may still be passed </a:t>
            </a:r>
            <a:r>
              <a:rPr lang="en-GB" b="1"/>
              <a:t>positionally</a:t>
            </a:r>
            <a:r>
              <a:rPr lang="en-GB"/>
              <a:t>. This syntax is specific to Python 3.</a:t>
            </a:r>
          </a:p>
          <a:p>
            <a:endParaRPr lang="en-GB"/>
          </a:p>
        </p:txBody>
      </p:sp>
    </p:spTree>
    <p:extLst>
      <p:ext uri="{BB962C8B-B14F-4D97-AF65-F5344CB8AC3E}">
        <p14:creationId xmlns:p14="http://schemas.microsoft.com/office/powerpoint/2010/main" val="32383151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9" name="Rectangle 2"/>
          <p:cNvSpPr>
            <a:spLocks noGrp="1" noRot="1" noChangeAspect="1" noChangeArrowheads="1" noTextEdit="1"/>
          </p:cNvSpPr>
          <p:nvPr>
            <p:ph type="sldImg"/>
          </p:nvPr>
        </p:nvSpPr>
        <p:spPr>
          <a:ln/>
        </p:spPr>
        <p:txBody>
          <a:bodyPr/>
          <a:lstStyle/>
          <a:p>
            <a:endParaRPr lang="en-US"/>
          </a:p>
        </p:txBody>
      </p:sp>
      <p:sp>
        <p:nvSpPr>
          <p:cNvPr id="3175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a:t>By default, Python functions accept a </a:t>
            </a:r>
            <a:r>
              <a:rPr lang="en-GB" b="1"/>
              <a:t>fixed number of parameters</a:t>
            </a:r>
            <a:r>
              <a:rPr lang="en-GB"/>
              <a:t>. However, if the arguments are stored in a </a:t>
            </a:r>
            <a:r>
              <a:rPr lang="en-GB" b="1"/>
              <a:t>tuple or list</a:t>
            </a:r>
            <a:r>
              <a:rPr lang="en-GB"/>
              <a:t>, they can be passed into a function by </a:t>
            </a:r>
            <a:r>
              <a:rPr lang="en-GB" b="1"/>
              <a:t>unpacking</a:t>
            </a:r>
            <a:r>
              <a:rPr lang="en-GB"/>
              <a:t> them with a leading asterisk (</a:t>
            </a:r>
            <a:r>
              <a:rPr lang="en-GB" sz="1200" kern="1200">
                <a:solidFill>
                  <a:schemeClr val="tx1"/>
                </a:solidFill>
                <a:latin typeface="+mn-lt"/>
                <a:ea typeface="+mn-ea"/>
                <a:cs typeface="+mn-cs"/>
              </a:rPr>
              <a:t>*</a:t>
            </a:r>
            <a:r>
              <a:rPr lang="en-GB"/>
              <a:t>) in the function call. The container must, however, contain the </a:t>
            </a:r>
            <a:r>
              <a:rPr lang="en-GB" b="1"/>
              <a:t>exact number of elements</a:t>
            </a:r>
            <a:r>
              <a:rPr lang="en-GB"/>
              <a:t> expected by the function.</a:t>
            </a:r>
          </a:p>
          <a:p>
            <a:endParaRPr lang="en-GB"/>
          </a:p>
          <a:p>
            <a:r>
              <a:rPr lang="en-GB"/>
              <a:t>You can pass </a:t>
            </a:r>
            <a:r>
              <a:rPr lang="en-GB" b="1"/>
              <a:t>any </a:t>
            </a:r>
            <a:r>
              <a:rPr lang="en-GB" b="1" err="1"/>
              <a:t>iterable</a:t>
            </a:r>
            <a:r>
              <a:rPr lang="en-GB"/>
              <a:t> this way, typically a tuple or list, though technically even a string would work (each character would be treated as a separate argument).</a:t>
            </a:r>
          </a:p>
          <a:p>
            <a:endParaRPr lang="en-GB"/>
          </a:p>
          <a:p>
            <a:r>
              <a:rPr lang="en-GB"/>
              <a:t>Conversely, a function can be defined to </a:t>
            </a:r>
            <a:r>
              <a:rPr lang="en-GB" b="1"/>
              <a:t>collect multiple positional arguments</a:t>
            </a:r>
            <a:r>
              <a:rPr lang="en-GB"/>
              <a:t> into a single tuple using the same </a:t>
            </a:r>
            <a:r>
              <a:rPr lang="en-GB" sz="1200" kern="1200">
                <a:solidFill>
                  <a:schemeClr val="tx1"/>
                </a:solidFill>
                <a:latin typeface="+mn-lt"/>
                <a:ea typeface="+mn-ea"/>
                <a:cs typeface="+mn-cs"/>
              </a:rPr>
              <a:t>*</a:t>
            </a:r>
            <a:r>
              <a:rPr lang="en-GB"/>
              <a:t> syntax. In C/C++ terms, this is known as a </a:t>
            </a:r>
            <a:r>
              <a:rPr lang="en-GB" b="1"/>
              <a:t>variadic function</a:t>
            </a:r>
            <a:r>
              <a:rPr lang="en-GB"/>
              <a:t>, meaning it can accept a </a:t>
            </a:r>
            <a:r>
              <a:rPr lang="en-GB" b="1"/>
              <a:t>variable number of parameters</a:t>
            </a:r>
            <a:r>
              <a:rPr lang="en-GB"/>
              <a:t>. The named parameter (for example, </a:t>
            </a:r>
            <a:r>
              <a:rPr lang="en-GB" sz="1200" kern="1200">
                <a:solidFill>
                  <a:schemeClr val="tx1"/>
                </a:solidFill>
                <a:latin typeface="+mn-lt"/>
                <a:ea typeface="+mn-ea"/>
                <a:cs typeface="+mn-cs"/>
              </a:rPr>
              <a:t>*files</a:t>
            </a:r>
            <a:r>
              <a:rPr lang="en-GB"/>
              <a:t>) becomes a tuple of all received arguments. Remember that tuples are </a:t>
            </a:r>
            <a:r>
              <a:rPr lang="en-GB" b="1"/>
              <a:t>immutable</a:t>
            </a:r>
            <a:r>
              <a:rPr lang="en-GB"/>
              <a:t>, but their elements may still reference </a:t>
            </a:r>
            <a:r>
              <a:rPr lang="en-GB" b="1"/>
              <a:t>mutable objects</a:t>
            </a:r>
            <a:r>
              <a:rPr lang="en-GB"/>
              <a:t> that can be modified.</a:t>
            </a:r>
          </a:p>
        </p:txBody>
      </p:sp>
    </p:spTree>
    <p:extLst>
      <p:ext uri="{BB962C8B-B14F-4D97-AF65-F5344CB8AC3E}">
        <p14:creationId xmlns:p14="http://schemas.microsoft.com/office/powerpoint/2010/main" val="222437787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70" name="Rectangle 3"/>
          <p:cNvSpPr>
            <a:spLocks noGrp="1" noChangeArrowheads="1"/>
          </p:cNvSpPr>
          <p:nvPr>
            <p:ph type="body" idx="1"/>
          </p:nvPr>
        </p:nvSpPr>
        <p:spPr/>
        <p:txBody>
          <a:bodyPr/>
          <a:lstStyle/>
          <a:p>
            <a:r>
              <a:rPr lang="en-GB"/>
              <a:t>A function in Python can return a reference to </a:t>
            </a:r>
            <a:r>
              <a:rPr lang="en-GB" b="1"/>
              <a:t>any type of object</a:t>
            </a:r>
            <a:r>
              <a:rPr lang="en-GB"/>
              <a:t>, including a list, tuple, or dictionary.</a:t>
            </a:r>
          </a:p>
          <a:p>
            <a:endParaRPr lang="en-GB"/>
          </a:p>
          <a:p>
            <a:r>
              <a:rPr lang="en-GB"/>
              <a:t>If a function does not explicitly return a value, and the calling code attempts to use one, Python automatically returns </a:t>
            </a:r>
            <a:r>
              <a:rPr lang="en-GB" sz="1200" b="1" kern="1200">
                <a:solidFill>
                  <a:schemeClr val="tx1"/>
                </a:solidFill>
                <a:latin typeface="+mn-lt"/>
                <a:ea typeface="+mn-ea"/>
                <a:cs typeface="+mn-cs"/>
              </a:rPr>
              <a:t>None</a:t>
            </a:r>
            <a:r>
              <a:rPr lang="en-GB"/>
              <a:t>. This special built-in object represents the </a:t>
            </a:r>
            <a:r>
              <a:rPr lang="en-GB" b="1"/>
              <a:t>absence of a value</a:t>
            </a:r>
            <a:r>
              <a:rPr lang="en-GB"/>
              <a:t>. It does not mean zero, but in certain contexts it can behave similarly, for example, </a:t>
            </a:r>
            <a:r>
              <a:rPr lang="en-GB" sz="1200" b="1" kern="1200">
                <a:solidFill>
                  <a:schemeClr val="tx1"/>
                </a:solidFill>
                <a:latin typeface="+mn-lt"/>
                <a:ea typeface="+mn-ea"/>
                <a:cs typeface="+mn-cs"/>
              </a:rPr>
              <a:t>None</a:t>
            </a:r>
            <a:r>
              <a:rPr lang="en-GB" b="1"/>
              <a:t> evaluates to </a:t>
            </a:r>
            <a:r>
              <a:rPr lang="en-GB" sz="1200" b="1" kern="1200">
                <a:solidFill>
                  <a:schemeClr val="tx1"/>
                </a:solidFill>
                <a:latin typeface="+mn-lt"/>
                <a:ea typeface="+mn-ea"/>
                <a:cs typeface="+mn-cs"/>
              </a:rPr>
              <a:t>False</a:t>
            </a:r>
            <a:r>
              <a:rPr lang="en-GB"/>
              <a:t> in a Boolean expression.</a:t>
            </a:r>
          </a:p>
        </p:txBody>
      </p:sp>
      <p:sp>
        <p:nvSpPr>
          <p:cNvPr id="3" name="Slide Image Placeholder 2"/>
          <p:cNvSpPr>
            <a:spLocks noGrp="1" noRot="1" noChangeAspect="1"/>
          </p:cNvSpPr>
          <p:nvPr>
            <p:ph type="sldImg"/>
          </p:nvPr>
        </p:nvSpPr>
        <p:spPr/>
        <p:txBody>
          <a:bodyPr/>
          <a:lstStyle/>
          <a:p>
            <a:endParaRPr lang="en-US"/>
          </a:p>
        </p:txBody>
      </p:sp>
    </p:spTree>
    <p:extLst>
      <p:ext uri="{BB962C8B-B14F-4D97-AF65-F5344CB8AC3E}">
        <p14:creationId xmlns:p14="http://schemas.microsoft.com/office/powerpoint/2010/main" val="265649655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b="1"/>
              <a:t>Function annotations</a:t>
            </a:r>
            <a:r>
              <a:rPr lang="en-GB"/>
              <a:t> were introduced in </a:t>
            </a:r>
            <a:r>
              <a:rPr lang="en-GB" b="1"/>
              <a:t>Python 3</a:t>
            </a:r>
            <a:r>
              <a:rPr lang="en-GB"/>
              <a:t> to allow arbitrary </a:t>
            </a:r>
            <a:r>
              <a:rPr lang="en-GB" b="1"/>
              <a:t>metadata</a:t>
            </a:r>
            <a:r>
              <a:rPr lang="en-GB"/>
              <a:t> to be attached to function parameters and return values. They are entirely </a:t>
            </a:r>
            <a:r>
              <a:rPr lang="en-GB" b="1"/>
              <a:t>optional</a:t>
            </a:r>
            <a:r>
              <a:rPr lang="en-GB"/>
              <a:t>, but can be useful for documenting how a parameter or return value is intended to be used. An annotation can be any valid </a:t>
            </a:r>
            <a:r>
              <a:rPr lang="en-GB" b="1"/>
              <a:t>expression</a:t>
            </a:r>
            <a:r>
              <a:rPr lang="en-GB"/>
              <a:t> (for example, </a:t>
            </a:r>
            <a:r>
              <a:rPr lang="en-GB" sz="1200" kern="1200">
                <a:solidFill>
                  <a:schemeClr val="tx1"/>
                </a:solidFill>
                <a:latin typeface="+mn-lt"/>
                <a:ea typeface="+mn-ea"/>
                <a:cs typeface="+mn-cs"/>
              </a:rPr>
              <a:t>str</a:t>
            </a:r>
            <a:r>
              <a:rPr lang="en-GB"/>
              <a:t> or </a:t>
            </a:r>
            <a:r>
              <a:rPr lang="en-GB" sz="1200" kern="1200">
                <a:solidFill>
                  <a:schemeClr val="tx1"/>
                </a:solidFill>
                <a:latin typeface="+mn-lt"/>
                <a:ea typeface="+mn-ea"/>
                <a:cs typeface="+mn-cs"/>
              </a:rPr>
              <a:t>"VAR, gross, message"</a:t>
            </a:r>
            <a:r>
              <a:rPr lang="en-GB"/>
              <a:t>). These expressions are evaluated at </a:t>
            </a:r>
            <a:r>
              <a:rPr lang="en-GB" b="1"/>
              <a:t>compile time</a:t>
            </a:r>
            <a:r>
              <a:rPr lang="en-GB"/>
              <a:t> and have </a:t>
            </a:r>
            <a:r>
              <a:rPr lang="en-GB" b="1"/>
              <a:t>no effect at runtime</a:t>
            </a:r>
            <a:r>
              <a:rPr lang="en-GB"/>
              <a:t>.</a:t>
            </a:r>
          </a:p>
          <a:p>
            <a:endParaRPr lang="en-GB"/>
          </a:p>
          <a:p>
            <a:r>
              <a:rPr lang="en-GB"/>
              <a:t>Although annotations may resemble </a:t>
            </a:r>
            <a:r>
              <a:rPr lang="en-GB" b="1"/>
              <a:t>type declarations</a:t>
            </a:r>
            <a:r>
              <a:rPr lang="en-GB"/>
              <a:t> in other languages, they do </a:t>
            </a:r>
            <a:r>
              <a:rPr lang="en-GB" b="1"/>
              <a:t>not enforce type checking, </a:t>
            </a:r>
            <a:r>
              <a:rPr lang="en-GB"/>
              <a:t>Python remains a dynamically typed language.</a:t>
            </a:r>
          </a:p>
          <a:p>
            <a:r>
              <a:rPr lang="en-GB"/>
              <a:t>Python 2 did not support annotations, but similar functionality could be achieved using decorators (see </a:t>
            </a:r>
            <a:r>
              <a:rPr lang="en-GB" i="1"/>
              <a:t>PEP 318</a:t>
            </a:r>
            <a:r>
              <a:rPr lang="en-GB"/>
              <a:t>) or by embedding type hints in a function’s docstring.</a:t>
            </a:r>
          </a:p>
          <a:p>
            <a:endParaRPr lang="en-GB"/>
          </a:p>
          <a:p>
            <a:r>
              <a:rPr lang="en-GB"/>
              <a:t>Even in Python 3, annotations are largely </a:t>
            </a:r>
            <a:r>
              <a:rPr lang="en-GB" b="1"/>
              <a:t>ignored by the interpreter</a:t>
            </a:r>
            <a:r>
              <a:rPr lang="en-GB"/>
              <a:t>. Their value comes from </a:t>
            </a:r>
            <a:r>
              <a:rPr lang="en-GB" b="1"/>
              <a:t>third-party tools</a:t>
            </a:r>
            <a:r>
              <a:rPr lang="en-GB"/>
              <a:t> and libraries, for example, type checkers such as </a:t>
            </a:r>
            <a:r>
              <a:rPr lang="en-GB" b="1" err="1"/>
              <a:t>mypy</a:t>
            </a:r>
            <a:r>
              <a:rPr lang="en-GB"/>
              <a:t>, documentation generators, or frameworks that use annotations for </a:t>
            </a:r>
            <a:r>
              <a:rPr lang="en-GB" b="1"/>
              <a:t>validation</a:t>
            </a:r>
            <a:r>
              <a:rPr lang="en-GB"/>
              <a:t> or </a:t>
            </a:r>
            <a:r>
              <a:rPr lang="en-GB" b="1"/>
              <a:t>help messages</a:t>
            </a:r>
            <a:r>
              <a:rPr lang="en-GB"/>
              <a:t>. Annotations for a function can be accessed programmatically through the special attribute:</a:t>
            </a:r>
          </a:p>
          <a:p>
            <a:pPr rtl="0"/>
            <a:r>
              <a:rPr lang="en-GB" sz="1200" kern="1200">
                <a:solidFill>
                  <a:schemeClr val="tx1"/>
                </a:solidFill>
                <a:latin typeface="+mn-lt"/>
                <a:ea typeface="+mn-ea"/>
                <a:cs typeface="+mn-cs"/>
              </a:rPr>
              <a:t>	print(</a:t>
            </a:r>
            <a:r>
              <a:rPr lang="en-GB" sz="1200" kern="1200" err="1">
                <a:solidFill>
                  <a:schemeClr val="tx1"/>
                </a:solidFill>
                <a:latin typeface="+mn-lt"/>
                <a:ea typeface="+mn-ea"/>
                <a:cs typeface="+mn-cs"/>
              </a:rPr>
              <a:t>function_name.__annotations</a:t>
            </a:r>
            <a:r>
              <a:rPr lang="en-GB" sz="1200" kern="1200">
                <a:solidFill>
                  <a:schemeClr val="tx1"/>
                </a:solidFill>
                <a:latin typeface="+mn-lt"/>
                <a:ea typeface="+mn-ea"/>
                <a:cs typeface="+mn-cs"/>
              </a:rPr>
              <a:t>__)</a:t>
            </a:r>
          </a:p>
        </p:txBody>
      </p:sp>
    </p:spTree>
    <p:extLst>
      <p:ext uri="{BB962C8B-B14F-4D97-AF65-F5344CB8AC3E}">
        <p14:creationId xmlns:p14="http://schemas.microsoft.com/office/powerpoint/2010/main" val="274215608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4" name="Rectangle 3"/>
          <p:cNvSpPr>
            <a:spLocks noGrp="1" noChangeArrowheads="1"/>
          </p:cNvSpPr>
          <p:nvPr>
            <p:ph type="body" idx="1"/>
          </p:nvPr>
        </p:nvSpPr>
        <p:spPr/>
        <p:txBody>
          <a:bodyPr/>
          <a:lstStyle/>
          <a:p>
            <a:r>
              <a:rPr lang="en-GB"/>
              <a:t>In Python, the </a:t>
            </a:r>
            <a:r>
              <a:rPr lang="en-GB" b="1"/>
              <a:t>scope rules</a:t>
            </a:r>
            <a:r>
              <a:rPr lang="en-GB"/>
              <a:t> determine whether a variable is treated as </a:t>
            </a:r>
            <a:r>
              <a:rPr lang="en-GB" b="1"/>
              <a:t>local</a:t>
            </a:r>
            <a:r>
              <a:rPr lang="en-GB"/>
              <a:t> or </a:t>
            </a:r>
            <a:r>
              <a:rPr lang="en-GB" b="1"/>
              <a:t>global</a:t>
            </a:r>
            <a:r>
              <a:rPr lang="en-GB"/>
              <a:t>. If a variable is </a:t>
            </a:r>
            <a:r>
              <a:rPr lang="en-GB" b="1"/>
              <a:t>used</a:t>
            </a:r>
            <a:r>
              <a:rPr lang="en-GB"/>
              <a:t> in a function without being assigned a value, Python assumes it refers to a </a:t>
            </a:r>
            <a:r>
              <a:rPr lang="en-GB" b="1"/>
              <a:t>global variable</a:t>
            </a:r>
            <a:r>
              <a:rPr lang="en-GB"/>
              <a:t>. However, if a variable is </a:t>
            </a:r>
            <a:r>
              <a:rPr lang="en-GB" b="1"/>
              <a:t>assigned</a:t>
            </a:r>
            <a:r>
              <a:rPr lang="en-GB"/>
              <a:t> within the function, it is considered </a:t>
            </a:r>
            <a:r>
              <a:rPr lang="en-GB" b="1"/>
              <a:t>local</a:t>
            </a:r>
            <a:r>
              <a:rPr lang="en-GB"/>
              <a:t> - unless explicitly declared as </a:t>
            </a:r>
            <a:r>
              <a:rPr lang="en-GB" b="1"/>
              <a:t>global</a:t>
            </a:r>
            <a:r>
              <a:rPr lang="en-GB"/>
              <a:t>.</a:t>
            </a:r>
          </a:p>
          <a:p>
            <a:endParaRPr lang="en-GB"/>
          </a:p>
          <a:p>
            <a:r>
              <a:rPr lang="en-GB"/>
              <a:t>Variables created inside a function exist only within that function’s </a:t>
            </a:r>
            <a:r>
              <a:rPr lang="en-GB" b="1"/>
              <a:t>local scope</a:t>
            </a:r>
            <a:r>
              <a:rPr lang="en-GB"/>
              <a:t> and are discarded when the function exits. For example, two variables named </a:t>
            </a:r>
            <a:r>
              <a:rPr lang="en-GB" sz="1200" kern="1200">
                <a:solidFill>
                  <a:schemeClr val="tx1"/>
                </a:solidFill>
                <a:latin typeface="+mn-lt"/>
                <a:ea typeface="+mn-ea"/>
                <a:cs typeface="+mn-cs"/>
              </a:rPr>
              <a:t>result,</a:t>
            </a:r>
            <a:r>
              <a:rPr lang="en-GB"/>
              <a:t> one inside a function and one outside, are entirely independent. Assigning a new value to the local </a:t>
            </a:r>
            <a:r>
              <a:rPr lang="en-GB" sz="1200" kern="1200">
                <a:solidFill>
                  <a:schemeClr val="tx1"/>
                </a:solidFill>
                <a:latin typeface="+mn-lt"/>
                <a:ea typeface="+mn-ea"/>
                <a:cs typeface="+mn-cs"/>
              </a:rPr>
              <a:t>result</a:t>
            </a:r>
            <a:r>
              <a:rPr lang="en-GB"/>
              <a:t> does not affect the global one.</a:t>
            </a:r>
          </a:p>
          <a:p>
            <a:endParaRPr lang="en-GB"/>
          </a:p>
          <a:p>
            <a:r>
              <a:rPr lang="en-GB"/>
              <a:t>If you need to modify a global variable from within a function, you must declare it with the </a:t>
            </a:r>
            <a:r>
              <a:rPr lang="en-GB" sz="1200" b="1" kern="1200">
                <a:solidFill>
                  <a:schemeClr val="tx1"/>
                </a:solidFill>
                <a:latin typeface="+mn-lt"/>
                <a:ea typeface="+mn-ea"/>
                <a:cs typeface="+mn-cs"/>
              </a:rPr>
              <a:t>global</a:t>
            </a:r>
            <a:r>
              <a:rPr lang="en-GB"/>
              <a:t> keyword </a:t>
            </a:r>
            <a:r>
              <a:rPr lang="en-GB" b="1"/>
              <a:t>before</a:t>
            </a:r>
            <a:r>
              <a:rPr lang="en-GB"/>
              <a:t> using it. Although Python may allow the declaration later in the function, doing so can raise syntax warnings.</a:t>
            </a:r>
          </a:p>
          <a:p>
            <a:endParaRPr lang="en-GB"/>
          </a:p>
          <a:p>
            <a:r>
              <a:rPr lang="en-GB"/>
              <a:t>In practice, </a:t>
            </a:r>
            <a:r>
              <a:rPr lang="en-GB" b="1"/>
              <a:t>global variables should be avoided</a:t>
            </a:r>
            <a:r>
              <a:rPr lang="en-GB"/>
              <a:t> wherever possible. They can make code harder to maintain and are especially problematic in multi-threaded applications, where concurrent access can lead to unpredictable results.</a:t>
            </a:r>
          </a:p>
        </p:txBody>
      </p:sp>
      <p:sp>
        <p:nvSpPr>
          <p:cNvPr id="3" name="Slide Image Placeholder 2"/>
          <p:cNvSpPr>
            <a:spLocks noGrp="1" noRot="1" noChangeAspect="1"/>
          </p:cNvSpPr>
          <p:nvPr>
            <p:ph type="sldImg"/>
          </p:nvPr>
        </p:nvSpPr>
        <p:spPr/>
        <p:txBody>
          <a:bodyPr/>
          <a:lstStyle/>
          <a:p>
            <a:endParaRPr lang="en-US"/>
          </a:p>
        </p:txBody>
      </p:sp>
    </p:spTree>
    <p:extLst>
      <p:ext uri="{BB962C8B-B14F-4D97-AF65-F5344CB8AC3E}">
        <p14:creationId xmlns:p14="http://schemas.microsoft.com/office/powerpoint/2010/main" val="5145318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1" name="Rectangle 2"/>
          <p:cNvSpPr>
            <a:spLocks noGrp="1" noRot="1" noChangeAspect="1" noChangeArrowheads="1" noTextEdit="1"/>
          </p:cNvSpPr>
          <p:nvPr>
            <p:ph type="sldImg"/>
          </p:nvPr>
        </p:nvSpPr>
        <p:spPr>
          <a:ln/>
        </p:spPr>
        <p:txBody>
          <a:bodyPr/>
          <a:lstStyle/>
          <a:p>
            <a:endParaRPr lang="en-US"/>
          </a:p>
        </p:txBody>
      </p:sp>
      <p:sp>
        <p:nvSpPr>
          <p:cNvPr id="39942" name="Rectangle 3"/>
          <p:cNvSpPr>
            <a:spLocks noGrp="1" noChangeArrowheads="1"/>
          </p:cNvSpPr>
          <p:nvPr>
            <p:ph type="body" idx="1"/>
          </p:nvPr>
        </p:nvSpPr>
        <p:spPr>
          <a:xfrm>
            <a:off x="685800" y="4400549"/>
            <a:ext cx="5486400" cy="3991889"/>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a:t>Python’s clean syntax and dynamic typing mean there is no explicit way to declare new variables. This can sometimes cause confusion over when a new variable is created and when an existing one is reused. We have already seen how the global statement identifies a variable as belonging to the global scope.</a:t>
            </a:r>
          </a:p>
          <a:p>
            <a:r>
              <a:rPr lang="en-GB"/>
              <a:t>But what about </a:t>
            </a:r>
            <a:r>
              <a:rPr lang="en-GB" i="1"/>
              <a:t>enclosing</a:t>
            </a:r>
            <a:r>
              <a:rPr lang="en-GB"/>
              <a:t> scopes? Python is unusual in allowing local or </a:t>
            </a:r>
            <a:r>
              <a:rPr lang="en-GB" i="1"/>
              <a:t>nested</a:t>
            </a:r>
            <a:r>
              <a:rPr lang="en-GB"/>
              <a:t> functions. To indicate that a variable belongs to an enclosing scope rather than the local one, we use the nonlocal keyword.</a:t>
            </a:r>
          </a:p>
          <a:p>
            <a:endParaRPr lang="en-GB"/>
          </a:p>
          <a:p>
            <a:r>
              <a:rPr lang="en-GB"/>
              <a:t>In the example on the slide, if nonlocal were omitted, the if statement would test a variable before it was defined, since result is not declared as global (nor should it be). Declaring it as nonlocal reuses the result variable from the outer function, allowing the recursion to work correctly.</a:t>
            </a:r>
          </a:p>
          <a:p>
            <a:endParaRPr lang="en-GB"/>
          </a:p>
          <a:p>
            <a:r>
              <a:rPr lang="en-GB"/>
              <a:t>If the inner function (</a:t>
            </a:r>
            <a:r>
              <a:rPr lang="en-GB" err="1"/>
              <a:t>scope_test</a:t>
            </a:r>
            <a:r>
              <a:rPr lang="en-GB"/>
              <a:t>) is returned and later called externally, it still retains access to the nonlocal variable:</a:t>
            </a:r>
          </a:p>
          <a:p>
            <a:pPr lvl="1"/>
            <a:r>
              <a:rPr lang="en-GB"/>
              <a:t>def </a:t>
            </a:r>
            <a:r>
              <a:rPr lang="en-GB" err="1"/>
              <a:t>my_func</a:t>
            </a:r>
            <a:r>
              <a:rPr lang="en-GB"/>
              <a:t>():</a:t>
            </a:r>
          </a:p>
          <a:p>
            <a:pPr lvl="1"/>
            <a:r>
              <a:rPr lang="en-GB"/>
              <a:t>    return </a:t>
            </a:r>
            <a:r>
              <a:rPr lang="en-GB" err="1"/>
              <a:t>scope_test</a:t>
            </a:r>
            <a:endParaRPr lang="en-GB"/>
          </a:p>
          <a:p>
            <a:pPr lvl="1"/>
            <a:endParaRPr lang="en-GB"/>
          </a:p>
          <a:p>
            <a:pPr lvl="1"/>
            <a:r>
              <a:rPr lang="en-GB" err="1"/>
              <a:t>rfunc</a:t>
            </a:r>
            <a:r>
              <a:rPr lang="en-GB"/>
              <a:t> = </a:t>
            </a:r>
            <a:r>
              <a:rPr lang="en-GB" err="1"/>
              <a:t>my_func</a:t>
            </a:r>
            <a:r>
              <a:rPr lang="en-GB"/>
              <a:t>()</a:t>
            </a:r>
          </a:p>
          <a:p>
            <a:pPr lvl="1"/>
            <a:r>
              <a:rPr lang="en-GB" err="1"/>
              <a:t>rfunc</a:t>
            </a:r>
            <a:r>
              <a:rPr lang="en-GB"/>
              <a:t>()</a:t>
            </a:r>
          </a:p>
          <a:p>
            <a:r>
              <a:rPr lang="en-GB"/>
              <a:t>This behaviour is known as a </a:t>
            </a:r>
            <a:r>
              <a:rPr lang="en-GB" b="1"/>
              <a:t>closure</a:t>
            </a:r>
            <a:r>
              <a:rPr lang="en-GB"/>
              <a:t>, which in Python 2 could only be achieved using </a:t>
            </a:r>
            <a:r>
              <a:rPr lang="en-GB" err="1"/>
              <a:t>globals</a:t>
            </a:r>
            <a:r>
              <a:rPr lang="en-GB"/>
              <a:t>.</a:t>
            </a:r>
          </a:p>
        </p:txBody>
      </p:sp>
    </p:spTree>
    <p:extLst>
      <p:ext uri="{BB962C8B-B14F-4D97-AF65-F5344CB8AC3E}">
        <p14:creationId xmlns:p14="http://schemas.microsoft.com/office/powerpoint/2010/main" val="41149463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9" name="Rectangle 2"/>
          <p:cNvSpPr>
            <a:spLocks noGrp="1" noRot="1" noChangeAspect="1" noChangeArrowheads="1" noTextEdit="1"/>
          </p:cNvSpPr>
          <p:nvPr>
            <p:ph type="sldImg"/>
          </p:nvPr>
        </p:nvSpPr>
        <p:spPr>
          <a:ln/>
        </p:spPr>
        <p:txBody>
          <a:bodyPr/>
          <a:lstStyle/>
          <a:p>
            <a:endParaRPr lang="en-US"/>
          </a:p>
        </p:txBody>
      </p:sp>
      <p:sp>
        <p:nvSpPr>
          <p:cNvPr id="4199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a:t>One reason why the online help in Python is so comprehensive is because it is built-in to the language - not added as an afterthought like some we could mention.  </a:t>
            </a:r>
          </a:p>
          <a:p>
            <a:endParaRPr lang="en-GB"/>
          </a:p>
          <a:p>
            <a:r>
              <a:rPr lang="en-GB"/>
              <a:t>If we place a string at the start of a function (or a module), it is taken as documentation. Most people use a three-quoted multi-line string, but it can be any form of string.</a:t>
            </a:r>
          </a:p>
          <a:p>
            <a:endParaRPr lang="en-GB"/>
          </a:p>
          <a:p>
            <a:r>
              <a:rPr lang="en-GB"/>
              <a:t>By "start of the function" we mean that only white-space or comments are allowed between the function </a:t>
            </a:r>
            <a:r>
              <a:rPr lang="en-GB" err="1">
                <a:latin typeface="Courier New" pitchFamily="49" charset="0"/>
              </a:rPr>
              <a:t>def</a:t>
            </a:r>
            <a:r>
              <a:rPr lang="en-GB"/>
              <a:t> statement and the </a:t>
            </a:r>
            <a:r>
              <a:rPr lang="en-GB" err="1"/>
              <a:t>docstring</a:t>
            </a:r>
            <a:r>
              <a:rPr lang="en-GB"/>
              <a:t>. Alternatively, we can assign the string to a special variable called </a:t>
            </a:r>
            <a:r>
              <a:rPr lang="en-GB" b="1">
                <a:latin typeface="Courier New" pitchFamily="49" charset="0"/>
              </a:rPr>
              <a:t>__doc__</a:t>
            </a:r>
            <a:r>
              <a:rPr lang="en-GB"/>
              <a:t>.</a:t>
            </a:r>
          </a:p>
        </p:txBody>
      </p:sp>
    </p:spTree>
    <p:extLst>
      <p:ext uri="{BB962C8B-B14F-4D97-AF65-F5344CB8AC3E}">
        <p14:creationId xmlns:p14="http://schemas.microsoft.com/office/powerpoint/2010/main" val="107041485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3" name="Rectangle 2"/>
          <p:cNvSpPr>
            <a:spLocks noGrp="1" noRot="1" noChangeAspect="1" noChangeArrowheads="1" noTextEdit="1"/>
          </p:cNvSpPr>
          <p:nvPr>
            <p:ph type="sldImg"/>
          </p:nvPr>
        </p:nvSpPr>
        <p:spPr>
          <a:ln/>
        </p:spPr>
        <p:txBody>
          <a:bodyPr/>
          <a:lstStyle/>
          <a:p>
            <a:endParaRPr lang="en-US"/>
          </a:p>
        </p:txBody>
      </p:sp>
      <p:sp>
        <p:nvSpPr>
          <p:cNvPr id="4301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a:t>The term </a:t>
            </a:r>
            <a:r>
              <a:rPr lang="en-GB" i="1"/>
              <a:t>lambda</a:t>
            </a:r>
            <a:r>
              <a:rPr lang="en-GB"/>
              <a:t> originates from Lisp and can sound a little intimidating. Its Greek and mathematical flavour gives it an aura of complexity, but in Python, lambda functions are actually simple, think of </a:t>
            </a:r>
            <a:r>
              <a:rPr lang="en-GB" i="1"/>
              <a:t>lambda</a:t>
            </a:r>
            <a:r>
              <a:rPr lang="en-GB"/>
              <a:t> as meaning </a:t>
            </a:r>
            <a:r>
              <a:rPr lang="en-GB" b="1" i="1"/>
              <a:t>inline</a:t>
            </a:r>
            <a:r>
              <a:rPr lang="en-GB" i="1"/>
              <a:t> </a:t>
            </a:r>
            <a:r>
              <a:rPr lang="en-GB" b="1" i="1"/>
              <a:t>function</a:t>
            </a:r>
            <a:r>
              <a:rPr lang="en-GB"/>
              <a:t>.</a:t>
            </a:r>
          </a:p>
          <a:p>
            <a:endParaRPr lang="en-GB"/>
          </a:p>
          <a:p>
            <a:r>
              <a:rPr lang="en-GB"/>
              <a:t>Lambda functions don’t do anything that a normal </a:t>
            </a:r>
            <a:r>
              <a:rPr lang="en-GB" sz="1200" kern="1200">
                <a:solidFill>
                  <a:schemeClr val="tx1"/>
                </a:solidFill>
                <a:latin typeface="+mn-lt"/>
                <a:ea typeface="+mn-ea"/>
                <a:cs typeface="+mn-cs"/>
              </a:rPr>
              <a:t>def</a:t>
            </a:r>
            <a:r>
              <a:rPr lang="en-GB"/>
              <a:t>-defined function can’t; they’re just shorter and quicker to write. They’re ideal for small, one-line functions that don’t need a name. A lambda expression returns a reference to a function, which can be stored in a variable and used just like a regular function name.</a:t>
            </a:r>
          </a:p>
          <a:p>
            <a:endParaRPr lang="en-GB"/>
          </a:p>
          <a:p>
            <a:r>
              <a:rPr lang="en-GB"/>
              <a:t>Many Python built-ins accept a </a:t>
            </a:r>
            <a:r>
              <a:rPr lang="en-GB" i="1"/>
              <a:t>callable object</a:t>
            </a:r>
            <a:r>
              <a:rPr lang="en-GB"/>
              <a:t> as an argument. This can be a function name, a variable referencing a function, or a lambda expression written directly inline. In the example with </a:t>
            </a:r>
            <a:r>
              <a:rPr lang="en-GB" sz="1200" kern="1200">
                <a:solidFill>
                  <a:schemeClr val="tx1"/>
                </a:solidFill>
                <a:latin typeface="+mn-lt"/>
                <a:ea typeface="+mn-ea"/>
                <a:cs typeface="+mn-cs"/>
              </a:rPr>
              <a:t>map()</a:t>
            </a:r>
            <a:r>
              <a:rPr lang="en-GB"/>
              <a:t>, the lambda adds 1 to each item in the list.</a:t>
            </a:r>
          </a:p>
        </p:txBody>
      </p:sp>
    </p:spTree>
    <p:extLst>
      <p:ext uri="{BB962C8B-B14F-4D97-AF65-F5344CB8AC3E}">
        <p14:creationId xmlns:p14="http://schemas.microsoft.com/office/powerpoint/2010/main" val="384553466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7" name="Rectangle 2"/>
          <p:cNvSpPr>
            <a:spLocks noGrp="1" noRot="1" noChangeAspect="1" noChangeArrowheads="1" noTextEdit="1"/>
          </p:cNvSpPr>
          <p:nvPr>
            <p:ph type="sldImg"/>
          </p:nvPr>
        </p:nvSpPr>
        <p:spPr>
          <a:ln/>
        </p:spPr>
        <p:txBody>
          <a:bodyPr/>
          <a:lstStyle/>
          <a:p>
            <a:endParaRPr lang="en-US"/>
          </a:p>
        </p:txBody>
      </p:sp>
      <p:sp>
        <p:nvSpPr>
          <p:cNvPr id="4403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b="1"/>
              <a:t>Lambda</a:t>
            </a:r>
            <a:r>
              <a:rPr lang="en-GB"/>
              <a:t> functions are often used as </a:t>
            </a:r>
            <a:r>
              <a:rPr lang="en-GB" b="1"/>
              <a:t>arguments to built-in functions</a:t>
            </a:r>
            <a:r>
              <a:rPr lang="en-GB"/>
              <a:t>. In this example, we could have defined a separate function for the comparison, but instead we use a lambda that takes one parameter (</a:t>
            </a:r>
            <a:r>
              <a:rPr lang="en-GB" sz="1200" kern="1200">
                <a:solidFill>
                  <a:schemeClr val="tx1"/>
                </a:solidFill>
                <a:latin typeface="+mn-lt"/>
                <a:ea typeface="+mn-ea"/>
                <a:cs typeface="+mn-cs"/>
              </a:rPr>
              <a:t>c</a:t>
            </a:r>
            <a:r>
              <a:rPr lang="en-GB"/>
              <a:t>) and returns the key field in the appropriate format for comparison.</a:t>
            </a:r>
          </a:p>
        </p:txBody>
      </p:sp>
    </p:spTree>
    <p:extLst>
      <p:ext uri="{BB962C8B-B14F-4D97-AF65-F5344CB8AC3E}">
        <p14:creationId xmlns:p14="http://schemas.microsoft.com/office/powerpoint/2010/main" val="91485839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ln/>
        </p:spPr>
        <p:txBody>
          <a:bodyPr/>
          <a:lstStyle/>
          <a:p>
            <a:endParaRPr lang="en-US"/>
          </a:p>
        </p:txBody>
      </p:sp>
      <p:sp>
        <p:nvSpPr>
          <p:cNvPr id="45059"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a:t>The regular expression substitution functions </a:t>
            </a:r>
            <a:r>
              <a:rPr lang="en-GB" sz="1200" b="1" kern="1200" err="1">
                <a:solidFill>
                  <a:schemeClr val="tx1"/>
                </a:solidFill>
                <a:latin typeface="+mn-lt"/>
                <a:ea typeface="+mn-ea"/>
                <a:cs typeface="+mn-cs"/>
              </a:rPr>
              <a:t>re.sub</a:t>
            </a:r>
            <a:r>
              <a:rPr lang="en-GB" sz="1200" b="1" kern="1200">
                <a:solidFill>
                  <a:schemeClr val="tx1"/>
                </a:solidFill>
                <a:latin typeface="+mn-lt"/>
                <a:ea typeface="+mn-ea"/>
                <a:cs typeface="+mn-cs"/>
              </a:rPr>
              <a:t>()</a:t>
            </a:r>
            <a:r>
              <a:rPr lang="en-GB" b="1"/>
              <a:t> </a:t>
            </a:r>
            <a:r>
              <a:rPr lang="en-GB"/>
              <a:t>and </a:t>
            </a:r>
            <a:r>
              <a:rPr lang="en-GB" sz="1200" b="1" kern="1200" err="1">
                <a:solidFill>
                  <a:schemeClr val="tx1"/>
                </a:solidFill>
                <a:latin typeface="+mn-lt"/>
                <a:ea typeface="+mn-ea"/>
                <a:cs typeface="+mn-cs"/>
              </a:rPr>
              <a:t>re.subn</a:t>
            </a:r>
            <a:r>
              <a:rPr lang="en-GB" sz="1200" b="1" kern="1200">
                <a:solidFill>
                  <a:schemeClr val="tx1"/>
                </a:solidFill>
                <a:latin typeface="+mn-lt"/>
                <a:ea typeface="+mn-ea"/>
                <a:cs typeface="+mn-cs"/>
              </a:rPr>
              <a:t>()</a:t>
            </a:r>
            <a:r>
              <a:rPr lang="en-GB" b="1"/>
              <a:t> </a:t>
            </a:r>
            <a:r>
              <a:rPr lang="en-GB"/>
              <a:t>allow the second argument (normally a replacement string) to be a function instead. This function can be a pre-defined named function or a lambda expression.</a:t>
            </a:r>
          </a:p>
          <a:p>
            <a:endParaRPr lang="en-GB"/>
          </a:p>
          <a:p>
            <a:r>
              <a:rPr lang="en-GB"/>
              <a:t>In this example, we construct a dictionary where the keys come from a list of character ranges and the values from the NATO phonetic alphabet. It’s important that both lists are in the correct order.</a:t>
            </a:r>
          </a:p>
          <a:p>
            <a:endParaRPr lang="en-GB"/>
          </a:p>
          <a:p>
            <a:r>
              <a:rPr lang="en-GB"/>
              <a:t>The substitution pattern matches any alphanumeric character and captures it using parentheses </a:t>
            </a:r>
            <a:r>
              <a:rPr lang="en-GB" sz="1200" kern="1200">
                <a:solidFill>
                  <a:schemeClr val="tx1"/>
                </a:solidFill>
                <a:latin typeface="+mn-lt"/>
                <a:ea typeface="+mn-ea"/>
                <a:cs typeface="+mn-cs"/>
              </a:rPr>
              <a:t>(\w)</a:t>
            </a:r>
            <a:r>
              <a:rPr lang="en-GB"/>
              <a:t>. Each matched character is then used as a key to look up its corresponding value in the dictionary.</a:t>
            </a:r>
          </a:p>
          <a:p>
            <a:endParaRPr lang="en-GB"/>
          </a:p>
          <a:p>
            <a:r>
              <a:rPr lang="en-GB"/>
              <a:t>The output in this case will be:</a:t>
            </a:r>
          </a:p>
          <a:p>
            <a:pPr lvl="1"/>
            <a:r>
              <a:rPr lang="en-GB" b="1" kern="1200">
                <a:solidFill>
                  <a:schemeClr val="tx1"/>
                </a:solidFill>
                <a:latin typeface="+mn-lt"/>
                <a:ea typeface="+mn-ea"/>
                <a:cs typeface="+mn-cs"/>
              </a:rPr>
              <a:t>whisky golf zero seven </a:t>
            </a:r>
            <a:r>
              <a:rPr lang="en-GB" b="1" kern="1200" err="1">
                <a:solidFill>
                  <a:schemeClr val="tx1"/>
                </a:solidFill>
                <a:latin typeface="+mn-lt"/>
                <a:ea typeface="+mn-ea"/>
                <a:cs typeface="+mn-cs"/>
              </a:rPr>
              <a:t>oscar</a:t>
            </a:r>
            <a:r>
              <a:rPr lang="en-GB" b="1" kern="1200">
                <a:solidFill>
                  <a:schemeClr val="tx1"/>
                </a:solidFill>
                <a:latin typeface="+mn-lt"/>
                <a:ea typeface="+mn-ea"/>
                <a:cs typeface="+mn-cs"/>
              </a:rPr>
              <a:t> kilo delta</a:t>
            </a:r>
          </a:p>
        </p:txBody>
      </p:sp>
    </p:spTree>
    <p:extLst>
      <p:ext uri="{BB962C8B-B14F-4D97-AF65-F5344CB8AC3E}">
        <p14:creationId xmlns:p14="http://schemas.microsoft.com/office/powerpoint/2010/main" val="173323036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t>Answer on next page.</a:t>
            </a:r>
          </a:p>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BE1F5F-BEC2-48D5-A890-C07C79853E26}"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0402794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21B6A-FE06-2014-DDBE-0A49477EB4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713E36-3AFB-1469-4CC9-2C1FA633E8F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7E0AB70-8BA8-F479-D368-7F9C88942DF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t>Answer to question 2 on next page.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p>
          <a:p>
            <a:r>
              <a:rPr lang="en-GB"/>
              <a:t>Correct answer to previous page question:</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GB" b="1"/>
              <a:t>What will the following program print?</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b="0"/>
              <a:t>    d.  None of the above. The code contains no print statement!</a:t>
            </a:r>
          </a:p>
          <a:p>
            <a:endParaRPr lang="en-GB"/>
          </a:p>
        </p:txBody>
      </p:sp>
      <p:sp>
        <p:nvSpPr>
          <p:cNvPr id="4" name="Slide Number Placeholder 3">
            <a:extLst>
              <a:ext uri="{FF2B5EF4-FFF2-40B4-BE49-F238E27FC236}">
                <a16:creationId xmlns:a16="http://schemas.microsoft.com/office/drawing/2014/main" id="{53657C4A-AD9E-F6E1-C12A-B6B7F23038F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BE1F5F-BEC2-48D5-A890-C07C79853E26}"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2698453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53C982-8CE1-3395-1E5C-173507E4C8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4B093D-0B63-A592-C90A-2DDFECFC09B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84489F5-DAF9-02A8-CE1D-42CC15B0D2A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t>Answer to question 3 on next page.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p>
          <a:p>
            <a:r>
              <a:rPr lang="en-GB"/>
              <a:t>Correct answer to previous page question:</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startAt="2"/>
              <a:tabLst/>
              <a:defRPr/>
            </a:pPr>
            <a:r>
              <a:rPr lang="en-GB" b="1"/>
              <a:t>What will the following program print?</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b="0"/>
              <a:t>    b. </a:t>
            </a:r>
            <a:r>
              <a:rPr lang="en-GB" b="0" err="1"/>
              <a:t>NameError</a:t>
            </a:r>
            <a:r>
              <a:rPr lang="en-GB" b="0"/>
              <a:t>: name '</a:t>
            </a:r>
            <a:r>
              <a:rPr lang="en-GB" b="0" err="1"/>
              <a:t>sval</a:t>
            </a:r>
            <a:r>
              <a:rPr lang="en-GB" b="0"/>
              <a:t>' is not defined.</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b="0"/>
              <a:t>    Explanation: There is no variable within scope that has the name </a:t>
            </a:r>
            <a:r>
              <a:rPr lang="en-GB" b="0" err="1"/>
              <a:t>sval</a:t>
            </a:r>
            <a:r>
              <a:rPr lang="en-GB" b="0"/>
              <a:t>.</a:t>
            </a:r>
            <a:endParaRPr lang="en-GB"/>
          </a:p>
        </p:txBody>
      </p:sp>
      <p:sp>
        <p:nvSpPr>
          <p:cNvPr id="4" name="Slide Number Placeholder 3">
            <a:extLst>
              <a:ext uri="{FF2B5EF4-FFF2-40B4-BE49-F238E27FC236}">
                <a16:creationId xmlns:a16="http://schemas.microsoft.com/office/drawing/2014/main" id="{AF22CC66-3A21-9695-AEF1-98BE975C268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BE1F5F-BEC2-48D5-A890-C07C79853E26}"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6174657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2FA7D-7A86-941F-F391-E58764A442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0BA3F6-EAA1-A5AE-2259-EEF92555AD5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B70A853-C21C-2659-3635-932504B6EEF9}"/>
              </a:ext>
            </a:extLst>
          </p:cNvPr>
          <p:cNvSpPr>
            <a:spLocks noGrp="1"/>
          </p:cNvSpPr>
          <p:nvPr>
            <p:ph type="body" idx="1"/>
          </p:nvPr>
        </p:nvSpPr>
        <p:spPr/>
        <p:txBody>
          <a:bodyPr/>
          <a:lstStyle/>
          <a:p>
            <a:r>
              <a:rPr lang="en-GB"/>
              <a:t>Correct answer to previous page question:</a:t>
            </a:r>
          </a:p>
          <a:p>
            <a:endParaRPr lang="en-GB"/>
          </a:p>
          <a:p>
            <a:pPr marL="228600" marR="0" lvl="0" indent="-228600" algn="l" defTabSz="914400" rtl="0" eaLnBrk="1" fontAlgn="auto" latinLnBrk="0" hangingPunct="1">
              <a:lnSpc>
                <a:spcPct val="100000"/>
              </a:lnSpc>
              <a:spcBef>
                <a:spcPts val="0"/>
              </a:spcBef>
              <a:spcAft>
                <a:spcPts val="0"/>
              </a:spcAft>
              <a:buClrTx/>
              <a:buSzTx/>
              <a:buFont typeface="+mj-lt"/>
              <a:buAutoNum type="arabicPeriod" startAt="3"/>
              <a:tabLst/>
              <a:defRPr/>
            </a:pPr>
            <a:r>
              <a:rPr lang="en-GB" b="1"/>
              <a:t>What will the following program print?</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b="0"/>
              <a:t>    a. 3. </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b="0"/>
              <a:t>    Explanation: There are two variables called </a:t>
            </a:r>
            <a:r>
              <a:rPr lang="en-GB" b="0" err="1"/>
              <a:t>num</a:t>
            </a:r>
            <a:r>
              <a:rPr lang="en-GB" b="0"/>
              <a:t> but the one in the print statement's scope is initialised to 3 and is never changed.</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b="0"/>
          </a:p>
          <a:p>
            <a:pPr marL="228600" marR="0" lvl="0" indent="-228600" algn="l" defTabSz="914400" rtl="0" eaLnBrk="1" fontAlgn="auto" latinLnBrk="0" hangingPunct="1">
              <a:lnSpc>
                <a:spcPct val="100000"/>
              </a:lnSpc>
              <a:spcBef>
                <a:spcPts val="0"/>
              </a:spcBef>
              <a:spcAft>
                <a:spcPts val="0"/>
              </a:spcAft>
              <a:buClrTx/>
              <a:buSzTx/>
              <a:buFont typeface="+mj-lt"/>
              <a:buAutoNum type="arabicPeriod" startAt="4"/>
              <a:tabLst/>
              <a:defRPr/>
            </a:pPr>
            <a:r>
              <a:rPr lang="en-GB" b="1"/>
              <a:t>What will the following program print?</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b="0"/>
              <a:t>    b. </a:t>
            </a:r>
            <a:r>
              <a:rPr lang="en-GB" sz="1200" kern="1200">
                <a:solidFill>
                  <a:schemeClr val="tx1"/>
                </a:solidFill>
                <a:effectLst/>
                <a:latin typeface="+mn-lt"/>
                <a:ea typeface="+mn-ea"/>
                <a:cs typeface="+mn-cs"/>
              </a:rPr>
              <a:t>The chosen pet is Lassie</a:t>
            </a:r>
            <a:r>
              <a:rPr lang="en-GB" b="0"/>
              <a:t>. </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b="0"/>
              <a:t>    Explanation: </a:t>
            </a:r>
            <a:r>
              <a:rPr lang="en-GB" b="0" err="1"/>
              <a:t>My_function</a:t>
            </a:r>
            <a:r>
              <a:rPr lang="en-GB" b="0"/>
              <a:t> is variadic and the pets parameter will soak up all the values that trail the first one (</a:t>
            </a:r>
            <a:r>
              <a:rPr lang="en-GB" b="0" i="1" err="1"/>
              <a:t>pos</a:t>
            </a:r>
            <a:r>
              <a:rPr lang="en-GB" b="0"/>
              <a:t> which will be given the 2). Consequently, it will contain a tuple of 3 strings (dog names) and since </a:t>
            </a:r>
            <a:r>
              <a:rPr lang="en-GB" b="0" err="1"/>
              <a:t>pos</a:t>
            </a:r>
            <a:r>
              <a:rPr lang="en-GB" b="0"/>
              <a:t> contains a 2 the third element in the collection ("Lassie") will be concatenated onto the end of "The chosen pet is " and the resultant string printed.</a:t>
            </a:r>
            <a:endParaRPr lang="en-GB"/>
          </a:p>
        </p:txBody>
      </p:sp>
      <p:sp>
        <p:nvSpPr>
          <p:cNvPr id="4" name="Slide Number Placeholder 3">
            <a:extLst>
              <a:ext uri="{FF2B5EF4-FFF2-40B4-BE49-F238E27FC236}">
                <a16:creationId xmlns:a16="http://schemas.microsoft.com/office/drawing/2014/main" id="{3372552C-58CE-E5A2-D965-4623CCBFBA9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BE1F5F-BEC2-48D5-A890-C07C79853E26}"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4409204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349632388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png"/><Relationship Id="rId1" Type="http://schemas.openxmlformats.org/officeDocument/2006/relationships/slideMaster" Target="../slideMasters/slideMaster1.xml"/><Relationship Id="rId4" Type="http://schemas.openxmlformats.org/officeDocument/2006/relationships/image" Target="../media/image16.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8.emf"/><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Master" Target="../slideMasters/slideMaster2.xml"/><Relationship Id="rId6" Type="http://schemas.openxmlformats.org/officeDocument/2006/relationships/image" Target="../media/image21.emf"/><Relationship Id="rId5" Type="http://schemas.openxmlformats.org/officeDocument/2006/relationships/image" Target="../media/image20.emf"/><Relationship Id="rId4" Type="http://schemas.openxmlformats.org/officeDocument/2006/relationships/image" Target="../media/image19.emf"/></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4.emf"/><Relationship Id="rId7" Type="http://schemas.openxmlformats.org/officeDocument/2006/relationships/image" Target="../media/image22.png"/><Relationship Id="rId2" Type="http://schemas.openxmlformats.org/officeDocument/2006/relationships/image" Target="../media/image23.png"/><Relationship Id="rId1" Type="http://schemas.openxmlformats.org/officeDocument/2006/relationships/slideMaster" Target="../slideMasters/slideMaster2.xml"/><Relationship Id="rId6" Type="http://schemas.openxmlformats.org/officeDocument/2006/relationships/image" Target="../media/image21.emf"/><Relationship Id="rId5" Type="http://schemas.openxmlformats.org/officeDocument/2006/relationships/image" Target="../media/image20.emf"/><Relationship Id="rId4" Type="http://schemas.openxmlformats.org/officeDocument/2006/relationships/image" Target="../media/image19.emf"/></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3.png"/><Relationship Id="rId1" Type="http://schemas.openxmlformats.org/officeDocument/2006/relationships/slideMaster" Target="../slideMasters/slideMaster2.xml"/><Relationship Id="rId4" Type="http://schemas.openxmlformats.org/officeDocument/2006/relationships/image" Target="../media/image2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6.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8.emf"/><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9.png"/><Relationship Id="rId1" Type="http://schemas.openxmlformats.org/officeDocument/2006/relationships/slideMaster" Target="../slideMasters/slideMaster3.xml"/><Relationship Id="rId5" Type="http://schemas.openxmlformats.org/officeDocument/2006/relationships/image" Target="../media/image22.png"/><Relationship Id="rId4" Type="http://schemas.openxmlformats.org/officeDocument/2006/relationships/image" Target="../media/image31.emf"/></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2.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3.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4.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3.emf"/></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6.emf"/><Relationship Id="rId7" Type="http://schemas.openxmlformats.org/officeDocument/2006/relationships/image" Target="../media/image22.png"/><Relationship Id="rId2" Type="http://schemas.openxmlformats.org/officeDocument/2006/relationships/image" Target="../media/image35.png"/><Relationship Id="rId1" Type="http://schemas.openxmlformats.org/officeDocument/2006/relationships/slideMaster" Target="../slideMasters/slideMaster4.xml"/><Relationship Id="rId6" Type="http://schemas.openxmlformats.org/officeDocument/2006/relationships/image" Target="../media/image21.emf"/><Relationship Id="rId5" Type="http://schemas.openxmlformats.org/officeDocument/2006/relationships/image" Target="../media/image20.emf"/><Relationship Id="rId4" Type="http://schemas.openxmlformats.org/officeDocument/2006/relationships/image" Target="../media/image19.emf"/></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7.emf"/><Relationship Id="rId7" Type="http://schemas.openxmlformats.org/officeDocument/2006/relationships/image" Target="../media/image22.png"/><Relationship Id="rId2" Type="http://schemas.openxmlformats.org/officeDocument/2006/relationships/image" Target="../media/image23.png"/><Relationship Id="rId1" Type="http://schemas.openxmlformats.org/officeDocument/2006/relationships/slideMaster" Target="../slideMasters/slideMaster4.xml"/><Relationship Id="rId6" Type="http://schemas.openxmlformats.org/officeDocument/2006/relationships/image" Target="../media/image21.emf"/><Relationship Id="rId5" Type="http://schemas.openxmlformats.org/officeDocument/2006/relationships/image" Target="../media/image20.emf"/><Relationship Id="rId4" Type="http://schemas.openxmlformats.org/officeDocument/2006/relationships/image" Target="../media/image19.emf"/></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3.png"/><Relationship Id="rId1" Type="http://schemas.openxmlformats.org/officeDocument/2006/relationships/slideMaster" Target="../slideMasters/slideMaster4.xml"/><Relationship Id="rId4" Type="http://schemas.openxmlformats.org/officeDocument/2006/relationships/image" Target="../media/image22.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8.png"/><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8.emf"/><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image" Target="../media/image39.png"/><Relationship Id="rId1" Type="http://schemas.openxmlformats.org/officeDocument/2006/relationships/slideMaster" Target="../slideMasters/slideMaster5.xml"/><Relationship Id="rId5" Type="http://schemas.openxmlformats.org/officeDocument/2006/relationships/image" Target="../media/image22.png"/><Relationship Id="rId4" Type="http://schemas.openxmlformats.org/officeDocument/2006/relationships/image" Target="../media/image41.emf"/></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42.png"/><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43.png"/><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44.png"/><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45.png"/><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png"/><Relationship Id="rId1" Type="http://schemas.openxmlformats.org/officeDocument/2006/relationships/slideMaster" Target="../slideMasters/slideMaster5.xml"/><Relationship Id="rId4" Type="http://schemas.openxmlformats.org/officeDocument/2006/relationships/image" Target="../media/image3.emf"/></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46.png"/><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8.emf"/><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47.png"/><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lu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5900B100-2687-1806-91A0-1745BAAE233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3"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14743549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Yello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C85F22E-218E-4306-C170-579CCBF0BB8A}"/>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9493104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Red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6217865-0F45-7305-80EA-583FC42047A2}"/>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40913584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Purpl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0B8D50-2C63-2F2E-599F-E921BF1F757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8036588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Orang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BC7FB40-8E4C-9F3C-39E4-77F63BEB70F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9018254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Green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4CAA40E-1785-77D1-B497-23C4B7D0F1D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26926348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B/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3CB853B-6666-2B54-6421-F982E0932E7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1"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a:p>
        </p:txBody>
      </p:sp>
      <p:pic>
        <p:nvPicPr>
          <p:cNvPr id="5" name="Picture 4">
            <a:extLst>
              <a:ext uri="{FF2B5EF4-FFF2-40B4-BE49-F238E27FC236}">
                <a16:creationId xmlns:a16="http://schemas.microsoft.com/office/drawing/2014/main" id="{D526B79A-062B-09A4-399F-9A4F4ABCAA8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7"/>
            <a:ext cx="1972082" cy="650979"/>
          </a:xfrm>
          <a:prstGeom prst="rect">
            <a:avLst/>
          </a:prstGeom>
        </p:spPr>
      </p:pic>
    </p:spTree>
    <p:extLst>
      <p:ext uri="{BB962C8B-B14F-4D97-AF65-F5344CB8AC3E}">
        <p14:creationId xmlns:p14="http://schemas.microsoft.com/office/powerpoint/2010/main" val="14185349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urple_profi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3385113-3810-55CC-DB27-AD5BC390FBD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1" y="1004292"/>
            <a:ext cx="8644107" cy="1287621"/>
          </a:xfrm>
          <a:prstGeom prst="rect">
            <a:avLst/>
          </a:prstGeom>
        </p:spPr>
      </p:pic>
      <p:sp>
        <p:nvSpPr>
          <p:cNvPr id="10" name="Title 1">
            <a:extLst>
              <a:ext uri="{FF2B5EF4-FFF2-40B4-BE49-F238E27FC236}">
                <a16:creationId xmlns:a16="http://schemas.microsoft.com/office/drawing/2014/main" id="{C389C0BE-4DCC-E9AD-17C1-AD749CACE2F7}"/>
              </a:ext>
            </a:extLst>
          </p:cNvPr>
          <p:cNvSpPr>
            <a:spLocks noGrp="1"/>
          </p:cNvSpPr>
          <p:nvPr>
            <p:ph type="ctrTitle" hasCustomPrompt="1"/>
          </p:nvPr>
        </p:nvSpPr>
        <p:spPr>
          <a:xfrm>
            <a:off x="989555" y="1218612"/>
            <a:ext cx="7011445"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r>
              <a:rPr lang="en-GB"/>
              <a:t>Instructor Name</a:t>
            </a:r>
          </a:p>
        </p:txBody>
      </p:sp>
      <p:sp>
        <p:nvSpPr>
          <p:cNvPr id="15" name="Text Placeholder 6">
            <a:extLst>
              <a:ext uri="{FF2B5EF4-FFF2-40B4-BE49-F238E27FC236}">
                <a16:creationId xmlns:a16="http://schemas.microsoft.com/office/drawing/2014/main" id="{8B631D41-CF16-4587-EE5A-FF7C83B8504A}"/>
              </a:ext>
            </a:extLst>
          </p:cNvPr>
          <p:cNvSpPr>
            <a:spLocks noGrp="1"/>
          </p:cNvSpPr>
          <p:nvPr>
            <p:ph type="body" sz="quarter" idx="16" hasCustomPrompt="1"/>
          </p:nvPr>
        </p:nvSpPr>
        <p:spPr>
          <a:xfrm>
            <a:off x="989556" y="2479805"/>
            <a:ext cx="7011444" cy="613776"/>
          </a:xfrm>
          <a:prstGeom prst="rect">
            <a:avLst/>
          </a:prstGeom>
        </p:spPr>
        <p:txBody>
          <a:bodyPr anchor="ctr">
            <a:noAutofit/>
          </a:bodyPr>
          <a:lstStyle>
            <a:lvl1pPr marL="0" indent="0">
              <a:lnSpc>
                <a:spcPct val="100000"/>
              </a:lnSpc>
              <a:buNone/>
              <a:defRPr sz="2400" i="1"/>
            </a:lvl1pPr>
          </a:lstStyle>
          <a:p>
            <a:pPr lvl="0"/>
            <a:r>
              <a:rPr lang="en-US"/>
              <a:t>Title or experience here</a:t>
            </a:r>
          </a:p>
        </p:txBody>
      </p:sp>
      <p:pic>
        <p:nvPicPr>
          <p:cNvPr id="16" name="Picture 15">
            <a:extLst>
              <a:ext uri="{FF2B5EF4-FFF2-40B4-BE49-F238E27FC236}">
                <a16:creationId xmlns:a16="http://schemas.microsoft.com/office/drawing/2014/main" id="{D9CDE3A9-8F99-392E-14C8-A4948C568DCB}"/>
              </a:ext>
            </a:extLst>
          </p:cNvPr>
          <p:cNvPicPr>
            <a:picLocks noChangeAspect="1"/>
          </p:cNvPicPr>
          <p:nvPr userDrawn="1"/>
        </p:nvPicPr>
        <p:blipFill>
          <a:blip r:embed="rId4"/>
          <a:stretch>
            <a:fillRect/>
          </a:stretch>
        </p:blipFill>
        <p:spPr>
          <a:xfrm>
            <a:off x="1069582" y="3415759"/>
            <a:ext cx="396000" cy="396000"/>
          </a:xfrm>
          <a:prstGeom prst="rect">
            <a:avLst/>
          </a:prstGeom>
        </p:spPr>
      </p:pic>
      <p:sp>
        <p:nvSpPr>
          <p:cNvPr id="7" name="Text Placeholder 6">
            <a:extLst>
              <a:ext uri="{FF2B5EF4-FFF2-40B4-BE49-F238E27FC236}">
                <a16:creationId xmlns:a16="http://schemas.microsoft.com/office/drawing/2014/main" id="{B9D4ED24-762D-EF61-C554-5532DF788FC9}"/>
              </a:ext>
            </a:extLst>
          </p:cNvPr>
          <p:cNvSpPr>
            <a:spLocks noGrp="1"/>
          </p:cNvSpPr>
          <p:nvPr>
            <p:ph type="body" sz="quarter" idx="13" hasCustomPrompt="1"/>
          </p:nvPr>
        </p:nvSpPr>
        <p:spPr>
          <a:xfrm>
            <a:off x="1578280" y="3306871"/>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lvl="0"/>
            <a:r>
              <a:rPr lang="en-US"/>
              <a:t>Information/profile here</a:t>
            </a:r>
          </a:p>
        </p:txBody>
      </p:sp>
      <p:pic>
        <p:nvPicPr>
          <p:cNvPr id="17" name="Picture 16">
            <a:extLst>
              <a:ext uri="{FF2B5EF4-FFF2-40B4-BE49-F238E27FC236}">
                <a16:creationId xmlns:a16="http://schemas.microsoft.com/office/drawing/2014/main" id="{37B67202-B9C0-D0F4-0C69-ADF372BC45A2}"/>
              </a:ext>
            </a:extLst>
          </p:cNvPr>
          <p:cNvPicPr>
            <a:picLocks noChangeAspect="1"/>
          </p:cNvPicPr>
          <p:nvPr userDrawn="1"/>
        </p:nvPicPr>
        <p:blipFill>
          <a:blip r:embed="rId5"/>
          <a:stretch>
            <a:fillRect/>
          </a:stretch>
        </p:blipFill>
        <p:spPr>
          <a:xfrm>
            <a:off x="1069582" y="4104690"/>
            <a:ext cx="396000" cy="396000"/>
          </a:xfrm>
          <a:prstGeom prst="rect">
            <a:avLst/>
          </a:prstGeom>
        </p:spPr>
      </p:pic>
      <p:sp>
        <p:nvSpPr>
          <p:cNvPr id="12" name="Text Placeholder 6">
            <a:extLst>
              <a:ext uri="{FF2B5EF4-FFF2-40B4-BE49-F238E27FC236}">
                <a16:creationId xmlns:a16="http://schemas.microsoft.com/office/drawing/2014/main" id="{745B8894-94B7-BA63-DFF3-E0A4A6036B8C}"/>
              </a:ext>
            </a:extLst>
          </p:cNvPr>
          <p:cNvSpPr>
            <a:spLocks noGrp="1"/>
          </p:cNvSpPr>
          <p:nvPr>
            <p:ph type="body" sz="quarter" idx="14" hasCustomPrompt="1"/>
          </p:nvPr>
        </p:nvSpPr>
        <p:spPr>
          <a:xfrm>
            <a:off x="1578280" y="3995802"/>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Information/profile here</a:t>
            </a:r>
          </a:p>
        </p:txBody>
      </p:sp>
      <p:pic>
        <p:nvPicPr>
          <p:cNvPr id="18" name="Picture 17">
            <a:extLst>
              <a:ext uri="{FF2B5EF4-FFF2-40B4-BE49-F238E27FC236}">
                <a16:creationId xmlns:a16="http://schemas.microsoft.com/office/drawing/2014/main" id="{699CBCC6-1C6C-CEEA-BFC1-9863B0ACD486}"/>
              </a:ext>
            </a:extLst>
          </p:cNvPr>
          <p:cNvPicPr>
            <a:picLocks noChangeAspect="1"/>
          </p:cNvPicPr>
          <p:nvPr userDrawn="1"/>
        </p:nvPicPr>
        <p:blipFill>
          <a:blip r:embed="rId6"/>
          <a:stretch>
            <a:fillRect/>
          </a:stretch>
        </p:blipFill>
        <p:spPr>
          <a:xfrm>
            <a:off x="1069582" y="4793969"/>
            <a:ext cx="396000" cy="396000"/>
          </a:xfrm>
          <a:prstGeom prst="rect">
            <a:avLst/>
          </a:prstGeom>
        </p:spPr>
      </p:pic>
      <p:sp>
        <p:nvSpPr>
          <p:cNvPr id="14" name="Text Placeholder 6">
            <a:extLst>
              <a:ext uri="{FF2B5EF4-FFF2-40B4-BE49-F238E27FC236}">
                <a16:creationId xmlns:a16="http://schemas.microsoft.com/office/drawing/2014/main" id="{E7AF134F-3754-D28E-D2D1-25D9830F34DE}"/>
              </a:ext>
            </a:extLst>
          </p:cNvPr>
          <p:cNvSpPr>
            <a:spLocks noGrp="1"/>
          </p:cNvSpPr>
          <p:nvPr>
            <p:ph type="body" sz="quarter" idx="15" hasCustomPrompt="1"/>
          </p:nvPr>
        </p:nvSpPr>
        <p:spPr>
          <a:xfrm>
            <a:off x="1578280" y="4685081"/>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Information/profile here</a:t>
            </a:r>
          </a:p>
        </p:txBody>
      </p:sp>
      <p:pic>
        <p:nvPicPr>
          <p:cNvPr id="4" name="Picture 3">
            <a:extLst>
              <a:ext uri="{FF2B5EF4-FFF2-40B4-BE49-F238E27FC236}">
                <a16:creationId xmlns:a16="http://schemas.microsoft.com/office/drawing/2014/main" id="{CA47DF80-8493-E8A2-DECD-7B7B5B8DA2BE}"/>
              </a:ext>
              <a:ext uri="{C183D7F6-B498-43B3-948B-1728B52AA6E4}">
                <adec:decorative xmlns:adec="http://schemas.microsoft.com/office/drawing/2017/decorative" val="1"/>
              </a:ext>
            </a:extLst>
          </p:cNvPr>
          <p:cNvPicPr>
            <a:picLocks noChangeAspect="1"/>
          </p:cNvPicPr>
          <p:nvPr userDrawn="1"/>
        </p:nvPicPr>
        <p:blipFill>
          <a:blip r:embed="rId7">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4986428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Purple_profile_pictu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C9916CD-90A1-FF43-E1B8-B3ABF230DF8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999485"/>
            <a:ext cx="6648345" cy="1297237"/>
          </a:xfrm>
          <a:prstGeom prst="rect">
            <a:avLst/>
          </a:prstGeom>
        </p:spPr>
      </p:pic>
      <p:sp>
        <p:nvSpPr>
          <p:cNvPr id="10" name="Title 1">
            <a:extLst>
              <a:ext uri="{FF2B5EF4-FFF2-40B4-BE49-F238E27FC236}">
                <a16:creationId xmlns:a16="http://schemas.microsoft.com/office/drawing/2014/main" id="{C389C0BE-4DCC-E9AD-17C1-AD749CACE2F7}"/>
              </a:ext>
            </a:extLst>
          </p:cNvPr>
          <p:cNvSpPr>
            <a:spLocks noGrp="1"/>
          </p:cNvSpPr>
          <p:nvPr>
            <p:ph type="ctrTitle" hasCustomPrompt="1"/>
          </p:nvPr>
        </p:nvSpPr>
        <p:spPr>
          <a:xfrm>
            <a:off x="402180" y="1218612"/>
            <a:ext cx="5693819"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r>
              <a:rPr lang="en-GB"/>
              <a:t>Instructor Name</a:t>
            </a:r>
          </a:p>
        </p:txBody>
      </p:sp>
      <p:sp>
        <p:nvSpPr>
          <p:cNvPr id="15" name="Text Placeholder 6">
            <a:extLst>
              <a:ext uri="{FF2B5EF4-FFF2-40B4-BE49-F238E27FC236}">
                <a16:creationId xmlns:a16="http://schemas.microsoft.com/office/drawing/2014/main" id="{8B631D41-CF16-4587-EE5A-FF7C83B8504A}"/>
              </a:ext>
            </a:extLst>
          </p:cNvPr>
          <p:cNvSpPr>
            <a:spLocks noGrp="1"/>
          </p:cNvSpPr>
          <p:nvPr>
            <p:ph type="body" sz="quarter" idx="16" hasCustomPrompt="1"/>
          </p:nvPr>
        </p:nvSpPr>
        <p:spPr>
          <a:xfrm>
            <a:off x="402181" y="2479805"/>
            <a:ext cx="5693817" cy="613776"/>
          </a:xfrm>
          <a:prstGeom prst="rect">
            <a:avLst/>
          </a:prstGeom>
        </p:spPr>
        <p:txBody>
          <a:bodyPr anchor="ctr">
            <a:noAutofit/>
          </a:bodyPr>
          <a:lstStyle>
            <a:lvl1pPr marL="0" indent="0">
              <a:lnSpc>
                <a:spcPct val="100000"/>
              </a:lnSpc>
              <a:buNone/>
              <a:defRPr sz="2400" i="1"/>
            </a:lvl1pPr>
          </a:lstStyle>
          <a:p>
            <a:pPr lvl="0"/>
            <a:r>
              <a:rPr lang="en-US"/>
              <a:t>Title or experience here</a:t>
            </a:r>
          </a:p>
        </p:txBody>
      </p:sp>
      <p:pic>
        <p:nvPicPr>
          <p:cNvPr id="16" name="Picture 15">
            <a:extLst>
              <a:ext uri="{FF2B5EF4-FFF2-40B4-BE49-F238E27FC236}">
                <a16:creationId xmlns:a16="http://schemas.microsoft.com/office/drawing/2014/main" id="{D9CDE3A9-8F99-392E-14C8-A4948C568DCB}"/>
              </a:ext>
            </a:extLst>
          </p:cNvPr>
          <p:cNvPicPr>
            <a:picLocks noChangeAspect="1"/>
          </p:cNvPicPr>
          <p:nvPr userDrawn="1"/>
        </p:nvPicPr>
        <p:blipFill>
          <a:blip r:embed="rId4"/>
          <a:stretch>
            <a:fillRect/>
          </a:stretch>
        </p:blipFill>
        <p:spPr>
          <a:xfrm>
            <a:off x="482207" y="3415759"/>
            <a:ext cx="396000" cy="396000"/>
          </a:xfrm>
          <a:prstGeom prst="rect">
            <a:avLst/>
          </a:prstGeom>
        </p:spPr>
      </p:pic>
      <p:sp>
        <p:nvSpPr>
          <p:cNvPr id="7" name="Text Placeholder 6">
            <a:extLst>
              <a:ext uri="{FF2B5EF4-FFF2-40B4-BE49-F238E27FC236}">
                <a16:creationId xmlns:a16="http://schemas.microsoft.com/office/drawing/2014/main" id="{B9D4ED24-762D-EF61-C554-5532DF788FC9}"/>
              </a:ext>
            </a:extLst>
          </p:cNvPr>
          <p:cNvSpPr>
            <a:spLocks noGrp="1"/>
          </p:cNvSpPr>
          <p:nvPr>
            <p:ph type="body" sz="quarter" idx="13" hasCustomPrompt="1"/>
          </p:nvPr>
        </p:nvSpPr>
        <p:spPr>
          <a:xfrm>
            <a:off x="990905" y="3306871"/>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lvl="0"/>
            <a:r>
              <a:rPr lang="en-US"/>
              <a:t>Information/profile here</a:t>
            </a:r>
          </a:p>
        </p:txBody>
      </p:sp>
      <p:pic>
        <p:nvPicPr>
          <p:cNvPr id="17" name="Picture 16">
            <a:extLst>
              <a:ext uri="{FF2B5EF4-FFF2-40B4-BE49-F238E27FC236}">
                <a16:creationId xmlns:a16="http://schemas.microsoft.com/office/drawing/2014/main" id="{37B67202-B9C0-D0F4-0C69-ADF372BC45A2}"/>
              </a:ext>
            </a:extLst>
          </p:cNvPr>
          <p:cNvPicPr>
            <a:picLocks noChangeAspect="1"/>
          </p:cNvPicPr>
          <p:nvPr userDrawn="1"/>
        </p:nvPicPr>
        <p:blipFill>
          <a:blip r:embed="rId5"/>
          <a:stretch>
            <a:fillRect/>
          </a:stretch>
        </p:blipFill>
        <p:spPr>
          <a:xfrm>
            <a:off x="482207" y="4104690"/>
            <a:ext cx="396000" cy="396000"/>
          </a:xfrm>
          <a:prstGeom prst="rect">
            <a:avLst/>
          </a:prstGeom>
        </p:spPr>
      </p:pic>
      <p:sp>
        <p:nvSpPr>
          <p:cNvPr id="12" name="Text Placeholder 6">
            <a:extLst>
              <a:ext uri="{FF2B5EF4-FFF2-40B4-BE49-F238E27FC236}">
                <a16:creationId xmlns:a16="http://schemas.microsoft.com/office/drawing/2014/main" id="{745B8894-94B7-BA63-DFF3-E0A4A6036B8C}"/>
              </a:ext>
            </a:extLst>
          </p:cNvPr>
          <p:cNvSpPr>
            <a:spLocks noGrp="1"/>
          </p:cNvSpPr>
          <p:nvPr>
            <p:ph type="body" sz="quarter" idx="14" hasCustomPrompt="1"/>
          </p:nvPr>
        </p:nvSpPr>
        <p:spPr>
          <a:xfrm>
            <a:off x="990905" y="3995802"/>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Information/profile here</a:t>
            </a:r>
          </a:p>
        </p:txBody>
      </p:sp>
      <p:pic>
        <p:nvPicPr>
          <p:cNvPr id="18" name="Picture 17">
            <a:extLst>
              <a:ext uri="{FF2B5EF4-FFF2-40B4-BE49-F238E27FC236}">
                <a16:creationId xmlns:a16="http://schemas.microsoft.com/office/drawing/2014/main" id="{699CBCC6-1C6C-CEEA-BFC1-9863B0ACD486}"/>
              </a:ext>
            </a:extLst>
          </p:cNvPr>
          <p:cNvPicPr>
            <a:picLocks noChangeAspect="1"/>
          </p:cNvPicPr>
          <p:nvPr userDrawn="1"/>
        </p:nvPicPr>
        <p:blipFill>
          <a:blip r:embed="rId6"/>
          <a:stretch>
            <a:fillRect/>
          </a:stretch>
        </p:blipFill>
        <p:spPr>
          <a:xfrm>
            <a:off x="482207" y="4793969"/>
            <a:ext cx="396000" cy="396000"/>
          </a:xfrm>
          <a:prstGeom prst="rect">
            <a:avLst/>
          </a:prstGeom>
        </p:spPr>
      </p:pic>
      <p:sp>
        <p:nvSpPr>
          <p:cNvPr id="14" name="Text Placeholder 6">
            <a:extLst>
              <a:ext uri="{FF2B5EF4-FFF2-40B4-BE49-F238E27FC236}">
                <a16:creationId xmlns:a16="http://schemas.microsoft.com/office/drawing/2014/main" id="{E7AF134F-3754-D28E-D2D1-25D9830F34DE}"/>
              </a:ext>
            </a:extLst>
          </p:cNvPr>
          <p:cNvSpPr>
            <a:spLocks noGrp="1"/>
          </p:cNvSpPr>
          <p:nvPr>
            <p:ph type="body" sz="quarter" idx="15" hasCustomPrompt="1"/>
          </p:nvPr>
        </p:nvSpPr>
        <p:spPr>
          <a:xfrm>
            <a:off x="990905" y="4685081"/>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Information/profile here</a:t>
            </a:r>
          </a:p>
        </p:txBody>
      </p:sp>
      <p:sp>
        <p:nvSpPr>
          <p:cNvPr id="5" name="Content Placeholder 5">
            <a:extLst>
              <a:ext uri="{FF2B5EF4-FFF2-40B4-BE49-F238E27FC236}">
                <a16:creationId xmlns:a16="http://schemas.microsoft.com/office/drawing/2014/main" id="{862ED008-750F-5C6C-9BEB-B739BD330E65}"/>
              </a:ext>
            </a:extLst>
          </p:cNvPr>
          <p:cNvSpPr>
            <a:spLocks noGrp="1"/>
          </p:cNvSpPr>
          <p:nvPr>
            <p:ph sz="quarter" idx="4"/>
          </p:nvPr>
        </p:nvSpPr>
        <p:spPr>
          <a:xfrm>
            <a:off x="7306848" y="0"/>
            <a:ext cx="4885151" cy="6858000"/>
          </a:xfrm>
          <a:prstGeom prst="rect">
            <a:avLst/>
          </a:prstGeom>
        </p:spPr>
        <p:txBody>
          <a:bodyPr/>
          <a:lstStyle>
            <a:lvl1pPr>
              <a:defRPr>
                <a:noFill/>
              </a:defRPr>
            </a:lvl1pPr>
          </a:lstStyle>
          <a:p>
            <a:pPr lvl="0"/>
            <a:endParaRPr lang="en-US"/>
          </a:p>
        </p:txBody>
      </p:sp>
      <p:pic>
        <p:nvPicPr>
          <p:cNvPr id="4" name="Picture 3">
            <a:extLst>
              <a:ext uri="{FF2B5EF4-FFF2-40B4-BE49-F238E27FC236}">
                <a16:creationId xmlns:a16="http://schemas.microsoft.com/office/drawing/2014/main" id="{999CFEEC-4B7F-7022-895F-E06BD340626B}"/>
              </a:ext>
              <a:ext uri="{C183D7F6-B498-43B3-948B-1728B52AA6E4}">
                <adec:decorative xmlns:adec="http://schemas.microsoft.com/office/drawing/2017/decorative" val="1"/>
              </a:ext>
            </a:extLst>
          </p:cNvPr>
          <p:cNvPicPr>
            <a:picLocks noChangeAspect="1"/>
          </p:cNvPicPr>
          <p:nvPr userDrawn="1"/>
        </p:nvPicPr>
        <p:blipFill>
          <a:blip r:embed="rId7">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651245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urple_house_keep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189EBF8-C9A6-D8B4-0B6B-44BFEAE13628}"/>
              </a:ext>
            </a:extLst>
          </p:cNvPr>
          <p:cNvSpPr txBox="1"/>
          <p:nvPr userDrawn="1"/>
        </p:nvSpPr>
        <p:spPr>
          <a:xfrm>
            <a:off x="443921" y="652687"/>
            <a:ext cx="5322193" cy="553998"/>
          </a:xfrm>
          <a:prstGeom prst="rect">
            <a:avLst/>
          </a:prstGeom>
          <a:noFill/>
        </p:spPr>
        <p:txBody>
          <a:bodyPr wrap="square" rtlCol="0">
            <a:spAutoFit/>
          </a:bodyPr>
          <a:lstStyle/>
          <a:p>
            <a:r>
              <a:rPr lang="en-GB" sz="3000" b="1">
                <a:latin typeface="+mn-lt"/>
              </a:rPr>
              <a:t>Housekeeping</a:t>
            </a:r>
            <a:endParaRPr lang="en-US" sz="3000" b="1">
              <a:latin typeface="+mn-lt"/>
            </a:endParaRPr>
          </a:p>
        </p:txBody>
      </p:sp>
      <p:pic>
        <p:nvPicPr>
          <p:cNvPr id="3" name="Picture 2" descr="A black background with a black square&#10;&#10;Description automatically generated with medium confidence">
            <a:extLst>
              <a:ext uri="{FF2B5EF4-FFF2-40B4-BE49-F238E27FC236}">
                <a16:creationId xmlns:a16="http://schemas.microsoft.com/office/drawing/2014/main" id="{F017D89E-7F98-466B-1ECF-0DCACC9D722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477285" y="2000358"/>
            <a:ext cx="9237430" cy="3700679"/>
          </a:xfrm>
          <a:prstGeom prst="rect">
            <a:avLst/>
          </a:prstGeom>
        </p:spPr>
      </p:pic>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a:p>
        </p:txBody>
      </p:sp>
      <p:pic>
        <p:nvPicPr>
          <p:cNvPr id="4" name="Picture 3">
            <a:extLst>
              <a:ext uri="{FF2B5EF4-FFF2-40B4-BE49-F238E27FC236}">
                <a16:creationId xmlns:a16="http://schemas.microsoft.com/office/drawing/2014/main" id="{18FE77B0-4B1E-511D-0F0D-78CD221BD261}"/>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13792656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urple_learning_objectiv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15C72453-C378-A9F5-E1DB-2E1493085A31}"/>
              </a:ext>
            </a:extLst>
          </p:cNvPr>
          <p:cNvSpPr txBox="1"/>
          <p:nvPr userDrawn="1"/>
        </p:nvSpPr>
        <p:spPr>
          <a:xfrm>
            <a:off x="443921" y="652687"/>
            <a:ext cx="5322193" cy="553998"/>
          </a:xfrm>
          <a:prstGeom prst="rect">
            <a:avLst/>
          </a:prstGeom>
          <a:noFill/>
        </p:spPr>
        <p:txBody>
          <a:bodyPr wrap="square" rtlCol="0">
            <a:spAutoFit/>
          </a:bodyPr>
          <a:lstStyle/>
          <a:p>
            <a:r>
              <a:rPr lang="en-GB" sz="3000" b="1">
                <a:latin typeface="+mn-lt"/>
              </a:rPr>
              <a:t>Learning objectives</a:t>
            </a:r>
            <a:endParaRPr lang="en-US" sz="3000" b="1">
              <a:latin typeface="+mn-lt"/>
            </a:endParaRPr>
          </a:p>
        </p:txBody>
      </p:sp>
      <p:sp>
        <p:nvSpPr>
          <p:cNvPr id="4" name="Text Placeholder 6">
            <a:extLst>
              <a:ext uri="{FF2B5EF4-FFF2-40B4-BE49-F238E27FC236}">
                <a16:creationId xmlns:a16="http://schemas.microsoft.com/office/drawing/2014/main" id="{ED954F0F-85CA-F1D6-450D-3519C10B1F07}"/>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spcBef>
                <a:spcPts val="1600"/>
              </a:spcBef>
              <a:buNone/>
              <a:defRPr sz="1800"/>
            </a:lvl1pPr>
          </a:lstStyle>
          <a:p>
            <a:pPr lvl="0"/>
            <a:endParaRPr lang="en-US"/>
          </a:p>
        </p:txBody>
      </p:sp>
      <p:pic>
        <p:nvPicPr>
          <p:cNvPr id="3" name="Picture 2">
            <a:extLst>
              <a:ext uri="{FF2B5EF4-FFF2-40B4-BE49-F238E27FC236}">
                <a16:creationId xmlns:a16="http://schemas.microsoft.com/office/drawing/2014/main" id="{30427F16-56AA-8660-99AA-3DC3C7C7302D}"/>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8512973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urpl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a:p>
        </p:txBody>
      </p:sp>
      <p:pic>
        <p:nvPicPr>
          <p:cNvPr id="6" name="Picture 5">
            <a:extLst>
              <a:ext uri="{FF2B5EF4-FFF2-40B4-BE49-F238E27FC236}">
                <a16:creationId xmlns:a16="http://schemas.microsoft.com/office/drawing/2014/main" id="{AAFAF83E-84C1-EB63-2AE6-A697F4B2314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9357046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urpl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a:p>
        </p:txBody>
      </p:sp>
      <p:pic>
        <p:nvPicPr>
          <p:cNvPr id="6" name="Picture 5">
            <a:extLst>
              <a:ext uri="{FF2B5EF4-FFF2-40B4-BE49-F238E27FC236}">
                <a16:creationId xmlns:a16="http://schemas.microsoft.com/office/drawing/2014/main" id="{2A9F038F-3F25-E2F9-C87A-21E6BA0347E6}"/>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0856386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urpl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a:p>
        </p:txBody>
      </p:sp>
      <p:pic>
        <p:nvPicPr>
          <p:cNvPr id="6" name="Picture 5">
            <a:extLst>
              <a:ext uri="{FF2B5EF4-FFF2-40B4-BE49-F238E27FC236}">
                <a16:creationId xmlns:a16="http://schemas.microsoft.com/office/drawing/2014/main" id="{0D058DBC-ECFC-992C-B787-CF026CF7FC2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5020668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urpl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a:p>
        </p:txBody>
      </p:sp>
      <p:sp>
        <p:nvSpPr>
          <p:cNvPr id="5" name="Content Placeholder 5">
            <a:extLst>
              <a:ext uri="{FF2B5EF4-FFF2-40B4-BE49-F238E27FC236}">
                <a16:creationId xmlns:a16="http://schemas.microsoft.com/office/drawing/2014/main" id="{63EADF05-6147-C359-65E0-0B6C167D1B0D}"/>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a:p>
        </p:txBody>
      </p:sp>
      <p:sp>
        <p:nvSpPr>
          <p:cNvPr id="7" name="Text Placeholder 6">
            <a:extLst>
              <a:ext uri="{FF2B5EF4-FFF2-40B4-BE49-F238E27FC236}">
                <a16:creationId xmlns:a16="http://schemas.microsoft.com/office/drawing/2014/main" id="{4A3EF1E2-21DA-1F1B-ED20-1E0CA1400869}"/>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a:p>
        </p:txBody>
      </p:sp>
      <p:pic>
        <p:nvPicPr>
          <p:cNvPr id="6" name="Picture 5">
            <a:extLst>
              <a:ext uri="{FF2B5EF4-FFF2-40B4-BE49-F238E27FC236}">
                <a16:creationId xmlns:a16="http://schemas.microsoft.com/office/drawing/2014/main" id="{2FF1A10E-9321-C019-89DF-4455D521905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679379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urple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a:p>
        </p:txBody>
      </p:sp>
      <p:pic>
        <p:nvPicPr>
          <p:cNvPr id="6" name="Picture 5">
            <a:extLst>
              <a:ext uri="{FF2B5EF4-FFF2-40B4-BE49-F238E27FC236}">
                <a16:creationId xmlns:a16="http://schemas.microsoft.com/office/drawing/2014/main" id="{0E63F0D2-F250-3107-1483-DBDD26CD5D7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7375962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urpl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310531E-8BB5-02D6-AFEC-E5A33795F5F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2" name="Picture 1">
            <a:extLst>
              <a:ext uri="{FF2B5EF4-FFF2-40B4-BE49-F238E27FC236}">
                <a16:creationId xmlns:a16="http://schemas.microsoft.com/office/drawing/2014/main" id="{56DA6B95-D3C8-78E5-07B4-FD97F67B4DA4}"/>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a:t>Click to add the author’s name</a:t>
            </a:r>
          </a:p>
        </p:txBody>
      </p:sp>
      <p:pic>
        <p:nvPicPr>
          <p:cNvPr id="5" name="Picture 4">
            <a:extLst>
              <a:ext uri="{FF2B5EF4-FFF2-40B4-BE49-F238E27FC236}">
                <a16:creationId xmlns:a16="http://schemas.microsoft.com/office/drawing/2014/main" id="{D9A27BC2-2F18-5323-A182-B58E5988F647}"/>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42171231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urpl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a:p>
        </p:txBody>
      </p:sp>
      <p:pic>
        <p:nvPicPr>
          <p:cNvPr id="3" name="Picture 2">
            <a:extLst>
              <a:ext uri="{FF2B5EF4-FFF2-40B4-BE49-F238E27FC236}">
                <a16:creationId xmlns:a16="http://schemas.microsoft.com/office/drawing/2014/main" id="{764599EA-33A9-714A-71F9-C9917BED559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11869813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urpl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a:p>
        </p:txBody>
      </p:sp>
      <p:pic>
        <p:nvPicPr>
          <p:cNvPr id="3" name="Picture 2">
            <a:extLst>
              <a:ext uri="{FF2B5EF4-FFF2-40B4-BE49-F238E27FC236}">
                <a16:creationId xmlns:a16="http://schemas.microsoft.com/office/drawing/2014/main" id="{4ED66C63-7725-D0B5-A2BA-B83166EDE7E9}"/>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8625771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urpl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a:p>
        </p:txBody>
      </p:sp>
      <p:pic>
        <p:nvPicPr>
          <p:cNvPr id="6" name="Picture 5">
            <a:extLst>
              <a:ext uri="{FF2B5EF4-FFF2-40B4-BE49-F238E27FC236}">
                <a16:creationId xmlns:a16="http://schemas.microsoft.com/office/drawing/2014/main" id="{FB325625-45A1-4974-9E2F-ACF1457967F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4118824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urpl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a:p>
        </p:txBody>
      </p:sp>
      <p:pic>
        <p:nvPicPr>
          <p:cNvPr id="4" name="Picture 3">
            <a:extLst>
              <a:ext uri="{FF2B5EF4-FFF2-40B4-BE49-F238E27FC236}">
                <a16:creationId xmlns:a16="http://schemas.microsoft.com/office/drawing/2014/main" id="{8A974466-2D86-293F-6B05-5E0EFB38430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10451169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cSld name="Yello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C85F22E-218E-4306-C170-579CCBF0BB8A}"/>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1791376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W_profi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0470492-A452-5967-A4DB-00DE6F30F2B8}"/>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1004293"/>
            <a:ext cx="8644114" cy="1287622"/>
          </a:xfrm>
          <a:prstGeom prst="rect">
            <a:avLst/>
          </a:prstGeom>
        </p:spPr>
      </p:pic>
      <p:sp>
        <p:nvSpPr>
          <p:cNvPr id="10" name="Title 1">
            <a:extLst>
              <a:ext uri="{FF2B5EF4-FFF2-40B4-BE49-F238E27FC236}">
                <a16:creationId xmlns:a16="http://schemas.microsoft.com/office/drawing/2014/main" id="{C389C0BE-4DCC-E9AD-17C1-AD749CACE2F7}"/>
              </a:ext>
            </a:extLst>
          </p:cNvPr>
          <p:cNvSpPr>
            <a:spLocks noGrp="1"/>
          </p:cNvSpPr>
          <p:nvPr>
            <p:ph type="ctrTitle" hasCustomPrompt="1"/>
          </p:nvPr>
        </p:nvSpPr>
        <p:spPr>
          <a:xfrm>
            <a:off x="989555" y="1218612"/>
            <a:ext cx="7011445"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r>
              <a:rPr lang="en-GB"/>
              <a:t>Instructor Name</a:t>
            </a:r>
          </a:p>
        </p:txBody>
      </p:sp>
      <p:sp>
        <p:nvSpPr>
          <p:cNvPr id="15" name="Text Placeholder 6">
            <a:extLst>
              <a:ext uri="{FF2B5EF4-FFF2-40B4-BE49-F238E27FC236}">
                <a16:creationId xmlns:a16="http://schemas.microsoft.com/office/drawing/2014/main" id="{8B631D41-CF16-4587-EE5A-FF7C83B8504A}"/>
              </a:ext>
            </a:extLst>
          </p:cNvPr>
          <p:cNvSpPr>
            <a:spLocks noGrp="1"/>
          </p:cNvSpPr>
          <p:nvPr>
            <p:ph type="body" sz="quarter" idx="16" hasCustomPrompt="1"/>
          </p:nvPr>
        </p:nvSpPr>
        <p:spPr>
          <a:xfrm>
            <a:off x="989556" y="2479805"/>
            <a:ext cx="7011444" cy="613776"/>
          </a:xfrm>
          <a:prstGeom prst="rect">
            <a:avLst/>
          </a:prstGeom>
        </p:spPr>
        <p:txBody>
          <a:bodyPr anchor="ctr">
            <a:noAutofit/>
          </a:bodyPr>
          <a:lstStyle>
            <a:lvl1pPr marL="0" indent="0">
              <a:lnSpc>
                <a:spcPct val="100000"/>
              </a:lnSpc>
              <a:buNone/>
              <a:defRPr sz="2400" i="1"/>
            </a:lvl1pPr>
          </a:lstStyle>
          <a:p>
            <a:pPr lvl="0"/>
            <a:r>
              <a:rPr lang="en-US"/>
              <a:t>Title or experience here</a:t>
            </a:r>
          </a:p>
        </p:txBody>
      </p:sp>
      <p:pic>
        <p:nvPicPr>
          <p:cNvPr id="16" name="Picture 15">
            <a:extLst>
              <a:ext uri="{FF2B5EF4-FFF2-40B4-BE49-F238E27FC236}">
                <a16:creationId xmlns:a16="http://schemas.microsoft.com/office/drawing/2014/main" id="{D9CDE3A9-8F99-392E-14C8-A4948C568DCB}"/>
              </a:ext>
            </a:extLst>
          </p:cNvPr>
          <p:cNvPicPr>
            <a:picLocks noChangeAspect="1"/>
          </p:cNvPicPr>
          <p:nvPr userDrawn="1"/>
        </p:nvPicPr>
        <p:blipFill>
          <a:blip r:embed="rId4"/>
          <a:stretch>
            <a:fillRect/>
          </a:stretch>
        </p:blipFill>
        <p:spPr>
          <a:xfrm>
            <a:off x="1069582" y="3415759"/>
            <a:ext cx="396000" cy="396000"/>
          </a:xfrm>
          <a:prstGeom prst="rect">
            <a:avLst/>
          </a:prstGeom>
        </p:spPr>
      </p:pic>
      <p:sp>
        <p:nvSpPr>
          <p:cNvPr id="7" name="Text Placeholder 6">
            <a:extLst>
              <a:ext uri="{FF2B5EF4-FFF2-40B4-BE49-F238E27FC236}">
                <a16:creationId xmlns:a16="http://schemas.microsoft.com/office/drawing/2014/main" id="{B9D4ED24-762D-EF61-C554-5532DF788FC9}"/>
              </a:ext>
            </a:extLst>
          </p:cNvPr>
          <p:cNvSpPr>
            <a:spLocks noGrp="1"/>
          </p:cNvSpPr>
          <p:nvPr>
            <p:ph type="body" sz="quarter" idx="13" hasCustomPrompt="1"/>
          </p:nvPr>
        </p:nvSpPr>
        <p:spPr>
          <a:xfrm>
            <a:off x="1578280" y="3306871"/>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lvl="0"/>
            <a:r>
              <a:rPr lang="en-US"/>
              <a:t>Information/profile here</a:t>
            </a:r>
          </a:p>
        </p:txBody>
      </p:sp>
      <p:pic>
        <p:nvPicPr>
          <p:cNvPr id="17" name="Picture 16">
            <a:extLst>
              <a:ext uri="{FF2B5EF4-FFF2-40B4-BE49-F238E27FC236}">
                <a16:creationId xmlns:a16="http://schemas.microsoft.com/office/drawing/2014/main" id="{37B67202-B9C0-D0F4-0C69-ADF372BC45A2}"/>
              </a:ext>
            </a:extLst>
          </p:cNvPr>
          <p:cNvPicPr>
            <a:picLocks noChangeAspect="1"/>
          </p:cNvPicPr>
          <p:nvPr userDrawn="1"/>
        </p:nvPicPr>
        <p:blipFill>
          <a:blip r:embed="rId5"/>
          <a:stretch>
            <a:fillRect/>
          </a:stretch>
        </p:blipFill>
        <p:spPr>
          <a:xfrm>
            <a:off x="1069582" y="4104690"/>
            <a:ext cx="396000" cy="396000"/>
          </a:xfrm>
          <a:prstGeom prst="rect">
            <a:avLst/>
          </a:prstGeom>
        </p:spPr>
      </p:pic>
      <p:sp>
        <p:nvSpPr>
          <p:cNvPr id="12" name="Text Placeholder 6">
            <a:extLst>
              <a:ext uri="{FF2B5EF4-FFF2-40B4-BE49-F238E27FC236}">
                <a16:creationId xmlns:a16="http://schemas.microsoft.com/office/drawing/2014/main" id="{745B8894-94B7-BA63-DFF3-E0A4A6036B8C}"/>
              </a:ext>
            </a:extLst>
          </p:cNvPr>
          <p:cNvSpPr>
            <a:spLocks noGrp="1"/>
          </p:cNvSpPr>
          <p:nvPr>
            <p:ph type="body" sz="quarter" idx="14" hasCustomPrompt="1"/>
          </p:nvPr>
        </p:nvSpPr>
        <p:spPr>
          <a:xfrm>
            <a:off x="1578280" y="3995802"/>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Information/profile here</a:t>
            </a:r>
          </a:p>
        </p:txBody>
      </p:sp>
      <p:pic>
        <p:nvPicPr>
          <p:cNvPr id="18" name="Picture 17">
            <a:extLst>
              <a:ext uri="{FF2B5EF4-FFF2-40B4-BE49-F238E27FC236}">
                <a16:creationId xmlns:a16="http://schemas.microsoft.com/office/drawing/2014/main" id="{699CBCC6-1C6C-CEEA-BFC1-9863B0ACD486}"/>
              </a:ext>
            </a:extLst>
          </p:cNvPr>
          <p:cNvPicPr>
            <a:picLocks noChangeAspect="1"/>
          </p:cNvPicPr>
          <p:nvPr userDrawn="1"/>
        </p:nvPicPr>
        <p:blipFill>
          <a:blip r:embed="rId6"/>
          <a:stretch>
            <a:fillRect/>
          </a:stretch>
        </p:blipFill>
        <p:spPr>
          <a:xfrm>
            <a:off x="1069582" y="4793969"/>
            <a:ext cx="396000" cy="396000"/>
          </a:xfrm>
          <a:prstGeom prst="rect">
            <a:avLst/>
          </a:prstGeom>
        </p:spPr>
      </p:pic>
      <p:sp>
        <p:nvSpPr>
          <p:cNvPr id="14" name="Text Placeholder 6">
            <a:extLst>
              <a:ext uri="{FF2B5EF4-FFF2-40B4-BE49-F238E27FC236}">
                <a16:creationId xmlns:a16="http://schemas.microsoft.com/office/drawing/2014/main" id="{E7AF134F-3754-D28E-D2D1-25D9830F34DE}"/>
              </a:ext>
            </a:extLst>
          </p:cNvPr>
          <p:cNvSpPr>
            <a:spLocks noGrp="1"/>
          </p:cNvSpPr>
          <p:nvPr>
            <p:ph type="body" sz="quarter" idx="15" hasCustomPrompt="1"/>
          </p:nvPr>
        </p:nvSpPr>
        <p:spPr>
          <a:xfrm>
            <a:off x="1578280" y="4685081"/>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Information/profile here</a:t>
            </a:r>
          </a:p>
        </p:txBody>
      </p:sp>
      <p:pic>
        <p:nvPicPr>
          <p:cNvPr id="4" name="Picture 3">
            <a:extLst>
              <a:ext uri="{FF2B5EF4-FFF2-40B4-BE49-F238E27FC236}">
                <a16:creationId xmlns:a16="http://schemas.microsoft.com/office/drawing/2014/main" id="{6051C207-1E24-B037-757E-557C4EFE89F6}"/>
              </a:ext>
              <a:ext uri="{C183D7F6-B498-43B3-948B-1728B52AA6E4}">
                <adec:decorative xmlns:adec="http://schemas.microsoft.com/office/drawing/2017/decorative" val="1"/>
              </a:ext>
            </a:extLst>
          </p:cNvPr>
          <p:cNvPicPr>
            <a:picLocks noChangeAspect="1"/>
          </p:cNvPicPr>
          <p:nvPr userDrawn="1"/>
        </p:nvPicPr>
        <p:blipFill>
          <a:blip r:embed="rId7">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98634648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B/W_profile_pictu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BB35C63-60D9-1EAC-6331-8E517546890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999485"/>
            <a:ext cx="6648345" cy="1297237"/>
          </a:xfrm>
          <a:prstGeom prst="rect">
            <a:avLst/>
          </a:prstGeom>
        </p:spPr>
      </p:pic>
      <p:sp>
        <p:nvSpPr>
          <p:cNvPr id="10" name="Title 1">
            <a:extLst>
              <a:ext uri="{FF2B5EF4-FFF2-40B4-BE49-F238E27FC236}">
                <a16:creationId xmlns:a16="http://schemas.microsoft.com/office/drawing/2014/main" id="{C389C0BE-4DCC-E9AD-17C1-AD749CACE2F7}"/>
              </a:ext>
            </a:extLst>
          </p:cNvPr>
          <p:cNvSpPr>
            <a:spLocks noGrp="1"/>
          </p:cNvSpPr>
          <p:nvPr>
            <p:ph type="ctrTitle" hasCustomPrompt="1"/>
          </p:nvPr>
        </p:nvSpPr>
        <p:spPr>
          <a:xfrm>
            <a:off x="402180" y="1218612"/>
            <a:ext cx="5693819"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r>
              <a:rPr lang="en-GB"/>
              <a:t>Instructor Name</a:t>
            </a:r>
          </a:p>
        </p:txBody>
      </p:sp>
      <p:sp>
        <p:nvSpPr>
          <p:cNvPr id="15" name="Text Placeholder 6">
            <a:extLst>
              <a:ext uri="{FF2B5EF4-FFF2-40B4-BE49-F238E27FC236}">
                <a16:creationId xmlns:a16="http://schemas.microsoft.com/office/drawing/2014/main" id="{8B631D41-CF16-4587-EE5A-FF7C83B8504A}"/>
              </a:ext>
            </a:extLst>
          </p:cNvPr>
          <p:cNvSpPr>
            <a:spLocks noGrp="1"/>
          </p:cNvSpPr>
          <p:nvPr>
            <p:ph type="body" sz="quarter" idx="16" hasCustomPrompt="1"/>
          </p:nvPr>
        </p:nvSpPr>
        <p:spPr>
          <a:xfrm>
            <a:off x="402181" y="2479805"/>
            <a:ext cx="5693817" cy="613776"/>
          </a:xfrm>
          <a:prstGeom prst="rect">
            <a:avLst/>
          </a:prstGeom>
        </p:spPr>
        <p:txBody>
          <a:bodyPr anchor="ctr">
            <a:noAutofit/>
          </a:bodyPr>
          <a:lstStyle>
            <a:lvl1pPr marL="0" indent="0">
              <a:lnSpc>
                <a:spcPct val="100000"/>
              </a:lnSpc>
              <a:buNone/>
              <a:defRPr sz="2400" i="1"/>
            </a:lvl1pPr>
          </a:lstStyle>
          <a:p>
            <a:pPr lvl="0"/>
            <a:r>
              <a:rPr lang="en-US"/>
              <a:t>Title or experience here</a:t>
            </a:r>
          </a:p>
        </p:txBody>
      </p:sp>
      <p:pic>
        <p:nvPicPr>
          <p:cNvPr id="16" name="Picture 15">
            <a:extLst>
              <a:ext uri="{FF2B5EF4-FFF2-40B4-BE49-F238E27FC236}">
                <a16:creationId xmlns:a16="http://schemas.microsoft.com/office/drawing/2014/main" id="{D9CDE3A9-8F99-392E-14C8-A4948C568DCB}"/>
              </a:ext>
            </a:extLst>
          </p:cNvPr>
          <p:cNvPicPr>
            <a:picLocks noChangeAspect="1"/>
          </p:cNvPicPr>
          <p:nvPr userDrawn="1"/>
        </p:nvPicPr>
        <p:blipFill>
          <a:blip r:embed="rId4"/>
          <a:stretch>
            <a:fillRect/>
          </a:stretch>
        </p:blipFill>
        <p:spPr>
          <a:xfrm>
            <a:off x="482207" y="3415759"/>
            <a:ext cx="396000" cy="396000"/>
          </a:xfrm>
          <a:prstGeom prst="rect">
            <a:avLst/>
          </a:prstGeom>
        </p:spPr>
      </p:pic>
      <p:sp>
        <p:nvSpPr>
          <p:cNvPr id="7" name="Text Placeholder 6">
            <a:extLst>
              <a:ext uri="{FF2B5EF4-FFF2-40B4-BE49-F238E27FC236}">
                <a16:creationId xmlns:a16="http://schemas.microsoft.com/office/drawing/2014/main" id="{B9D4ED24-762D-EF61-C554-5532DF788FC9}"/>
              </a:ext>
            </a:extLst>
          </p:cNvPr>
          <p:cNvSpPr>
            <a:spLocks noGrp="1"/>
          </p:cNvSpPr>
          <p:nvPr>
            <p:ph type="body" sz="quarter" idx="13" hasCustomPrompt="1"/>
          </p:nvPr>
        </p:nvSpPr>
        <p:spPr>
          <a:xfrm>
            <a:off x="990905" y="3306871"/>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lvl="0"/>
            <a:r>
              <a:rPr lang="en-US"/>
              <a:t>Information/profile here</a:t>
            </a:r>
          </a:p>
        </p:txBody>
      </p:sp>
      <p:pic>
        <p:nvPicPr>
          <p:cNvPr id="17" name="Picture 16">
            <a:extLst>
              <a:ext uri="{FF2B5EF4-FFF2-40B4-BE49-F238E27FC236}">
                <a16:creationId xmlns:a16="http://schemas.microsoft.com/office/drawing/2014/main" id="{37B67202-B9C0-D0F4-0C69-ADF372BC45A2}"/>
              </a:ext>
            </a:extLst>
          </p:cNvPr>
          <p:cNvPicPr>
            <a:picLocks noChangeAspect="1"/>
          </p:cNvPicPr>
          <p:nvPr userDrawn="1"/>
        </p:nvPicPr>
        <p:blipFill>
          <a:blip r:embed="rId5"/>
          <a:stretch>
            <a:fillRect/>
          </a:stretch>
        </p:blipFill>
        <p:spPr>
          <a:xfrm>
            <a:off x="482207" y="4104690"/>
            <a:ext cx="396000" cy="396000"/>
          </a:xfrm>
          <a:prstGeom prst="rect">
            <a:avLst/>
          </a:prstGeom>
        </p:spPr>
      </p:pic>
      <p:sp>
        <p:nvSpPr>
          <p:cNvPr id="12" name="Text Placeholder 6">
            <a:extLst>
              <a:ext uri="{FF2B5EF4-FFF2-40B4-BE49-F238E27FC236}">
                <a16:creationId xmlns:a16="http://schemas.microsoft.com/office/drawing/2014/main" id="{745B8894-94B7-BA63-DFF3-E0A4A6036B8C}"/>
              </a:ext>
            </a:extLst>
          </p:cNvPr>
          <p:cNvSpPr>
            <a:spLocks noGrp="1"/>
          </p:cNvSpPr>
          <p:nvPr>
            <p:ph type="body" sz="quarter" idx="14" hasCustomPrompt="1"/>
          </p:nvPr>
        </p:nvSpPr>
        <p:spPr>
          <a:xfrm>
            <a:off x="990905" y="3995802"/>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Information/profile here</a:t>
            </a:r>
          </a:p>
        </p:txBody>
      </p:sp>
      <p:pic>
        <p:nvPicPr>
          <p:cNvPr id="18" name="Picture 17">
            <a:extLst>
              <a:ext uri="{FF2B5EF4-FFF2-40B4-BE49-F238E27FC236}">
                <a16:creationId xmlns:a16="http://schemas.microsoft.com/office/drawing/2014/main" id="{699CBCC6-1C6C-CEEA-BFC1-9863B0ACD486}"/>
              </a:ext>
            </a:extLst>
          </p:cNvPr>
          <p:cNvPicPr>
            <a:picLocks noChangeAspect="1"/>
          </p:cNvPicPr>
          <p:nvPr userDrawn="1"/>
        </p:nvPicPr>
        <p:blipFill>
          <a:blip r:embed="rId6"/>
          <a:stretch>
            <a:fillRect/>
          </a:stretch>
        </p:blipFill>
        <p:spPr>
          <a:xfrm>
            <a:off x="482207" y="4793969"/>
            <a:ext cx="396000" cy="396000"/>
          </a:xfrm>
          <a:prstGeom prst="rect">
            <a:avLst/>
          </a:prstGeom>
        </p:spPr>
      </p:pic>
      <p:sp>
        <p:nvSpPr>
          <p:cNvPr id="14" name="Text Placeholder 6">
            <a:extLst>
              <a:ext uri="{FF2B5EF4-FFF2-40B4-BE49-F238E27FC236}">
                <a16:creationId xmlns:a16="http://schemas.microsoft.com/office/drawing/2014/main" id="{E7AF134F-3754-D28E-D2D1-25D9830F34DE}"/>
              </a:ext>
            </a:extLst>
          </p:cNvPr>
          <p:cNvSpPr>
            <a:spLocks noGrp="1"/>
          </p:cNvSpPr>
          <p:nvPr>
            <p:ph type="body" sz="quarter" idx="15" hasCustomPrompt="1"/>
          </p:nvPr>
        </p:nvSpPr>
        <p:spPr>
          <a:xfrm>
            <a:off x="990905" y="4685081"/>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Information/profile here</a:t>
            </a:r>
          </a:p>
        </p:txBody>
      </p:sp>
      <p:sp>
        <p:nvSpPr>
          <p:cNvPr id="5" name="Content Placeholder 5">
            <a:extLst>
              <a:ext uri="{FF2B5EF4-FFF2-40B4-BE49-F238E27FC236}">
                <a16:creationId xmlns:a16="http://schemas.microsoft.com/office/drawing/2014/main" id="{862ED008-750F-5C6C-9BEB-B739BD330E65}"/>
              </a:ext>
            </a:extLst>
          </p:cNvPr>
          <p:cNvSpPr>
            <a:spLocks noGrp="1"/>
          </p:cNvSpPr>
          <p:nvPr>
            <p:ph sz="quarter" idx="4"/>
          </p:nvPr>
        </p:nvSpPr>
        <p:spPr>
          <a:xfrm>
            <a:off x="7306848" y="0"/>
            <a:ext cx="4885151" cy="6858000"/>
          </a:xfrm>
          <a:prstGeom prst="rect">
            <a:avLst/>
          </a:prstGeom>
        </p:spPr>
        <p:txBody>
          <a:bodyPr/>
          <a:lstStyle>
            <a:lvl1pPr>
              <a:defRPr>
                <a:noFill/>
              </a:defRPr>
            </a:lvl1pPr>
          </a:lstStyle>
          <a:p>
            <a:pPr lvl="0"/>
            <a:endParaRPr lang="en-US"/>
          </a:p>
        </p:txBody>
      </p:sp>
      <p:pic>
        <p:nvPicPr>
          <p:cNvPr id="4" name="Picture 3">
            <a:extLst>
              <a:ext uri="{FF2B5EF4-FFF2-40B4-BE49-F238E27FC236}">
                <a16:creationId xmlns:a16="http://schemas.microsoft.com/office/drawing/2014/main" id="{16E6FF98-31BC-61CD-7F2D-701389EBC7C8}"/>
              </a:ext>
              <a:ext uri="{C183D7F6-B498-43B3-948B-1728B52AA6E4}">
                <adec:decorative xmlns:adec="http://schemas.microsoft.com/office/drawing/2017/decorative" val="1"/>
              </a:ext>
            </a:extLst>
          </p:cNvPr>
          <p:cNvPicPr>
            <a:picLocks noChangeAspect="1"/>
          </p:cNvPicPr>
          <p:nvPr userDrawn="1"/>
        </p:nvPicPr>
        <p:blipFill>
          <a:blip r:embed="rId7">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413598574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W_house_keep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189EBF8-C9A6-D8B4-0B6B-44BFEAE13628}"/>
              </a:ext>
            </a:extLst>
          </p:cNvPr>
          <p:cNvSpPr txBox="1"/>
          <p:nvPr userDrawn="1"/>
        </p:nvSpPr>
        <p:spPr>
          <a:xfrm>
            <a:off x="443921" y="652687"/>
            <a:ext cx="5322193" cy="553998"/>
          </a:xfrm>
          <a:prstGeom prst="rect">
            <a:avLst/>
          </a:prstGeom>
          <a:noFill/>
        </p:spPr>
        <p:txBody>
          <a:bodyPr wrap="square" rtlCol="0">
            <a:spAutoFit/>
          </a:bodyPr>
          <a:lstStyle/>
          <a:p>
            <a:r>
              <a:rPr lang="en-GB" sz="3000" b="1">
                <a:latin typeface="+mn-lt"/>
              </a:rPr>
              <a:t>Housekeeping</a:t>
            </a:r>
            <a:endParaRPr lang="en-US" sz="3000" b="1">
              <a:latin typeface="+mn-lt"/>
            </a:endParaRPr>
          </a:p>
        </p:txBody>
      </p:sp>
      <p:pic>
        <p:nvPicPr>
          <p:cNvPr id="3" name="Picture 2" descr="A black background with a black square&#10;&#10;Description automatically generated with medium confidence">
            <a:extLst>
              <a:ext uri="{FF2B5EF4-FFF2-40B4-BE49-F238E27FC236}">
                <a16:creationId xmlns:a16="http://schemas.microsoft.com/office/drawing/2014/main" id="{BD167376-35B7-6763-3D3E-1484DEFF51D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477285" y="2000358"/>
            <a:ext cx="9237430" cy="3700679"/>
          </a:xfrm>
          <a:prstGeom prst="rect">
            <a:avLst/>
          </a:prstGeom>
        </p:spPr>
      </p:pic>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a:p>
        </p:txBody>
      </p:sp>
      <p:pic>
        <p:nvPicPr>
          <p:cNvPr id="4" name="Picture 3">
            <a:extLst>
              <a:ext uri="{FF2B5EF4-FFF2-40B4-BE49-F238E27FC236}">
                <a16:creationId xmlns:a16="http://schemas.microsoft.com/office/drawing/2014/main" id="{57362998-6A9D-03BB-6435-016CD8D76437}"/>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94736992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W_learning_objectiv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15C72453-C378-A9F5-E1DB-2E1493085A31}"/>
              </a:ext>
            </a:extLst>
          </p:cNvPr>
          <p:cNvSpPr txBox="1"/>
          <p:nvPr userDrawn="1"/>
        </p:nvSpPr>
        <p:spPr>
          <a:xfrm>
            <a:off x="443921" y="652687"/>
            <a:ext cx="5322193" cy="553998"/>
          </a:xfrm>
          <a:prstGeom prst="rect">
            <a:avLst/>
          </a:prstGeom>
          <a:noFill/>
        </p:spPr>
        <p:txBody>
          <a:bodyPr wrap="square" rtlCol="0">
            <a:spAutoFit/>
          </a:bodyPr>
          <a:lstStyle/>
          <a:p>
            <a:r>
              <a:rPr lang="en-GB" sz="3000" b="1">
                <a:latin typeface="+mn-lt"/>
              </a:rPr>
              <a:t>Learning objectives</a:t>
            </a:r>
            <a:endParaRPr lang="en-US" sz="3000" b="1">
              <a:latin typeface="+mn-lt"/>
            </a:endParaRPr>
          </a:p>
        </p:txBody>
      </p:sp>
      <p:sp>
        <p:nvSpPr>
          <p:cNvPr id="4" name="Text Placeholder 6">
            <a:extLst>
              <a:ext uri="{FF2B5EF4-FFF2-40B4-BE49-F238E27FC236}">
                <a16:creationId xmlns:a16="http://schemas.microsoft.com/office/drawing/2014/main" id="{ED954F0F-85CA-F1D6-450D-3519C10B1F07}"/>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spcBef>
                <a:spcPts val="1600"/>
              </a:spcBef>
              <a:buNone/>
              <a:defRPr sz="1800"/>
            </a:lvl1pPr>
          </a:lstStyle>
          <a:p>
            <a:pPr lvl="0"/>
            <a:endParaRPr lang="en-US"/>
          </a:p>
        </p:txBody>
      </p:sp>
      <p:pic>
        <p:nvPicPr>
          <p:cNvPr id="3" name="Picture 2">
            <a:extLst>
              <a:ext uri="{FF2B5EF4-FFF2-40B4-BE49-F238E27FC236}">
                <a16:creationId xmlns:a16="http://schemas.microsoft.com/office/drawing/2014/main" id="{38CB8AC4-8FA7-1339-524D-543C52D81B58}"/>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4396668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W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a:p>
        </p:txBody>
      </p:sp>
      <p:pic>
        <p:nvPicPr>
          <p:cNvPr id="6" name="Picture 5">
            <a:extLst>
              <a:ext uri="{FF2B5EF4-FFF2-40B4-BE49-F238E27FC236}">
                <a16:creationId xmlns:a16="http://schemas.microsoft.com/office/drawing/2014/main" id="{66FDA6DA-A09B-E661-C701-83631A4422D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13269687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W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a:p>
        </p:txBody>
      </p:sp>
      <p:pic>
        <p:nvPicPr>
          <p:cNvPr id="6" name="Picture 5">
            <a:extLst>
              <a:ext uri="{FF2B5EF4-FFF2-40B4-BE49-F238E27FC236}">
                <a16:creationId xmlns:a16="http://schemas.microsoft.com/office/drawing/2014/main" id="{DFB6E4D2-0D65-2FC1-182E-9DA3C208A6B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76171469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W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a:p>
        </p:txBody>
      </p:sp>
      <p:pic>
        <p:nvPicPr>
          <p:cNvPr id="6" name="Picture 5">
            <a:extLst>
              <a:ext uri="{FF2B5EF4-FFF2-40B4-BE49-F238E27FC236}">
                <a16:creationId xmlns:a16="http://schemas.microsoft.com/office/drawing/2014/main" id="{F1008DA0-5295-D75C-0FE0-632E0C11E4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26053167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W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ysClr val="windowText" lastClr="000000"/>
              </a:solidFill>
            </a:endParaRPr>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a:p>
        </p:txBody>
      </p:sp>
      <p:sp>
        <p:nvSpPr>
          <p:cNvPr id="5" name="Content Placeholder 5">
            <a:extLst>
              <a:ext uri="{FF2B5EF4-FFF2-40B4-BE49-F238E27FC236}">
                <a16:creationId xmlns:a16="http://schemas.microsoft.com/office/drawing/2014/main" id="{D6AB3388-802E-7B9B-7386-5AF80CDF16CF}"/>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a:p>
        </p:txBody>
      </p:sp>
      <p:sp>
        <p:nvSpPr>
          <p:cNvPr id="7" name="Text Placeholder 6">
            <a:extLst>
              <a:ext uri="{FF2B5EF4-FFF2-40B4-BE49-F238E27FC236}">
                <a16:creationId xmlns:a16="http://schemas.microsoft.com/office/drawing/2014/main" id="{5473B3AC-AF7F-86D1-5DB4-7B53B835C9BE}"/>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a:p>
        </p:txBody>
      </p:sp>
      <p:pic>
        <p:nvPicPr>
          <p:cNvPr id="6" name="Picture 5">
            <a:extLst>
              <a:ext uri="{FF2B5EF4-FFF2-40B4-BE49-F238E27FC236}">
                <a16:creationId xmlns:a16="http://schemas.microsoft.com/office/drawing/2014/main" id="{9B49F0CE-684B-DB8B-145F-C329BD62D35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20387055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W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a:p>
        </p:txBody>
      </p:sp>
      <p:pic>
        <p:nvPicPr>
          <p:cNvPr id="6" name="Picture 5">
            <a:extLst>
              <a:ext uri="{FF2B5EF4-FFF2-40B4-BE49-F238E27FC236}">
                <a16:creationId xmlns:a16="http://schemas.microsoft.com/office/drawing/2014/main" id="{24E39C6B-D41F-5AD8-64AA-312B1C2E436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77583296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W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DCCA076-EDFD-D91F-15A9-688C5B09155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3" name="Picture 2">
            <a:extLst>
              <a:ext uri="{FF2B5EF4-FFF2-40B4-BE49-F238E27FC236}">
                <a16:creationId xmlns:a16="http://schemas.microsoft.com/office/drawing/2014/main" id="{E343ED6A-BB5E-C793-4091-0F75D5BF67CD}"/>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a:t>Click to add the author’s name</a:t>
            </a:r>
          </a:p>
        </p:txBody>
      </p:sp>
      <p:pic>
        <p:nvPicPr>
          <p:cNvPr id="4" name="Picture 3">
            <a:extLst>
              <a:ext uri="{FF2B5EF4-FFF2-40B4-BE49-F238E27FC236}">
                <a16:creationId xmlns:a16="http://schemas.microsoft.com/office/drawing/2014/main" id="{9638542B-692B-0B4A-EA75-7BC9459A2E46}"/>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81394960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W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a:p>
        </p:txBody>
      </p:sp>
      <p:pic>
        <p:nvPicPr>
          <p:cNvPr id="3" name="Picture 2">
            <a:extLst>
              <a:ext uri="{FF2B5EF4-FFF2-40B4-BE49-F238E27FC236}">
                <a16:creationId xmlns:a16="http://schemas.microsoft.com/office/drawing/2014/main" id="{A4F6843B-CBB4-1F01-0AEC-1BDA76C02CE0}"/>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16374118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W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a:p>
        </p:txBody>
      </p:sp>
      <p:pic>
        <p:nvPicPr>
          <p:cNvPr id="3" name="Picture 2">
            <a:extLst>
              <a:ext uri="{FF2B5EF4-FFF2-40B4-BE49-F238E27FC236}">
                <a16:creationId xmlns:a16="http://schemas.microsoft.com/office/drawing/2014/main" id="{C6084BB7-FD33-E999-BB00-95C0B46F38A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136307348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W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a:p>
        </p:txBody>
      </p:sp>
      <p:pic>
        <p:nvPicPr>
          <p:cNvPr id="6" name="Picture 5">
            <a:extLst>
              <a:ext uri="{FF2B5EF4-FFF2-40B4-BE49-F238E27FC236}">
                <a16:creationId xmlns:a16="http://schemas.microsoft.com/office/drawing/2014/main" id="{F87CA38A-68D0-CAE1-B333-86E61211039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17584639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W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a:p>
        </p:txBody>
      </p:sp>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E21EB1F4-036A-EB96-EB90-23B4F28871BA}"/>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80503852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Red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a:p>
        </p:txBody>
      </p:sp>
      <p:pic>
        <p:nvPicPr>
          <p:cNvPr id="3" name="Picture 2">
            <a:extLst>
              <a:ext uri="{FF2B5EF4-FFF2-40B4-BE49-F238E27FC236}">
                <a16:creationId xmlns:a16="http://schemas.microsoft.com/office/drawing/2014/main" id="{3D5CAE40-06A7-714E-722E-1EB095B8FE1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45528137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Orang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BC7FB40-8E4C-9F3C-39E4-77F63BEB70F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11603547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Orange_learning_objectiv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15C72453-C378-A9F5-E1DB-2E1493085A31}"/>
              </a:ext>
            </a:extLst>
          </p:cNvPr>
          <p:cNvSpPr txBox="1"/>
          <p:nvPr userDrawn="1"/>
        </p:nvSpPr>
        <p:spPr>
          <a:xfrm>
            <a:off x="443921" y="652687"/>
            <a:ext cx="5322193" cy="553998"/>
          </a:xfrm>
          <a:prstGeom prst="rect">
            <a:avLst/>
          </a:prstGeom>
          <a:noFill/>
        </p:spPr>
        <p:txBody>
          <a:bodyPr wrap="square" rtlCol="0">
            <a:spAutoFit/>
          </a:bodyPr>
          <a:lstStyle/>
          <a:p>
            <a:r>
              <a:rPr lang="en-GB" sz="3000" b="1">
                <a:latin typeface="+mn-lt"/>
              </a:rPr>
              <a:t>Learning objectives</a:t>
            </a:r>
            <a:endParaRPr lang="en-US" sz="3000" b="1">
              <a:latin typeface="+mn-lt"/>
            </a:endParaRPr>
          </a:p>
        </p:txBody>
      </p:sp>
      <p:sp>
        <p:nvSpPr>
          <p:cNvPr id="4" name="Text Placeholder 6">
            <a:extLst>
              <a:ext uri="{FF2B5EF4-FFF2-40B4-BE49-F238E27FC236}">
                <a16:creationId xmlns:a16="http://schemas.microsoft.com/office/drawing/2014/main" id="{ED954F0F-85CA-F1D6-450D-3519C10B1F07}"/>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spcBef>
                <a:spcPts val="1600"/>
              </a:spcBef>
              <a:buNone/>
              <a:defRPr sz="1800"/>
            </a:lvl1pPr>
          </a:lstStyle>
          <a:p>
            <a:pPr lvl="0"/>
            <a:endParaRPr lang="en-US"/>
          </a:p>
        </p:txBody>
      </p:sp>
      <p:pic>
        <p:nvPicPr>
          <p:cNvPr id="3" name="Picture 2">
            <a:extLst>
              <a:ext uri="{FF2B5EF4-FFF2-40B4-BE49-F238E27FC236}">
                <a16:creationId xmlns:a16="http://schemas.microsoft.com/office/drawing/2014/main" id="{67C0ACBB-6FA2-D536-2638-9C1B6DA73638}"/>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89925290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Orang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a:p>
        </p:txBody>
      </p:sp>
      <p:pic>
        <p:nvPicPr>
          <p:cNvPr id="6" name="Picture 5">
            <a:extLst>
              <a:ext uri="{FF2B5EF4-FFF2-40B4-BE49-F238E27FC236}">
                <a16:creationId xmlns:a16="http://schemas.microsoft.com/office/drawing/2014/main" id="{89824F45-9A75-4C9D-D15D-D057CCC9F3C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15218653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Orang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a:p>
        </p:txBody>
      </p:sp>
      <p:pic>
        <p:nvPicPr>
          <p:cNvPr id="6" name="Picture 5">
            <a:extLst>
              <a:ext uri="{FF2B5EF4-FFF2-40B4-BE49-F238E27FC236}">
                <a16:creationId xmlns:a16="http://schemas.microsoft.com/office/drawing/2014/main" id="{9330F107-C548-1F71-0328-0C05847A32E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32936154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Orang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a:p>
        </p:txBody>
      </p:sp>
      <p:pic>
        <p:nvPicPr>
          <p:cNvPr id="3" name="Picture 2">
            <a:extLst>
              <a:ext uri="{FF2B5EF4-FFF2-40B4-BE49-F238E27FC236}">
                <a16:creationId xmlns:a16="http://schemas.microsoft.com/office/drawing/2014/main" id="{0C81A4E5-3F16-939E-5F18-58B9992D59E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1651221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slideLayout" Target="../slideLayouts/slideLayout9.xml"/><Relationship Id="rId1" Type="http://schemas.openxmlformats.org/officeDocument/2006/relationships/slideLayout" Target="../slideLayouts/slideLayout8.xml"/><Relationship Id="rId5" Type="http://schemas.openxmlformats.org/officeDocument/2006/relationships/theme" Target="../theme/theme2.xml"/><Relationship Id="rId4"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7.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slideLayout" Target="../slideLayouts/slideLayout24.xml"/><Relationship Id="rId1" Type="http://schemas.openxmlformats.org/officeDocument/2006/relationships/slideLayout" Target="../slideLayouts/slideLayout23.xml"/><Relationship Id="rId5" Type="http://schemas.openxmlformats.org/officeDocument/2006/relationships/theme" Target="../theme/theme4.xml"/><Relationship Id="rId4" Type="http://schemas.openxmlformats.org/officeDocument/2006/relationships/slideLayout" Target="../slideLayouts/slideLayout26.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18" Type="http://schemas.openxmlformats.org/officeDocument/2006/relationships/image" Target="../media/image27.png"/><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17" Type="http://schemas.openxmlformats.org/officeDocument/2006/relationships/theme" Target="../theme/theme5.xml"/><Relationship Id="rId2" Type="http://schemas.openxmlformats.org/officeDocument/2006/relationships/slideLayout" Target="../slideLayouts/slideLayout28.xml"/><Relationship Id="rId16" Type="http://schemas.openxmlformats.org/officeDocument/2006/relationships/slideLayout" Target="../slideLayouts/slideLayout42.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5" Type="http://schemas.openxmlformats.org/officeDocument/2006/relationships/slideLayout" Target="../slideLayouts/slideLayout4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496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p15:clr>
            <a:srgbClr val="F26B43"/>
          </p15:clr>
        </p15:guide>
        <p15:guide id="2" pos="325">
          <p15:clr>
            <a:srgbClr val="F26B43"/>
          </p15:clr>
        </p15:guide>
        <p15:guide id="3" pos="2434">
          <p15:clr>
            <a:srgbClr val="F26B43"/>
          </p15:clr>
        </p15:guide>
        <p15:guide id="4" pos="2774">
          <p15:clr>
            <a:srgbClr val="F26B43"/>
          </p15:clr>
        </p15:guide>
        <p15:guide id="5" pos="4906">
          <p15:clr>
            <a:srgbClr val="F26B43"/>
          </p15:clr>
        </p15:guide>
        <p15:guide id="6" pos="5246">
          <p15:clr>
            <a:srgbClr val="F26B43"/>
          </p15:clr>
        </p15:guide>
        <p15:guide id="7" pos="7355">
          <p15:clr>
            <a:srgbClr val="F26B43"/>
          </p15:clr>
        </p15:guide>
        <p15:guide id="8" orient="horz" pos="3997">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DB122B33-34E2-5136-FF4A-FA5FE3E3F4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509658618"/>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p15:clr>
            <a:srgbClr val="F26B43"/>
          </p15:clr>
        </p15:guide>
        <p15:guide id="2" pos="325">
          <p15:clr>
            <a:srgbClr val="F26B43"/>
          </p15:clr>
        </p15:guide>
        <p15:guide id="3" pos="2434">
          <p15:clr>
            <a:srgbClr val="F26B43"/>
          </p15:clr>
        </p15:guide>
        <p15:guide id="4" pos="2774">
          <p15:clr>
            <a:srgbClr val="F26B43"/>
          </p15:clr>
        </p15:guide>
        <p15:guide id="5" pos="4906">
          <p15:clr>
            <a:srgbClr val="F26B43"/>
          </p15:clr>
        </p15:guide>
        <p15:guide id="6" pos="5246">
          <p15:clr>
            <a:srgbClr val="F26B43"/>
          </p15:clr>
        </p15:guide>
        <p15:guide id="7" pos="7355">
          <p15:clr>
            <a:srgbClr val="F26B43"/>
          </p15:clr>
        </p15:guide>
        <p15:guide id="8" orient="horz" pos="3997">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5DA4E335-689A-BB63-649D-BD74FAB557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237091448"/>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p15:clr>
            <a:srgbClr val="F26B43"/>
          </p15:clr>
        </p15:guide>
        <p15:guide id="2" pos="325">
          <p15:clr>
            <a:srgbClr val="F26B43"/>
          </p15:clr>
        </p15:guide>
        <p15:guide id="3" pos="2434">
          <p15:clr>
            <a:srgbClr val="F26B43"/>
          </p15:clr>
        </p15:guide>
        <p15:guide id="4" pos="2774">
          <p15:clr>
            <a:srgbClr val="F26B43"/>
          </p15:clr>
        </p15:guide>
        <p15:guide id="5" pos="4906">
          <p15:clr>
            <a:srgbClr val="F26B43"/>
          </p15:clr>
        </p15:guide>
        <p15:guide id="6" pos="5246">
          <p15:clr>
            <a:srgbClr val="F26B43"/>
          </p15:clr>
        </p15:guide>
        <p15:guide id="7" pos="7355">
          <p15:clr>
            <a:srgbClr val="F26B43"/>
          </p15:clr>
        </p15:guide>
        <p15:guide id="8" orient="horz" pos="3974">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81A65CA8-5BB4-DFA0-8A0E-3A949EA0CE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760236373"/>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p15:clr>
            <a:srgbClr val="F26B43"/>
          </p15:clr>
        </p15:guide>
        <p15:guide id="2" pos="325">
          <p15:clr>
            <a:srgbClr val="F26B43"/>
          </p15:clr>
        </p15:guide>
        <p15:guide id="3" pos="2434">
          <p15:clr>
            <a:srgbClr val="F26B43"/>
          </p15:clr>
        </p15:guide>
        <p15:guide id="4" pos="2774">
          <p15:clr>
            <a:srgbClr val="F26B43"/>
          </p15:clr>
        </p15:guide>
        <p15:guide id="5" pos="4906">
          <p15:clr>
            <a:srgbClr val="F26B43"/>
          </p15:clr>
        </p15:guide>
        <p15:guide id="6" pos="5246">
          <p15:clr>
            <a:srgbClr val="F26B43"/>
          </p15:clr>
        </p15:guide>
        <p15:guide id="7" pos="7355">
          <p15:clr>
            <a:srgbClr val="F26B43"/>
          </p15:clr>
        </p15:guide>
        <p15:guide id="8" orient="horz" pos="3997">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dpi="0" rotWithShape="1">
          <a:blip r:embed="rId18">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053B8D01-33E2-B6D7-43AD-647436D96C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4109716703"/>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p15:clr>
            <a:srgbClr val="F26B43"/>
          </p15:clr>
        </p15:guide>
        <p15:guide id="2" pos="325">
          <p15:clr>
            <a:srgbClr val="F26B43"/>
          </p15:clr>
        </p15:guide>
        <p15:guide id="3" pos="2434">
          <p15:clr>
            <a:srgbClr val="F26B43"/>
          </p15:clr>
        </p15:guide>
        <p15:guide id="4" pos="2774">
          <p15:clr>
            <a:srgbClr val="F26B43"/>
          </p15:clr>
        </p15:guide>
        <p15:guide id="5" pos="4906">
          <p15:clr>
            <a:srgbClr val="F26B43"/>
          </p15:clr>
        </p15:guide>
        <p15:guide id="6" pos="5246">
          <p15:clr>
            <a:srgbClr val="F26B43"/>
          </p15:clr>
        </p15:guide>
        <p15:guide id="7" pos="7355">
          <p15:clr>
            <a:srgbClr val="F26B43"/>
          </p15:clr>
        </p15:guide>
        <p15:guide id="8" orient="horz" pos="397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6.xml"/><Relationship Id="rId1" Type="http://schemas.openxmlformats.org/officeDocument/2006/relationships/slideLayout" Target="../slideLayouts/slideLayout20.xml"/><Relationship Id="rId4" Type="http://schemas.openxmlformats.org/officeDocument/2006/relationships/image" Target="../media/image48.wmf"/></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10A2E5-A3AA-7BE3-7C87-983A58C15C46}"/>
              </a:ext>
            </a:extLst>
          </p:cNvPr>
          <p:cNvSpPr>
            <a:spLocks noGrp="1"/>
          </p:cNvSpPr>
          <p:nvPr>
            <p:ph type="ctrTitle"/>
          </p:nvPr>
        </p:nvSpPr>
        <p:spPr/>
        <p:txBody>
          <a:bodyPr/>
          <a:lstStyle/>
          <a:p>
            <a:r>
              <a:rPr lang="en-GB" noProof="0"/>
              <a:t>Module: Flow control</a:t>
            </a:r>
          </a:p>
        </p:txBody>
      </p:sp>
      <p:sp>
        <p:nvSpPr>
          <p:cNvPr id="5" name="Subtitle 4">
            <a:extLst>
              <a:ext uri="{FF2B5EF4-FFF2-40B4-BE49-F238E27FC236}">
                <a16:creationId xmlns:a16="http://schemas.microsoft.com/office/drawing/2014/main" id="{CCC8E39A-3AD0-8360-BBB1-81DC2CFD1FD2}"/>
              </a:ext>
            </a:extLst>
          </p:cNvPr>
          <p:cNvSpPr>
            <a:spLocks noGrp="1"/>
          </p:cNvSpPr>
          <p:nvPr>
            <p:ph type="subTitle" idx="1"/>
          </p:nvPr>
        </p:nvSpPr>
        <p:spPr/>
        <p:txBody>
          <a:bodyPr/>
          <a:lstStyle/>
          <a:p>
            <a:endParaRPr lang="en-GB" noProof="0"/>
          </a:p>
        </p:txBody>
      </p:sp>
    </p:spTree>
    <p:extLst>
      <p:ext uri="{BB962C8B-B14F-4D97-AF65-F5344CB8AC3E}">
        <p14:creationId xmlns:p14="http://schemas.microsoft.com/office/powerpoint/2010/main" val="10039322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CF3D17F6-A452-9FAF-389D-E9ED04A5DEB1}"/>
              </a:ext>
            </a:extLst>
          </p:cNvPr>
          <p:cNvSpPr>
            <a:spLocks noGrp="1"/>
          </p:cNvSpPr>
          <p:nvPr>
            <p:ph type="body" sz="quarter" idx="13"/>
          </p:nvPr>
        </p:nvSpPr>
        <p:spPr>
          <a:xfrm>
            <a:off x="443921" y="1733108"/>
            <a:ext cx="6679721" cy="4337492"/>
          </a:xfrm>
        </p:spPr>
        <p:txBody>
          <a:bodyPr/>
          <a:lstStyle/>
          <a:p>
            <a:r>
              <a:rPr lang="en-GB" noProof="0"/>
              <a:t>By the end of this chapter, learners will be able to:</a:t>
            </a:r>
          </a:p>
          <a:p>
            <a:pPr marL="285750" indent="-285750">
              <a:buFont typeface="Arial" panose="020B0604020202020204" pitchFamily="34" charset="0"/>
              <a:buChar char="•"/>
            </a:pPr>
            <a:r>
              <a:rPr lang="en-GB" noProof="0"/>
              <a:t>Perform decision making using Python conditionals.</a:t>
            </a:r>
          </a:p>
          <a:p>
            <a:pPr marL="285750" indent="-285750">
              <a:buFont typeface="Arial" panose="020B0604020202020204" pitchFamily="34" charset="0"/>
              <a:buChar char="•"/>
            </a:pPr>
            <a:r>
              <a:rPr lang="en-GB" noProof="0"/>
              <a:t>Understand what truth is.</a:t>
            </a:r>
          </a:p>
          <a:p>
            <a:pPr marL="285750" indent="-285750">
              <a:buFont typeface="Arial" panose="020B0604020202020204" pitchFamily="34" charset="0"/>
              <a:buChar char="•"/>
            </a:pPr>
            <a:r>
              <a:rPr lang="en-GB" noProof="0"/>
              <a:t>Use Boolean and Logical operators.</a:t>
            </a:r>
          </a:p>
          <a:p>
            <a:pPr marL="285750" indent="-285750">
              <a:buFont typeface="Arial" panose="020B0604020202020204" pitchFamily="34" charset="0"/>
              <a:buChar char="•"/>
            </a:pPr>
            <a:r>
              <a:rPr lang="en-GB" noProof="0"/>
              <a:t>Test collections and sequences.</a:t>
            </a:r>
          </a:p>
          <a:p>
            <a:pPr marL="285750" indent="-285750">
              <a:buFont typeface="Arial" panose="020B0604020202020204" pitchFamily="34" charset="0"/>
              <a:buChar char="•"/>
            </a:pPr>
            <a:r>
              <a:rPr lang="en-GB" noProof="0"/>
              <a:t>Determine object types.</a:t>
            </a:r>
          </a:p>
          <a:p>
            <a:pPr marL="285750" indent="-285750">
              <a:buFont typeface="Arial" panose="020B0604020202020204" pitchFamily="34" charset="0"/>
              <a:buChar char="•"/>
            </a:pPr>
            <a:r>
              <a:rPr lang="en-GB" noProof="0"/>
              <a:t>Repeat blocks using loops.</a:t>
            </a:r>
          </a:p>
          <a:p>
            <a:pPr marL="285750" indent="-285750">
              <a:buFont typeface="Arial" panose="020B0604020202020204" pitchFamily="34" charset="0"/>
              <a:buChar char="•"/>
            </a:pPr>
            <a:r>
              <a:rPr lang="en-GB" noProof="0"/>
              <a:t>Iterate through sequences using iterator loops.</a:t>
            </a:r>
          </a:p>
          <a:p>
            <a:pPr marL="285750" indent="-285750">
              <a:buFont typeface="Arial" panose="020B0604020202020204" pitchFamily="34" charset="0"/>
              <a:buChar char="•"/>
            </a:pPr>
            <a:r>
              <a:rPr lang="en-GB" noProof="0"/>
              <a:t>Exit programs in good order.</a:t>
            </a:r>
          </a:p>
        </p:txBody>
      </p:sp>
    </p:spTree>
    <p:extLst>
      <p:ext uri="{BB962C8B-B14F-4D97-AF65-F5344CB8AC3E}">
        <p14:creationId xmlns:p14="http://schemas.microsoft.com/office/powerpoint/2010/main" val="19610139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61FE93-B0C5-C01F-6E88-23067657C390}"/>
              </a:ext>
            </a:extLst>
          </p:cNvPr>
          <p:cNvSpPr>
            <a:spLocks noGrp="1"/>
          </p:cNvSpPr>
          <p:nvPr>
            <p:ph type="ctrTitle"/>
          </p:nvPr>
        </p:nvSpPr>
        <p:spPr/>
        <p:txBody>
          <a:bodyPr/>
          <a:lstStyle/>
          <a:p>
            <a:r>
              <a:rPr lang="en-GB" noProof="0"/>
              <a:t>Python conditionals: If statement</a:t>
            </a:r>
          </a:p>
        </p:txBody>
      </p:sp>
      <p:sp>
        <p:nvSpPr>
          <p:cNvPr id="4" name="Text Placeholder 3">
            <a:extLst>
              <a:ext uri="{FF2B5EF4-FFF2-40B4-BE49-F238E27FC236}">
                <a16:creationId xmlns:a16="http://schemas.microsoft.com/office/drawing/2014/main" id="{48DF4964-D94B-2D71-950A-57F87FF5C1A4}"/>
              </a:ext>
            </a:extLst>
          </p:cNvPr>
          <p:cNvSpPr>
            <a:spLocks noGrp="1"/>
          </p:cNvSpPr>
          <p:nvPr>
            <p:ph type="body" sz="quarter" idx="14"/>
          </p:nvPr>
        </p:nvSpPr>
        <p:spPr>
          <a:xfrm>
            <a:off x="443921" y="1470990"/>
            <a:ext cx="5135800" cy="4739310"/>
          </a:xfrm>
        </p:spPr>
        <p:txBody>
          <a:bodyPr/>
          <a:lstStyle/>
          <a:p>
            <a:r>
              <a:rPr lang="en-GB" b="1" noProof="0"/>
              <a:t>Conditional membership is by indentation.</a:t>
            </a:r>
          </a:p>
          <a:p>
            <a:pPr marL="285750" indent="-285750">
              <a:buFont typeface="Arial" panose="020B0604020202020204" pitchFamily="34" charset="0"/>
              <a:buChar char="•"/>
            </a:pPr>
            <a:r>
              <a:rPr lang="en-GB" noProof="0"/>
              <a:t>Structure and syntax:</a:t>
            </a:r>
          </a:p>
          <a:p>
            <a:pPr marL="285750" indent="-285750">
              <a:buFont typeface="Arial" panose="020B0604020202020204" pitchFamily="34" charset="0"/>
              <a:buChar char="•"/>
            </a:pPr>
            <a:endParaRPr lang="en-GB" noProof="0"/>
          </a:p>
          <a:p>
            <a:pPr marL="285750" indent="-285750">
              <a:buFont typeface="Arial" panose="020B0604020202020204" pitchFamily="34" charset="0"/>
              <a:buChar char="•"/>
            </a:pPr>
            <a:endParaRPr lang="en-GB" noProof="0"/>
          </a:p>
          <a:p>
            <a:pPr marL="285750" indent="-285750">
              <a:buFont typeface="Arial" panose="020B0604020202020204" pitchFamily="34" charset="0"/>
              <a:buChar char="•"/>
            </a:pPr>
            <a:endParaRPr lang="en-GB" noProof="0"/>
          </a:p>
          <a:p>
            <a:pPr marL="285750" indent="-285750">
              <a:buFont typeface="Arial" panose="020B0604020202020204" pitchFamily="34" charset="0"/>
              <a:buChar char="•"/>
            </a:pPr>
            <a:endParaRPr lang="en-GB" noProof="0"/>
          </a:p>
          <a:p>
            <a:pPr marL="285750" indent="-285750">
              <a:buFont typeface="Arial" panose="020B0604020202020204" pitchFamily="34" charset="0"/>
              <a:buChar char="•"/>
            </a:pPr>
            <a:endParaRPr lang="en-GB" noProof="0"/>
          </a:p>
          <a:p>
            <a:pPr marL="285750" indent="-285750">
              <a:buFont typeface="Arial" panose="020B0604020202020204" pitchFamily="34" charset="0"/>
              <a:buChar char="•"/>
            </a:pPr>
            <a:endParaRPr lang="en-GB" noProof="0"/>
          </a:p>
          <a:p>
            <a:pPr marL="285750" indent="-285750">
              <a:buFont typeface="Arial" panose="020B0604020202020204" pitchFamily="34" charset="0"/>
              <a:buChar char="•"/>
            </a:pPr>
            <a:r>
              <a:rPr lang="en-GB" noProof="0"/>
              <a:t>Designed for readability.</a:t>
            </a:r>
          </a:p>
          <a:p>
            <a:pPr marL="285750" indent="-285750">
              <a:buFont typeface="Arial" panose="020B0604020202020204" pitchFamily="34" charset="0"/>
              <a:buChar char="•"/>
            </a:pPr>
            <a:r>
              <a:rPr lang="en-GB" noProof="0"/>
              <a:t>Boolean operators are overloaded by type.</a:t>
            </a:r>
          </a:p>
          <a:p>
            <a:pPr marL="285750" indent="-285750">
              <a:buFont typeface="Arial" panose="020B0604020202020204" pitchFamily="34" charset="0"/>
              <a:buChar char="•"/>
            </a:pPr>
            <a:r>
              <a:rPr lang="en-GB" noProof="0"/>
              <a:t>No need for different text or numeric operators.</a:t>
            </a:r>
          </a:p>
          <a:p>
            <a:endParaRPr lang="en-GB" noProof="0"/>
          </a:p>
          <a:p>
            <a:endParaRPr lang="en-GB" noProof="0"/>
          </a:p>
          <a:p>
            <a:endParaRPr lang="en-GB" noProof="0"/>
          </a:p>
          <a:p>
            <a:endParaRPr lang="en-GB" noProof="0"/>
          </a:p>
        </p:txBody>
      </p:sp>
      <p:sp>
        <p:nvSpPr>
          <p:cNvPr id="5" name="Text Placeholder 4">
            <a:extLst>
              <a:ext uri="{FF2B5EF4-FFF2-40B4-BE49-F238E27FC236}">
                <a16:creationId xmlns:a16="http://schemas.microsoft.com/office/drawing/2014/main" id="{7769F25A-7643-EE87-9701-3A38596E22C7}"/>
              </a:ext>
            </a:extLst>
          </p:cNvPr>
          <p:cNvSpPr>
            <a:spLocks noGrp="1"/>
          </p:cNvSpPr>
          <p:nvPr>
            <p:ph type="body" sz="quarter" idx="15"/>
          </p:nvPr>
        </p:nvSpPr>
        <p:spPr>
          <a:xfrm>
            <a:off x="6108121" y="1470990"/>
            <a:ext cx="5135800" cy="4323523"/>
          </a:xfrm>
        </p:spPr>
        <p:txBody>
          <a:bodyPr/>
          <a:lstStyle/>
          <a:p>
            <a:r>
              <a:rPr lang="en-GB" b="1" noProof="0"/>
              <a:t>Simple examples</a:t>
            </a:r>
          </a:p>
        </p:txBody>
      </p:sp>
      <p:sp>
        <p:nvSpPr>
          <p:cNvPr id="6" name="Rectangle 4">
            <a:extLst>
              <a:ext uri="{FF2B5EF4-FFF2-40B4-BE49-F238E27FC236}">
                <a16:creationId xmlns:a16="http://schemas.microsoft.com/office/drawing/2014/main" id="{E8ADC0D2-9E72-A7A0-5BED-C84632D353C3}"/>
              </a:ext>
            </a:extLst>
          </p:cNvPr>
          <p:cNvSpPr txBox="1">
            <a:spLocks noChangeArrowheads="1"/>
          </p:cNvSpPr>
          <p:nvPr/>
        </p:nvSpPr>
        <p:spPr bwMode="auto">
          <a:xfrm>
            <a:off x="815557" y="2302601"/>
            <a:ext cx="2762530" cy="2229328"/>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if condition: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statements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elif condition:</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statements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else:</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statements</a:t>
            </a:r>
          </a:p>
        </p:txBody>
      </p:sp>
      <p:sp>
        <p:nvSpPr>
          <p:cNvPr id="7" name="Rectangle 4">
            <a:extLst>
              <a:ext uri="{FF2B5EF4-FFF2-40B4-BE49-F238E27FC236}">
                <a16:creationId xmlns:a16="http://schemas.microsoft.com/office/drawing/2014/main" id="{17C5C300-1F1C-9B7D-F4D2-B987D6D06BBD}"/>
              </a:ext>
            </a:extLst>
          </p:cNvPr>
          <p:cNvSpPr txBox="1">
            <a:spLocks noChangeArrowheads="1"/>
          </p:cNvSpPr>
          <p:nvPr/>
        </p:nvSpPr>
        <p:spPr bwMode="auto">
          <a:xfrm>
            <a:off x="6227389" y="1925062"/>
            <a:ext cx="3705826" cy="2606867"/>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score = 72</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if score &lt; 50:</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print("You failed")</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elif score &lt;= 69:</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print("You passed")</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else:</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print("You got an A!")</a:t>
            </a:r>
          </a:p>
        </p:txBody>
      </p:sp>
      <p:sp>
        <p:nvSpPr>
          <p:cNvPr id="8" name="Rectangle 4">
            <a:extLst>
              <a:ext uri="{FF2B5EF4-FFF2-40B4-BE49-F238E27FC236}">
                <a16:creationId xmlns:a16="http://schemas.microsoft.com/office/drawing/2014/main" id="{13BC2A15-73E5-130A-7E87-E5E0A2DE7770}"/>
              </a:ext>
            </a:extLst>
          </p:cNvPr>
          <p:cNvSpPr txBox="1">
            <a:spLocks noChangeArrowheads="1"/>
          </p:cNvSpPr>
          <p:nvPr/>
        </p:nvSpPr>
        <p:spPr bwMode="auto">
          <a:xfrm>
            <a:off x="6227388" y="4756240"/>
            <a:ext cx="3705826" cy="1851789"/>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if lista == listb:</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print("Same!")</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if "eggs" in lista:</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print("It eggists!")</a:t>
            </a:r>
          </a:p>
        </p:txBody>
      </p:sp>
      <p:sp>
        <p:nvSpPr>
          <p:cNvPr id="2" name="TextBox 1">
            <a:extLst>
              <a:ext uri="{FF2B5EF4-FFF2-40B4-BE49-F238E27FC236}">
                <a16:creationId xmlns:a16="http://schemas.microsoft.com/office/drawing/2014/main" id="{F50D4786-F18C-81E3-7086-A1B3F5147710}"/>
              </a:ext>
            </a:extLst>
          </p:cNvPr>
          <p:cNvSpPr txBox="1"/>
          <p:nvPr/>
        </p:nvSpPr>
        <p:spPr>
          <a:xfrm>
            <a:off x="3788989" y="2299423"/>
            <a:ext cx="1790732" cy="369332"/>
          </a:xfrm>
          <a:prstGeom prst="rect">
            <a:avLst/>
          </a:prstGeom>
          <a:solidFill>
            <a:schemeClr val="accent1">
              <a:lumMod val="40000"/>
              <a:lumOff val="60000"/>
            </a:schemeClr>
          </a:solidFill>
          <a:ln>
            <a:solidFill>
              <a:schemeClr val="accent1">
                <a:lumMod val="40000"/>
                <a:lumOff val="60000"/>
              </a:schemeClr>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0D0D0D"/>
                </a:solidFill>
                <a:effectLst/>
                <a:uLnTx/>
                <a:uFillTx/>
                <a:latin typeface="Figtree"/>
                <a:ea typeface="+mn-ea"/>
                <a:cs typeface="+mn-cs"/>
              </a:rPr>
              <a:t>:</a:t>
            </a:r>
            <a:r>
              <a:rPr kumimoji="0" lang="en-GB" sz="1800" b="0" i="0" u="none" strike="noStrike" kern="1200" cap="none" spc="0" normalizeH="0" baseline="0" noProof="0">
                <a:ln>
                  <a:noFill/>
                </a:ln>
                <a:solidFill>
                  <a:srgbClr val="0D0D0D"/>
                </a:solidFill>
                <a:effectLst/>
                <a:uLnTx/>
                <a:uFillTx/>
                <a:latin typeface="Figtree"/>
                <a:ea typeface="+mn-ea"/>
                <a:cs typeface="+mn-cs"/>
              </a:rPr>
              <a:t> is mandatory</a:t>
            </a:r>
          </a:p>
        </p:txBody>
      </p:sp>
      <p:sp>
        <p:nvSpPr>
          <p:cNvPr id="9" name="Line 11">
            <a:extLst>
              <a:ext uri="{FF2B5EF4-FFF2-40B4-BE49-F238E27FC236}">
                <a16:creationId xmlns:a16="http://schemas.microsoft.com/office/drawing/2014/main" id="{E3724BA2-EA06-BED9-C2CD-5D81781B26E7}"/>
              </a:ext>
            </a:extLst>
          </p:cNvPr>
          <p:cNvSpPr>
            <a:spLocks noChangeShapeType="1"/>
          </p:cNvSpPr>
          <p:nvPr/>
        </p:nvSpPr>
        <p:spPr bwMode="auto">
          <a:xfrm flipH="1" flipV="1">
            <a:off x="2595381" y="2490651"/>
            <a:ext cx="1193606" cy="0"/>
          </a:xfrm>
          <a:prstGeom prst="line">
            <a:avLst/>
          </a:prstGeom>
          <a:noFill/>
          <a:ln w="19050">
            <a:solidFill>
              <a:schemeClr val="accent1"/>
            </a:solidFill>
            <a:round/>
            <a:headEnd/>
            <a:tailEnd type="triangle" w="med" len="med"/>
          </a:ln>
          <a:extLst>
            <a:ext uri="{909E8E84-426E-40dd-AFC4-6F175D3DCCD1}">
              <a14:hiddenFill xmlns:a14="http://schemas.microsoft.com/office/drawing/2010/main" xmlns="">
                <a:noFill/>
              </a14:hiddenFill>
            </a:ext>
          </a:ex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D0D0D"/>
              </a:solidFill>
              <a:effectLst/>
              <a:uLnTx/>
              <a:uFillTx/>
              <a:latin typeface="Figtree"/>
              <a:ea typeface="+mn-ea"/>
              <a:cs typeface="+mn-cs"/>
            </a:endParaRPr>
          </a:p>
        </p:txBody>
      </p:sp>
      <p:sp>
        <p:nvSpPr>
          <p:cNvPr id="10" name="Rectangle: Rounded Corners 9">
            <a:extLst>
              <a:ext uri="{FF2B5EF4-FFF2-40B4-BE49-F238E27FC236}">
                <a16:creationId xmlns:a16="http://schemas.microsoft.com/office/drawing/2014/main" id="{58EC76BF-E860-7937-6F1B-712BAA0D2657}"/>
              </a:ext>
            </a:extLst>
          </p:cNvPr>
          <p:cNvSpPr/>
          <p:nvPr/>
        </p:nvSpPr>
        <p:spPr>
          <a:xfrm>
            <a:off x="2409707" y="2344457"/>
            <a:ext cx="185674" cy="279264"/>
          </a:xfrm>
          <a:prstGeom prst="roundRect">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Figtree"/>
              <a:ea typeface="+mn-ea"/>
              <a:cs typeface="+mn-cs"/>
            </a:endParaRPr>
          </a:p>
        </p:txBody>
      </p:sp>
      <p:sp>
        <p:nvSpPr>
          <p:cNvPr id="11" name="TextBox 10">
            <a:extLst>
              <a:ext uri="{FF2B5EF4-FFF2-40B4-BE49-F238E27FC236}">
                <a16:creationId xmlns:a16="http://schemas.microsoft.com/office/drawing/2014/main" id="{4BDADE60-F3C4-0DDD-8F51-91237619C3C6}"/>
              </a:ext>
            </a:extLst>
          </p:cNvPr>
          <p:cNvSpPr txBox="1"/>
          <p:nvPr/>
        </p:nvSpPr>
        <p:spPr>
          <a:xfrm>
            <a:off x="3788986" y="2706181"/>
            <a:ext cx="2294893" cy="369332"/>
          </a:xfrm>
          <a:prstGeom prst="rect">
            <a:avLst/>
          </a:prstGeom>
          <a:solidFill>
            <a:schemeClr val="accent6">
              <a:lumMod val="40000"/>
              <a:lumOff val="60000"/>
            </a:schemeClr>
          </a:solidFill>
          <a:ln>
            <a:solidFill>
              <a:schemeClr val="accent6">
                <a:lumMod val="40000"/>
                <a:lumOff val="60000"/>
              </a:schemeClr>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D0D0D"/>
                </a:solidFill>
                <a:effectLst/>
                <a:uLnTx/>
                <a:uFillTx/>
                <a:latin typeface="Figtree"/>
                <a:ea typeface="+mn-ea"/>
                <a:cs typeface="+mn-cs"/>
              </a:rPr>
              <a:t>4 space indentation</a:t>
            </a:r>
          </a:p>
        </p:txBody>
      </p:sp>
      <p:sp>
        <p:nvSpPr>
          <p:cNvPr id="13" name="Line 11">
            <a:extLst>
              <a:ext uri="{FF2B5EF4-FFF2-40B4-BE49-F238E27FC236}">
                <a16:creationId xmlns:a16="http://schemas.microsoft.com/office/drawing/2014/main" id="{5B3EFA1A-129F-0A3E-F13A-74A1C7BF58A4}"/>
              </a:ext>
            </a:extLst>
          </p:cNvPr>
          <p:cNvSpPr>
            <a:spLocks noChangeShapeType="1"/>
          </p:cNvSpPr>
          <p:nvPr/>
        </p:nvSpPr>
        <p:spPr bwMode="auto">
          <a:xfrm flipH="1" flipV="1">
            <a:off x="2678986" y="2878163"/>
            <a:ext cx="1110001" cy="0"/>
          </a:xfrm>
          <a:prstGeom prst="line">
            <a:avLst/>
          </a:prstGeom>
          <a:noFill/>
          <a:ln w="19050">
            <a:solidFill>
              <a:srgbClr val="FFFF00"/>
            </a:solidFill>
            <a:round/>
            <a:headEnd/>
            <a:tailEnd type="triangle" w="med" len="med"/>
          </a:ln>
          <a:extLst>
            <a:ext uri="{909E8E84-426E-40dd-AFC4-6F175D3DCCD1}">
              <a14:hiddenFill xmlns:a14="http://schemas.microsoft.com/office/drawing/2010/main" xmlns="">
                <a:noFill/>
              </a14:hiddenFill>
            </a:ext>
          </a:ex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D0D0D"/>
              </a:solidFill>
              <a:effectLst/>
              <a:uLnTx/>
              <a:uFillTx/>
              <a:latin typeface="Figtree"/>
              <a:ea typeface="+mn-ea"/>
              <a:cs typeface="+mn-cs"/>
            </a:endParaRPr>
          </a:p>
        </p:txBody>
      </p:sp>
      <p:sp>
        <p:nvSpPr>
          <p:cNvPr id="14" name="TextBox 13">
            <a:extLst>
              <a:ext uri="{FF2B5EF4-FFF2-40B4-BE49-F238E27FC236}">
                <a16:creationId xmlns:a16="http://schemas.microsoft.com/office/drawing/2014/main" id="{82D9EFF5-CA52-6504-6FD8-DD3153BC48E9}"/>
              </a:ext>
            </a:extLst>
          </p:cNvPr>
          <p:cNvSpPr txBox="1"/>
          <p:nvPr/>
        </p:nvSpPr>
        <p:spPr>
          <a:xfrm>
            <a:off x="3788987" y="3941372"/>
            <a:ext cx="1610328" cy="369332"/>
          </a:xfrm>
          <a:prstGeom prst="rect">
            <a:avLst/>
          </a:prstGeom>
          <a:solidFill>
            <a:schemeClr val="accent5">
              <a:lumMod val="40000"/>
              <a:lumOff val="60000"/>
            </a:schemeClr>
          </a:solidFill>
          <a:ln>
            <a:solidFill>
              <a:schemeClr val="accent5">
                <a:lumMod val="40000"/>
                <a:lumOff val="60000"/>
              </a:schemeClr>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D0D0D"/>
                </a:solidFill>
                <a:effectLst/>
                <a:uLnTx/>
                <a:uFillTx/>
                <a:latin typeface="Figtree"/>
                <a:ea typeface="+mn-ea"/>
                <a:cs typeface="+mn-cs"/>
              </a:rPr>
              <a:t>1 x optional</a:t>
            </a:r>
          </a:p>
        </p:txBody>
      </p:sp>
      <p:sp>
        <p:nvSpPr>
          <p:cNvPr id="15" name="TextBox 14">
            <a:extLst>
              <a:ext uri="{FF2B5EF4-FFF2-40B4-BE49-F238E27FC236}">
                <a16:creationId xmlns:a16="http://schemas.microsoft.com/office/drawing/2014/main" id="{222FDCD6-DE04-8789-D015-71AD8F71E67F}"/>
              </a:ext>
            </a:extLst>
          </p:cNvPr>
          <p:cNvSpPr txBox="1"/>
          <p:nvPr/>
        </p:nvSpPr>
        <p:spPr>
          <a:xfrm>
            <a:off x="3801023" y="3232599"/>
            <a:ext cx="1598292" cy="369332"/>
          </a:xfrm>
          <a:prstGeom prst="rect">
            <a:avLst/>
          </a:prstGeom>
          <a:solidFill>
            <a:schemeClr val="accent4">
              <a:lumMod val="40000"/>
              <a:lumOff val="60000"/>
            </a:schemeClr>
          </a:solidFill>
          <a:ln>
            <a:solidFill>
              <a:schemeClr val="accent4">
                <a:lumMod val="40000"/>
                <a:lumOff val="60000"/>
              </a:schemeClr>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D0D0D"/>
                </a:solidFill>
                <a:effectLst/>
                <a:uLnTx/>
                <a:uFillTx/>
                <a:latin typeface="Figtree"/>
                <a:ea typeface="+mn-ea"/>
                <a:cs typeface="+mn-cs"/>
              </a:rPr>
              <a:t>n x optional</a:t>
            </a:r>
          </a:p>
        </p:txBody>
      </p:sp>
      <p:sp>
        <p:nvSpPr>
          <p:cNvPr id="16" name="Rectangle: Rounded Corners 15">
            <a:extLst>
              <a:ext uri="{FF2B5EF4-FFF2-40B4-BE49-F238E27FC236}">
                <a16:creationId xmlns:a16="http://schemas.microsoft.com/office/drawing/2014/main" id="{C044A6B1-7217-D74C-69B1-6C069B752970}"/>
              </a:ext>
            </a:extLst>
          </p:cNvPr>
          <p:cNvSpPr/>
          <p:nvPr/>
        </p:nvSpPr>
        <p:spPr>
          <a:xfrm>
            <a:off x="863640" y="3075513"/>
            <a:ext cx="1943619" cy="682598"/>
          </a:xfrm>
          <a:prstGeom prst="roundRect">
            <a:avLst/>
          </a:prstGeom>
          <a:no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Figtree"/>
              <a:ea typeface="+mn-ea"/>
              <a:cs typeface="+mn-cs"/>
            </a:endParaRPr>
          </a:p>
        </p:txBody>
      </p:sp>
      <p:sp>
        <p:nvSpPr>
          <p:cNvPr id="17" name="Line 11">
            <a:extLst>
              <a:ext uri="{FF2B5EF4-FFF2-40B4-BE49-F238E27FC236}">
                <a16:creationId xmlns:a16="http://schemas.microsoft.com/office/drawing/2014/main" id="{54FEC154-37D6-B074-880D-0B3DA568085B}"/>
              </a:ext>
            </a:extLst>
          </p:cNvPr>
          <p:cNvSpPr>
            <a:spLocks noChangeShapeType="1"/>
          </p:cNvSpPr>
          <p:nvPr/>
        </p:nvSpPr>
        <p:spPr bwMode="auto">
          <a:xfrm flipH="1">
            <a:off x="2807258" y="3428992"/>
            <a:ext cx="993765" cy="8"/>
          </a:xfrm>
          <a:prstGeom prst="line">
            <a:avLst/>
          </a:prstGeom>
          <a:noFill/>
          <a:ln w="19050">
            <a:solidFill>
              <a:schemeClr val="accent4"/>
            </a:solidFill>
            <a:round/>
            <a:headEnd/>
            <a:tailEnd type="triangle" w="med" len="med"/>
          </a:ln>
          <a:extLst>
            <a:ext uri="{909E8E84-426E-40dd-AFC4-6F175D3DCCD1}">
              <a14:hiddenFill xmlns:a14="http://schemas.microsoft.com/office/drawing/2010/main" xmlns="">
                <a:noFill/>
              </a14:hiddenFill>
            </a:ext>
          </a:ex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D0D0D"/>
              </a:solidFill>
              <a:effectLst/>
              <a:uLnTx/>
              <a:uFillTx/>
              <a:latin typeface="Figtree"/>
              <a:ea typeface="+mn-ea"/>
              <a:cs typeface="+mn-cs"/>
            </a:endParaRPr>
          </a:p>
        </p:txBody>
      </p:sp>
      <p:sp>
        <p:nvSpPr>
          <p:cNvPr id="18" name="Rectangle: Rounded Corners 17">
            <a:extLst>
              <a:ext uri="{FF2B5EF4-FFF2-40B4-BE49-F238E27FC236}">
                <a16:creationId xmlns:a16="http://schemas.microsoft.com/office/drawing/2014/main" id="{42917FB1-3A6E-EBBC-15A4-537A8D4C799F}"/>
              </a:ext>
            </a:extLst>
          </p:cNvPr>
          <p:cNvSpPr/>
          <p:nvPr/>
        </p:nvSpPr>
        <p:spPr>
          <a:xfrm>
            <a:off x="860387" y="3840756"/>
            <a:ext cx="1948128" cy="608528"/>
          </a:xfrm>
          <a:prstGeom prst="roundRect">
            <a:avLst/>
          </a:prstGeom>
          <a:noFill/>
          <a:ln w="254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Figtree"/>
              <a:ea typeface="+mn-ea"/>
              <a:cs typeface="+mn-cs"/>
            </a:endParaRPr>
          </a:p>
        </p:txBody>
      </p:sp>
      <p:sp>
        <p:nvSpPr>
          <p:cNvPr id="19" name="Line 11">
            <a:extLst>
              <a:ext uri="{FF2B5EF4-FFF2-40B4-BE49-F238E27FC236}">
                <a16:creationId xmlns:a16="http://schemas.microsoft.com/office/drawing/2014/main" id="{25463C91-F6FB-37E8-181D-57D3DA8D358E}"/>
              </a:ext>
            </a:extLst>
          </p:cNvPr>
          <p:cNvSpPr>
            <a:spLocks noChangeShapeType="1"/>
          </p:cNvSpPr>
          <p:nvPr/>
        </p:nvSpPr>
        <p:spPr bwMode="auto">
          <a:xfrm flipH="1">
            <a:off x="2853345" y="4139166"/>
            <a:ext cx="947678" cy="9"/>
          </a:xfrm>
          <a:prstGeom prst="line">
            <a:avLst/>
          </a:prstGeom>
          <a:noFill/>
          <a:ln w="19050">
            <a:solidFill>
              <a:schemeClr val="accent5"/>
            </a:solidFill>
            <a:round/>
            <a:headEnd/>
            <a:tailEnd type="triangle" w="med" len="med"/>
          </a:ln>
          <a:extLst>
            <a:ext uri="{909E8E84-426E-40dd-AFC4-6F175D3DCCD1}">
              <a14:hiddenFill xmlns:a14="http://schemas.microsoft.com/office/drawing/2010/main" xmlns="">
                <a:noFill/>
              </a14:hiddenFill>
            </a:ext>
          </a:ex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D0D0D"/>
              </a:solidFill>
              <a:effectLst/>
              <a:uLnTx/>
              <a:uFillTx/>
              <a:latin typeface="Figtree"/>
              <a:ea typeface="+mn-ea"/>
              <a:cs typeface="+mn-cs"/>
            </a:endParaRPr>
          </a:p>
        </p:txBody>
      </p:sp>
      <p:sp>
        <p:nvSpPr>
          <p:cNvPr id="12" name="Slide Number Placeholder 4">
            <a:extLst>
              <a:ext uri="{FF2B5EF4-FFF2-40B4-BE49-F238E27FC236}">
                <a16:creationId xmlns:a16="http://schemas.microsoft.com/office/drawing/2014/main" id="{50FDEB34-5EF0-CA97-9103-9C9140D3D7FC}"/>
              </a:ext>
            </a:extLst>
          </p:cNvPr>
          <p:cNvSpPr>
            <a:spLocks noGrp="1"/>
          </p:cNvSpPr>
          <p:nvPr>
            <p:ph type="sldNum" sz="quarter" idx="12"/>
          </p:nvPr>
        </p:nvSpPr>
        <p:spPr>
          <a:xfrm>
            <a:off x="9365513" y="6398855"/>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469444-D02B-D446-9CF8-19DEDDE073D1}" type="slidenum">
              <a:rPr kumimoji="0" lang="en-GB"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800" b="0" i="0" u="none" strike="noStrike" kern="1200" cap="none" spc="0" normalizeH="0" baseline="0" noProof="0">
              <a:ln>
                <a:noFill/>
              </a:ln>
              <a:solidFill>
                <a:srgbClr val="5F5F5F"/>
              </a:solidFill>
              <a:effectLst/>
              <a:uLnTx/>
              <a:uFillTx/>
              <a:latin typeface="Figtree"/>
              <a:ea typeface="+mn-ea"/>
              <a:cs typeface="+mn-cs"/>
            </a:endParaRPr>
          </a:p>
        </p:txBody>
      </p:sp>
    </p:spTree>
    <p:extLst>
      <p:ext uri="{BB962C8B-B14F-4D97-AF65-F5344CB8AC3E}">
        <p14:creationId xmlns:p14="http://schemas.microsoft.com/office/powerpoint/2010/main" val="13534295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076C389-1B65-EA66-C5D9-B4F80F0119CE}"/>
              </a:ext>
            </a:extLst>
          </p:cNvPr>
          <p:cNvSpPr>
            <a:spLocks noGrp="1"/>
          </p:cNvSpPr>
          <p:nvPr>
            <p:ph type="ctrTitle"/>
          </p:nvPr>
        </p:nvSpPr>
        <p:spPr/>
        <p:txBody>
          <a:bodyPr/>
          <a:lstStyle/>
          <a:p>
            <a:r>
              <a:rPr lang="en-GB" noProof="0"/>
              <a:t>Python conditionals: Indentation</a:t>
            </a:r>
          </a:p>
        </p:txBody>
      </p:sp>
      <p:sp>
        <p:nvSpPr>
          <p:cNvPr id="8" name="Text Placeholder 7">
            <a:extLst>
              <a:ext uri="{FF2B5EF4-FFF2-40B4-BE49-F238E27FC236}">
                <a16:creationId xmlns:a16="http://schemas.microsoft.com/office/drawing/2014/main" id="{FD73BA48-3B08-758E-F70C-D8E8F85E954D}"/>
              </a:ext>
            </a:extLst>
          </p:cNvPr>
          <p:cNvSpPr>
            <a:spLocks noGrp="1"/>
          </p:cNvSpPr>
          <p:nvPr>
            <p:ph type="body" sz="quarter" idx="14"/>
          </p:nvPr>
        </p:nvSpPr>
        <p:spPr>
          <a:xfrm>
            <a:off x="698499" y="2176042"/>
            <a:ext cx="3238501" cy="3069060"/>
          </a:xfrm>
        </p:spPr>
        <p:txBody>
          <a:bodyPr/>
          <a:lstStyle/>
          <a:p>
            <a:r>
              <a:rPr lang="en-GB" b="1" noProof="0"/>
              <a:t>Python? </a:t>
            </a:r>
          </a:p>
          <a:p>
            <a:r>
              <a:rPr lang="en-GB" noProof="0"/>
              <a:t>That is for children. A Klingon Warrior uses only machine code, keyed in on the front panel switches in raw binary. </a:t>
            </a:r>
          </a:p>
          <a:p>
            <a:r>
              <a:rPr lang="en-GB" b="1" noProof="0"/>
              <a:t>Klingon Programmer</a:t>
            </a:r>
          </a:p>
        </p:txBody>
      </p:sp>
      <p:sp>
        <p:nvSpPr>
          <p:cNvPr id="9" name="Text Placeholder 8">
            <a:extLst>
              <a:ext uri="{FF2B5EF4-FFF2-40B4-BE49-F238E27FC236}">
                <a16:creationId xmlns:a16="http://schemas.microsoft.com/office/drawing/2014/main" id="{EC442144-6CB5-A43F-38E3-5E466ECE0862}"/>
              </a:ext>
            </a:extLst>
          </p:cNvPr>
          <p:cNvSpPr>
            <a:spLocks noGrp="1"/>
          </p:cNvSpPr>
          <p:nvPr>
            <p:ph type="body" sz="quarter" idx="15"/>
          </p:nvPr>
        </p:nvSpPr>
        <p:spPr>
          <a:xfrm>
            <a:off x="4013202" y="2176042"/>
            <a:ext cx="3934457" cy="3069060"/>
          </a:xfrm>
        </p:spPr>
        <p:txBody>
          <a:bodyPr/>
          <a:lstStyle/>
          <a:p>
            <a:r>
              <a:rPr lang="en-GB" b="1" noProof="0"/>
              <a:t>The future</a:t>
            </a:r>
          </a:p>
          <a:p>
            <a:r>
              <a:rPr lang="en-GB" noProof="0"/>
              <a:t>‘We will perhaps eventually be writing only small modules which are identified by name as they are used to build larger ones, so that devices like indentation, rather than delimiters, might become feasible for expressing local structure in the source language.’</a:t>
            </a:r>
          </a:p>
          <a:p>
            <a:r>
              <a:rPr lang="en-GB" b="1" noProof="0"/>
              <a:t>Donald Knuth 1974</a:t>
            </a:r>
          </a:p>
          <a:p>
            <a:endParaRPr lang="en-GB" noProof="0"/>
          </a:p>
        </p:txBody>
      </p:sp>
      <p:sp>
        <p:nvSpPr>
          <p:cNvPr id="11" name="Text Placeholder 10">
            <a:extLst>
              <a:ext uri="{FF2B5EF4-FFF2-40B4-BE49-F238E27FC236}">
                <a16:creationId xmlns:a16="http://schemas.microsoft.com/office/drawing/2014/main" id="{80A2D932-E87E-D36D-43B7-1E1AA59797EE}"/>
              </a:ext>
            </a:extLst>
          </p:cNvPr>
          <p:cNvSpPr>
            <a:spLocks noGrp="1"/>
          </p:cNvSpPr>
          <p:nvPr>
            <p:ph type="body" sz="quarter" idx="17"/>
          </p:nvPr>
        </p:nvSpPr>
        <p:spPr>
          <a:xfrm>
            <a:off x="8178799" y="2176042"/>
            <a:ext cx="3449321" cy="3069060"/>
          </a:xfrm>
        </p:spPr>
        <p:txBody>
          <a:bodyPr/>
          <a:lstStyle/>
          <a:p>
            <a:r>
              <a:rPr lang="en-GB" b="1" noProof="0"/>
              <a:t>The guidelines</a:t>
            </a:r>
            <a:endParaRPr lang="en-GB" noProof="0"/>
          </a:p>
          <a:p>
            <a:r>
              <a:rPr lang="en-GB" noProof="0"/>
              <a:t>Spaces are the preferred indentation method.</a:t>
            </a:r>
          </a:p>
          <a:p>
            <a:r>
              <a:rPr lang="en-GB" noProof="0"/>
              <a:t>Use </a:t>
            </a:r>
            <a:r>
              <a:rPr lang="en-GB" b="1" noProof="0"/>
              <a:t>4 spaces </a:t>
            </a:r>
            <a:r>
              <a:rPr lang="en-GB" noProof="0"/>
              <a:t>per indentation level.</a:t>
            </a:r>
          </a:p>
          <a:p>
            <a:r>
              <a:rPr lang="en-GB" noProof="0"/>
              <a:t>Python does not allow mixing tabs and spaces.</a:t>
            </a:r>
          </a:p>
          <a:p>
            <a:r>
              <a:rPr lang="en-GB" b="1" noProof="0"/>
              <a:t>PEP 8</a:t>
            </a:r>
          </a:p>
        </p:txBody>
      </p:sp>
      <p:sp>
        <p:nvSpPr>
          <p:cNvPr id="5" name="Slide Number Placeholder 4">
            <a:extLst>
              <a:ext uri="{FF2B5EF4-FFF2-40B4-BE49-F238E27FC236}">
                <a16:creationId xmlns:a16="http://schemas.microsoft.com/office/drawing/2014/main" id="{5A19A7F6-0882-390B-ECEA-46B79B359F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469444-D02B-D446-9CF8-19DEDDE073D1}" type="slidenum">
              <a:rPr kumimoji="0" lang="en-GB"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800" b="0" i="0" u="none" strike="noStrike" kern="1200" cap="none" spc="0" normalizeH="0" baseline="0" noProof="0">
              <a:ln>
                <a:noFill/>
              </a:ln>
              <a:solidFill>
                <a:srgbClr val="5F5F5F"/>
              </a:solidFill>
              <a:effectLst/>
              <a:uLnTx/>
              <a:uFillTx/>
              <a:latin typeface="Figtree"/>
              <a:ea typeface="+mn-ea"/>
              <a:cs typeface="+mn-cs"/>
            </a:endParaRPr>
          </a:p>
        </p:txBody>
      </p:sp>
    </p:spTree>
    <p:extLst>
      <p:ext uri="{BB962C8B-B14F-4D97-AF65-F5344CB8AC3E}">
        <p14:creationId xmlns:p14="http://schemas.microsoft.com/office/powerpoint/2010/main" val="3493074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D6B4D17-C35B-0D4D-1CD0-8B40EDA190A1}"/>
              </a:ext>
            </a:extLst>
          </p:cNvPr>
          <p:cNvSpPr>
            <a:spLocks noGrp="1"/>
          </p:cNvSpPr>
          <p:nvPr>
            <p:ph type="ctrTitle"/>
          </p:nvPr>
        </p:nvSpPr>
        <p:spPr>
          <a:xfrm>
            <a:off x="443921" y="500194"/>
            <a:ext cx="10800000" cy="858985"/>
          </a:xfrm>
        </p:spPr>
        <p:txBody>
          <a:bodyPr/>
          <a:lstStyle/>
          <a:p>
            <a:r>
              <a:rPr lang="en-GB" noProof="0"/>
              <a:t>Chained comparisons</a:t>
            </a:r>
          </a:p>
        </p:txBody>
      </p:sp>
      <p:sp>
        <p:nvSpPr>
          <p:cNvPr id="6" name="Text Placeholder 5">
            <a:extLst>
              <a:ext uri="{FF2B5EF4-FFF2-40B4-BE49-F238E27FC236}">
                <a16:creationId xmlns:a16="http://schemas.microsoft.com/office/drawing/2014/main" id="{F83ED2B7-7E92-DF82-1BCF-047A8C85486C}"/>
              </a:ext>
            </a:extLst>
          </p:cNvPr>
          <p:cNvSpPr>
            <a:spLocks noGrp="1"/>
          </p:cNvSpPr>
          <p:nvPr>
            <p:ph type="body" sz="quarter" idx="14"/>
          </p:nvPr>
        </p:nvSpPr>
        <p:spPr>
          <a:xfrm>
            <a:off x="443921" y="1733108"/>
            <a:ext cx="5135800" cy="4061405"/>
          </a:xfrm>
        </p:spPr>
        <p:txBody>
          <a:bodyPr/>
          <a:lstStyle/>
          <a:p>
            <a:r>
              <a:rPr lang="en-GB" b="1" noProof="0"/>
              <a:t>Consider a test with multiple related expressions:</a:t>
            </a:r>
          </a:p>
          <a:p>
            <a:pPr marL="285750" indent="-285750">
              <a:buFont typeface="Arial" panose="020B0604020202020204" pitchFamily="34" charset="0"/>
              <a:buChar char="•"/>
            </a:pPr>
            <a:r>
              <a:rPr lang="en-GB" noProof="0"/>
              <a:t>Number must be between 0 and 41, and distance must be above 42:</a:t>
            </a:r>
          </a:p>
          <a:p>
            <a:pPr marL="285750" indent="-285750">
              <a:buFont typeface="Arial" panose="020B0604020202020204" pitchFamily="34" charset="0"/>
              <a:buChar char="•"/>
            </a:pPr>
            <a:endParaRPr lang="en-GB" noProof="0"/>
          </a:p>
          <a:p>
            <a:pPr marL="285750" indent="-285750">
              <a:buFont typeface="Arial" panose="020B0604020202020204" pitchFamily="34" charset="0"/>
              <a:buChar char="•"/>
            </a:pPr>
            <a:endParaRPr lang="en-GB"/>
          </a:p>
          <a:p>
            <a:pPr marL="285750" indent="-285750">
              <a:buFont typeface="Arial" panose="020B0604020202020204" pitchFamily="34" charset="0"/>
              <a:buChar char="•"/>
            </a:pPr>
            <a:r>
              <a:rPr lang="en-GB" noProof="0"/>
              <a:t>Could be rewritten as a chained comparison:</a:t>
            </a:r>
          </a:p>
          <a:p>
            <a:pPr marL="285750" indent="-285750">
              <a:buFont typeface="Arial" panose="020B0604020202020204" pitchFamily="34" charset="0"/>
              <a:buChar char="•"/>
            </a:pPr>
            <a:endParaRPr lang="en-GB" noProof="0"/>
          </a:p>
          <a:p>
            <a:pPr marL="285750" indent="-285750">
              <a:buFont typeface="Arial" panose="020B0604020202020204" pitchFamily="34" charset="0"/>
              <a:buChar char="•"/>
            </a:pPr>
            <a:endParaRPr lang="en-GB" noProof="0"/>
          </a:p>
          <a:p>
            <a:pPr marL="285750" indent="-285750">
              <a:buFont typeface="Arial" panose="020B0604020202020204" pitchFamily="34" charset="0"/>
              <a:buChar char="•"/>
            </a:pPr>
            <a:endParaRPr lang="en-GB" noProof="0"/>
          </a:p>
          <a:p>
            <a:pPr lvl="1"/>
            <a:endParaRPr lang="en-GB" noProof="0"/>
          </a:p>
          <a:p>
            <a:pPr marL="285750" indent="-285750">
              <a:buFont typeface="Arial" panose="020B0604020202020204" pitchFamily="34" charset="0"/>
              <a:buChar char="•"/>
            </a:pPr>
            <a:r>
              <a:rPr lang="en-GB" noProof="0"/>
              <a:t>And can be combined with other tests:</a:t>
            </a:r>
          </a:p>
          <a:p>
            <a:endParaRPr lang="en-GB" noProof="0"/>
          </a:p>
        </p:txBody>
      </p:sp>
      <p:sp>
        <p:nvSpPr>
          <p:cNvPr id="4" name="Slide Number Placeholder 3">
            <a:extLst>
              <a:ext uri="{FF2B5EF4-FFF2-40B4-BE49-F238E27FC236}">
                <a16:creationId xmlns:a16="http://schemas.microsoft.com/office/drawing/2014/main" id="{8D9A0E44-382A-6A27-3D8D-0A55FC6B7458}"/>
              </a:ext>
            </a:extLst>
          </p:cNvPr>
          <p:cNvSpPr>
            <a:spLocks noGrp="1"/>
          </p:cNvSpPr>
          <p:nvPr>
            <p:ph type="sldNum" sz="quarter" idx="12"/>
          </p:nvPr>
        </p:nvSpPr>
        <p:spPr>
          <a:xfrm>
            <a:off x="9365513" y="6398855"/>
            <a:ext cx="2743200" cy="365125"/>
          </a:xfrm>
        </p:spPr>
        <p:txBody>
          <a:bodyPr/>
          <a:lstStyle/>
          <a:p>
            <a:pPr lvl="0"/>
            <a:fld id="{F3469444-D02B-D446-9CF8-19DEDDE073D1}" type="slidenum">
              <a:rPr lang="en-GB" noProof="0" smtClean="0"/>
              <a:pPr lvl="0"/>
              <a:t>5</a:t>
            </a:fld>
            <a:endParaRPr lang="en-GB" noProof="0"/>
          </a:p>
        </p:txBody>
      </p:sp>
      <p:sp>
        <p:nvSpPr>
          <p:cNvPr id="8" name="Rectangle 4">
            <a:extLst>
              <a:ext uri="{FF2B5EF4-FFF2-40B4-BE49-F238E27FC236}">
                <a16:creationId xmlns:a16="http://schemas.microsoft.com/office/drawing/2014/main" id="{6227C36B-9035-BC7F-3095-DA34F39D8651}"/>
              </a:ext>
            </a:extLst>
          </p:cNvPr>
          <p:cNvSpPr txBox="1">
            <a:spLocks noChangeArrowheads="1"/>
          </p:cNvSpPr>
          <p:nvPr/>
        </p:nvSpPr>
        <p:spPr bwMode="auto">
          <a:xfrm>
            <a:off x="5672490" y="2282645"/>
            <a:ext cx="5781485" cy="1363450"/>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if </a:t>
            </a:r>
            <a:r>
              <a:rPr kumimoji="0" lang="en-GB" sz="1600" b="1" i="0" u="none" strike="noStrike" kern="1200" cap="none" spc="0" normalizeH="0" baseline="0" noProof="0">
                <a:ln>
                  <a:noFill/>
                </a:ln>
                <a:solidFill>
                  <a:srgbClr val="2FB7DA"/>
                </a:solidFill>
                <a:effectLst/>
                <a:uLnTx/>
                <a:uFillTx/>
                <a:latin typeface="Consolas" panose="020B0609020204030204" pitchFamily="49" charset="0"/>
                <a:ea typeface="+mn-ea"/>
                <a:cs typeface="Consolas" panose="020B0609020204030204" pitchFamily="49" charset="0"/>
              </a:rPr>
              <a:t>0 &lt; number</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and </a:t>
            </a:r>
            <a:r>
              <a:rPr kumimoji="0" lang="en-GB" sz="1600" b="1" i="0" u="none" strike="noStrike" kern="1200" cap="none" spc="0" normalizeH="0" baseline="0" noProof="0">
                <a:ln>
                  <a:noFill/>
                </a:ln>
                <a:solidFill>
                  <a:srgbClr val="FCAC69"/>
                </a:solidFill>
                <a:effectLst/>
                <a:uLnTx/>
                <a:uFillTx/>
                <a:latin typeface="Consolas" panose="020B0609020204030204" pitchFamily="49" charset="0"/>
                <a:ea typeface="+mn-ea"/>
                <a:cs typeface="Consolas" panose="020B0609020204030204" pitchFamily="49" charset="0"/>
              </a:rPr>
              <a:t>number &lt; 42 </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and </a:t>
            </a:r>
            <a:r>
              <a:rPr kumimoji="0" lang="en-GB" sz="1600" b="1" i="0" u="none" strike="noStrike" kern="1200" cap="none" spc="0" normalizeH="0" baseline="0" noProof="0">
                <a:ln>
                  <a:noFill/>
                </a:ln>
                <a:solidFill>
                  <a:srgbClr val="9E84F5"/>
                </a:solidFill>
                <a:effectLst/>
                <a:uLnTx/>
                <a:uFillTx/>
                <a:latin typeface="Consolas" panose="020B0609020204030204" pitchFamily="49" charset="0"/>
                <a:ea typeface="+mn-ea"/>
                <a:cs typeface="Consolas" panose="020B0609020204030204" pitchFamily="49" charset="0"/>
              </a:rPr>
              <a:t>42 &lt; distance</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print("number and distance are within range")</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else:</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print("number and distance are out of range")</a:t>
            </a:r>
          </a:p>
        </p:txBody>
      </p:sp>
      <p:sp>
        <p:nvSpPr>
          <p:cNvPr id="9" name="Rectangle 4">
            <a:extLst>
              <a:ext uri="{FF2B5EF4-FFF2-40B4-BE49-F238E27FC236}">
                <a16:creationId xmlns:a16="http://schemas.microsoft.com/office/drawing/2014/main" id="{0BDAAE83-B030-B807-DA4B-811F661B66A7}"/>
              </a:ext>
            </a:extLst>
          </p:cNvPr>
          <p:cNvSpPr txBox="1">
            <a:spLocks noChangeArrowheads="1"/>
          </p:cNvSpPr>
          <p:nvPr/>
        </p:nvSpPr>
        <p:spPr bwMode="auto">
          <a:xfrm>
            <a:off x="5672492" y="3960009"/>
            <a:ext cx="5781485" cy="1363450"/>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if </a:t>
            </a:r>
            <a:r>
              <a:rPr kumimoji="0" lang="en-GB" sz="1600" b="1" i="0" u="none" strike="noStrike" kern="1200" cap="none" spc="0" normalizeH="0" baseline="0" noProof="0">
                <a:ln>
                  <a:noFill/>
                </a:ln>
                <a:solidFill>
                  <a:srgbClr val="2FB7DA"/>
                </a:solidFill>
                <a:effectLst/>
                <a:uLnTx/>
                <a:uFillTx/>
                <a:latin typeface="Consolas" panose="020B0609020204030204" pitchFamily="49" charset="0"/>
                <a:ea typeface="+mn-ea"/>
                <a:cs typeface="Consolas" panose="020B0609020204030204" pitchFamily="49" charset="0"/>
              </a:rPr>
              <a:t>0</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&lt; </a:t>
            </a:r>
            <a:r>
              <a:rPr kumimoji="0" lang="en-GB" sz="1600" b="1" i="0" u="none" strike="noStrike" kern="1200" cap="none" spc="0" normalizeH="0" baseline="0" noProof="0">
                <a:ln>
                  <a:noFill/>
                </a:ln>
                <a:solidFill>
                  <a:srgbClr val="FCAC69"/>
                </a:solidFill>
                <a:effectLst/>
                <a:uLnTx/>
                <a:uFillTx/>
                <a:latin typeface="Consolas" panose="020B0609020204030204" pitchFamily="49" charset="0"/>
                <a:ea typeface="+mn-ea"/>
                <a:cs typeface="Consolas" panose="020B0609020204030204" pitchFamily="49" charset="0"/>
              </a:rPr>
              <a:t>number &lt; 42 </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&lt; </a:t>
            </a:r>
            <a:r>
              <a:rPr kumimoji="0" lang="en-GB" sz="1600" b="1" i="0" u="none" strike="noStrike" kern="1200" cap="none" spc="0" normalizeH="0" baseline="0" noProof="0">
                <a:ln>
                  <a:noFill/>
                </a:ln>
                <a:solidFill>
                  <a:srgbClr val="9E84F5"/>
                </a:solidFill>
                <a:effectLst/>
                <a:uLnTx/>
                <a:uFillTx/>
                <a:latin typeface="Consolas" panose="020B0609020204030204" pitchFamily="49" charset="0"/>
                <a:ea typeface="+mn-ea"/>
                <a:cs typeface="Consolas" panose="020B0609020204030204" pitchFamily="49" charset="0"/>
              </a:rPr>
              <a:t>distance</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print("number and distance are within range")</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else:</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print("number and distance are out of range")</a:t>
            </a:r>
          </a:p>
        </p:txBody>
      </p:sp>
      <p:sp>
        <p:nvSpPr>
          <p:cNvPr id="10" name="Rectangle 4">
            <a:extLst>
              <a:ext uri="{FF2B5EF4-FFF2-40B4-BE49-F238E27FC236}">
                <a16:creationId xmlns:a16="http://schemas.microsoft.com/office/drawing/2014/main" id="{F2FA3C11-40BA-69D7-CB66-F55F9EB03513}"/>
              </a:ext>
            </a:extLst>
          </p:cNvPr>
          <p:cNvSpPr txBox="1">
            <a:spLocks noChangeArrowheads="1"/>
          </p:cNvSpPr>
          <p:nvPr/>
        </p:nvSpPr>
        <p:spPr bwMode="auto">
          <a:xfrm>
            <a:off x="5672491" y="5933290"/>
            <a:ext cx="5781485" cy="313932"/>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if </a:t>
            </a:r>
            <a:r>
              <a:rPr kumimoji="0" lang="en-GB" sz="1600" b="1" i="0" u="none" strike="noStrike" kern="1200" cap="none" spc="0" normalizeH="0" baseline="0" noProof="0">
                <a:ln>
                  <a:noFill/>
                </a:ln>
                <a:solidFill>
                  <a:srgbClr val="2FB7DA"/>
                </a:solidFill>
                <a:effectLst/>
                <a:uLnTx/>
                <a:uFillTx/>
                <a:latin typeface="Consolas" panose="020B0609020204030204" pitchFamily="49" charset="0"/>
                <a:ea typeface="+mn-ea"/>
                <a:cs typeface="Consolas" panose="020B0609020204030204" pitchFamily="49" charset="0"/>
              </a:rPr>
              <a:t>0</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&lt; </a:t>
            </a:r>
            <a:r>
              <a:rPr kumimoji="0" lang="en-GB" sz="1600" b="1" i="0" u="none" strike="noStrike" kern="1200" cap="none" spc="0" normalizeH="0" baseline="0" noProof="0">
                <a:ln>
                  <a:noFill/>
                </a:ln>
                <a:solidFill>
                  <a:srgbClr val="FCAC69"/>
                </a:solidFill>
                <a:effectLst/>
                <a:uLnTx/>
                <a:uFillTx/>
                <a:latin typeface="Consolas" panose="020B0609020204030204" pitchFamily="49" charset="0"/>
                <a:ea typeface="+mn-ea"/>
                <a:cs typeface="Consolas" panose="020B0609020204030204" pitchFamily="49" charset="0"/>
              </a:rPr>
              <a:t>number &lt; 42 </a:t>
            </a:r>
            <a:r>
              <a:rPr kumimoji="0" lang="en-GB" sz="1600" b="1"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and</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a:t>
            </a:r>
            <a:r>
              <a:rPr kumimoji="0" lang="en-GB" sz="1600" b="1"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distance </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20:</a:t>
            </a:r>
          </a:p>
        </p:txBody>
      </p:sp>
    </p:spTree>
    <p:extLst>
      <p:ext uri="{BB962C8B-B14F-4D97-AF65-F5344CB8AC3E}">
        <p14:creationId xmlns:p14="http://schemas.microsoft.com/office/powerpoint/2010/main" val="4070637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B3B53-AE63-23C6-93E2-1B345FE70361}"/>
              </a:ext>
            </a:extLst>
          </p:cNvPr>
          <p:cNvSpPr>
            <a:spLocks noGrp="1"/>
          </p:cNvSpPr>
          <p:nvPr>
            <p:ph type="ctrTitle"/>
          </p:nvPr>
        </p:nvSpPr>
        <p:spPr/>
        <p:txBody>
          <a:bodyPr/>
          <a:lstStyle/>
          <a:p>
            <a:r>
              <a:rPr lang="en-GB" noProof="0"/>
              <a:t>Sequence and collection tests</a:t>
            </a:r>
          </a:p>
        </p:txBody>
      </p:sp>
      <p:sp>
        <p:nvSpPr>
          <p:cNvPr id="3" name="Text Placeholder 2">
            <a:extLst>
              <a:ext uri="{FF2B5EF4-FFF2-40B4-BE49-F238E27FC236}">
                <a16:creationId xmlns:a16="http://schemas.microsoft.com/office/drawing/2014/main" id="{F99D604B-D6ED-FA58-28AC-4F66DE7E84B5}"/>
              </a:ext>
            </a:extLst>
          </p:cNvPr>
          <p:cNvSpPr>
            <a:spLocks noGrp="1"/>
          </p:cNvSpPr>
          <p:nvPr>
            <p:ph type="body" sz="quarter" idx="14"/>
          </p:nvPr>
        </p:nvSpPr>
        <p:spPr>
          <a:xfrm>
            <a:off x="443920" y="1733108"/>
            <a:ext cx="3797702" cy="4061405"/>
          </a:xfrm>
        </p:spPr>
        <p:txBody>
          <a:bodyPr/>
          <a:lstStyle/>
          <a:p>
            <a:r>
              <a:rPr lang="en-GB" b="1" noProof="0"/>
              <a:t>An empty string, tuple, list, dictionary, set returns False:</a:t>
            </a:r>
          </a:p>
          <a:p>
            <a:endParaRPr lang="en-GB" noProof="0"/>
          </a:p>
          <a:p>
            <a:endParaRPr lang="en-GB" noProof="0"/>
          </a:p>
          <a:p>
            <a:endParaRPr lang="en-GB" noProof="0"/>
          </a:p>
          <a:p>
            <a:r>
              <a:rPr lang="en-GB" b="1" noProof="0"/>
              <a:t>Sequences also support built-in functions all() and any():</a:t>
            </a:r>
          </a:p>
          <a:p>
            <a:pPr marL="285750" indent="-285750">
              <a:buFont typeface="Arial" panose="020B0604020202020204" pitchFamily="34" charset="0"/>
              <a:buChar char="•"/>
            </a:pPr>
            <a:r>
              <a:rPr lang="en-GB" noProof="0"/>
              <a:t>all()returns True if all items in the sequence are true.</a:t>
            </a:r>
          </a:p>
          <a:p>
            <a:pPr marL="285750" indent="-285750">
              <a:buFont typeface="Arial" panose="020B0604020202020204" pitchFamily="34" charset="0"/>
              <a:buChar char="•"/>
            </a:pPr>
            <a:r>
              <a:rPr lang="en-GB" noProof="0"/>
              <a:t>any()returns True if any of the items in the sequence are true.</a:t>
            </a:r>
          </a:p>
          <a:p>
            <a:endParaRPr lang="en-GB" noProof="0"/>
          </a:p>
        </p:txBody>
      </p:sp>
      <p:sp>
        <p:nvSpPr>
          <p:cNvPr id="5" name="Slide Number Placeholder 4">
            <a:extLst>
              <a:ext uri="{FF2B5EF4-FFF2-40B4-BE49-F238E27FC236}">
                <a16:creationId xmlns:a16="http://schemas.microsoft.com/office/drawing/2014/main" id="{7392275D-227C-7AD9-0278-5622CBAFB7F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469444-D02B-D446-9CF8-19DEDDE073D1}" type="slidenum">
              <a:rPr kumimoji="0" lang="en-GB"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800" b="0" i="0" u="none" strike="noStrike" kern="1200" cap="none" spc="0" normalizeH="0" baseline="0" noProof="0">
              <a:ln>
                <a:noFill/>
              </a:ln>
              <a:solidFill>
                <a:srgbClr val="5F5F5F"/>
              </a:solidFill>
              <a:effectLst/>
              <a:uLnTx/>
              <a:uFillTx/>
              <a:latin typeface="Figtree"/>
              <a:ea typeface="+mn-ea"/>
              <a:cs typeface="+mn-cs"/>
            </a:endParaRPr>
          </a:p>
        </p:txBody>
      </p:sp>
      <p:sp>
        <p:nvSpPr>
          <p:cNvPr id="9" name="Rectangle 4">
            <a:extLst>
              <a:ext uri="{FF2B5EF4-FFF2-40B4-BE49-F238E27FC236}">
                <a16:creationId xmlns:a16="http://schemas.microsoft.com/office/drawing/2014/main" id="{06907E3A-DC29-F19E-8C4E-935BD70C0401}"/>
              </a:ext>
            </a:extLst>
          </p:cNvPr>
          <p:cNvSpPr txBox="1">
            <a:spLocks noChangeArrowheads="1"/>
          </p:cNvSpPr>
          <p:nvPr/>
        </p:nvSpPr>
        <p:spPr bwMode="auto">
          <a:xfrm>
            <a:off x="4214615" y="1752392"/>
            <a:ext cx="3334807" cy="1013611"/>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mylist = [0, 1, 2, 3]</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if </a:t>
            </a:r>
            <a:r>
              <a:rPr kumimoji="0" lang="en-GB" sz="1600" b="1" i="0" u="none" strike="noStrike" kern="1200" cap="none" spc="0" normalizeH="0" baseline="0" noProof="0">
                <a:ln>
                  <a:noFill/>
                </a:ln>
                <a:solidFill>
                  <a:srgbClr val="FFFF00"/>
                </a:solidFill>
                <a:effectLst/>
                <a:uLnTx/>
                <a:uFillTx/>
                <a:latin typeface="Consolas" panose="020B0609020204030204" pitchFamily="49" charset="0"/>
                <a:ea typeface="+mn-ea"/>
                <a:cs typeface="Consolas" panose="020B0609020204030204" pitchFamily="49" charset="0"/>
              </a:rPr>
              <a:t>mylist</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print("mylist is True")</a:t>
            </a:r>
          </a:p>
        </p:txBody>
      </p:sp>
      <p:sp>
        <p:nvSpPr>
          <p:cNvPr id="10" name="Rectangle 4">
            <a:extLst>
              <a:ext uri="{FF2B5EF4-FFF2-40B4-BE49-F238E27FC236}">
                <a16:creationId xmlns:a16="http://schemas.microsoft.com/office/drawing/2014/main" id="{3C88A3F2-2A3B-111C-845D-75D6CD40CA6D}"/>
              </a:ext>
            </a:extLst>
          </p:cNvPr>
          <p:cNvSpPr txBox="1">
            <a:spLocks noChangeArrowheads="1"/>
          </p:cNvSpPr>
          <p:nvPr/>
        </p:nvSpPr>
        <p:spPr bwMode="auto">
          <a:xfrm>
            <a:off x="4241621" y="4003424"/>
            <a:ext cx="5437927" cy="1713290"/>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mylist = [</a:t>
            </a:r>
            <a:r>
              <a:rPr kumimoji="0" lang="en-GB" sz="1600" b="0" i="0" u="none" strike="noStrike" kern="1200" cap="none" spc="0" normalizeH="0" baseline="0" noProof="0">
                <a:ln>
                  <a:noFill/>
                </a:ln>
                <a:solidFill>
                  <a:srgbClr val="FC5B61"/>
                </a:solidFill>
                <a:effectLst/>
                <a:uLnTx/>
                <a:uFillTx/>
                <a:latin typeface="Consolas" panose="020B0609020204030204" pitchFamily="49" charset="0"/>
                <a:ea typeface="+mn-ea"/>
                <a:cs typeface="Consolas" panose="020B0609020204030204" pitchFamily="49" charset="0"/>
              </a:rPr>
              <a:t>0</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a:t>
            </a:r>
            <a:r>
              <a:rPr kumimoji="0" lang="en-GB" sz="1600" b="1" i="0" u="none" strike="noStrike" kern="1200" cap="none" spc="0" normalizeH="0" baseline="0" noProof="0">
                <a:ln>
                  <a:noFill/>
                </a:ln>
                <a:solidFill>
                  <a:srgbClr val="82CAAE"/>
                </a:solidFill>
                <a:effectLst/>
                <a:uLnTx/>
                <a:uFillTx/>
                <a:latin typeface="Consolas" panose="020B0609020204030204" pitchFamily="49" charset="0"/>
                <a:ea typeface="+mn-ea"/>
                <a:cs typeface="Consolas" panose="020B0609020204030204" pitchFamily="49" charset="0"/>
              </a:rPr>
              <a:t>1</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a:t>
            </a:r>
            <a:r>
              <a:rPr kumimoji="0" lang="en-GB" sz="1600" b="1"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2</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a:t>
            </a:r>
            <a:r>
              <a:rPr kumimoji="0" lang="en-GB" sz="1600" b="1"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3</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if not </a:t>
            </a:r>
            <a:r>
              <a:rPr kumimoji="0" lang="en-GB" sz="1600" b="1" i="0" u="none" strike="noStrike" kern="1200" cap="none" spc="0" normalizeH="0" baseline="0" noProof="0">
                <a:ln>
                  <a:noFill/>
                </a:ln>
                <a:solidFill>
                  <a:srgbClr val="FFFF00"/>
                </a:solidFill>
                <a:effectLst/>
                <a:uLnTx/>
                <a:uFillTx/>
                <a:latin typeface="Consolas" panose="020B0609020204030204" pitchFamily="49" charset="0"/>
                <a:ea typeface="+mn-ea"/>
                <a:cs typeface="Consolas" panose="020B0609020204030204" pitchFamily="49" charset="0"/>
              </a:rPr>
              <a:t>all</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(mylist):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print("mylist: not all are True")</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if </a:t>
            </a:r>
            <a:r>
              <a:rPr kumimoji="0" lang="en-GB" sz="1600" b="1" i="0" u="none" strike="noStrike" kern="1200" cap="none" spc="0" normalizeH="0" baseline="0" noProof="0">
                <a:ln>
                  <a:noFill/>
                </a:ln>
                <a:solidFill>
                  <a:srgbClr val="FFFF00"/>
                </a:solidFill>
                <a:effectLst/>
                <a:uLnTx/>
                <a:uFillTx/>
                <a:latin typeface="Consolas" panose="020B0609020204030204" pitchFamily="49" charset="0"/>
                <a:ea typeface="+mn-ea"/>
                <a:cs typeface="Consolas" panose="020B0609020204030204" pitchFamily="49" charset="0"/>
              </a:rPr>
              <a:t>any</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(mylist):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print("mylist: at least one item is True")</a:t>
            </a:r>
          </a:p>
        </p:txBody>
      </p:sp>
      <p:sp>
        <p:nvSpPr>
          <p:cNvPr id="11" name="TextBox 10">
            <a:extLst>
              <a:ext uri="{FF2B5EF4-FFF2-40B4-BE49-F238E27FC236}">
                <a16:creationId xmlns:a16="http://schemas.microsoft.com/office/drawing/2014/main" id="{5E8E8B85-3459-3DAF-7817-62A4C163F277}"/>
              </a:ext>
            </a:extLst>
          </p:cNvPr>
          <p:cNvSpPr txBox="1"/>
          <p:nvPr/>
        </p:nvSpPr>
        <p:spPr>
          <a:xfrm>
            <a:off x="7549422" y="2396671"/>
            <a:ext cx="1605280" cy="369332"/>
          </a:xfrm>
          <a:prstGeom prst="rect">
            <a:avLst/>
          </a:prstGeom>
          <a:solidFill>
            <a:schemeClr val="bg1"/>
          </a:solidFill>
          <a:ln>
            <a:solidFill>
              <a:schemeClr val="tx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D0D0D"/>
                </a:solidFill>
                <a:effectLst/>
                <a:uLnTx/>
                <a:uFillTx/>
                <a:latin typeface="Figtree"/>
                <a:ea typeface="+mn-ea"/>
                <a:cs typeface="+mn-cs"/>
              </a:rPr>
              <a:t>mylist is True</a:t>
            </a:r>
          </a:p>
        </p:txBody>
      </p:sp>
      <p:sp>
        <p:nvSpPr>
          <p:cNvPr id="12" name="TextBox 11">
            <a:extLst>
              <a:ext uri="{FF2B5EF4-FFF2-40B4-BE49-F238E27FC236}">
                <a16:creationId xmlns:a16="http://schemas.microsoft.com/office/drawing/2014/main" id="{B208B324-C4F9-2615-2CC6-C3C547687F98}"/>
              </a:ext>
            </a:extLst>
          </p:cNvPr>
          <p:cNvSpPr txBox="1"/>
          <p:nvPr/>
        </p:nvSpPr>
        <p:spPr>
          <a:xfrm>
            <a:off x="6277794" y="5711475"/>
            <a:ext cx="3401753" cy="646331"/>
          </a:xfrm>
          <a:prstGeom prst="rect">
            <a:avLst/>
          </a:prstGeom>
          <a:solidFill>
            <a:schemeClr val="bg1"/>
          </a:solidFill>
          <a:ln>
            <a:solidFill>
              <a:schemeClr val="tx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D0D0D"/>
                </a:solidFill>
                <a:effectLst/>
                <a:uLnTx/>
                <a:uFillTx/>
                <a:latin typeface="Figtree"/>
                <a:ea typeface="+mn-ea"/>
                <a:cs typeface="+mn-cs"/>
              </a:rPr>
              <a:t>mylist: not all are True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D0D0D"/>
                </a:solidFill>
                <a:effectLst/>
                <a:uLnTx/>
                <a:uFillTx/>
                <a:latin typeface="Figtree"/>
                <a:ea typeface="+mn-ea"/>
                <a:cs typeface="+mn-cs"/>
              </a:rPr>
              <a:t>mylist: at least one item is True</a:t>
            </a:r>
          </a:p>
        </p:txBody>
      </p:sp>
      <p:sp>
        <p:nvSpPr>
          <p:cNvPr id="17" name="Rectangle: Rounded Corners 16">
            <a:extLst>
              <a:ext uri="{FF2B5EF4-FFF2-40B4-BE49-F238E27FC236}">
                <a16:creationId xmlns:a16="http://schemas.microsoft.com/office/drawing/2014/main" id="{462C956A-923B-0983-2C88-D6AB35F1467F}"/>
              </a:ext>
            </a:extLst>
          </p:cNvPr>
          <p:cNvSpPr/>
          <p:nvPr/>
        </p:nvSpPr>
        <p:spPr>
          <a:xfrm>
            <a:off x="5049502" y="4370513"/>
            <a:ext cx="1423577" cy="288360"/>
          </a:xfrm>
          <a:prstGeom prst="roundRect">
            <a:avLst/>
          </a:prstGeom>
          <a:no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Figtree"/>
              <a:ea typeface="+mn-ea"/>
              <a:cs typeface="+mn-cs"/>
            </a:endParaRPr>
          </a:p>
        </p:txBody>
      </p:sp>
      <p:sp>
        <p:nvSpPr>
          <p:cNvPr id="18" name="Line 11">
            <a:extLst>
              <a:ext uri="{FF2B5EF4-FFF2-40B4-BE49-F238E27FC236}">
                <a16:creationId xmlns:a16="http://schemas.microsoft.com/office/drawing/2014/main" id="{E9B87075-31D7-FDAA-2F20-18D0258DB33F}"/>
              </a:ext>
            </a:extLst>
          </p:cNvPr>
          <p:cNvSpPr>
            <a:spLocks noChangeShapeType="1"/>
          </p:cNvSpPr>
          <p:nvPr/>
        </p:nvSpPr>
        <p:spPr bwMode="auto">
          <a:xfrm flipH="1" flipV="1">
            <a:off x="6566125" y="4517690"/>
            <a:ext cx="3467785" cy="18691"/>
          </a:xfrm>
          <a:prstGeom prst="line">
            <a:avLst/>
          </a:prstGeom>
          <a:noFill/>
          <a:ln w="19050">
            <a:solidFill>
              <a:schemeClr val="accent4"/>
            </a:solidFill>
            <a:round/>
            <a:headEnd/>
            <a:tailEnd type="triangle" w="med" len="med"/>
          </a:ln>
          <a:extLst>
            <a:ext uri="{909E8E84-426E-40dd-AFC4-6F175D3DCCD1}">
              <a14:hiddenFill xmlns:a14="http://schemas.microsoft.com/office/drawing/2010/main" xmlns="">
                <a:noFill/>
              </a14:hiddenFill>
            </a:ext>
          </a:ex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D0D0D"/>
              </a:solidFill>
              <a:effectLst/>
              <a:uLnTx/>
              <a:uFillTx/>
              <a:latin typeface="Figtree"/>
              <a:ea typeface="+mn-ea"/>
              <a:cs typeface="+mn-cs"/>
            </a:endParaRPr>
          </a:p>
        </p:txBody>
      </p:sp>
      <p:sp>
        <p:nvSpPr>
          <p:cNvPr id="19" name="Rectangle: Rounded Corners 18">
            <a:extLst>
              <a:ext uri="{FF2B5EF4-FFF2-40B4-BE49-F238E27FC236}">
                <a16:creationId xmlns:a16="http://schemas.microsoft.com/office/drawing/2014/main" id="{C61D607E-D28B-B768-E30D-036C601B98DB}"/>
              </a:ext>
            </a:extLst>
          </p:cNvPr>
          <p:cNvSpPr/>
          <p:nvPr/>
        </p:nvSpPr>
        <p:spPr>
          <a:xfrm>
            <a:off x="4618885" y="5052086"/>
            <a:ext cx="1423578" cy="288360"/>
          </a:xfrm>
          <a:prstGeom prst="roundRect">
            <a:avLst/>
          </a:prstGeom>
          <a:noFill/>
          <a:ln w="254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Figtree"/>
              <a:ea typeface="+mn-ea"/>
              <a:cs typeface="+mn-cs"/>
            </a:endParaRPr>
          </a:p>
        </p:txBody>
      </p:sp>
      <p:sp>
        <p:nvSpPr>
          <p:cNvPr id="20" name="Line 11">
            <a:extLst>
              <a:ext uri="{FF2B5EF4-FFF2-40B4-BE49-F238E27FC236}">
                <a16:creationId xmlns:a16="http://schemas.microsoft.com/office/drawing/2014/main" id="{B0F6D40E-77B1-9100-EDFD-7B5666F1A50B}"/>
              </a:ext>
            </a:extLst>
          </p:cNvPr>
          <p:cNvSpPr>
            <a:spLocks noChangeShapeType="1"/>
          </p:cNvSpPr>
          <p:nvPr/>
        </p:nvSpPr>
        <p:spPr bwMode="auto">
          <a:xfrm flipH="1" flipV="1">
            <a:off x="6066072" y="5201641"/>
            <a:ext cx="3967837" cy="18692"/>
          </a:xfrm>
          <a:prstGeom prst="line">
            <a:avLst/>
          </a:prstGeom>
          <a:noFill/>
          <a:ln w="19050">
            <a:solidFill>
              <a:schemeClr val="accent5"/>
            </a:solidFill>
            <a:round/>
            <a:headEnd/>
            <a:tailEnd type="triangle" w="med" len="med"/>
          </a:ln>
          <a:extLst>
            <a:ext uri="{909E8E84-426E-40dd-AFC4-6F175D3DCCD1}">
              <a14:hiddenFill xmlns:a14="http://schemas.microsoft.com/office/drawing/2010/main" xmlns="">
                <a:noFill/>
              </a14:hiddenFill>
            </a:ext>
          </a:ex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D0D0D"/>
              </a:solidFill>
              <a:effectLst/>
              <a:uLnTx/>
              <a:uFillTx/>
              <a:latin typeface="Figtree"/>
              <a:ea typeface="+mn-ea"/>
              <a:cs typeface="+mn-cs"/>
            </a:endParaRPr>
          </a:p>
        </p:txBody>
      </p:sp>
      <p:sp>
        <p:nvSpPr>
          <p:cNvPr id="15" name="TextBox 14">
            <a:extLst>
              <a:ext uri="{FF2B5EF4-FFF2-40B4-BE49-F238E27FC236}">
                <a16:creationId xmlns:a16="http://schemas.microsoft.com/office/drawing/2014/main" id="{C8D3915D-A9BB-55D3-4ACC-6D26390267BD}"/>
              </a:ext>
            </a:extLst>
          </p:cNvPr>
          <p:cNvSpPr txBox="1"/>
          <p:nvPr/>
        </p:nvSpPr>
        <p:spPr>
          <a:xfrm>
            <a:off x="9821477" y="5052086"/>
            <a:ext cx="2287236" cy="369332"/>
          </a:xfrm>
          <a:prstGeom prst="rect">
            <a:avLst/>
          </a:prstGeom>
          <a:solidFill>
            <a:schemeClr val="accent5">
              <a:lumMod val="40000"/>
              <a:lumOff val="60000"/>
            </a:schemeClr>
          </a:solidFill>
          <a:ln>
            <a:solidFill>
              <a:schemeClr val="accent5">
                <a:lumMod val="40000"/>
                <a:lumOff val="60000"/>
              </a:schemeClr>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82CAAE">
                    <a:lumMod val="75000"/>
                  </a:srgbClr>
                </a:solidFill>
                <a:effectLst/>
                <a:uLnTx/>
                <a:uFillTx/>
                <a:latin typeface="Figtree"/>
                <a:ea typeface="+mn-ea"/>
                <a:cs typeface="+mn-cs"/>
              </a:rPr>
              <a:t>1</a:t>
            </a:r>
            <a:r>
              <a:rPr kumimoji="0" lang="en-GB" sz="1800" b="0" i="0" u="none" strike="noStrike" kern="1200" cap="none" spc="0" normalizeH="0" baseline="0" noProof="0">
                <a:ln>
                  <a:noFill/>
                </a:ln>
                <a:solidFill>
                  <a:srgbClr val="0D0D0D"/>
                </a:solidFill>
                <a:effectLst/>
                <a:uLnTx/>
                <a:uFillTx/>
                <a:latin typeface="Figtree"/>
                <a:ea typeface="+mn-ea"/>
                <a:cs typeface="+mn-cs"/>
              </a:rPr>
              <a:t> evaluates to True.</a:t>
            </a:r>
          </a:p>
        </p:txBody>
      </p:sp>
      <p:sp>
        <p:nvSpPr>
          <p:cNvPr id="16" name="TextBox 15">
            <a:extLst>
              <a:ext uri="{FF2B5EF4-FFF2-40B4-BE49-F238E27FC236}">
                <a16:creationId xmlns:a16="http://schemas.microsoft.com/office/drawing/2014/main" id="{6CBE37F4-655E-578A-B0CB-5C41CA971978}"/>
              </a:ext>
            </a:extLst>
          </p:cNvPr>
          <p:cNvSpPr txBox="1"/>
          <p:nvPr/>
        </p:nvSpPr>
        <p:spPr>
          <a:xfrm>
            <a:off x="9821476" y="4370513"/>
            <a:ext cx="2287237" cy="369332"/>
          </a:xfrm>
          <a:prstGeom prst="rect">
            <a:avLst/>
          </a:prstGeom>
          <a:solidFill>
            <a:schemeClr val="accent4">
              <a:lumMod val="40000"/>
              <a:lumOff val="60000"/>
            </a:schemeClr>
          </a:solidFill>
          <a:ln>
            <a:solidFill>
              <a:schemeClr val="accent4">
                <a:lumMod val="40000"/>
                <a:lumOff val="60000"/>
              </a:schemeClr>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0000"/>
                </a:solidFill>
                <a:effectLst/>
                <a:uLnTx/>
                <a:uFillTx/>
                <a:latin typeface="Figtree"/>
                <a:ea typeface="+mn-ea"/>
                <a:cs typeface="+mn-cs"/>
              </a:rPr>
              <a:t>0</a:t>
            </a:r>
            <a:r>
              <a:rPr kumimoji="0" lang="en-GB" sz="1800" b="0" i="0" u="none" strike="noStrike" kern="1200" cap="none" spc="0" normalizeH="0" baseline="0" noProof="0">
                <a:ln>
                  <a:noFill/>
                </a:ln>
                <a:solidFill>
                  <a:srgbClr val="0D0D0D"/>
                </a:solidFill>
                <a:effectLst/>
                <a:uLnTx/>
                <a:uFillTx/>
                <a:latin typeface="Figtree"/>
                <a:ea typeface="+mn-ea"/>
                <a:cs typeface="+mn-cs"/>
              </a:rPr>
              <a:t> evaluates to False.</a:t>
            </a:r>
          </a:p>
        </p:txBody>
      </p:sp>
    </p:spTree>
    <p:extLst>
      <p:ext uri="{BB962C8B-B14F-4D97-AF65-F5344CB8AC3E}">
        <p14:creationId xmlns:p14="http://schemas.microsoft.com/office/powerpoint/2010/main" val="30065657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433C4-BA39-95FB-4B9B-C803E35BABE9}"/>
              </a:ext>
            </a:extLst>
          </p:cNvPr>
          <p:cNvSpPr>
            <a:spLocks noGrp="1"/>
          </p:cNvSpPr>
          <p:nvPr>
            <p:ph type="ctrTitle"/>
          </p:nvPr>
        </p:nvSpPr>
        <p:spPr/>
        <p:txBody>
          <a:bodyPr/>
          <a:lstStyle/>
          <a:p>
            <a:r>
              <a:rPr lang="en-GB" noProof="0"/>
              <a:t>Object types</a:t>
            </a:r>
          </a:p>
        </p:txBody>
      </p:sp>
      <p:sp>
        <p:nvSpPr>
          <p:cNvPr id="3" name="Text Placeholder 2">
            <a:extLst>
              <a:ext uri="{FF2B5EF4-FFF2-40B4-BE49-F238E27FC236}">
                <a16:creationId xmlns:a16="http://schemas.microsoft.com/office/drawing/2014/main" id="{89F94F1D-7B54-C8E8-EBA1-B93E78B71AF0}"/>
              </a:ext>
            </a:extLst>
          </p:cNvPr>
          <p:cNvSpPr>
            <a:spLocks noGrp="1"/>
          </p:cNvSpPr>
          <p:nvPr>
            <p:ph type="body" sz="quarter" idx="14"/>
          </p:nvPr>
        </p:nvSpPr>
        <p:spPr>
          <a:xfrm>
            <a:off x="443920" y="1493520"/>
            <a:ext cx="5856671" cy="4300993"/>
          </a:xfrm>
        </p:spPr>
        <p:txBody>
          <a:bodyPr/>
          <a:lstStyle/>
          <a:p>
            <a:r>
              <a:rPr lang="en-GB" b="1" noProof="0"/>
              <a:t>Beware of comparing objects of different types.</a:t>
            </a:r>
          </a:p>
          <a:p>
            <a:pPr marL="285750" indent="-285750">
              <a:buFont typeface="Arial" panose="020B0604020202020204" pitchFamily="34" charset="0"/>
              <a:buChar char="•"/>
            </a:pPr>
            <a:r>
              <a:rPr lang="en-GB" noProof="0"/>
              <a:t>Comparison operators may be overloaded.</a:t>
            </a:r>
          </a:p>
          <a:p>
            <a:pPr marL="285750" indent="-285750">
              <a:buFont typeface="Arial" panose="020B0604020202020204" pitchFamily="34" charset="0"/>
              <a:buChar char="•"/>
            </a:pPr>
            <a:r>
              <a:rPr lang="en-GB" noProof="0"/>
              <a:t>Do not expect automatic conversion.</a:t>
            </a:r>
          </a:p>
          <a:p>
            <a:endParaRPr lang="en-GB" noProof="0"/>
          </a:p>
        </p:txBody>
      </p:sp>
      <p:sp>
        <p:nvSpPr>
          <p:cNvPr id="5" name="Slide Number Placeholder 4">
            <a:extLst>
              <a:ext uri="{FF2B5EF4-FFF2-40B4-BE49-F238E27FC236}">
                <a16:creationId xmlns:a16="http://schemas.microsoft.com/office/drawing/2014/main" id="{00F8EE8D-70ED-9C31-BD4E-2EE5550C7C8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469444-D02B-D446-9CF8-19DEDDE073D1}" type="slidenum">
              <a:rPr kumimoji="0" lang="en-GB"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800" b="0" i="0" u="none" strike="noStrike" kern="1200" cap="none" spc="0" normalizeH="0" baseline="0" noProof="0">
              <a:ln>
                <a:noFill/>
              </a:ln>
              <a:solidFill>
                <a:srgbClr val="5F5F5F"/>
              </a:solidFill>
              <a:effectLst/>
              <a:uLnTx/>
              <a:uFillTx/>
              <a:latin typeface="Figtree"/>
              <a:ea typeface="+mn-ea"/>
              <a:cs typeface="+mn-cs"/>
            </a:endParaRPr>
          </a:p>
        </p:txBody>
      </p:sp>
      <p:sp>
        <p:nvSpPr>
          <p:cNvPr id="6" name="Rectangle 4">
            <a:extLst>
              <a:ext uri="{FF2B5EF4-FFF2-40B4-BE49-F238E27FC236}">
                <a16:creationId xmlns:a16="http://schemas.microsoft.com/office/drawing/2014/main" id="{06C3BC93-686B-1E8F-B4D5-B2A825D4867E}"/>
              </a:ext>
            </a:extLst>
          </p:cNvPr>
          <p:cNvSpPr txBox="1">
            <a:spLocks noChangeArrowheads="1"/>
          </p:cNvSpPr>
          <p:nvPr/>
        </p:nvSpPr>
        <p:spPr bwMode="auto">
          <a:xfrm>
            <a:off x="1084312" y="2804085"/>
            <a:ext cx="4028016" cy="3812326"/>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600" b="0" i="0" u="none" strike="noStrike" kern="1200" cap="none" spc="0" normalizeH="0" baseline="0" noProof="0" err="1">
                <a:ln>
                  <a:noFill/>
                </a:ln>
                <a:solidFill>
                  <a:srgbClr val="2FB7DA"/>
                </a:solidFill>
                <a:effectLst/>
                <a:uLnTx/>
                <a:uFillTx/>
                <a:latin typeface="Consolas" panose="020B0609020204030204" pitchFamily="49" charset="0"/>
                <a:ea typeface="+mn-ea"/>
                <a:cs typeface="Consolas" panose="020B0609020204030204" pitchFamily="49" charset="0"/>
              </a:rPr>
              <a:t>num</a:t>
            </a:r>
            <a:r>
              <a:rPr kumimoji="0" lang="en-GB" sz="1600" b="0" i="0" u="none" strike="noStrike" kern="1200" cap="none" spc="0" normalizeH="0" baseline="0" noProof="0">
                <a:ln>
                  <a:noFill/>
                </a:ln>
                <a:solidFill>
                  <a:srgbClr val="2FB7DA"/>
                </a:solidFill>
                <a:effectLst/>
                <a:uLnTx/>
                <a:uFillTx/>
                <a:latin typeface="Consolas" panose="020B0609020204030204" pitchFamily="49" charset="0"/>
                <a:ea typeface="+mn-ea"/>
                <a:cs typeface="Consolas" panose="020B0609020204030204" pitchFamily="49" charset="0"/>
              </a:rPr>
              <a:t> = 42</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600" b="0" i="0" u="none" strike="noStrike" kern="1200" cap="none" spc="0" normalizeH="0" baseline="0" noProof="0">
                <a:ln>
                  <a:noFill/>
                </a:ln>
                <a:solidFill>
                  <a:srgbClr val="FCAC69"/>
                </a:solidFill>
                <a:effectLst/>
                <a:uLnTx/>
                <a:uFillTx/>
                <a:latin typeface="Consolas" panose="020B0609020204030204" pitchFamily="49" charset="0"/>
                <a:ea typeface="+mn-ea"/>
                <a:cs typeface="Consolas" panose="020B0609020204030204" pitchFamily="49" charset="0"/>
              </a:rPr>
              <a:t>txt = "3"</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if </a:t>
            </a:r>
            <a:r>
              <a:rPr kumimoji="0" lang="en-GB" sz="1600" b="0" i="0" u="none" strike="noStrike" kern="1200" cap="none" spc="0" normalizeH="0" baseline="0" noProof="0">
                <a:ln>
                  <a:noFill/>
                </a:ln>
                <a:solidFill>
                  <a:srgbClr val="FCAC69"/>
                </a:solidFill>
                <a:effectLst/>
                <a:uLnTx/>
                <a:uFillTx/>
                <a:latin typeface="Consolas" panose="020B0609020204030204" pitchFamily="49" charset="0"/>
                <a:ea typeface="+mn-ea"/>
                <a:cs typeface="Consolas" panose="020B0609020204030204" pitchFamily="49" charset="0"/>
              </a:rPr>
              <a:t>txt</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&lt; </a:t>
            </a:r>
            <a:r>
              <a:rPr kumimoji="0" lang="en-GB" sz="1600" b="0" i="0" u="none" strike="noStrike" kern="1200" cap="none" spc="0" normalizeH="0" baseline="0" noProof="0" err="1">
                <a:ln>
                  <a:noFill/>
                </a:ln>
                <a:solidFill>
                  <a:srgbClr val="2FB7DA"/>
                </a:solidFill>
                <a:effectLst/>
                <a:uLnTx/>
                <a:uFillTx/>
                <a:latin typeface="Consolas" panose="020B0609020204030204" pitchFamily="49" charset="0"/>
                <a:ea typeface="+mn-ea"/>
                <a:cs typeface="Consolas" panose="020B0609020204030204" pitchFamily="49" charset="0"/>
              </a:rPr>
              <a:t>num</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print("Wow!")</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else:</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print("Doh!")</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if </a:t>
            </a:r>
            <a:r>
              <a:rPr kumimoji="0" lang="en-GB" sz="1600" b="1" i="0" u="none" strike="noStrike" kern="1200" cap="none" spc="0" normalizeH="0" baseline="0" noProof="0">
                <a:ln>
                  <a:noFill/>
                </a:ln>
                <a:solidFill>
                  <a:srgbClr val="2FB7DA"/>
                </a:solidFill>
                <a:effectLst/>
                <a:uLnTx/>
                <a:uFillTx/>
                <a:latin typeface="Consolas" panose="020B0609020204030204" pitchFamily="49" charset="0"/>
                <a:ea typeface="+mn-ea"/>
                <a:cs typeface="Consolas" panose="020B0609020204030204" pitchFamily="49" charset="0"/>
              </a:rPr>
              <a:t>int(</a:t>
            </a:r>
            <a:r>
              <a:rPr kumimoji="0" lang="en-GB" sz="1600" b="0" i="0" u="none" strike="noStrike" kern="1200" cap="none" spc="0" normalizeH="0" baseline="0" noProof="0">
                <a:ln>
                  <a:noFill/>
                </a:ln>
                <a:solidFill>
                  <a:srgbClr val="2FB7DA"/>
                </a:solidFill>
                <a:effectLst/>
                <a:uLnTx/>
                <a:uFillTx/>
                <a:latin typeface="Consolas" panose="020B0609020204030204" pitchFamily="49" charset="0"/>
                <a:ea typeface="+mn-ea"/>
                <a:cs typeface="Consolas" panose="020B0609020204030204" pitchFamily="49" charset="0"/>
              </a:rPr>
              <a:t>txt</a:t>
            </a:r>
            <a:r>
              <a:rPr kumimoji="0" lang="en-GB" sz="1600" b="1" i="0" u="none" strike="noStrike" kern="1200" cap="none" spc="0" normalizeH="0" baseline="0" noProof="0">
                <a:ln>
                  <a:noFill/>
                </a:ln>
                <a:solidFill>
                  <a:srgbClr val="2FB7DA"/>
                </a:solidFill>
                <a:effectLst/>
                <a:uLnTx/>
                <a:uFillTx/>
                <a:latin typeface="Consolas" panose="020B0609020204030204" pitchFamily="49" charset="0"/>
                <a:ea typeface="+mn-ea"/>
                <a:cs typeface="Consolas" panose="020B0609020204030204" pitchFamily="49" charset="0"/>
              </a:rPr>
              <a:t>)</a:t>
            </a:r>
            <a:r>
              <a:rPr kumimoji="0" lang="en-GB" sz="1600" b="0" i="0" u="none" strike="noStrike" kern="1200" cap="none" spc="0" normalizeH="0" baseline="0" noProof="0">
                <a:ln>
                  <a:noFill/>
                </a:ln>
                <a:solidFill>
                  <a:srgbClr val="2FB7DA"/>
                </a:solidFill>
                <a:effectLst/>
                <a:uLnTx/>
                <a:uFillTx/>
                <a:latin typeface="Consolas" panose="020B0609020204030204" pitchFamily="49" charset="0"/>
                <a:ea typeface="+mn-ea"/>
                <a:cs typeface="Consolas" panose="020B0609020204030204" pitchFamily="49" charset="0"/>
              </a:rPr>
              <a:t> </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&lt; </a:t>
            </a:r>
            <a:r>
              <a:rPr kumimoji="0" lang="en-GB" sz="1600" b="0" i="0" u="none" strike="noStrike" kern="1200" cap="none" spc="0" normalizeH="0" baseline="0" noProof="0" err="1">
                <a:ln>
                  <a:noFill/>
                </a:ln>
                <a:solidFill>
                  <a:srgbClr val="2FB7DA"/>
                </a:solidFill>
                <a:effectLst/>
                <a:uLnTx/>
                <a:uFillTx/>
                <a:latin typeface="Consolas" panose="020B0609020204030204" pitchFamily="49" charset="0"/>
                <a:ea typeface="+mn-ea"/>
                <a:cs typeface="Consolas" panose="020B0609020204030204" pitchFamily="49" charset="0"/>
              </a:rPr>
              <a:t>num</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print("Wow!")</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else:</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print("Doh!")</a:t>
            </a:r>
          </a:p>
        </p:txBody>
      </p:sp>
      <p:sp>
        <p:nvSpPr>
          <p:cNvPr id="7" name="TextBox 6">
            <a:extLst>
              <a:ext uri="{FF2B5EF4-FFF2-40B4-BE49-F238E27FC236}">
                <a16:creationId xmlns:a16="http://schemas.microsoft.com/office/drawing/2014/main" id="{B76CFECF-CE34-D8CB-E7AD-4A321CDEDF9F}"/>
              </a:ext>
            </a:extLst>
          </p:cNvPr>
          <p:cNvSpPr txBox="1"/>
          <p:nvPr/>
        </p:nvSpPr>
        <p:spPr>
          <a:xfrm>
            <a:off x="5104014" y="3496960"/>
            <a:ext cx="4510881" cy="369332"/>
          </a:xfrm>
          <a:prstGeom prst="rect">
            <a:avLst/>
          </a:prstGeom>
          <a:solidFill>
            <a:schemeClr val="bg1"/>
          </a:solidFill>
          <a:ln>
            <a:solidFill>
              <a:schemeClr val="tx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err="1">
                <a:ln>
                  <a:noFill/>
                </a:ln>
                <a:solidFill>
                  <a:srgbClr val="FF0000"/>
                </a:solidFill>
                <a:effectLst/>
                <a:uLnTx/>
                <a:uFillTx/>
                <a:latin typeface="Figtree"/>
                <a:ea typeface="+mn-ea"/>
                <a:cs typeface="+mn-cs"/>
              </a:rPr>
              <a:t>TypeError</a:t>
            </a:r>
            <a:r>
              <a:rPr kumimoji="0" lang="en-GB" sz="1800" b="0" i="0" u="none" strike="noStrike" kern="1200" cap="none" spc="0" normalizeH="0" baseline="0" noProof="0">
                <a:ln>
                  <a:noFill/>
                </a:ln>
                <a:solidFill>
                  <a:srgbClr val="FF0000"/>
                </a:solidFill>
                <a:effectLst/>
                <a:uLnTx/>
                <a:uFillTx/>
                <a:latin typeface="Figtree"/>
                <a:ea typeface="+mn-ea"/>
                <a:cs typeface="+mn-cs"/>
              </a:rPr>
              <a:t>: unorderable types: str() &lt; int()</a:t>
            </a:r>
          </a:p>
        </p:txBody>
      </p:sp>
      <p:cxnSp>
        <p:nvCxnSpPr>
          <p:cNvPr id="9" name="Straight Arrow Connector 8">
            <a:extLst>
              <a:ext uri="{FF2B5EF4-FFF2-40B4-BE49-F238E27FC236}">
                <a16:creationId xmlns:a16="http://schemas.microsoft.com/office/drawing/2014/main" id="{AE49AF3B-12F5-46D2-278A-2A5C00F72127}"/>
              </a:ext>
            </a:extLst>
          </p:cNvPr>
          <p:cNvCxnSpPr>
            <a:cxnSpLocks/>
          </p:cNvCxnSpPr>
          <p:nvPr/>
        </p:nvCxnSpPr>
        <p:spPr>
          <a:xfrm>
            <a:off x="2695402" y="3687154"/>
            <a:ext cx="2370909" cy="0"/>
          </a:xfrm>
          <a:prstGeom prst="straightConnector1">
            <a:avLst/>
          </a:prstGeom>
          <a:ln w="25400">
            <a:solidFill>
              <a:schemeClr val="accent4"/>
            </a:solidFill>
            <a:tailEnd type="triangle" w="lg" len="lg"/>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4FC868D3-5A09-6CF1-E17E-4A995DC64A44}"/>
              </a:ext>
            </a:extLst>
          </p:cNvPr>
          <p:cNvSpPr txBox="1"/>
          <p:nvPr/>
        </p:nvSpPr>
        <p:spPr>
          <a:xfrm>
            <a:off x="5104085" y="5594083"/>
            <a:ext cx="798504" cy="369332"/>
          </a:xfrm>
          <a:prstGeom prst="rect">
            <a:avLst/>
          </a:prstGeom>
          <a:solidFill>
            <a:schemeClr val="bg1"/>
          </a:solidFill>
          <a:ln>
            <a:solidFill>
              <a:schemeClr val="tx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D0D0D"/>
                </a:solidFill>
                <a:effectLst/>
                <a:uLnTx/>
                <a:uFillTx/>
                <a:latin typeface="Figtree"/>
                <a:ea typeface="+mn-ea"/>
                <a:cs typeface="+mn-cs"/>
              </a:rPr>
              <a:t>Wow!</a:t>
            </a:r>
          </a:p>
        </p:txBody>
      </p:sp>
      <p:cxnSp>
        <p:nvCxnSpPr>
          <p:cNvPr id="11" name="Straight Arrow Connector 10">
            <a:extLst>
              <a:ext uri="{FF2B5EF4-FFF2-40B4-BE49-F238E27FC236}">
                <a16:creationId xmlns:a16="http://schemas.microsoft.com/office/drawing/2014/main" id="{AB0128A0-237F-F4AE-928B-D413D943AEAF}"/>
              </a:ext>
            </a:extLst>
          </p:cNvPr>
          <p:cNvCxnSpPr>
            <a:cxnSpLocks/>
          </p:cNvCxnSpPr>
          <p:nvPr/>
        </p:nvCxnSpPr>
        <p:spPr>
          <a:xfrm>
            <a:off x="3098320" y="5753703"/>
            <a:ext cx="1967991" cy="0"/>
          </a:xfrm>
          <a:prstGeom prst="straightConnector1">
            <a:avLst/>
          </a:prstGeom>
          <a:ln w="25400">
            <a:solidFill>
              <a:srgbClr val="FFFF00"/>
            </a:solidFill>
            <a:tailEnd type="triangle" w="lg" len="lg"/>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717032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F23DB-7D8F-91C5-6378-ED0D8EB1F0A4}"/>
              </a:ext>
            </a:extLst>
          </p:cNvPr>
          <p:cNvSpPr>
            <a:spLocks noGrp="1"/>
          </p:cNvSpPr>
          <p:nvPr>
            <p:ph type="ctrTitle"/>
          </p:nvPr>
        </p:nvSpPr>
        <p:spPr/>
        <p:txBody>
          <a:bodyPr/>
          <a:lstStyle/>
          <a:p>
            <a:r>
              <a:rPr lang="en-GB" noProof="0"/>
              <a:t>Note on exception handling</a:t>
            </a:r>
          </a:p>
        </p:txBody>
      </p:sp>
      <p:sp>
        <p:nvSpPr>
          <p:cNvPr id="3" name="Text Placeholder 2">
            <a:extLst>
              <a:ext uri="{FF2B5EF4-FFF2-40B4-BE49-F238E27FC236}">
                <a16:creationId xmlns:a16="http://schemas.microsoft.com/office/drawing/2014/main" id="{F7D20047-2407-6CBE-BEAF-71EE43CB2834}"/>
              </a:ext>
            </a:extLst>
          </p:cNvPr>
          <p:cNvSpPr>
            <a:spLocks noGrp="1"/>
          </p:cNvSpPr>
          <p:nvPr>
            <p:ph type="body" sz="quarter" idx="14"/>
          </p:nvPr>
        </p:nvSpPr>
        <p:spPr/>
        <p:txBody>
          <a:bodyPr/>
          <a:lstStyle/>
          <a:p>
            <a:r>
              <a:rPr lang="en-GB" b="1" noProof="0"/>
              <a:t>An exception signals something unexpected during execution.</a:t>
            </a:r>
          </a:p>
          <a:p>
            <a:pPr marL="285750" indent="-285750">
              <a:buFont typeface="Arial" panose="020B0604020202020204" pitchFamily="34" charset="0"/>
              <a:buChar char="•"/>
            </a:pPr>
            <a:r>
              <a:rPr lang="en-GB" noProof="0"/>
              <a:t>If uncaught, it halts the program. </a:t>
            </a:r>
          </a:p>
          <a:p>
            <a:pPr marL="285750" indent="-285750">
              <a:buFont typeface="Arial" panose="020B0604020202020204" pitchFamily="34" charset="0"/>
              <a:buChar char="•"/>
            </a:pPr>
            <a:r>
              <a:rPr lang="en-GB" noProof="0"/>
              <a:t>If </a:t>
            </a:r>
            <a:r>
              <a:rPr lang="en-GB" b="1" noProof="0"/>
              <a:t>handled</a:t>
            </a:r>
            <a:r>
              <a:rPr lang="en-GB" noProof="0"/>
              <a:t> with try/except, you control the outcome.</a:t>
            </a:r>
          </a:p>
          <a:p>
            <a:r>
              <a:rPr lang="en-GB" b="1" noProof="0"/>
              <a:t>Built-ins and operations raise exceptions to signal specific conditions. </a:t>
            </a:r>
          </a:p>
          <a:p>
            <a:endParaRPr lang="en-GB" b="1" noProof="0"/>
          </a:p>
          <a:p>
            <a:r>
              <a:rPr lang="en-GB" b="1" noProof="0"/>
              <a:t>Exceptions don’t always mean failure:</a:t>
            </a:r>
          </a:p>
          <a:p>
            <a:pPr marL="285750" indent="-285750">
              <a:buFont typeface="Arial" panose="020B0604020202020204" pitchFamily="34" charset="0"/>
              <a:buChar char="•"/>
            </a:pPr>
            <a:r>
              <a:rPr lang="en-GB" noProof="0"/>
              <a:t>They can represent expected cases to handle, for example:</a:t>
            </a:r>
          </a:p>
          <a:p>
            <a:pPr marL="971550" lvl="1" indent="-285750"/>
            <a:r>
              <a:rPr lang="en-GB" noProof="0"/>
              <a:t>Item not found → </a:t>
            </a:r>
            <a:r>
              <a:rPr lang="en-GB" noProof="0" err="1">
                <a:solidFill>
                  <a:schemeClr val="accent4"/>
                </a:solidFill>
              </a:rPr>
              <a:t>KeyError</a:t>
            </a:r>
            <a:r>
              <a:rPr lang="en-GB" noProof="0"/>
              <a:t>, </a:t>
            </a:r>
            <a:r>
              <a:rPr lang="en-GB" noProof="0" err="1">
                <a:solidFill>
                  <a:schemeClr val="accent4"/>
                </a:solidFill>
              </a:rPr>
              <a:t>ValueError</a:t>
            </a:r>
            <a:r>
              <a:rPr lang="en-GB" noProof="0">
                <a:solidFill>
                  <a:schemeClr val="accent4"/>
                </a:solidFill>
              </a:rPr>
              <a:t>.</a:t>
            </a:r>
          </a:p>
          <a:p>
            <a:pPr marL="971550" lvl="1" indent="-285750"/>
            <a:r>
              <a:rPr lang="en-GB" noProof="0"/>
              <a:t>File issues → </a:t>
            </a:r>
            <a:r>
              <a:rPr lang="en-GB" noProof="0" err="1">
                <a:solidFill>
                  <a:schemeClr val="accent4"/>
                </a:solidFill>
              </a:rPr>
              <a:t>FileNotFoundError</a:t>
            </a:r>
            <a:r>
              <a:rPr lang="en-GB" noProof="0"/>
              <a:t>, </a:t>
            </a:r>
            <a:r>
              <a:rPr lang="en-GB" noProof="0" err="1">
                <a:solidFill>
                  <a:schemeClr val="accent4"/>
                </a:solidFill>
              </a:rPr>
              <a:t>PermissionError</a:t>
            </a:r>
            <a:r>
              <a:rPr lang="en-GB" noProof="0">
                <a:solidFill>
                  <a:schemeClr val="accent4"/>
                </a:solidFill>
              </a:rPr>
              <a:t>.</a:t>
            </a:r>
          </a:p>
          <a:p>
            <a:pPr marL="971550" lvl="1" indent="-285750"/>
            <a:endParaRPr lang="en-GB" noProof="0"/>
          </a:p>
          <a:p>
            <a:pPr marL="0" lvl="1" indent="0">
              <a:buNone/>
            </a:pPr>
            <a:r>
              <a:rPr lang="en-GB" b="1" noProof="0"/>
              <a:t>Exception handling is for a future discussion.</a:t>
            </a:r>
          </a:p>
        </p:txBody>
      </p:sp>
      <p:sp>
        <p:nvSpPr>
          <p:cNvPr id="5" name="Slide Number Placeholder 4">
            <a:extLst>
              <a:ext uri="{FF2B5EF4-FFF2-40B4-BE49-F238E27FC236}">
                <a16:creationId xmlns:a16="http://schemas.microsoft.com/office/drawing/2014/main" id="{2ACF5688-3CFA-A3E8-4967-4DB667D242B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469444-D02B-D446-9CF8-19DEDDE073D1}" type="slidenum">
              <a:rPr kumimoji="0" lang="en-GB"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800" b="0" i="0" u="none" strike="noStrike" kern="1200" cap="none" spc="0" normalizeH="0" baseline="0" noProof="0">
              <a:ln>
                <a:noFill/>
              </a:ln>
              <a:solidFill>
                <a:srgbClr val="5F5F5F"/>
              </a:solidFill>
              <a:effectLst/>
              <a:uLnTx/>
              <a:uFillTx/>
              <a:latin typeface="Figtree"/>
              <a:ea typeface="+mn-ea"/>
              <a:cs typeface="+mn-cs"/>
            </a:endParaRPr>
          </a:p>
        </p:txBody>
      </p:sp>
      <p:sp>
        <p:nvSpPr>
          <p:cNvPr id="4" name="Rectangle 4">
            <a:extLst>
              <a:ext uri="{FF2B5EF4-FFF2-40B4-BE49-F238E27FC236}">
                <a16:creationId xmlns:a16="http://schemas.microsoft.com/office/drawing/2014/main" id="{161562A0-68F0-5504-1475-082140B7604C}"/>
              </a:ext>
            </a:extLst>
          </p:cNvPr>
          <p:cNvSpPr txBox="1">
            <a:spLocks noChangeArrowheads="1"/>
          </p:cNvSpPr>
          <p:nvPr/>
        </p:nvSpPr>
        <p:spPr bwMode="auto">
          <a:xfrm>
            <a:off x="549906" y="3377376"/>
            <a:ext cx="1084730" cy="313932"/>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int("x")</a:t>
            </a:r>
          </a:p>
        </p:txBody>
      </p:sp>
      <p:sp>
        <p:nvSpPr>
          <p:cNvPr id="8" name="TextBox 7">
            <a:extLst>
              <a:ext uri="{FF2B5EF4-FFF2-40B4-BE49-F238E27FC236}">
                <a16:creationId xmlns:a16="http://schemas.microsoft.com/office/drawing/2014/main" id="{B6E68132-E3FD-18CF-FBFF-301D97E0BBE0}"/>
              </a:ext>
            </a:extLst>
          </p:cNvPr>
          <p:cNvSpPr txBox="1"/>
          <p:nvPr/>
        </p:nvSpPr>
        <p:spPr>
          <a:xfrm>
            <a:off x="2137265" y="3345216"/>
            <a:ext cx="5177935" cy="369332"/>
          </a:xfrm>
          <a:prstGeom prst="rect">
            <a:avLst/>
          </a:prstGeom>
          <a:solidFill>
            <a:schemeClr val="bg1"/>
          </a:solidFill>
          <a:ln>
            <a:solidFill>
              <a:schemeClr val="tx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err="1">
                <a:ln>
                  <a:noFill/>
                </a:ln>
                <a:solidFill>
                  <a:srgbClr val="FF0000"/>
                </a:solidFill>
                <a:effectLst/>
                <a:uLnTx/>
                <a:uFillTx/>
                <a:latin typeface="Figtree"/>
                <a:ea typeface="+mn-ea"/>
                <a:cs typeface="+mn-cs"/>
              </a:rPr>
              <a:t>ValueError</a:t>
            </a:r>
            <a:r>
              <a:rPr kumimoji="0" lang="en-GB" sz="1800" b="0" i="0" u="none" strike="noStrike" kern="1200" cap="none" spc="0" normalizeH="0" baseline="0" noProof="0">
                <a:ln>
                  <a:noFill/>
                </a:ln>
                <a:solidFill>
                  <a:srgbClr val="FF0000"/>
                </a:solidFill>
                <a:effectLst/>
                <a:uLnTx/>
                <a:uFillTx/>
                <a:latin typeface="Figtree"/>
                <a:ea typeface="+mn-ea"/>
                <a:cs typeface="+mn-cs"/>
              </a:rPr>
              <a:t>: invalid literal for int() with base 10: 'x'</a:t>
            </a:r>
          </a:p>
        </p:txBody>
      </p:sp>
      <p:cxnSp>
        <p:nvCxnSpPr>
          <p:cNvPr id="9" name="Straight Arrow Connector 8">
            <a:extLst>
              <a:ext uri="{FF2B5EF4-FFF2-40B4-BE49-F238E27FC236}">
                <a16:creationId xmlns:a16="http://schemas.microsoft.com/office/drawing/2014/main" id="{11D7E4BB-6230-4C8D-BED6-97CAA3EA8310}"/>
              </a:ext>
            </a:extLst>
          </p:cNvPr>
          <p:cNvCxnSpPr>
            <a:cxnSpLocks/>
          </p:cNvCxnSpPr>
          <p:nvPr/>
        </p:nvCxnSpPr>
        <p:spPr>
          <a:xfrm>
            <a:off x="1652853" y="3534924"/>
            <a:ext cx="446912" cy="0"/>
          </a:xfrm>
          <a:prstGeom prst="straightConnector1">
            <a:avLst/>
          </a:prstGeom>
          <a:ln w="25400">
            <a:solidFill>
              <a:schemeClr val="accent4"/>
            </a:solidFill>
            <a:tailEnd type="triangle" w="lg" len="lg"/>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193808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4F921-CC86-F2BA-54F2-B3CF128966CE}"/>
              </a:ext>
            </a:extLst>
          </p:cNvPr>
          <p:cNvSpPr>
            <a:spLocks noGrp="1"/>
          </p:cNvSpPr>
          <p:nvPr>
            <p:ph type="ctrTitle"/>
          </p:nvPr>
        </p:nvSpPr>
        <p:spPr/>
        <p:txBody>
          <a:bodyPr/>
          <a:lstStyle/>
          <a:p>
            <a:r>
              <a:rPr lang="en-GB" noProof="0"/>
              <a:t>Loops</a:t>
            </a:r>
          </a:p>
        </p:txBody>
      </p:sp>
      <p:sp>
        <p:nvSpPr>
          <p:cNvPr id="3" name="Text Placeholder 2">
            <a:extLst>
              <a:ext uri="{FF2B5EF4-FFF2-40B4-BE49-F238E27FC236}">
                <a16:creationId xmlns:a16="http://schemas.microsoft.com/office/drawing/2014/main" id="{3C6416D8-E1D9-1BCB-32E9-3DE723517253}"/>
              </a:ext>
            </a:extLst>
          </p:cNvPr>
          <p:cNvSpPr>
            <a:spLocks noGrp="1"/>
          </p:cNvSpPr>
          <p:nvPr>
            <p:ph type="body" sz="quarter" idx="14"/>
          </p:nvPr>
        </p:nvSpPr>
        <p:spPr/>
        <p:txBody>
          <a:bodyPr/>
          <a:lstStyle/>
          <a:p>
            <a:pPr marL="285750" indent="-285750">
              <a:buFont typeface="Arial" panose="020B0604020202020204" pitchFamily="34" charset="0"/>
              <a:buChar char="•"/>
            </a:pPr>
            <a:r>
              <a:rPr lang="en-GB" noProof="0"/>
              <a:t>Loops allow code to repeat actions automatically.</a:t>
            </a:r>
          </a:p>
          <a:p>
            <a:pPr marL="285750" indent="-285750">
              <a:buFont typeface="Arial" panose="020B0604020202020204" pitchFamily="34" charset="0"/>
              <a:buChar char="•"/>
            </a:pPr>
            <a:r>
              <a:rPr lang="en-GB" noProof="0"/>
              <a:t>They reduce repetition and make programs shorter.</a:t>
            </a:r>
          </a:p>
          <a:p>
            <a:pPr marL="285750" indent="-285750">
              <a:buFont typeface="Arial" panose="020B0604020202020204" pitchFamily="34" charset="0"/>
              <a:buChar char="•"/>
            </a:pPr>
            <a:r>
              <a:rPr lang="en-GB" noProof="0"/>
              <a:t>A loop runs until a condition is met or a set number of times.</a:t>
            </a:r>
          </a:p>
          <a:p>
            <a:pPr marL="285750" indent="-285750">
              <a:buFont typeface="Arial" panose="020B0604020202020204" pitchFamily="34" charset="0"/>
              <a:buChar char="•"/>
            </a:pPr>
            <a:r>
              <a:rPr lang="en-GB" noProof="0"/>
              <a:t>Common loop types:</a:t>
            </a:r>
          </a:p>
          <a:p>
            <a:pPr marL="971550" lvl="1" indent="-285750"/>
            <a:r>
              <a:rPr lang="en-GB" b="1" noProof="0"/>
              <a:t>For loops:</a:t>
            </a:r>
            <a:r>
              <a:rPr lang="en-GB" noProof="0"/>
              <a:t> Repeat a specific number of times.</a:t>
            </a:r>
          </a:p>
          <a:p>
            <a:pPr marL="971550" lvl="1" indent="-285750"/>
            <a:r>
              <a:rPr lang="en-GB" b="1" noProof="0"/>
              <a:t>While loops: </a:t>
            </a:r>
            <a:r>
              <a:rPr lang="en-GB" noProof="0"/>
              <a:t>Repeat while a condition is true.</a:t>
            </a:r>
          </a:p>
          <a:p>
            <a:pPr marL="285750" indent="-285750">
              <a:buFont typeface="Arial" panose="020B0604020202020204" pitchFamily="34" charset="0"/>
              <a:buChar char="•"/>
            </a:pPr>
            <a:r>
              <a:rPr lang="en-GB" noProof="0"/>
              <a:t>Loops are useful for processing lists, counting, and automation.</a:t>
            </a:r>
          </a:p>
        </p:txBody>
      </p:sp>
      <p:sp>
        <p:nvSpPr>
          <p:cNvPr id="4" name="Slide Number Placeholder 3">
            <a:extLst>
              <a:ext uri="{FF2B5EF4-FFF2-40B4-BE49-F238E27FC236}">
                <a16:creationId xmlns:a16="http://schemas.microsoft.com/office/drawing/2014/main" id="{559E4AD0-8C07-2DB0-0AC1-BD810C8333D9}"/>
              </a:ext>
            </a:extLst>
          </p:cNvPr>
          <p:cNvSpPr>
            <a:spLocks noGrp="1"/>
          </p:cNvSpPr>
          <p:nvPr>
            <p:ph type="sldNum" sz="quarter" idx="12"/>
          </p:nvPr>
        </p:nvSpPr>
        <p:spPr/>
        <p:txBody>
          <a:bodyPr/>
          <a:lstStyle/>
          <a:p>
            <a:fld id="{F3469444-D02B-D446-9CF8-19DEDDE073D1}" type="slidenum">
              <a:rPr lang="en-GB" noProof="0" smtClean="0"/>
              <a:pPr/>
              <a:t>9</a:t>
            </a:fld>
            <a:endParaRPr lang="en-GB" noProof="0"/>
          </a:p>
        </p:txBody>
      </p:sp>
    </p:spTree>
    <p:extLst>
      <p:ext uri="{BB962C8B-B14F-4D97-AF65-F5344CB8AC3E}">
        <p14:creationId xmlns:p14="http://schemas.microsoft.com/office/powerpoint/2010/main" val="10197120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7ACFA-D249-D977-B003-49C3BAFBC798}"/>
              </a:ext>
            </a:extLst>
          </p:cNvPr>
          <p:cNvSpPr>
            <a:spLocks noGrp="1"/>
          </p:cNvSpPr>
          <p:nvPr>
            <p:ph type="ctrTitle"/>
          </p:nvPr>
        </p:nvSpPr>
        <p:spPr/>
        <p:txBody>
          <a:bodyPr/>
          <a:lstStyle/>
          <a:p>
            <a:r>
              <a:rPr lang="en-GB" noProof="0"/>
              <a:t>While: The conditional loop</a:t>
            </a:r>
          </a:p>
        </p:txBody>
      </p:sp>
      <p:sp>
        <p:nvSpPr>
          <p:cNvPr id="3" name="Text Placeholder 2">
            <a:extLst>
              <a:ext uri="{FF2B5EF4-FFF2-40B4-BE49-F238E27FC236}">
                <a16:creationId xmlns:a16="http://schemas.microsoft.com/office/drawing/2014/main" id="{90960287-B9F8-D776-E6F9-79D4184FD752}"/>
              </a:ext>
            </a:extLst>
          </p:cNvPr>
          <p:cNvSpPr>
            <a:spLocks noGrp="1"/>
          </p:cNvSpPr>
          <p:nvPr>
            <p:ph type="body" sz="quarter" idx="14"/>
          </p:nvPr>
        </p:nvSpPr>
        <p:spPr>
          <a:xfrm>
            <a:off x="443921" y="1428308"/>
            <a:ext cx="5135800" cy="4061405"/>
          </a:xfrm>
        </p:spPr>
        <p:txBody>
          <a:bodyPr/>
          <a:lstStyle/>
          <a:p>
            <a:r>
              <a:rPr lang="en-GB" b="1" noProof="0"/>
              <a:t>Loop while a condition is true.</a:t>
            </a:r>
          </a:p>
          <a:p>
            <a:pPr marL="285750" indent="-285750">
              <a:buFont typeface="Arial" panose="020B0604020202020204" pitchFamily="34" charset="0"/>
              <a:buChar char="•"/>
            </a:pPr>
            <a:r>
              <a:rPr lang="en-GB" noProof="0"/>
              <a:t>Python only supports entry condition loops.</a:t>
            </a:r>
          </a:p>
          <a:p>
            <a:pPr marL="285750" indent="-285750">
              <a:buFont typeface="Arial" panose="020B0604020202020204" pitchFamily="34" charset="0"/>
              <a:buChar char="•"/>
            </a:pPr>
            <a:r>
              <a:rPr lang="en-GB" noProof="0"/>
              <a:t>There is no do...while loop.</a:t>
            </a:r>
          </a:p>
          <a:p>
            <a:pPr marL="285750" indent="-285750">
              <a:buFont typeface="Arial" panose="020B0604020202020204" pitchFamily="34" charset="0"/>
              <a:buChar char="•"/>
            </a:pPr>
            <a:r>
              <a:rPr lang="en-GB" noProof="0"/>
              <a:t>Membership is by indentation.</a:t>
            </a:r>
          </a:p>
          <a:p>
            <a:pPr marL="285750" indent="-285750">
              <a:buFont typeface="Arial" panose="020B0604020202020204" pitchFamily="34" charset="0"/>
              <a:buChar char="•"/>
            </a:pPr>
            <a:r>
              <a:rPr lang="en-GB" noProof="0"/>
              <a:t>Structure and syntax:</a:t>
            </a:r>
          </a:p>
          <a:p>
            <a:endParaRPr lang="en-GB" noProof="0"/>
          </a:p>
        </p:txBody>
      </p:sp>
      <p:sp>
        <p:nvSpPr>
          <p:cNvPr id="6" name="Rectangle 4">
            <a:extLst>
              <a:ext uri="{FF2B5EF4-FFF2-40B4-BE49-F238E27FC236}">
                <a16:creationId xmlns:a16="http://schemas.microsoft.com/office/drawing/2014/main" id="{22484474-51FC-1058-55C4-4134ED7C9FE1}"/>
              </a:ext>
            </a:extLst>
          </p:cNvPr>
          <p:cNvSpPr txBox="1">
            <a:spLocks noChangeArrowheads="1"/>
          </p:cNvSpPr>
          <p:nvPr/>
        </p:nvSpPr>
        <p:spPr bwMode="auto">
          <a:xfrm>
            <a:off x="6296389" y="1735214"/>
            <a:ext cx="5242169" cy="1363450"/>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line = None</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while line != "done":</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line = input('Type "done" to complete: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print("&lt;", line, "&gt;")</a:t>
            </a:r>
          </a:p>
        </p:txBody>
      </p:sp>
      <p:sp>
        <p:nvSpPr>
          <p:cNvPr id="7" name="Rectangle 4">
            <a:extLst>
              <a:ext uri="{FF2B5EF4-FFF2-40B4-BE49-F238E27FC236}">
                <a16:creationId xmlns:a16="http://schemas.microsoft.com/office/drawing/2014/main" id="{A2A9EACA-66DC-D942-4EEF-353744533E91}"/>
              </a:ext>
            </a:extLst>
          </p:cNvPr>
          <p:cNvSpPr txBox="1">
            <a:spLocks noChangeArrowheads="1"/>
          </p:cNvSpPr>
          <p:nvPr/>
        </p:nvSpPr>
        <p:spPr bwMode="auto">
          <a:xfrm>
            <a:off x="6296389" y="4730605"/>
            <a:ext cx="3575068" cy="1363450"/>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600" b="0" i="0" u="none" strike="noStrike" kern="1200" cap="none" spc="0" normalizeH="0" baseline="0" noProof="0" err="1">
                <a:ln>
                  <a:noFill/>
                </a:ln>
                <a:solidFill>
                  <a:prstClr val="white"/>
                </a:solidFill>
                <a:effectLst/>
                <a:uLnTx/>
                <a:uFillTx/>
                <a:latin typeface="Consolas" panose="020B0609020204030204" pitchFamily="49" charset="0"/>
                <a:ea typeface="+mn-ea"/>
                <a:cs typeface="Consolas" panose="020B0609020204030204" pitchFamily="49" charset="0"/>
              </a:rPr>
              <a:t>my_list</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 [23, 67, 32, 9, 77]</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while </a:t>
            </a:r>
            <a:r>
              <a:rPr kumimoji="0" lang="en-GB" sz="1600" b="0" i="0" u="none" strike="noStrike" kern="1200" cap="none" spc="0" normalizeH="0" baseline="0" noProof="0" err="1">
                <a:ln>
                  <a:noFill/>
                </a:ln>
                <a:solidFill>
                  <a:prstClr val="white"/>
                </a:solidFill>
                <a:effectLst/>
                <a:uLnTx/>
                <a:uFillTx/>
                <a:latin typeface="Consolas" panose="020B0609020204030204" pitchFamily="49" charset="0"/>
                <a:ea typeface="+mn-ea"/>
                <a:cs typeface="Consolas" panose="020B0609020204030204" pitchFamily="49" charset="0"/>
              </a:rPr>
              <a:t>my_list</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print(</a:t>
            </a:r>
            <a:r>
              <a:rPr kumimoji="0" lang="en-GB" sz="1600" b="0" i="0" u="none" strike="noStrike" kern="1200" cap="none" spc="0" normalizeH="0" baseline="0" noProof="0" err="1">
                <a:ln>
                  <a:noFill/>
                </a:ln>
                <a:solidFill>
                  <a:prstClr val="white"/>
                </a:solidFill>
                <a:effectLst/>
                <a:uLnTx/>
                <a:uFillTx/>
                <a:latin typeface="Consolas" panose="020B0609020204030204" pitchFamily="49" charset="0"/>
                <a:ea typeface="+mn-ea"/>
                <a:cs typeface="Consolas" panose="020B0609020204030204" pitchFamily="49" charset="0"/>
              </a:rPr>
              <a:t>my_list.pop</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 2)</a:t>
            </a:r>
          </a:p>
        </p:txBody>
      </p:sp>
      <p:sp>
        <p:nvSpPr>
          <p:cNvPr id="8" name="Rectangle 4">
            <a:extLst>
              <a:ext uri="{FF2B5EF4-FFF2-40B4-BE49-F238E27FC236}">
                <a16:creationId xmlns:a16="http://schemas.microsoft.com/office/drawing/2014/main" id="{4DA0AB60-87BD-0B5D-C349-97CF724B789C}"/>
              </a:ext>
            </a:extLst>
          </p:cNvPr>
          <p:cNvSpPr txBox="1">
            <a:spLocks noChangeArrowheads="1"/>
          </p:cNvSpPr>
          <p:nvPr/>
        </p:nvSpPr>
        <p:spPr bwMode="auto">
          <a:xfrm>
            <a:off x="6296389" y="3199940"/>
            <a:ext cx="2453404" cy="1363450"/>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i = 0</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while i &lt; 10:</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print(i, end="")</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i += 1</a:t>
            </a:r>
          </a:p>
        </p:txBody>
      </p:sp>
      <p:sp>
        <p:nvSpPr>
          <p:cNvPr id="9" name="Rectangle 4">
            <a:extLst>
              <a:ext uri="{FF2B5EF4-FFF2-40B4-BE49-F238E27FC236}">
                <a16:creationId xmlns:a16="http://schemas.microsoft.com/office/drawing/2014/main" id="{2646B5FA-D1C2-9590-F830-48ABA64091A8}"/>
              </a:ext>
            </a:extLst>
          </p:cNvPr>
          <p:cNvSpPr txBox="1">
            <a:spLocks noChangeArrowheads="1"/>
          </p:cNvSpPr>
          <p:nvPr/>
        </p:nvSpPr>
        <p:spPr bwMode="auto">
          <a:xfrm>
            <a:off x="833594" y="3459010"/>
            <a:ext cx="2762530" cy="1096710"/>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while condition:</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statements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statements</a:t>
            </a:r>
          </a:p>
        </p:txBody>
      </p:sp>
      <p:sp>
        <p:nvSpPr>
          <p:cNvPr id="10" name="Text Placeholder 2">
            <a:extLst>
              <a:ext uri="{FF2B5EF4-FFF2-40B4-BE49-F238E27FC236}">
                <a16:creationId xmlns:a16="http://schemas.microsoft.com/office/drawing/2014/main" id="{94F09693-7A73-F812-1597-FB2F5655F13E}"/>
              </a:ext>
            </a:extLst>
          </p:cNvPr>
          <p:cNvSpPr txBox="1">
            <a:spLocks/>
          </p:cNvSpPr>
          <p:nvPr/>
        </p:nvSpPr>
        <p:spPr>
          <a:xfrm>
            <a:off x="5917072" y="1328928"/>
            <a:ext cx="5621485" cy="3726830"/>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1000"/>
              </a:spcBef>
              <a:buFont typeface="Arial" panose="020B0604020202020204" pitchFamily="34" charset="0"/>
              <a:buNone/>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GB" sz="1800" b="1" i="0" u="none" strike="noStrike" kern="1200" cap="none" spc="0" normalizeH="0" baseline="0" noProof="0">
                <a:ln>
                  <a:noFill/>
                </a:ln>
                <a:solidFill>
                  <a:srgbClr val="0D0D0D"/>
                </a:solidFill>
                <a:effectLst/>
                <a:uLnTx/>
                <a:uFillTx/>
                <a:latin typeface="Figtree"/>
                <a:ea typeface="+mn-ea"/>
                <a:cs typeface="+mn-cs"/>
              </a:rPr>
              <a:t>Example loops</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GB" sz="1800" b="1" i="0" u="none" strike="noStrike" kern="1200" cap="none" spc="0" normalizeH="0" baseline="0" noProof="0">
              <a:ln>
                <a:noFill/>
              </a:ln>
              <a:solidFill>
                <a:srgbClr val="0D0D0D"/>
              </a:solidFill>
              <a:effectLst/>
              <a:uLnTx/>
              <a:uFillTx/>
              <a:latin typeface="Figtree"/>
              <a:ea typeface="+mn-ea"/>
              <a:cs typeface="+mn-cs"/>
            </a:endParaRP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GB" sz="1800" b="1" i="0" u="none" strike="noStrike" kern="1200" cap="none" spc="0" normalizeH="0" baseline="0" noProof="0">
              <a:ln>
                <a:noFill/>
              </a:ln>
              <a:solidFill>
                <a:srgbClr val="0D0D0D"/>
              </a:solidFill>
              <a:effectLst/>
              <a:uLnTx/>
              <a:uFillTx/>
              <a:latin typeface="Figtree"/>
              <a:ea typeface="+mn-ea"/>
              <a:cs typeface="+mn-cs"/>
            </a:endParaRP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GB" sz="1800" b="1" i="0" u="none" strike="noStrike" kern="1200" cap="none" spc="0" normalizeH="0" baseline="0" noProof="0">
              <a:ln>
                <a:noFill/>
              </a:ln>
              <a:solidFill>
                <a:srgbClr val="0D0D0D"/>
              </a:solidFill>
              <a:effectLst/>
              <a:uLnTx/>
              <a:uFillTx/>
              <a:latin typeface="Figtree"/>
              <a:ea typeface="+mn-ea"/>
              <a:cs typeface="+mn-cs"/>
            </a:endParaRP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GB" sz="1800" b="1" i="0" u="none" strike="noStrike" kern="1200" cap="none" spc="0" normalizeH="0" baseline="0" noProof="0">
              <a:ln>
                <a:noFill/>
              </a:ln>
              <a:solidFill>
                <a:srgbClr val="0D0D0D"/>
              </a:solidFill>
              <a:effectLst/>
              <a:uLnTx/>
              <a:uFillTx/>
              <a:latin typeface="Figtree"/>
              <a:ea typeface="+mn-ea"/>
              <a:cs typeface="+mn-cs"/>
            </a:endParaRP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GB" sz="1800" b="1" i="0" u="none" strike="noStrike" kern="1200" cap="none" spc="0" normalizeH="0" baseline="0" noProof="0">
              <a:ln>
                <a:noFill/>
              </a:ln>
              <a:solidFill>
                <a:srgbClr val="0D0D0D"/>
              </a:solidFill>
              <a:effectLst/>
              <a:uLnTx/>
              <a:uFillTx/>
              <a:latin typeface="Figtree"/>
              <a:ea typeface="+mn-ea"/>
              <a:cs typeface="+mn-cs"/>
            </a:endParaRP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GB" sz="1800" b="1" i="0" u="none" strike="noStrike" kern="1200" cap="none" spc="0" normalizeH="0" baseline="0" noProof="0">
              <a:ln>
                <a:noFill/>
              </a:ln>
              <a:solidFill>
                <a:srgbClr val="0D0D0D"/>
              </a:solidFill>
              <a:effectLst/>
              <a:uLnTx/>
              <a:uFillTx/>
              <a:latin typeface="Figtree"/>
              <a:ea typeface="+mn-ea"/>
              <a:cs typeface="+mn-cs"/>
            </a:endParaRP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GB" sz="1800" b="1" i="0" u="none" strike="noStrike" kern="1200" cap="none" spc="0" normalizeH="0" baseline="0" noProof="0">
              <a:ln>
                <a:noFill/>
              </a:ln>
              <a:solidFill>
                <a:srgbClr val="0D0D0D"/>
              </a:solidFill>
              <a:effectLst/>
              <a:uLnTx/>
              <a:uFillTx/>
              <a:latin typeface="Figtree"/>
              <a:ea typeface="+mn-ea"/>
              <a:cs typeface="+mn-cs"/>
            </a:endParaRP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GB" sz="1800" b="1" i="0" u="none" strike="noStrike" kern="1200" cap="none" spc="0" normalizeH="0" baseline="0" noProof="0">
              <a:ln>
                <a:noFill/>
              </a:ln>
              <a:solidFill>
                <a:srgbClr val="0D0D0D"/>
              </a:solidFill>
              <a:effectLst/>
              <a:uLnTx/>
              <a:uFillTx/>
              <a:latin typeface="Figtree"/>
              <a:ea typeface="+mn-ea"/>
              <a:cs typeface="+mn-cs"/>
            </a:endParaRP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GB" sz="1800" b="1" i="0" u="none" strike="noStrike" kern="1200" cap="none" spc="0" normalizeH="0" baseline="0" noProof="0">
              <a:ln>
                <a:noFill/>
              </a:ln>
              <a:solidFill>
                <a:srgbClr val="0D0D0D"/>
              </a:solidFill>
              <a:effectLst/>
              <a:uLnTx/>
              <a:uFillTx/>
              <a:latin typeface="Figtree"/>
              <a:ea typeface="+mn-ea"/>
              <a:cs typeface="+mn-cs"/>
            </a:endParaRP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GB" sz="1800" b="1" i="0" u="none" strike="noStrike" kern="1200" cap="none" spc="0" normalizeH="0" baseline="0" noProof="0">
              <a:ln>
                <a:noFill/>
              </a:ln>
              <a:solidFill>
                <a:srgbClr val="0D0D0D"/>
              </a:solidFill>
              <a:effectLst/>
              <a:uLnTx/>
              <a:uFillTx/>
              <a:latin typeface="Figtree"/>
              <a:ea typeface="+mn-ea"/>
              <a:cs typeface="+mn-cs"/>
            </a:endParaRP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GB" sz="1800" b="1" i="0" u="none" strike="noStrike" kern="1200" cap="none" spc="0" normalizeH="0" baseline="0" noProof="0">
              <a:ln>
                <a:noFill/>
              </a:ln>
              <a:solidFill>
                <a:srgbClr val="0D0D0D"/>
              </a:solidFill>
              <a:effectLst/>
              <a:uLnTx/>
              <a:uFillTx/>
              <a:latin typeface="Figtree"/>
              <a:ea typeface="+mn-ea"/>
              <a:cs typeface="+mn-cs"/>
            </a:endParaRPr>
          </a:p>
          <a:p>
            <a:pPr marL="285750" marR="0" lvl="0"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0" lang="en-GB" sz="1800" b="0" i="0" u="none" strike="noStrike" kern="1200" cap="none" spc="0" normalizeH="0" baseline="0" noProof="0">
                <a:ln>
                  <a:noFill/>
                </a:ln>
                <a:solidFill>
                  <a:srgbClr val="0D0D0D"/>
                </a:solidFill>
                <a:effectLst/>
                <a:uLnTx/>
                <a:uFillTx/>
                <a:latin typeface="Figtree"/>
                <a:ea typeface="+mn-ea"/>
                <a:cs typeface="+mn-cs"/>
              </a:rPr>
              <a:t>pop() removes and returns last item from a list.</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GB" sz="1800" b="1" i="0" u="none" strike="noStrike" kern="1200" cap="none" spc="0" normalizeH="0" baseline="0" noProof="0">
              <a:ln>
                <a:noFill/>
              </a:ln>
              <a:solidFill>
                <a:srgbClr val="0D0D0D"/>
              </a:solidFill>
              <a:effectLst/>
              <a:uLnTx/>
              <a:uFillTx/>
              <a:latin typeface="Figtree"/>
              <a:ea typeface="+mn-ea"/>
              <a:cs typeface="+mn-cs"/>
            </a:endParaRPr>
          </a:p>
        </p:txBody>
      </p:sp>
      <p:sp>
        <p:nvSpPr>
          <p:cNvPr id="11" name="TextBox 10">
            <a:extLst>
              <a:ext uri="{FF2B5EF4-FFF2-40B4-BE49-F238E27FC236}">
                <a16:creationId xmlns:a16="http://schemas.microsoft.com/office/drawing/2014/main" id="{B1C52022-2868-A032-31C2-D93C2997748B}"/>
              </a:ext>
            </a:extLst>
          </p:cNvPr>
          <p:cNvSpPr txBox="1"/>
          <p:nvPr/>
        </p:nvSpPr>
        <p:spPr>
          <a:xfrm>
            <a:off x="9871457" y="4748893"/>
            <a:ext cx="560833" cy="1323439"/>
          </a:xfrm>
          <a:prstGeom prst="rect">
            <a:avLst/>
          </a:prstGeom>
          <a:solidFill>
            <a:schemeClr val="bg1"/>
          </a:solidFill>
          <a:ln>
            <a:solidFill>
              <a:schemeClr val="tx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srgbClr val="0D0D0D"/>
                </a:solidFill>
                <a:effectLst/>
                <a:uLnTx/>
                <a:uFillTx/>
                <a:latin typeface="Figtree"/>
                <a:ea typeface="+mn-ea"/>
                <a:cs typeface="+mn-cs"/>
              </a:rPr>
              <a:t>154</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srgbClr val="0D0D0D"/>
                </a:solidFill>
                <a:effectLst/>
                <a:uLnTx/>
                <a:uFillTx/>
                <a:latin typeface="Figtree"/>
                <a:ea typeface="+mn-ea"/>
                <a:cs typeface="+mn-cs"/>
              </a:rPr>
              <a:t>18</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srgbClr val="0D0D0D"/>
                </a:solidFill>
                <a:effectLst/>
                <a:uLnTx/>
                <a:uFillTx/>
                <a:latin typeface="Figtree"/>
                <a:ea typeface="+mn-ea"/>
                <a:cs typeface="+mn-cs"/>
              </a:rPr>
              <a:t>64</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srgbClr val="0D0D0D"/>
                </a:solidFill>
                <a:effectLst/>
                <a:uLnTx/>
                <a:uFillTx/>
                <a:latin typeface="Figtree"/>
                <a:ea typeface="+mn-ea"/>
                <a:cs typeface="+mn-cs"/>
              </a:rPr>
              <a:t>134</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srgbClr val="0D0D0D"/>
                </a:solidFill>
                <a:effectLst/>
                <a:uLnTx/>
                <a:uFillTx/>
                <a:latin typeface="Figtree"/>
                <a:ea typeface="+mn-ea"/>
                <a:cs typeface="+mn-cs"/>
              </a:rPr>
              <a:t>46</a:t>
            </a:r>
          </a:p>
        </p:txBody>
      </p:sp>
      <p:sp>
        <p:nvSpPr>
          <p:cNvPr id="12" name="TextBox 11">
            <a:extLst>
              <a:ext uri="{FF2B5EF4-FFF2-40B4-BE49-F238E27FC236}">
                <a16:creationId xmlns:a16="http://schemas.microsoft.com/office/drawing/2014/main" id="{79F84316-F524-6B61-1DFA-2E79853DA870}"/>
              </a:ext>
            </a:extLst>
          </p:cNvPr>
          <p:cNvSpPr txBox="1"/>
          <p:nvPr/>
        </p:nvSpPr>
        <p:spPr>
          <a:xfrm>
            <a:off x="8749793" y="4177008"/>
            <a:ext cx="1571654" cy="369332"/>
          </a:xfrm>
          <a:prstGeom prst="rect">
            <a:avLst/>
          </a:prstGeom>
          <a:solidFill>
            <a:schemeClr val="bg1"/>
          </a:solidFill>
          <a:ln>
            <a:solidFill>
              <a:schemeClr val="tx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D0D0D"/>
                </a:solidFill>
                <a:effectLst/>
                <a:uLnTx/>
                <a:uFillTx/>
                <a:latin typeface="Figtree"/>
                <a:ea typeface="+mn-ea"/>
                <a:cs typeface="+mn-cs"/>
              </a:rPr>
              <a:t>0123456789</a:t>
            </a:r>
          </a:p>
        </p:txBody>
      </p:sp>
      <p:sp>
        <p:nvSpPr>
          <p:cNvPr id="4" name="Slide Number Placeholder 4">
            <a:extLst>
              <a:ext uri="{FF2B5EF4-FFF2-40B4-BE49-F238E27FC236}">
                <a16:creationId xmlns:a16="http://schemas.microsoft.com/office/drawing/2014/main" id="{5CE369AF-C507-34BA-196D-08B4292EE9A5}"/>
              </a:ext>
            </a:extLst>
          </p:cNvPr>
          <p:cNvSpPr>
            <a:spLocks noGrp="1"/>
          </p:cNvSpPr>
          <p:nvPr>
            <p:ph type="sldNum" sz="quarter" idx="12"/>
          </p:nvPr>
        </p:nvSpPr>
        <p:spPr>
          <a:xfrm>
            <a:off x="9365513" y="6398855"/>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469444-D02B-D446-9CF8-19DEDDE073D1}" type="slidenum">
              <a:rPr kumimoji="0" lang="en-GB"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800" b="0" i="0" u="none" strike="noStrike" kern="1200" cap="none" spc="0" normalizeH="0" baseline="0" noProof="0">
              <a:ln>
                <a:noFill/>
              </a:ln>
              <a:solidFill>
                <a:srgbClr val="5F5F5F"/>
              </a:solidFill>
              <a:effectLst/>
              <a:uLnTx/>
              <a:uFillTx/>
              <a:latin typeface="Figtree"/>
              <a:ea typeface="+mn-ea"/>
              <a:cs typeface="+mn-cs"/>
            </a:endParaRPr>
          </a:p>
        </p:txBody>
      </p:sp>
    </p:spTree>
    <p:extLst>
      <p:ext uri="{BB962C8B-B14F-4D97-AF65-F5344CB8AC3E}">
        <p14:creationId xmlns:p14="http://schemas.microsoft.com/office/powerpoint/2010/main" val="12603187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3383D9B-5A96-271E-727A-44CC636990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C15DAA-DECF-56A0-E895-9922CCFD4ABC}"/>
              </a:ext>
            </a:extLst>
          </p:cNvPr>
          <p:cNvSpPr>
            <a:spLocks noGrp="1"/>
          </p:cNvSpPr>
          <p:nvPr>
            <p:ph type="ctrTitle"/>
          </p:nvPr>
        </p:nvSpPr>
        <p:spPr/>
        <p:txBody>
          <a:bodyPr/>
          <a:lstStyle/>
          <a:p>
            <a:r>
              <a:rPr lang="en-GB" noProof="0"/>
              <a:t>Loop control statements</a:t>
            </a:r>
          </a:p>
        </p:txBody>
      </p:sp>
      <p:sp>
        <p:nvSpPr>
          <p:cNvPr id="3" name="Text Placeholder 2">
            <a:extLst>
              <a:ext uri="{FF2B5EF4-FFF2-40B4-BE49-F238E27FC236}">
                <a16:creationId xmlns:a16="http://schemas.microsoft.com/office/drawing/2014/main" id="{ADBEE1E4-4019-F2DD-0E78-89EB86918893}"/>
              </a:ext>
            </a:extLst>
          </p:cNvPr>
          <p:cNvSpPr>
            <a:spLocks noGrp="1"/>
          </p:cNvSpPr>
          <p:nvPr>
            <p:ph type="body" sz="quarter" idx="14"/>
          </p:nvPr>
        </p:nvSpPr>
        <p:spPr>
          <a:xfrm>
            <a:off x="443921" y="1733108"/>
            <a:ext cx="4919637" cy="4061405"/>
          </a:xfrm>
        </p:spPr>
        <p:txBody>
          <a:bodyPr/>
          <a:lstStyle/>
          <a:p>
            <a:r>
              <a:rPr lang="en-GB" b="1" noProof="0"/>
              <a:t>Loop control statements</a:t>
            </a:r>
          </a:p>
          <a:p>
            <a:pPr marL="285750" indent="-285750">
              <a:buFont typeface="Arial" panose="020B0604020202020204" pitchFamily="34" charset="0"/>
              <a:buChar char="•"/>
            </a:pPr>
            <a:r>
              <a:rPr lang="en-GB" b="1" noProof="0"/>
              <a:t>Continue: </a:t>
            </a:r>
            <a:r>
              <a:rPr lang="en-GB" noProof="0"/>
              <a:t>Perform next iteration.</a:t>
            </a:r>
          </a:p>
          <a:p>
            <a:pPr marL="285750" indent="-285750">
              <a:buFont typeface="Arial" panose="020B0604020202020204" pitchFamily="34" charset="0"/>
              <a:buChar char="•"/>
            </a:pPr>
            <a:r>
              <a:rPr lang="en-GB" b="1" noProof="0"/>
              <a:t>Break</a:t>
            </a:r>
            <a:r>
              <a:rPr lang="en-GB" b="1"/>
              <a:t>: </a:t>
            </a:r>
            <a:r>
              <a:rPr lang="en-GB"/>
              <a:t>Exit</a:t>
            </a:r>
            <a:r>
              <a:rPr lang="en-GB" noProof="0"/>
              <a:t> the loop at once.</a:t>
            </a:r>
          </a:p>
          <a:p>
            <a:pPr marL="285750" indent="-285750">
              <a:buFont typeface="Arial" panose="020B0604020202020204" pitchFamily="34" charset="0"/>
              <a:buChar char="•"/>
            </a:pPr>
            <a:r>
              <a:rPr lang="en-GB" b="1" noProof="0"/>
              <a:t>Pass: </a:t>
            </a:r>
            <a:r>
              <a:rPr lang="en-GB" noProof="0"/>
              <a:t>Empty placeholder (do nothing).</a:t>
            </a:r>
          </a:p>
          <a:p>
            <a:pPr marL="285750" indent="-285750">
              <a:buFont typeface="Arial" panose="020B0604020202020204" pitchFamily="34" charset="0"/>
              <a:buChar char="•"/>
            </a:pPr>
            <a:endParaRPr lang="en-GB" noProof="0"/>
          </a:p>
          <a:p>
            <a:r>
              <a:rPr lang="en-GB" b="1" noProof="0"/>
              <a:t>The else: clause</a:t>
            </a:r>
          </a:p>
          <a:p>
            <a:pPr marL="285750" indent="-285750">
              <a:buFont typeface="Arial" panose="020B0604020202020204" pitchFamily="34" charset="0"/>
              <a:buChar char="•"/>
            </a:pPr>
            <a:r>
              <a:rPr lang="en-GB" noProof="0"/>
              <a:t>Executes when the condition is false, or when the iterator loop finishes.</a:t>
            </a:r>
          </a:p>
          <a:p>
            <a:pPr marL="971550" lvl="1" indent="-285750"/>
            <a:r>
              <a:rPr lang="en-GB" noProof="0"/>
              <a:t>Including when the loop condition is false on entry.</a:t>
            </a:r>
          </a:p>
        </p:txBody>
      </p:sp>
      <p:sp>
        <p:nvSpPr>
          <p:cNvPr id="5" name="Slide Number Placeholder 4">
            <a:extLst>
              <a:ext uri="{FF2B5EF4-FFF2-40B4-BE49-F238E27FC236}">
                <a16:creationId xmlns:a16="http://schemas.microsoft.com/office/drawing/2014/main" id="{1F1B9EA1-5E80-59F9-8B88-1E3DF00E75E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469444-D02B-D446-9CF8-19DEDDE073D1}" type="slidenum">
              <a:rPr kumimoji="0" lang="en-GB"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800" b="0" i="0" u="none" strike="noStrike" kern="1200" cap="none" spc="0" normalizeH="0" baseline="0" noProof="0">
              <a:ln>
                <a:noFill/>
              </a:ln>
              <a:solidFill>
                <a:srgbClr val="5F5F5F"/>
              </a:solidFill>
              <a:effectLst/>
              <a:uLnTx/>
              <a:uFillTx/>
              <a:latin typeface="Figtree"/>
              <a:ea typeface="+mn-ea"/>
              <a:cs typeface="+mn-cs"/>
            </a:endParaRPr>
          </a:p>
        </p:txBody>
      </p:sp>
      <p:sp>
        <p:nvSpPr>
          <p:cNvPr id="9" name="Rectangle 4">
            <a:extLst>
              <a:ext uri="{FF2B5EF4-FFF2-40B4-BE49-F238E27FC236}">
                <a16:creationId xmlns:a16="http://schemas.microsoft.com/office/drawing/2014/main" id="{6372F957-3E0B-84E9-634F-C5EABFBBE4D1}"/>
              </a:ext>
            </a:extLst>
          </p:cNvPr>
          <p:cNvSpPr txBox="1">
            <a:spLocks noChangeArrowheads="1"/>
          </p:cNvSpPr>
          <p:nvPr/>
        </p:nvSpPr>
        <p:spPr bwMode="auto">
          <a:xfrm>
            <a:off x="5363558" y="2650989"/>
            <a:ext cx="6537992" cy="2086725"/>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n = 29</a:t>
            </a:r>
          </a:p>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d = 2</a:t>
            </a:r>
          </a:p>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while d * d &lt;= n: # try divisors up to sqrt(n)</a:t>
            </a:r>
          </a:p>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if n % d == 0:</a:t>
            </a:r>
          </a:p>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print(n, "is divisible by", d)</a:t>
            </a:r>
          </a:p>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a:t>
            </a:r>
            <a:r>
              <a:rPr kumimoji="0" lang="en-GB" sz="1600" b="0" i="0" u="none" strike="noStrike" kern="1200" cap="none" spc="0" normalizeH="0" baseline="0" noProof="0">
                <a:ln>
                  <a:noFill/>
                </a:ln>
                <a:solidFill>
                  <a:srgbClr val="FFFF00"/>
                </a:solidFill>
                <a:effectLst/>
                <a:uLnTx/>
                <a:uFillTx/>
                <a:latin typeface="Consolas" panose="020B0609020204030204" pitchFamily="49" charset="0"/>
                <a:ea typeface="+mn-ea"/>
                <a:cs typeface="Consolas" panose="020B0609020204030204" pitchFamily="49" charset="0"/>
              </a:rPr>
              <a:t>break</a:t>
            </a:r>
          </a:p>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d += 1</a:t>
            </a:r>
          </a:p>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else:</a:t>
            </a:r>
          </a:p>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print(n, "is prime") # Run only if condition fails</a:t>
            </a:r>
          </a:p>
        </p:txBody>
      </p:sp>
      <p:sp>
        <p:nvSpPr>
          <p:cNvPr id="12" name="TextBox 11">
            <a:extLst>
              <a:ext uri="{FF2B5EF4-FFF2-40B4-BE49-F238E27FC236}">
                <a16:creationId xmlns:a16="http://schemas.microsoft.com/office/drawing/2014/main" id="{A8F14B8B-5CFA-8D5A-F1CA-5FD85F20AD3F}"/>
              </a:ext>
            </a:extLst>
          </p:cNvPr>
          <p:cNvSpPr txBox="1"/>
          <p:nvPr/>
        </p:nvSpPr>
        <p:spPr>
          <a:xfrm>
            <a:off x="10523854" y="4737714"/>
            <a:ext cx="1377696" cy="369332"/>
          </a:xfrm>
          <a:prstGeom prst="rect">
            <a:avLst/>
          </a:prstGeom>
          <a:solidFill>
            <a:schemeClr val="bg1"/>
          </a:solidFill>
          <a:ln>
            <a:solidFill>
              <a:schemeClr val="tx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D0D0D"/>
                </a:solidFill>
                <a:effectLst/>
                <a:uLnTx/>
                <a:uFillTx/>
                <a:latin typeface="Figtree"/>
                <a:ea typeface="+mn-ea"/>
                <a:cs typeface="+mn-cs"/>
              </a:rPr>
              <a:t>29 is prime</a:t>
            </a:r>
          </a:p>
        </p:txBody>
      </p:sp>
    </p:spTree>
    <p:extLst>
      <p:ext uri="{BB962C8B-B14F-4D97-AF65-F5344CB8AC3E}">
        <p14:creationId xmlns:p14="http://schemas.microsoft.com/office/powerpoint/2010/main" val="16681915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210CCE3-7706-763A-4D89-51CA28823D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E28C63-340B-9C5F-3878-CB89CAE0F536}"/>
              </a:ext>
            </a:extLst>
          </p:cNvPr>
          <p:cNvSpPr>
            <a:spLocks noGrp="1"/>
          </p:cNvSpPr>
          <p:nvPr>
            <p:ph type="ctrTitle"/>
          </p:nvPr>
        </p:nvSpPr>
        <p:spPr/>
        <p:txBody>
          <a:bodyPr/>
          <a:lstStyle/>
          <a:p>
            <a:r>
              <a:rPr lang="en-GB" noProof="0"/>
              <a:t>For: The iterator loop</a:t>
            </a:r>
          </a:p>
        </p:txBody>
      </p:sp>
      <p:sp>
        <p:nvSpPr>
          <p:cNvPr id="3" name="Text Placeholder 2">
            <a:extLst>
              <a:ext uri="{FF2B5EF4-FFF2-40B4-BE49-F238E27FC236}">
                <a16:creationId xmlns:a16="http://schemas.microsoft.com/office/drawing/2014/main" id="{35E1948B-90C7-FB0D-1689-48868830D3D7}"/>
              </a:ext>
            </a:extLst>
          </p:cNvPr>
          <p:cNvSpPr>
            <a:spLocks noGrp="1"/>
          </p:cNvSpPr>
          <p:nvPr>
            <p:ph type="body" sz="quarter" idx="14"/>
          </p:nvPr>
        </p:nvSpPr>
        <p:spPr>
          <a:xfrm>
            <a:off x="443920" y="1733108"/>
            <a:ext cx="5001679" cy="4061405"/>
          </a:xfrm>
        </p:spPr>
        <p:txBody>
          <a:bodyPr/>
          <a:lstStyle/>
          <a:p>
            <a:r>
              <a:rPr lang="en-GB" b="1" noProof="0"/>
              <a:t>To iterate through a sequence:</a:t>
            </a:r>
          </a:p>
          <a:p>
            <a:pPr marL="285750" indent="-285750">
              <a:buFont typeface="Arial" panose="020B0604020202020204" pitchFamily="34" charset="0"/>
              <a:buChar char="•"/>
            </a:pPr>
            <a:r>
              <a:rPr lang="en-GB" noProof="0"/>
              <a:t>Often a list or tuple.</a:t>
            </a:r>
          </a:p>
          <a:p>
            <a:pPr marL="285750" indent="-285750">
              <a:buFont typeface="Arial" panose="020B0604020202020204" pitchFamily="34" charset="0"/>
              <a:buChar char="•"/>
            </a:pPr>
            <a:r>
              <a:rPr lang="en-GB" noProof="0"/>
              <a:t>Loop variable holds a copy of each element in turn.</a:t>
            </a:r>
          </a:p>
          <a:p>
            <a:pPr marL="285750" indent="-285750">
              <a:buFont typeface="Arial" panose="020B0604020202020204" pitchFamily="34" charset="0"/>
              <a:buChar char="•"/>
            </a:pPr>
            <a:r>
              <a:rPr lang="en-GB" noProof="0"/>
              <a:t>Membership is by indentation.</a:t>
            </a:r>
          </a:p>
          <a:p>
            <a:pPr marL="285750" indent="-285750">
              <a:buFont typeface="Arial" panose="020B0604020202020204" pitchFamily="34" charset="0"/>
              <a:buChar char="•"/>
            </a:pPr>
            <a:r>
              <a:rPr lang="en-GB" noProof="0"/>
              <a:t>Structure and syntax.</a:t>
            </a:r>
          </a:p>
          <a:p>
            <a:endParaRPr lang="en-GB" noProof="0"/>
          </a:p>
        </p:txBody>
      </p:sp>
      <p:sp>
        <p:nvSpPr>
          <p:cNvPr id="7" name="Text Placeholder 6">
            <a:extLst>
              <a:ext uri="{FF2B5EF4-FFF2-40B4-BE49-F238E27FC236}">
                <a16:creationId xmlns:a16="http://schemas.microsoft.com/office/drawing/2014/main" id="{F33AECB3-03E6-C9DB-18B1-62B30CDC1707}"/>
              </a:ext>
            </a:extLst>
          </p:cNvPr>
          <p:cNvSpPr>
            <a:spLocks noGrp="1"/>
          </p:cNvSpPr>
          <p:nvPr>
            <p:ph type="body" sz="quarter" idx="15"/>
          </p:nvPr>
        </p:nvSpPr>
        <p:spPr>
          <a:xfrm>
            <a:off x="6108121" y="1733108"/>
            <a:ext cx="5661620" cy="4061405"/>
          </a:xfrm>
        </p:spPr>
        <p:txBody>
          <a:bodyPr/>
          <a:lstStyle/>
          <a:p>
            <a:r>
              <a:rPr lang="en-GB" b="1" noProof="0"/>
              <a:t>Examples:</a:t>
            </a:r>
          </a:p>
          <a:p>
            <a:pPr marL="285750" indent="-285750">
              <a:buFont typeface="Arial" panose="020B0604020202020204" pitchFamily="34" charset="0"/>
              <a:buChar char="•"/>
            </a:pPr>
            <a:r>
              <a:rPr lang="en-GB" noProof="0"/>
              <a:t>Iterate through numbers.</a:t>
            </a:r>
          </a:p>
          <a:p>
            <a:pPr marL="285750" indent="-285750">
              <a:buFont typeface="Arial" panose="020B0604020202020204" pitchFamily="34" charset="0"/>
              <a:buChar char="•"/>
            </a:pPr>
            <a:endParaRPr lang="en-GB" noProof="0"/>
          </a:p>
          <a:p>
            <a:pPr marL="285750" indent="-285750">
              <a:buFont typeface="Arial" panose="020B0604020202020204" pitchFamily="34" charset="0"/>
              <a:buChar char="•"/>
            </a:pPr>
            <a:endParaRPr lang="en-GB" noProof="0"/>
          </a:p>
          <a:p>
            <a:pPr marL="285750" indent="-285750">
              <a:buFont typeface="Arial" panose="020B0604020202020204" pitchFamily="34" charset="0"/>
              <a:buChar char="•"/>
            </a:pPr>
            <a:r>
              <a:rPr lang="en-GB" noProof="0"/>
              <a:t>Iterate through command line arguments.</a:t>
            </a:r>
          </a:p>
          <a:p>
            <a:pPr marL="971550" lvl="1" indent="-285750"/>
            <a:r>
              <a:rPr lang="en-GB" noProof="0" err="1"/>
              <a:t>sys.argv</a:t>
            </a:r>
            <a:r>
              <a:rPr lang="en-GB" noProof="0"/>
              <a:t> is a list of the command line arguments.</a:t>
            </a:r>
          </a:p>
          <a:p>
            <a:pPr marL="285750" indent="-285750">
              <a:buFont typeface="Arial" panose="020B0604020202020204" pitchFamily="34" charset="0"/>
              <a:buChar char="•"/>
            </a:pPr>
            <a:endParaRPr lang="en-GB" noProof="0"/>
          </a:p>
        </p:txBody>
      </p:sp>
      <p:sp>
        <p:nvSpPr>
          <p:cNvPr id="5" name="Slide Number Placeholder 4">
            <a:extLst>
              <a:ext uri="{FF2B5EF4-FFF2-40B4-BE49-F238E27FC236}">
                <a16:creationId xmlns:a16="http://schemas.microsoft.com/office/drawing/2014/main" id="{BB1C0016-06DC-4610-7B85-7671AD07F2A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469444-D02B-D446-9CF8-19DEDDE073D1}" type="slidenum">
              <a:rPr kumimoji="0" lang="en-GB"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1800" b="0" i="0" u="none" strike="noStrike" kern="1200" cap="none" spc="0" normalizeH="0" baseline="0" noProof="0">
              <a:ln>
                <a:noFill/>
              </a:ln>
              <a:solidFill>
                <a:srgbClr val="5F5F5F"/>
              </a:solidFill>
              <a:effectLst/>
              <a:uLnTx/>
              <a:uFillTx/>
              <a:latin typeface="Figtree"/>
              <a:ea typeface="+mn-ea"/>
              <a:cs typeface="+mn-cs"/>
            </a:endParaRPr>
          </a:p>
        </p:txBody>
      </p:sp>
      <p:sp>
        <p:nvSpPr>
          <p:cNvPr id="9" name="Rectangle 4">
            <a:extLst>
              <a:ext uri="{FF2B5EF4-FFF2-40B4-BE49-F238E27FC236}">
                <a16:creationId xmlns:a16="http://schemas.microsoft.com/office/drawing/2014/main" id="{F4A9ABB8-E5A0-189E-68CB-6BE802F7C2B0}"/>
              </a:ext>
            </a:extLst>
          </p:cNvPr>
          <p:cNvSpPr txBox="1">
            <a:spLocks noChangeArrowheads="1"/>
          </p:cNvSpPr>
          <p:nvPr/>
        </p:nvSpPr>
        <p:spPr bwMode="auto">
          <a:xfrm>
            <a:off x="6478227" y="4304760"/>
            <a:ext cx="4721324" cy="840230"/>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import sys</a:t>
            </a:r>
          </a:p>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for </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nsolas" panose="020B0609020204030204" pitchFamily="49" charset="0"/>
              </a:rPr>
              <a:t>arg</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in </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nsolas" panose="020B0609020204030204" pitchFamily="49" charset="0"/>
              </a:rPr>
              <a:t>sys.argv</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print("</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nsolas" panose="020B0609020204030204" pitchFamily="49" charset="0"/>
              </a:rPr>
              <a:t>Cmd</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line argument:", </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nsolas" panose="020B0609020204030204" pitchFamily="49" charset="0"/>
              </a:rPr>
              <a:t>arg</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a:t>
            </a:r>
          </a:p>
        </p:txBody>
      </p:sp>
      <p:sp>
        <p:nvSpPr>
          <p:cNvPr id="12" name="TextBox 11">
            <a:extLst>
              <a:ext uri="{FF2B5EF4-FFF2-40B4-BE49-F238E27FC236}">
                <a16:creationId xmlns:a16="http://schemas.microsoft.com/office/drawing/2014/main" id="{67DE3E52-BAD0-91C3-239D-90B5E2701CE5}"/>
              </a:ext>
            </a:extLst>
          </p:cNvPr>
          <p:cNvSpPr txBox="1"/>
          <p:nvPr/>
        </p:nvSpPr>
        <p:spPr>
          <a:xfrm>
            <a:off x="6478227" y="5157368"/>
            <a:ext cx="5210885" cy="1323439"/>
          </a:xfrm>
          <a:prstGeom prst="rect">
            <a:avLst/>
          </a:prstGeom>
          <a:solidFill>
            <a:schemeClr val="bg1"/>
          </a:solidFill>
          <a:ln>
            <a:solidFill>
              <a:schemeClr val="tx1"/>
            </a:solidFill>
          </a:ln>
        </p:spPr>
        <p:txBody>
          <a:bodyPr wrap="square" rtlCol="0">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a:ln>
                  <a:noFill/>
                </a:ln>
                <a:solidFill>
                  <a:srgbClr val="0D0D0D"/>
                </a:solidFill>
                <a:effectLst/>
                <a:uLnTx/>
                <a:uFillTx/>
                <a:latin typeface="Courier New" panose="02070309020205020404" pitchFamily="49" charset="0"/>
                <a:ea typeface="+mn-ea"/>
                <a:cs typeface="+mn-cs"/>
              </a:rPr>
              <a:t>C:\Python&gt;</a:t>
            </a:r>
            <a:r>
              <a:rPr kumimoji="0" lang="en-GB" sz="1600" b="1" i="0" u="none" strike="noStrike" kern="1200" cap="none" spc="0" normalizeH="0" baseline="0" noProof="0">
                <a:ln>
                  <a:noFill/>
                </a:ln>
                <a:solidFill>
                  <a:srgbClr val="0D0D0D"/>
                </a:solidFill>
                <a:effectLst/>
                <a:uLnTx/>
                <a:uFillTx/>
                <a:latin typeface="Courier New" panose="02070309020205020404" pitchFamily="49" charset="0"/>
                <a:ea typeface="+mn-ea"/>
                <a:cs typeface="+mn-cs"/>
              </a:rPr>
              <a:t>for.py Monday Tuesday Wednesday</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err="1">
                <a:ln>
                  <a:noFill/>
                </a:ln>
                <a:solidFill>
                  <a:srgbClr val="0D0D0D"/>
                </a:solidFill>
                <a:effectLst/>
                <a:uLnTx/>
                <a:uFillTx/>
                <a:latin typeface="Courier New" panose="02070309020205020404" pitchFamily="49" charset="0"/>
                <a:ea typeface="+mn-ea"/>
                <a:cs typeface="+mn-cs"/>
              </a:rPr>
              <a:t>Cmd</a:t>
            </a:r>
            <a:r>
              <a:rPr kumimoji="0" lang="en-GB" sz="1600" b="0" i="0" u="none" strike="noStrike" kern="1200" cap="none" spc="0" normalizeH="0" baseline="0" noProof="0">
                <a:ln>
                  <a:noFill/>
                </a:ln>
                <a:solidFill>
                  <a:srgbClr val="0D0D0D"/>
                </a:solidFill>
                <a:effectLst/>
                <a:uLnTx/>
                <a:uFillTx/>
                <a:latin typeface="Courier New" panose="02070309020205020404" pitchFamily="49" charset="0"/>
                <a:ea typeface="+mn-ea"/>
                <a:cs typeface="+mn-cs"/>
              </a:rPr>
              <a:t> line argument: C:\Python\for.py</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err="1">
                <a:ln>
                  <a:noFill/>
                </a:ln>
                <a:solidFill>
                  <a:srgbClr val="0D0D0D"/>
                </a:solidFill>
                <a:effectLst/>
                <a:uLnTx/>
                <a:uFillTx/>
                <a:latin typeface="Courier New" panose="02070309020205020404" pitchFamily="49" charset="0"/>
                <a:ea typeface="+mn-ea"/>
                <a:cs typeface="+mn-cs"/>
              </a:rPr>
              <a:t>Cmd</a:t>
            </a:r>
            <a:r>
              <a:rPr kumimoji="0" lang="en-GB" sz="1600" b="0" i="0" u="none" strike="noStrike" kern="1200" cap="none" spc="0" normalizeH="0" baseline="0" noProof="0">
                <a:ln>
                  <a:noFill/>
                </a:ln>
                <a:solidFill>
                  <a:srgbClr val="0D0D0D"/>
                </a:solidFill>
                <a:effectLst/>
                <a:uLnTx/>
                <a:uFillTx/>
                <a:latin typeface="Courier New" panose="02070309020205020404" pitchFamily="49" charset="0"/>
                <a:ea typeface="+mn-ea"/>
                <a:cs typeface="+mn-cs"/>
              </a:rPr>
              <a:t> line argument: Monday</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err="1">
                <a:ln>
                  <a:noFill/>
                </a:ln>
                <a:solidFill>
                  <a:srgbClr val="0D0D0D"/>
                </a:solidFill>
                <a:effectLst/>
                <a:uLnTx/>
                <a:uFillTx/>
                <a:latin typeface="Courier New" panose="02070309020205020404" pitchFamily="49" charset="0"/>
                <a:ea typeface="+mn-ea"/>
                <a:cs typeface="+mn-cs"/>
              </a:rPr>
              <a:t>Cmd</a:t>
            </a:r>
            <a:r>
              <a:rPr kumimoji="0" lang="en-GB" sz="1600" b="0" i="0" u="none" strike="noStrike" kern="1200" cap="none" spc="0" normalizeH="0" baseline="0" noProof="0">
                <a:ln>
                  <a:noFill/>
                </a:ln>
                <a:solidFill>
                  <a:srgbClr val="0D0D0D"/>
                </a:solidFill>
                <a:effectLst/>
                <a:uLnTx/>
                <a:uFillTx/>
                <a:latin typeface="Courier New" panose="02070309020205020404" pitchFamily="49" charset="0"/>
                <a:ea typeface="+mn-ea"/>
                <a:cs typeface="+mn-cs"/>
              </a:rPr>
              <a:t> line argument: Tuesday</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err="1">
                <a:ln>
                  <a:noFill/>
                </a:ln>
                <a:solidFill>
                  <a:srgbClr val="0D0D0D"/>
                </a:solidFill>
                <a:effectLst/>
                <a:uLnTx/>
                <a:uFillTx/>
                <a:latin typeface="Courier New" panose="02070309020205020404" pitchFamily="49" charset="0"/>
                <a:ea typeface="+mn-ea"/>
                <a:cs typeface="+mn-cs"/>
              </a:rPr>
              <a:t>Cmd</a:t>
            </a:r>
            <a:r>
              <a:rPr kumimoji="0" lang="en-GB" sz="1600" b="0" i="0" u="none" strike="noStrike" kern="1200" cap="none" spc="0" normalizeH="0" baseline="0" noProof="0">
                <a:ln>
                  <a:noFill/>
                </a:ln>
                <a:solidFill>
                  <a:srgbClr val="0D0D0D"/>
                </a:solidFill>
                <a:effectLst/>
                <a:uLnTx/>
                <a:uFillTx/>
                <a:latin typeface="Courier New" panose="02070309020205020404" pitchFamily="49" charset="0"/>
                <a:ea typeface="+mn-ea"/>
                <a:cs typeface="+mn-cs"/>
              </a:rPr>
              <a:t> line argument: Wednesday</a:t>
            </a:r>
          </a:p>
        </p:txBody>
      </p:sp>
      <p:sp>
        <p:nvSpPr>
          <p:cNvPr id="4" name="Rectangle 4">
            <a:extLst>
              <a:ext uri="{FF2B5EF4-FFF2-40B4-BE49-F238E27FC236}">
                <a16:creationId xmlns:a16="http://schemas.microsoft.com/office/drawing/2014/main" id="{5E6E89AB-574E-336A-BE31-D7122AC13F53}"/>
              </a:ext>
            </a:extLst>
          </p:cNvPr>
          <p:cNvSpPr txBox="1">
            <a:spLocks noChangeArrowheads="1"/>
          </p:cNvSpPr>
          <p:nvPr/>
        </p:nvSpPr>
        <p:spPr bwMode="auto">
          <a:xfrm>
            <a:off x="808542" y="4010848"/>
            <a:ext cx="2856663" cy="1096710"/>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for </a:t>
            </a:r>
            <a:r>
              <a:rPr kumimoji="0" lang="en-GB" sz="1800" b="0" i="0" u="none" strike="noStrike" kern="1200" cap="none" spc="0" normalizeH="0" baseline="0" noProof="0">
                <a:ln>
                  <a:noFill/>
                </a:ln>
                <a:solidFill>
                  <a:srgbClr val="FFFF00"/>
                </a:solidFill>
                <a:effectLst/>
                <a:uLnTx/>
                <a:uFillTx/>
                <a:latin typeface="Consolas" panose="020B0609020204030204" pitchFamily="49" charset="0"/>
                <a:ea typeface="+mn-ea"/>
                <a:cs typeface="Consolas" panose="020B0609020204030204" pitchFamily="49" charset="0"/>
              </a:rPr>
              <a:t>var</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in </a:t>
            </a:r>
            <a:r>
              <a:rPr kumimoji="0" lang="en-GB" sz="1800" b="0" i="0" u="none" strike="noStrike" kern="1200" cap="none" spc="0" normalizeH="0" baseline="0" noProof="0" err="1">
                <a:ln>
                  <a:noFill/>
                </a:ln>
                <a:solidFill>
                  <a:srgbClr val="FFFF00"/>
                </a:solidFill>
                <a:effectLst/>
                <a:uLnTx/>
                <a:uFillTx/>
                <a:latin typeface="Consolas" panose="020B0609020204030204" pitchFamily="49" charset="0"/>
                <a:ea typeface="+mn-ea"/>
                <a:cs typeface="Consolas" panose="020B0609020204030204" pitchFamily="49" charset="0"/>
              </a:rPr>
              <a:t>iterable</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statements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statements</a:t>
            </a:r>
          </a:p>
        </p:txBody>
      </p:sp>
      <p:sp>
        <p:nvSpPr>
          <p:cNvPr id="6" name="Rectangle 4">
            <a:extLst>
              <a:ext uri="{FF2B5EF4-FFF2-40B4-BE49-F238E27FC236}">
                <a16:creationId xmlns:a16="http://schemas.microsoft.com/office/drawing/2014/main" id="{24BD4E04-42E0-B3BB-2961-C55DFAFE322D}"/>
              </a:ext>
            </a:extLst>
          </p:cNvPr>
          <p:cNvSpPr txBox="1">
            <a:spLocks noChangeArrowheads="1"/>
          </p:cNvSpPr>
          <p:nvPr/>
        </p:nvSpPr>
        <p:spPr bwMode="auto">
          <a:xfrm>
            <a:off x="6478227" y="2497026"/>
            <a:ext cx="4258886" cy="590931"/>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for i in range(10):</a:t>
            </a:r>
          </a:p>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print(i)</a:t>
            </a:r>
          </a:p>
        </p:txBody>
      </p:sp>
    </p:spTree>
    <p:extLst>
      <p:ext uri="{BB962C8B-B14F-4D97-AF65-F5344CB8AC3E}">
        <p14:creationId xmlns:p14="http://schemas.microsoft.com/office/powerpoint/2010/main" val="31089811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784FED-FF19-A412-5CC1-25B469E2A6A7}"/>
              </a:ext>
            </a:extLst>
          </p:cNvPr>
          <p:cNvSpPr>
            <a:spLocks noGrp="1"/>
          </p:cNvSpPr>
          <p:nvPr>
            <p:ph type="ctrTitle"/>
          </p:nvPr>
        </p:nvSpPr>
        <p:spPr/>
        <p:txBody>
          <a:bodyPr/>
          <a:lstStyle/>
          <a:p>
            <a:r>
              <a:rPr lang="en-GB" noProof="0"/>
              <a:t>For: Iterate through files</a:t>
            </a:r>
          </a:p>
        </p:txBody>
      </p:sp>
      <p:sp>
        <p:nvSpPr>
          <p:cNvPr id="7" name="Text Placeholder 6">
            <a:extLst>
              <a:ext uri="{FF2B5EF4-FFF2-40B4-BE49-F238E27FC236}">
                <a16:creationId xmlns:a16="http://schemas.microsoft.com/office/drawing/2014/main" id="{0F28421A-717E-5801-80CA-6E39FC245B4F}"/>
              </a:ext>
            </a:extLst>
          </p:cNvPr>
          <p:cNvSpPr>
            <a:spLocks noGrp="1"/>
          </p:cNvSpPr>
          <p:nvPr>
            <p:ph type="body" sz="quarter" idx="14"/>
          </p:nvPr>
        </p:nvSpPr>
        <p:spPr/>
        <p:txBody>
          <a:bodyPr/>
          <a:lstStyle/>
          <a:p>
            <a:r>
              <a:rPr lang="en-GB" b="1" noProof="0"/>
              <a:t>To iterate through files in the file system:</a:t>
            </a:r>
          </a:p>
          <a:p>
            <a:pPr marL="285750" indent="-285750">
              <a:buFont typeface="Arial" panose="020B0604020202020204" pitchFamily="34" charset="0"/>
              <a:buChar char="•"/>
            </a:pPr>
            <a:r>
              <a:rPr lang="en-GB" noProof="0"/>
              <a:t>Use the glob module.</a:t>
            </a:r>
          </a:p>
          <a:p>
            <a:pPr marL="285750" indent="-285750">
              <a:buFont typeface="Arial" panose="020B0604020202020204" pitchFamily="34" charset="0"/>
              <a:buChar char="•"/>
            </a:pPr>
            <a:r>
              <a:rPr lang="en-GB" noProof="0" err="1"/>
              <a:t>Globbing</a:t>
            </a:r>
            <a:r>
              <a:rPr lang="en-GB" noProof="0"/>
              <a:t> (global matching) is derived from the UNIX shells.</a:t>
            </a:r>
          </a:p>
          <a:p>
            <a:pPr marL="285750" indent="-285750">
              <a:buFont typeface="Arial" panose="020B0604020202020204" pitchFamily="34" charset="0"/>
              <a:buChar char="•"/>
            </a:pPr>
            <a:r>
              <a:rPr lang="en-GB" noProof="0"/>
              <a:t>Matches file and directory names using wildcards..</a:t>
            </a:r>
          </a:p>
          <a:p>
            <a:pPr marL="285750" indent="-285750">
              <a:buFont typeface="Arial" panose="020B0604020202020204" pitchFamily="34" charset="0"/>
              <a:buChar char="•"/>
            </a:pPr>
            <a:r>
              <a:rPr lang="en-GB" noProof="0" err="1"/>
              <a:t>os.path.getsize</a:t>
            </a:r>
            <a:r>
              <a:rPr lang="en-GB" noProof="0"/>
              <a:t>() returns the size of a file.</a:t>
            </a:r>
          </a:p>
          <a:p>
            <a:endParaRPr lang="en-GB" noProof="0"/>
          </a:p>
          <a:p>
            <a:endParaRPr lang="en-GB" noProof="0"/>
          </a:p>
          <a:p>
            <a:endParaRPr lang="en-GB" noProof="0"/>
          </a:p>
        </p:txBody>
      </p:sp>
      <p:sp>
        <p:nvSpPr>
          <p:cNvPr id="5" name="Slide Number Placeholder 4">
            <a:extLst>
              <a:ext uri="{FF2B5EF4-FFF2-40B4-BE49-F238E27FC236}">
                <a16:creationId xmlns:a16="http://schemas.microsoft.com/office/drawing/2014/main" id="{C41B6855-ABF1-2552-A7EA-29607D3C529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469444-D02B-D446-9CF8-19DEDDE073D1}" type="slidenum">
              <a:rPr kumimoji="0" lang="en-GB"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1800" b="0" i="0" u="none" strike="noStrike" kern="1200" cap="none" spc="0" normalizeH="0" baseline="0" noProof="0">
              <a:ln>
                <a:noFill/>
              </a:ln>
              <a:solidFill>
                <a:srgbClr val="5F5F5F"/>
              </a:solidFill>
              <a:effectLst/>
              <a:uLnTx/>
              <a:uFillTx/>
              <a:latin typeface="Figtree"/>
              <a:ea typeface="+mn-ea"/>
              <a:cs typeface="+mn-cs"/>
            </a:endParaRPr>
          </a:p>
        </p:txBody>
      </p:sp>
      <p:sp>
        <p:nvSpPr>
          <p:cNvPr id="8" name="Rectangle 4">
            <a:extLst>
              <a:ext uri="{FF2B5EF4-FFF2-40B4-BE49-F238E27FC236}">
                <a16:creationId xmlns:a16="http://schemas.microsoft.com/office/drawing/2014/main" id="{07EDDD07-334C-44A2-2601-610657D33B58}"/>
              </a:ext>
            </a:extLst>
          </p:cNvPr>
          <p:cNvSpPr txBox="1">
            <a:spLocks noChangeArrowheads="1"/>
          </p:cNvSpPr>
          <p:nvPr/>
        </p:nvSpPr>
        <p:spPr bwMode="auto">
          <a:xfrm>
            <a:off x="807066" y="3845090"/>
            <a:ext cx="5563254" cy="2086725"/>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import glob</a:t>
            </a:r>
          </a:p>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import </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nsolas" panose="020B0609020204030204" pitchFamily="49" charset="0"/>
              </a:rPr>
              <a:t>os</a:t>
            </a:r>
            <a:endPar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endPar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nsolas" panose="020B0609020204030204" pitchFamily="49" charset="0"/>
              </a:rPr>
              <a:t>home_dir</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 "\user\john\"</a:t>
            </a:r>
          </a:p>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endPar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kumimoji="0" lang="en-GB" sz="1800" b="1" i="0" u="none" strike="noStrike" kern="1200" cap="none" spc="0" normalizeH="0" baseline="0" noProof="0">
                <a:ln>
                  <a:noFill/>
                </a:ln>
                <a:solidFill>
                  <a:srgbClr val="FFFF00"/>
                </a:solidFill>
                <a:effectLst/>
                <a:uLnTx/>
                <a:uFillTx/>
                <a:latin typeface="Consolas" panose="020B0609020204030204" pitchFamily="49" charset="0"/>
                <a:ea typeface="+mn-ea"/>
                <a:cs typeface="Consolas" panose="020B0609020204030204" pitchFamily="49" charset="0"/>
              </a:rPr>
              <a:t>for</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file </a:t>
            </a:r>
            <a:r>
              <a:rPr kumimoji="0" lang="en-GB" sz="1800" b="1" i="0" u="none" strike="noStrike" kern="1200" cap="none" spc="0" normalizeH="0" baseline="0" noProof="0">
                <a:ln>
                  <a:noFill/>
                </a:ln>
                <a:solidFill>
                  <a:srgbClr val="FFFF00"/>
                </a:solidFill>
                <a:effectLst/>
                <a:uLnTx/>
                <a:uFillTx/>
                <a:latin typeface="Consolas" panose="020B0609020204030204" pitchFamily="49" charset="0"/>
                <a:ea typeface="+mn-ea"/>
                <a:cs typeface="Consolas" panose="020B0609020204030204" pitchFamily="49" charset="0"/>
              </a:rPr>
              <a:t>in</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a:t>
            </a:r>
            <a:r>
              <a:rPr kumimoji="0" lang="en-GB" sz="1800" b="0" i="0" u="none" strike="noStrike" kern="1200" cap="none" spc="0" normalizeH="0" baseline="0" noProof="0" err="1">
                <a:ln>
                  <a:noFill/>
                </a:ln>
                <a:solidFill>
                  <a:srgbClr val="FCAC69"/>
                </a:solidFill>
                <a:effectLst/>
                <a:uLnTx/>
                <a:uFillTx/>
                <a:latin typeface="Consolas" panose="020B0609020204030204" pitchFamily="49" charset="0"/>
                <a:ea typeface="+mn-ea"/>
                <a:cs typeface="Consolas" panose="020B0609020204030204" pitchFamily="49" charset="0"/>
              </a:rPr>
              <a:t>glob.glob</a:t>
            </a:r>
            <a:r>
              <a:rPr kumimoji="0" lang="en-GB" sz="1800" b="0" i="0" u="none" strike="noStrike" kern="1200" cap="none" spc="0" normalizeH="0" baseline="0" noProof="0">
                <a:ln>
                  <a:noFill/>
                </a:ln>
                <a:solidFill>
                  <a:srgbClr val="FCAC69"/>
                </a:solidFill>
                <a:effectLst/>
                <a:uLnTx/>
                <a:uFillTx/>
                <a:latin typeface="Consolas" panose="020B0609020204030204" pitchFamily="49" charset="0"/>
                <a:ea typeface="+mn-ea"/>
                <a:cs typeface="Consolas" panose="020B0609020204030204" pitchFamily="49" charset="0"/>
              </a:rPr>
              <a:t>(</a:t>
            </a:r>
            <a:r>
              <a:rPr kumimoji="0" lang="en-GB" sz="1800" b="0" i="0" u="none" strike="noStrike" kern="1200" cap="none" spc="0" normalizeH="0" baseline="0" noProof="0" err="1">
                <a:ln>
                  <a:noFill/>
                </a:ln>
                <a:solidFill>
                  <a:srgbClr val="FCAC69"/>
                </a:solidFill>
                <a:effectLst/>
                <a:uLnTx/>
                <a:uFillTx/>
                <a:latin typeface="Consolas" panose="020B0609020204030204" pitchFamily="49" charset="0"/>
                <a:ea typeface="+mn-ea"/>
                <a:cs typeface="Consolas" panose="020B0609020204030204" pitchFamily="49" charset="0"/>
              </a:rPr>
              <a:t>home_dir</a:t>
            </a:r>
            <a:r>
              <a:rPr kumimoji="0" lang="en-GB" sz="1800" b="0" i="0" u="none" strike="noStrike" kern="1200" cap="none" spc="0" normalizeH="0" baseline="0" noProof="0">
                <a:ln>
                  <a:noFill/>
                </a:ln>
                <a:solidFill>
                  <a:srgbClr val="FCAC69"/>
                </a:solidFill>
                <a:effectLst/>
                <a:uLnTx/>
                <a:uFillTx/>
                <a:latin typeface="Consolas" panose="020B0609020204030204" pitchFamily="49" charset="0"/>
                <a:ea typeface="+mn-ea"/>
                <a:cs typeface="Consolas" panose="020B0609020204030204" pitchFamily="49" charset="0"/>
              </a:rPr>
              <a:t>, "*.txt")</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size = </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nsolas" panose="020B0609020204030204" pitchFamily="49" charset="0"/>
              </a:rPr>
              <a:t>os.path.getsize</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(file)</a:t>
            </a:r>
          </a:p>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print(file, size, "bytes")</a:t>
            </a:r>
          </a:p>
        </p:txBody>
      </p:sp>
      <p:sp>
        <p:nvSpPr>
          <p:cNvPr id="9" name="TextBox 8">
            <a:extLst>
              <a:ext uri="{FF2B5EF4-FFF2-40B4-BE49-F238E27FC236}">
                <a16:creationId xmlns:a16="http://schemas.microsoft.com/office/drawing/2014/main" id="{16A709E1-97B2-2B38-C111-6666E2A6940C}"/>
              </a:ext>
            </a:extLst>
          </p:cNvPr>
          <p:cNvSpPr txBox="1"/>
          <p:nvPr/>
        </p:nvSpPr>
        <p:spPr>
          <a:xfrm>
            <a:off x="6370320" y="4711166"/>
            <a:ext cx="2895600" cy="1200329"/>
          </a:xfrm>
          <a:prstGeom prst="rect">
            <a:avLst/>
          </a:prstGeom>
          <a:solidFill>
            <a:schemeClr val="bg1"/>
          </a:solidFill>
          <a:ln>
            <a:solidFill>
              <a:schemeClr val="tx1"/>
            </a:solidFill>
          </a:ln>
        </p:spPr>
        <p:txBody>
          <a:bodyPr wrap="square" rtlCol="0">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srgbClr val="0D0D0D"/>
                </a:solidFill>
                <a:effectLst/>
                <a:uLnTx/>
                <a:uFillTx/>
                <a:latin typeface="Courier New" panose="02070309020205020404" pitchFamily="49" charset="0"/>
                <a:ea typeface="+mn-ea"/>
                <a:cs typeface="+mn-cs"/>
              </a:rPr>
              <a:t>spam.txt 0 bytes</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srgbClr val="0D0D0D"/>
                </a:solidFill>
                <a:effectLst/>
                <a:uLnTx/>
                <a:uFillTx/>
                <a:latin typeface="Courier New" panose="02070309020205020404" pitchFamily="49" charset="0"/>
                <a:ea typeface="+mn-ea"/>
                <a:cs typeface="+mn-cs"/>
              </a:rPr>
              <a:t>bacon.txt 192 bytes</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srgbClr val="0D0D0D"/>
                </a:solidFill>
                <a:effectLst/>
                <a:uLnTx/>
                <a:uFillTx/>
                <a:latin typeface="Courier New" panose="02070309020205020404" pitchFamily="49" charset="0"/>
                <a:ea typeface="+mn-ea"/>
                <a:cs typeface="+mn-cs"/>
              </a:rPr>
              <a:t>eggs.txt 56 bytes</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srgbClr val="0D0D0D"/>
                </a:solidFill>
                <a:effectLst/>
                <a:uLnTx/>
                <a:uFillTx/>
                <a:latin typeface="Courier New" panose="02070309020205020404" pitchFamily="49" charset="0"/>
                <a:ea typeface="+mn-ea"/>
                <a:cs typeface="+mn-cs"/>
              </a:rPr>
              <a:t>tea.txt 200 bytes</a:t>
            </a:r>
          </a:p>
        </p:txBody>
      </p:sp>
    </p:spTree>
    <p:extLst>
      <p:ext uri="{BB962C8B-B14F-4D97-AF65-F5344CB8AC3E}">
        <p14:creationId xmlns:p14="http://schemas.microsoft.com/office/powerpoint/2010/main" val="26853136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932C848-1168-CDE4-B0F1-D61DB7855A01}"/>
              </a:ext>
            </a:extLst>
          </p:cNvPr>
          <p:cNvSpPr>
            <a:spLocks noGrp="1"/>
          </p:cNvSpPr>
          <p:nvPr>
            <p:ph type="ctrTitle"/>
          </p:nvPr>
        </p:nvSpPr>
        <p:spPr/>
        <p:txBody>
          <a:bodyPr/>
          <a:lstStyle/>
          <a:p>
            <a:r>
              <a:rPr lang="en-GB" noProof="0"/>
              <a:t>Enumerate</a:t>
            </a:r>
          </a:p>
        </p:txBody>
      </p:sp>
      <p:sp>
        <p:nvSpPr>
          <p:cNvPr id="7" name="Text Placeholder 6">
            <a:extLst>
              <a:ext uri="{FF2B5EF4-FFF2-40B4-BE49-F238E27FC236}">
                <a16:creationId xmlns:a16="http://schemas.microsoft.com/office/drawing/2014/main" id="{03BBE02A-68BF-0AC8-9920-F1A48D9CD928}"/>
              </a:ext>
            </a:extLst>
          </p:cNvPr>
          <p:cNvSpPr>
            <a:spLocks noGrp="1"/>
          </p:cNvSpPr>
          <p:nvPr>
            <p:ph type="body" sz="quarter" idx="13"/>
          </p:nvPr>
        </p:nvSpPr>
        <p:spPr>
          <a:xfrm>
            <a:off x="443922" y="1625600"/>
            <a:ext cx="8339860" cy="4062523"/>
          </a:xfrm>
        </p:spPr>
        <p:txBody>
          <a:bodyPr/>
          <a:lstStyle/>
          <a:p>
            <a:r>
              <a:rPr lang="en-GB" b="1" noProof="0"/>
              <a:t>The enumerate() function:</a:t>
            </a:r>
          </a:p>
          <a:p>
            <a:pPr marL="285750" indent="-285750">
              <a:buFont typeface="Arial" panose="020B0604020202020204" pitchFamily="34" charset="0"/>
              <a:buChar char="•"/>
            </a:pPr>
            <a:r>
              <a:rPr lang="en-GB" noProof="0"/>
              <a:t>Is used in loops to get index and item together.</a:t>
            </a:r>
          </a:p>
          <a:p>
            <a:pPr marL="285750" indent="-285750">
              <a:buFont typeface="Arial" panose="020B0604020202020204" pitchFamily="34" charset="0"/>
              <a:buChar char="•"/>
            </a:pPr>
            <a:r>
              <a:rPr lang="en-GB" noProof="0"/>
              <a:t>Works with any </a:t>
            </a:r>
            <a:r>
              <a:rPr lang="en-GB" noProof="0" err="1"/>
              <a:t>iterable</a:t>
            </a:r>
            <a:r>
              <a:rPr lang="en-GB" noProof="0"/>
              <a:t> (lists, tuples, strings, files, generators).</a:t>
            </a:r>
          </a:p>
          <a:p>
            <a:pPr marL="285750" indent="-285750">
              <a:buFont typeface="Arial" panose="020B0604020202020204" pitchFamily="34" charset="0"/>
              <a:buChar char="•"/>
            </a:pPr>
            <a:r>
              <a:rPr lang="en-GB" noProof="0"/>
              <a:t>Yields a two-item tuple (index, item) on each iteration.</a:t>
            </a:r>
          </a:p>
          <a:p>
            <a:pPr marL="285750" indent="-285750">
              <a:buFont typeface="Arial" panose="020B0604020202020204" pitchFamily="34" charset="0"/>
              <a:buChar char="•"/>
            </a:pPr>
            <a:endParaRPr lang="en-GB" noProof="0"/>
          </a:p>
          <a:p>
            <a:pPr marL="285750" indent="-285750">
              <a:buFont typeface="Arial" panose="020B0604020202020204" pitchFamily="34" charset="0"/>
              <a:buChar char="•"/>
            </a:pPr>
            <a:endParaRPr lang="en-GB" noProof="0"/>
          </a:p>
          <a:p>
            <a:pPr marL="285750" indent="-285750">
              <a:buFont typeface="Arial" panose="020B0604020202020204" pitchFamily="34" charset="0"/>
              <a:buChar char="•"/>
            </a:pPr>
            <a:r>
              <a:rPr lang="en-GB" noProof="0"/>
              <a:t>Optional start sets the first index:</a:t>
            </a:r>
          </a:p>
          <a:p>
            <a:pPr marL="971550" lvl="1" indent="-285750"/>
            <a:r>
              <a:rPr lang="en-GB" noProof="0"/>
              <a:t>For example, enumerate(items, start=1).</a:t>
            </a:r>
          </a:p>
          <a:p>
            <a:pPr marL="971550" lvl="1" indent="-285750"/>
            <a:r>
              <a:rPr lang="en-GB" noProof="0"/>
              <a:t>Handy for files and line numbers.</a:t>
            </a:r>
          </a:p>
          <a:p>
            <a:pPr marL="285750" indent="-285750">
              <a:buFont typeface="Arial" panose="020B0604020202020204" pitchFamily="34" charset="0"/>
              <a:buChar char="•"/>
            </a:pPr>
            <a:endParaRPr lang="en-GB" noProof="0"/>
          </a:p>
          <a:p>
            <a:pPr marL="285750" indent="-285750">
              <a:buFont typeface="Arial" panose="020B0604020202020204" pitchFamily="34" charset="0"/>
              <a:buChar char="•"/>
            </a:pPr>
            <a:endParaRPr lang="en-GB" noProof="0"/>
          </a:p>
          <a:p>
            <a:endParaRPr lang="en-GB" noProof="0"/>
          </a:p>
          <a:p>
            <a:endParaRPr lang="en-GB" noProof="0"/>
          </a:p>
          <a:p>
            <a:endParaRPr lang="en-GB" noProof="0"/>
          </a:p>
          <a:p>
            <a:endParaRPr lang="en-GB" noProof="0"/>
          </a:p>
        </p:txBody>
      </p:sp>
      <p:sp>
        <p:nvSpPr>
          <p:cNvPr id="4" name="Slide Number Placeholder 3">
            <a:extLst>
              <a:ext uri="{FF2B5EF4-FFF2-40B4-BE49-F238E27FC236}">
                <a16:creationId xmlns:a16="http://schemas.microsoft.com/office/drawing/2014/main" id="{E57E0763-20E6-DBA5-3A7B-82B0C2C6E21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469444-D02B-D446-9CF8-19DEDDE073D1}" type="slidenum">
              <a:rPr kumimoji="0" lang="en-GB"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1800" b="0" i="0" u="none" strike="noStrike" kern="1200" cap="none" spc="0" normalizeH="0" baseline="0" noProof="0">
              <a:ln>
                <a:noFill/>
              </a:ln>
              <a:solidFill>
                <a:srgbClr val="5F5F5F"/>
              </a:solidFill>
              <a:effectLst/>
              <a:uLnTx/>
              <a:uFillTx/>
              <a:latin typeface="Figtree"/>
              <a:ea typeface="+mn-ea"/>
              <a:cs typeface="+mn-cs"/>
            </a:endParaRPr>
          </a:p>
        </p:txBody>
      </p:sp>
      <p:sp>
        <p:nvSpPr>
          <p:cNvPr id="8" name="Rectangle 4">
            <a:extLst>
              <a:ext uri="{FF2B5EF4-FFF2-40B4-BE49-F238E27FC236}">
                <a16:creationId xmlns:a16="http://schemas.microsoft.com/office/drawing/2014/main" id="{051EF52D-33BE-12F7-68FD-0AE4B07AF289}"/>
              </a:ext>
            </a:extLst>
          </p:cNvPr>
          <p:cNvSpPr txBox="1">
            <a:spLocks noChangeArrowheads="1"/>
          </p:cNvSpPr>
          <p:nvPr/>
        </p:nvSpPr>
        <p:spPr bwMode="auto">
          <a:xfrm>
            <a:off x="859174" y="3316534"/>
            <a:ext cx="5563254" cy="590931"/>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for </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nsolas" panose="020B0609020204030204" pitchFamily="49" charset="0"/>
              </a:rPr>
              <a:t>idx</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nsolas" panose="020B0609020204030204" pitchFamily="49" charset="0"/>
              </a:rPr>
              <a:t>arg</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in </a:t>
            </a:r>
            <a:r>
              <a:rPr kumimoji="0" lang="en-GB" sz="1800" b="1" i="0" u="none" strike="noStrike" kern="1200" cap="none" spc="0" normalizeH="0" baseline="0" noProof="0">
                <a:ln>
                  <a:noFill/>
                </a:ln>
                <a:solidFill>
                  <a:srgbClr val="FFFF00"/>
                </a:solidFill>
                <a:effectLst/>
                <a:uLnTx/>
                <a:uFillTx/>
                <a:latin typeface="Consolas" panose="020B0609020204030204" pitchFamily="49" charset="0"/>
                <a:ea typeface="+mn-ea"/>
                <a:cs typeface="Consolas" panose="020B0609020204030204" pitchFamily="49" charset="0"/>
              </a:rPr>
              <a:t>enumerate(</a:t>
            </a:r>
            <a:r>
              <a:rPr kumimoji="0" lang="en-GB" sz="1800" b="1" i="0" u="none" strike="noStrike" kern="1200" cap="none" spc="0" normalizeH="0" baseline="0" noProof="0" err="1">
                <a:ln>
                  <a:noFill/>
                </a:ln>
                <a:solidFill>
                  <a:srgbClr val="FFFF00"/>
                </a:solidFill>
                <a:effectLst/>
                <a:uLnTx/>
                <a:uFillTx/>
                <a:latin typeface="Consolas" panose="020B0609020204030204" pitchFamily="49" charset="0"/>
                <a:ea typeface="+mn-ea"/>
                <a:cs typeface="Consolas" panose="020B0609020204030204" pitchFamily="49" charset="0"/>
              </a:rPr>
              <a:t>sys.argv</a:t>
            </a:r>
            <a:r>
              <a:rPr kumimoji="0" lang="en-GB" sz="1800" b="1" i="0" u="none" strike="noStrike" kern="1200" cap="none" spc="0" normalizeH="0" baseline="0" noProof="0">
                <a:ln>
                  <a:noFill/>
                </a:ln>
                <a:solidFill>
                  <a:srgbClr val="FFFF00"/>
                </a:solidFill>
                <a:effectLst/>
                <a:uLnTx/>
                <a:uFillTx/>
                <a:latin typeface="Consolas" panose="020B0609020204030204" pitchFamily="49" charset="0"/>
                <a:ea typeface="+mn-ea"/>
                <a:cs typeface="Consolas" panose="020B0609020204030204" pitchFamily="49" charset="0"/>
              </a:rPr>
              <a:t>)</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print('index:’, </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nsolas" panose="020B0609020204030204" pitchFamily="49" charset="0"/>
              </a:rPr>
              <a:t>idx</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'argument:', </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nsolas" panose="020B0609020204030204" pitchFamily="49" charset="0"/>
              </a:rPr>
              <a:t>arg</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a:t>
            </a:r>
          </a:p>
        </p:txBody>
      </p:sp>
      <p:sp>
        <p:nvSpPr>
          <p:cNvPr id="9" name="Rectangle 4">
            <a:extLst>
              <a:ext uri="{FF2B5EF4-FFF2-40B4-BE49-F238E27FC236}">
                <a16:creationId xmlns:a16="http://schemas.microsoft.com/office/drawing/2014/main" id="{E2DBB8D2-591B-D1C7-C9BE-3E55585CF7C4}"/>
              </a:ext>
            </a:extLst>
          </p:cNvPr>
          <p:cNvSpPr txBox="1">
            <a:spLocks noChangeArrowheads="1"/>
          </p:cNvSpPr>
          <p:nvPr/>
        </p:nvSpPr>
        <p:spPr bwMode="auto">
          <a:xfrm>
            <a:off x="918618" y="5096925"/>
            <a:ext cx="7770187" cy="590931"/>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for nr, line in enumerate(open("python_song.txt"), </a:t>
            </a:r>
            <a:r>
              <a:rPr kumimoji="0" lang="en-GB" sz="1800" b="1" i="0" u="none" strike="noStrike" kern="1200" cap="none" spc="0" normalizeH="0" baseline="0" noProof="0">
                <a:ln>
                  <a:noFill/>
                </a:ln>
                <a:solidFill>
                  <a:srgbClr val="FFFF00"/>
                </a:solidFill>
                <a:effectLst/>
                <a:uLnTx/>
                <a:uFillTx/>
                <a:latin typeface="Consolas" panose="020B0609020204030204" pitchFamily="49" charset="0"/>
                <a:ea typeface="+mn-ea"/>
                <a:cs typeface="Consolas" panose="020B0609020204030204" pitchFamily="49" charset="0"/>
              </a:rPr>
              <a:t>start=1</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print(</a:t>
            </a:r>
            <a:r>
              <a:rPr kumimoji="0" lang="en-GB" sz="1800" b="1" i="0" u="none" strike="noStrike" kern="1200" cap="none" spc="0" normalizeH="0" baseline="0" noProof="0">
                <a:ln>
                  <a:noFill/>
                </a:ln>
                <a:solidFill>
                  <a:srgbClr val="2FB7DA"/>
                </a:solidFill>
                <a:effectLst/>
                <a:uLnTx/>
                <a:uFillTx/>
                <a:latin typeface="Consolas" panose="020B0609020204030204" pitchFamily="49" charset="0"/>
                <a:ea typeface="+mn-ea"/>
                <a:cs typeface="Consolas" panose="020B0609020204030204" pitchFamily="49" charset="0"/>
              </a:rPr>
              <a:t>nr</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a:t>
            </a:r>
            <a:r>
              <a:rPr kumimoji="0" lang="en-GB" sz="1800" b="1" i="0" u="none" strike="noStrike" kern="1200" cap="none" spc="0" normalizeH="0" baseline="0" noProof="0">
                <a:ln>
                  <a:noFill/>
                </a:ln>
                <a:solidFill>
                  <a:srgbClr val="9E84F5"/>
                </a:solidFill>
                <a:effectLst/>
                <a:uLnTx/>
                <a:uFillTx/>
                <a:latin typeface="Consolas" panose="020B0609020204030204" pitchFamily="49" charset="0"/>
                <a:ea typeface="+mn-ea"/>
                <a:cs typeface="Consolas" panose="020B0609020204030204" pitchFamily="49" charset="0"/>
              </a:rPr>
              <a:t>line</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end="")</a:t>
            </a:r>
          </a:p>
        </p:txBody>
      </p:sp>
      <p:sp>
        <p:nvSpPr>
          <p:cNvPr id="10" name="TextBox 9">
            <a:extLst>
              <a:ext uri="{FF2B5EF4-FFF2-40B4-BE49-F238E27FC236}">
                <a16:creationId xmlns:a16="http://schemas.microsoft.com/office/drawing/2014/main" id="{33C0EF9C-D3C0-3380-A63D-48C19FF064CD}"/>
              </a:ext>
            </a:extLst>
          </p:cNvPr>
          <p:cNvSpPr txBox="1"/>
          <p:nvPr/>
        </p:nvSpPr>
        <p:spPr>
          <a:xfrm>
            <a:off x="2295048" y="5673921"/>
            <a:ext cx="6393757" cy="923330"/>
          </a:xfrm>
          <a:prstGeom prst="rect">
            <a:avLst/>
          </a:prstGeom>
          <a:solidFill>
            <a:schemeClr val="bg1"/>
          </a:solidFill>
          <a:ln>
            <a:solidFill>
              <a:schemeClr val="tx1"/>
            </a:solidFill>
          </a:ln>
        </p:spPr>
        <p:txBody>
          <a:bodyPr wrap="square" rtlCol="0">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1" i="0" u="none" strike="noStrike" kern="1200" cap="none" spc="0" normalizeH="0" baseline="0" noProof="0">
                <a:ln>
                  <a:noFill/>
                </a:ln>
                <a:solidFill>
                  <a:srgbClr val="2FB7DA"/>
                </a:solidFill>
                <a:effectLst/>
                <a:uLnTx/>
                <a:uFillTx/>
                <a:latin typeface="Courier New" panose="02070309020205020404" pitchFamily="49" charset="0"/>
                <a:ea typeface="+mn-ea"/>
                <a:cs typeface="+mn-cs"/>
              </a:rPr>
              <a:t>1</a:t>
            </a:r>
            <a:r>
              <a:rPr kumimoji="0" lang="en-GB" sz="1800" b="0" i="0" u="none" strike="noStrike" kern="1200" cap="none" spc="0" normalizeH="0" baseline="0" noProof="0">
                <a:ln>
                  <a:noFill/>
                </a:ln>
                <a:solidFill>
                  <a:srgbClr val="0D0D0D"/>
                </a:solidFill>
                <a:effectLst/>
                <a:uLnTx/>
                <a:uFillTx/>
                <a:latin typeface="Courier New" panose="02070309020205020404" pitchFamily="49" charset="0"/>
                <a:ea typeface="+mn-ea"/>
                <a:cs typeface="+mn-cs"/>
              </a:rPr>
              <a:t> </a:t>
            </a:r>
            <a:r>
              <a:rPr kumimoji="0" lang="en-GB" sz="1800" b="1" i="0" u="none" strike="noStrike" kern="1200" cap="none" spc="0" normalizeH="0" baseline="0" noProof="0">
                <a:ln>
                  <a:noFill/>
                </a:ln>
                <a:solidFill>
                  <a:srgbClr val="9E84F5"/>
                </a:solidFill>
                <a:effectLst/>
                <a:uLnTx/>
                <a:uFillTx/>
                <a:latin typeface="Courier New" panose="02070309020205020404" pitchFamily="49" charset="0"/>
                <a:ea typeface="+mn-ea"/>
                <a:cs typeface="+mn-cs"/>
              </a:rPr>
              <a:t>Some things in life are bad</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1" i="0" u="none" strike="noStrike" kern="1200" cap="none" spc="0" normalizeH="0" baseline="0" noProof="0">
                <a:ln>
                  <a:noFill/>
                </a:ln>
                <a:solidFill>
                  <a:srgbClr val="2FB7DA"/>
                </a:solidFill>
                <a:effectLst/>
                <a:uLnTx/>
                <a:uFillTx/>
                <a:latin typeface="Courier New" panose="02070309020205020404" pitchFamily="49" charset="0"/>
                <a:ea typeface="+mn-ea"/>
                <a:cs typeface="+mn-cs"/>
              </a:rPr>
              <a:t>2</a:t>
            </a:r>
            <a:r>
              <a:rPr kumimoji="0" lang="en-GB" sz="1800" b="0" i="0" u="none" strike="noStrike" kern="1200" cap="none" spc="0" normalizeH="0" baseline="0" noProof="0">
                <a:ln>
                  <a:noFill/>
                </a:ln>
                <a:solidFill>
                  <a:srgbClr val="0D0D0D"/>
                </a:solidFill>
                <a:effectLst/>
                <a:uLnTx/>
                <a:uFillTx/>
                <a:latin typeface="Courier New" panose="02070309020205020404" pitchFamily="49" charset="0"/>
                <a:ea typeface="+mn-ea"/>
                <a:cs typeface="+mn-cs"/>
              </a:rPr>
              <a:t> </a:t>
            </a:r>
            <a:r>
              <a:rPr kumimoji="0" lang="en-GB" sz="1800" b="1" i="0" u="none" strike="noStrike" kern="1200" cap="none" spc="0" normalizeH="0" baseline="0" noProof="0">
                <a:ln>
                  <a:noFill/>
                </a:ln>
                <a:solidFill>
                  <a:srgbClr val="9E84F5"/>
                </a:solidFill>
                <a:effectLst/>
                <a:uLnTx/>
                <a:uFillTx/>
                <a:latin typeface="Courier New" panose="02070309020205020404" pitchFamily="49" charset="0"/>
                <a:ea typeface="+mn-ea"/>
                <a:cs typeface="+mn-cs"/>
              </a:rPr>
              <a:t>They can really make you mad</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1" i="0" u="none" strike="noStrike" kern="1200" cap="none" spc="0" normalizeH="0" baseline="0" noProof="0">
                <a:ln>
                  <a:noFill/>
                </a:ln>
                <a:solidFill>
                  <a:srgbClr val="2FB7DA"/>
                </a:solidFill>
                <a:effectLst/>
                <a:uLnTx/>
                <a:uFillTx/>
                <a:latin typeface="Courier New" panose="02070309020205020404" pitchFamily="49" charset="0"/>
                <a:ea typeface="+mn-ea"/>
                <a:cs typeface="+mn-cs"/>
              </a:rPr>
              <a:t>3</a:t>
            </a:r>
            <a:r>
              <a:rPr kumimoji="0" lang="en-GB" sz="1800" b="0" i="0" u="none" strike="noStrike" kern="1200" cap="none" spc="0" normalizeH="0" baseline="0" noProof="0">
                <a:ln>
                  <a:noFill/>
                </a:ln>
                <a:solidFill>
                  <a:srgbClr val="0D0D0D"/>
                </a:solidFill>
                <a:effectLst/>
                <a:uLnTx/>
                <a:uFillTx/>
                <a:latin typeface="Courier New" panose="02070309020205020404" pitchFamily="49" charset="0"/>
                <a:ea typeface="+mn-ea"/>
                <a:cs typeface="+mn-cs"/>
              </a:rPr>
              <a:t> </a:t>
            </a:r>
            <a:r>
              <a:rPr kumimoji="0" lang="en-GB" sz="1800" b="1" i="0" u="none" strike="noStrike" kern="1200" cap="none" spc="0" normalizeH="0" baseline="0" noProof="0">
                <a:ln>
                  <a:noFill/>
                </a:ln>
                <a:solidFill>
                  <a:srgbClr val="9E84F5"/>
                </a:solidFill>
                <a:effectLst/>
                <a:uLnTx/>
                <a:uFillTx/>
                <a:latin typeface="Courier New" panose="02070309020205020404" pitchFamily="49" charset="0"/>
                <a:ea typeface="+mn-ea"/>
                <a:cs typeface="+mn-cs"/>
              </a:rPr>
              <a:t>Other things just make you swear and curse</a:t>
            </a:r>
          </a:p>
        </p:txBody>
      </p:sp>
    </p:spTree>
    <p:extLst>
      <p:ext uri="{BB962C8B-B14F-4D97-AF65-F5344CB8AC3E}">
        <p14:creationId xmlns:p14="http://schemas.microsoft.com/office/powerpoint/2010/main" val="687744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55D5E32-F7D5-BE85-40E3-22947E6E9EA1}"/>
              </a:ext>
            </a:extLst>
          </p:cNvPr>
          <p:cNvSpPr>
            <a:spLocks noGrp="1"/>
          </p:cNvSpPr>
          <p:nvPr>
            <p:ph type="ctrTitle"/>
          </p:nvPr>
        </p:nvSpPr>
        <p:spPr/>
        <p:txBody>
          <a:bodyPr/>
          <a:lstStyle/>
          <a:p>
            <a:r>
              <a:rPr lang="en-GB" noProof="0"/>
              <a:t>For: Counting loop</a:t>
            </a:r>
          </a:p>
        </p:txBody>
      </p:sp>
      <p:sp>
        <p:nvSpPr>
          <p:cNvPr id="6" name="Text Placeholder 5">
            <a:extLst>
              <a:ext uri="{FF2B5EF4-FFF2-40B4-BE49-F238E27FC236}">
                <a16:creationId xmlns:a16="http://schemas.microsoft.com/office/drawing/2014/main" id="{8F0BF3B1-3749-FAEE-B1A1-9A3E8A8F212A}"/>
              </a:ext>
            </a:extLst>
          </p:cNvPr>
          <p:cNvSpPr>
            <a:spLocks noGrp="1"/>
          </p:cNvSpPr>
          <p:nvPr>
            <p:ph type="body" sz="quarter" idx="14"/>
          </p:nvPr>
        </p:nvSpPr>
        <p:spPr>
          <a:xfrm>
            <a:off x="443921" y="1359179"/>
            <a:ext cx="7686287" cy="4061405"/>
          </a:xfrm>
        </p:spPr>
        <p:txBody>
          <a:bodyPr/>
          <a:lstStyle/>
          <a:p>
            <a:r>
              <a:rPr lang="en-GB" b="1" noProof="0"/>
              <a:t>Using the built-in range() function:</a:t>
            </a:r>
          </a:p>
          <a:p>
            <a:endParaRPr lang="en-GB" noProof="0"/>
          </a:p>
          <a:p>
            <a:endParaRPr lang="en-GB" noProof="0"/>
          </a:p>
          <a:p>
            <a:pPr marL="285750" indent="-285750">
              <a:buFont typeface="Arial" panose="020B0604020202020204" pitchFamily="34" charset="0"/>
              <a:buChar char="•"/>
            </a:pPr>
            <a:endParaRPr lang="en-GB" noProof="0"/>
          </a:p>
          <a:p>
            <a:pPr marL="285750" indent="-285750">
              <a:buFont typeface="Arial" panose="020B0604020202020204" pitchFamily="34" charset="0"/>
              <a:buChar char="•"/>
            </a:pPr>
            <a:r>
              <a:rPr lang="en-GB" noProof="0"/>
              <a:t>But this maintains its own iterator:</a:t>
            </a:r>
          </a:p>
          <a:p>
            <a:pPr marL="285750" indent="-285750">
              <a:buFont typeface="Arial" panose="020B0604020202020204" pitchFamily="34" charset="0"/>
              <a:buChar char="•"/>
            </a:pPr>
            <a:endParaRPr lang="en-GB" noProof="0"/>
          </a:p>
          <a:p>
            <a:pPr marL="285750" indent="-285750">
              <a:buFont typeface="Arial" panose="020B0604020202020204" pitchFamily="34" charset="0"/>
              <a:buChar char="•"/>
            </a:pPr>
            <a:endParaRPr lang="en-GB" noProof="0"/>
          </a:p>
          <a:p>
            <a:pPr marL="285750" indent="-285750">
              <a:buFont typeface="Arial" panose="020B0604020202020204" pitchFamily="34" charset="0"/>
              <a:buChar char="•"/>
            </a:pPr>
            <a:r>
              <a:rPr lang="en-GB" noProof="0"/>
              <a:t>Use a system generated one instead:</a:t>
            </a:r>
          </a:p>
          <a:p>
            <a:pPr marL="285750" indent="-285750">
              <a:buFont typeface="Arial" panose="020B0604020202020204" pitchFamily="34" charset="0"/>
              <a:buChar char="•"/>
            </a:pPr>
            <a:endParaRPr lang="en-GB" noProof="0"/>
          </a:p>
          <a:p>
            <a:pPr marL="285750" indent="-285750">
              <a:buFont typeface="Arial" panose="020B0604020202020204" pitchFamily="34" charset="0"/>
              <a:buChar char="•"/>
            </a:pPr>
            <a:endParaRPr lang="en-GB" noProof="0"/>
          </a:p>
          <a:p>
            <a:pPr marL="285750" indent="-285750">
              <a:buFont typeface="Arial" panose="020B0604020202020204" pitchFamily="34" charset="0"/>
              <a:buChar char="•"/>
            </a:pPr>
            <a:r>
              <a:rPr lang="en-GB" noProof="0"/>
              <a:t>But an </a:t>
            </a:r>
            <a:r>
              <a:rPr lang="en-GB" b="1" noProof="0"/>
              <a:t>index</a:t>
            </a:r>
            <a:r>
              <a:rPr lang="en-GB" noProof="0"/>
              <a:t> is needed to alter the sequence:</a:t>
            </a:r>
          </a:p>
          <a:p>
            <a:endParaRPr lang="en-GB" noProof="0"/>
          </a:p>
        </p:txBody>
      </p:sp>
      <p:sp>
        <p:nvSpPr>
          <p:cNvPr id="4" name="Slide Number Placeholder 3">
            <a:extLst>
              <a:ext uri="{FF2B5EF4-FFF2-40B4-BE49-F238E27FC236}">
                <a16:creationId xmlns:a16="http://schemas.microsoft.com/office/drawing/2014/main" id="{39DA8FC3-D9F8-CD10-B267-E10E5C603E0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469444-D02B-D446-9CF8-19DEDDE073D1}" type="slidenum">
              <a:rPr kumimoji="0" lang="en-GB"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1800" b="0" i="0" u="none" strike="noStrike" kern="1200" cap="none" spc="0" normalizeH="0" baseline="0" noProof="0">
              <a:ln>
                <a:noFill/>
              </a:ln>
              <a:solidFill>
                <a:srgbClr val="5F5F5F"/>
              </a:solidFill>
              <a:effectLst/>
              <a:uLnTx/>
              <a:uFillTx/>
              <a:latin typeface="Figtree"/>
              <a:ea typeface="+mn-ea"/>
              <a:cs typeface="+mn-cs"/>
            </a:endParaRPr>
          </a:p>
        </p:txBody>
      </p:sp>
      <p:sp>
        <p:nvSpPr>
          <p:cNvPr id="7" name="Rectangle 4">
            <a:extLst>
              <a:ext uri="{FF2B5EF4-FFF2-40B4-BE49-F238E27FC236}">
                <a16:creationId xmlns:a16="http://schemas.microsoft.com/office/drawing/2014/main" id="{B49B7B7F-E9F1-ACD3-6490-4417BDA45E38}"/>
              </a:ext>
            </a:extLst>
          </p:cNvPr>
          <p:cNvSpPr txBox="1">
            <a:spLocks noChangeArrowheads="1"/>
          </p:cNvSpPr>
          <p:nvPr/>
        </p:nvSpPr>
        <p:spPr bwMode="auto">
          <a:xfrm>
            <a:off x="836822" y="2240532"/>
            <a:ext cx="5696058" cy="590931"/>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for i in range(</a:t>
            </a:r>
            <a:r>
              <a:rPr kumimoji="0" lang="en-GB" sz="1800" b="0" i="0" u="none" strike="noStrike" kern="1200" cap="none" spc="0" normalizeH="0" baseline="0" noProof="0">
                <a:ln>
                  <a:noFill/>
                </a:ln>
                <a:solidFill>
                  <a:srgbClr val="2FB7DA"/>
                </a:solidFill>
                <a:effectLst/>
                <a:uLnTx/>
                <a:uFillTx/>
                <a:latin typeface="Consolas" panose="020B0609020204030204" pitchFamily="49" charset="0"/>
                <a:ea typeface="+mn-ea"/>
                <a:cs typeface="Consolas" panose="020B0609020204030204" pitchFamily="49" charset="0"/>
              </a:rPr>
              <a:t>0</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a:t>
            </a:r>
            <a:r>
              <a:rPr kumimoji="0" lang="en-GB" sz="1800" b="0" i="0" u="none" strike="noStrike" kern="1200" cap="none" spc="0" normalizeH="0" baseline="0" noProof="0" err="1">
                <a:ln>
                  <a:noFill/>
                </a:ln>
                <a:solidFill>
                  <a:srgbClr val="FCAC69"/>
                </a:solidFill>
                <a:effectLst/>
                <a:uLnTx/>
                <a:uFillTx/>
                <a:latin typeface="Consolas" panose="020B0609020204030204" pitchFamily="49" charset="0"/>
                <a:ea typeface="+mn-ea"/>
                <a:cs typeface="Consolas" panose="020B0609020204030204" pitchFamily="49" charset="0"/>
              </a:rPr>
              <a:t>len</a:t>
            </a:r>
            <a:r>
              <a:rPr kumimoji="0" lang="en-GB" sz="1800" b="0" i="0" u="none" strike="noStrike" kern="1200" cap="none" spc="0" normalizeH="0" baseline="0" noProof="0">
                <a:ln>
                  <a:noFill/>
                </a:ln>
                <a:solidFill>
                  <a:srgbClr val="FCAC69"/>
                </a:solidFill>
                <a:effectLst/>
                <a:uLnTx/>
                <a:uFillTx/>
                <a:latin typeface="Consolas" panose="020B0609020204030204" pitchFamily="49" charset="0"/>
                <a:ea typeface="+mn-ea"/>
                <a:cs typeface="Consolas" panose="020B0609020204030204" pitchFamily="49" charset="0"/>
              </a:rPr>
              <a:t>(</a:t>
            </a:r>
            <a:r>
              <a:rPr kumimoji="0" lang="en-GB" sz="1800" b="0" i="0" u="none" strike="noStrike" kern="1200" cap="none" spc="0" normalizeH="0" baseline="0" noProof="0" err="1">
                <a:ln>
                  <a:noFill/>
                </a:ln>
                <a:solidFill>
                  <a:srgbClr val="FCAC69"/>
                </a:solidFill>
                <a:effectLst/>
                <a:uLnTx/>
                <a:uFillTx/>
                <a:latin typeface="Consolas" panose="020B0609020204030204" pitchFamily="49" charset="0"/>
                <a:ea typeface="+mn-ea"/>
                <a:cs typeface="Consolas" panose="020B0609020204030204" pitchFamily="49" charset="0"/>
              </a:rPr>
              <a:t>some_list</a:t>
            </a:r>
            <a:r>
              <a:rPr kumimoji="0" lang="en-GB" sz="1800" b="0" i="0" u="none" strike="noStrike" kern="1200" cap="none" spc="0" normalizeH="0" baseline="0" noProof="0">
                <a:ln>
                  <a:noFill/>
                </a:ln>
                <a:solidFill>
                  <a:srgbClr val="FCAC69"/>
                </a:solidFill>
                <a:effectLst/>
                <a:uLnTx/>
                <a:uFillTx/>
                <a:latin typeface="Consolas" panose="020B0609020204030204" pitchFamily="49" charset="0"/>
                <a:ea typeface="+mn-ea"/>
                <a:cs typeface="Consolas" panose="020B0609020204030204" pitchFamily="49" charset="0"/>
              </a:rPr>
              <a:t>)</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if </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nsolas" panose="020B0609020204030204" pitchFamily="49" charset="0"/>
              </a:rPr>
              <a:t>some_list</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[i] &gt; 42: </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nsolas" panose="020B0609020204030204" pitchFamily="49" charset="0"/>
              </a:rPr>
              <a:t>some_list</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[i] += 1</a:t>
            </a:r>
          </a:p>
        </p:txBody>
      </p:sp>
      <p:sp>
        <p:nvSpPr>
          <p:cNvPr id="8" name="Rectangle 4">
            <a:extLst>
              <a:ext uri="{FF2B5EF4-FFF2-40B4-BE49-F238E27FC236}">
                <a16:creationId xmlns:a16="http://schemas.microsoft.com/office/drawing/2014/main" id="{D12DF0B5-88CE-1B73-9B5D-6CFE30647B97}"/>
              </a:ext>
            </a:extLst>
          </p:cNvPr>
          <p:cNvSpPr txBox="1">
            <a:spLocks noChangeArrowheads="1"/>
          </p:cNvSpPr>
          <p:nvPr/>
        </p:nvSpPr>
        <p:spPr bwMode="auto">
          <a:xfrm>
            <a:off x="836822" y="3315739"/>
            <a:ext cx="5696058" cy="590931"/>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for i in range(0, </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nsolas" panose="020B0609020204030204" pitchFamily="49" charset="0"/>
              </a:rPr>
              <a:t>len</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nsolas" panose="020B0609020204030204" pitchFamily="49" charset="0"/>
              </a:rPr>
              <a:t>some_list</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print(</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nsolas" panose="020B0609020204030204" pitchFamily="49" charset="0"/>
              </a:rPr>
              <a:t>some_list</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[i])</a:t>
            </a:r>
          </a:p>
        </p:txBody>
      </p:sp>
      <p:sp>
        <p:nvSpPr>
          <p:cNvPr id="9" name="Rectangle 4">
            <a:extLst>
              <a:ext uri="{FF2B5EF4-FFF2-40B4-BE49-F238E27FC236}">
                <a16:creationId xmlns:a16="http://schemas.microsoft.com/office/drawing/2014/main" id="{0407CC99-6494-59BE-622B-EE705449DCF1}"/>
              </a:ext>
            </a:extLst>
          </p:cNvPr>
          <p:cNvSpPr txBox="1">
            <a:spLocks noChangeArrowheads="1"/>
          </p:cNvSpPr>
          <p:nvPr/>
        </p:nvSpPr>
        <p:spPr bwMode="auto">
          <a:xfrm>
            <a:off x="836822" y="4542434"/>
            <a:ext cx="5696058" cy="590931"/>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for </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nsolas" panose="020B0609020204030204" pitchFamily="49" charset="0"/>
              </a:rPr>
              <a:t>num</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in </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nsolas" panose="020B0609020204030204" pitchFamily="49" charset="0"/>
              </a:rPr>
              <a:t>some_list</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print(</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nsolas" panose="020B0609020204030204" pitchFamily="49" charset="0"/>
              </a:rPr>
              <a:t>num</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a:t>
            </a:r>
          </a:p>
        </p:txBody>
      </p:sp>
      <p:sp>
        <p:nvSpPr>
          <p:cNvPr id="10" name="Rectangle 4">
            <a:extLst>
              <a:ext uri="{FF2B5EF4-FFF2-40B4-BE49-F238E27FC236}">
                <a16:creationId xmlns:a16="http://schemas.microsoft.com/office/drawing/2014/main" id="{6C2A51D9-28BF-AEF3-AABE-0CDA1F041B7B}"/>
              </a:ext>
            </a:extLst>
          </p:cNvPr>
          <p:cNvSpPr txBox="1">
            <a:spLocks noChangeArrowheads="1"/>
          </p:cNvSpPr>
          <p:nvPr/>
        </p:nvSpPr>
        <p:spPr bwMode="auto">
          <a:xfrm>
            <a:off x="836822" y="5766875"/>
            <a:ext cx="5696058" cy="590931"/>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for (</a:t>
            </a:r>
            <a:r>
              <a:rPr kumimoji="0" lang="en-GB" sz="1800" b="1" i="0" u="none" strike="noStrike" kern="1200" cap="none" spc="0" normalizeH="0" baseline="0" noProof="0" err="1">
                <a:ln>
                  <a:noFill/>
                </a:ln>
                <a:solidFill>
                  <a:srgbClr val="FFFF00"/>
                </a:solidFill>
                <a:effectLst/>
                <a:uLnTx/>
                <a:uFillTx/>
                <a:latin typeface="Consolas" panose="020B0609020204030204" pitchFamily="49" charset="0"/>
                <a:ea typeface="+mn-ea"/>
                <a:cs typeface="Consolas" panose="020B0609020204030204" pitchFamily="49" charset="0"/>
              </a:rPr>
              <a:t>idx</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nsolas" panose="020B0609020204030204" pitchFamily="49" charset="0"/>
              </a:rPr>
              <a:t>num</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in </a:t>
            </a:r>
            <a:r>
              <a:rPr kumimoji="0" lang="en-GB" sz="1800" b="0" i="0" u="none" strike="noStrike" kern="1200" cap="none" spc="0" normalizeH="0" baseline="0" noProof="0">
                <a:ln>
                  <a:noFill/>
                </a:ln>
                <a:solidFill>
                  <a:srgbClr val="FFFF00"/>
                </a:solidFill>
                <a:effectLst/>
                <a:uLnTx/>
                <a:uFillTx/>
                <a:latin typeface="Consolas" panose="020B0609020204030204" pitchFamily="49" charset="0"/>
                <a:ea typeface="+mn-ea"/>
                <a:cs typeface="Consolas" panose="020B0609020204030204" pitchFamily="49" charset="0"/>
              </a:rPr>
              <a:t>enumerate</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nsolas" panose="020B0609020204030204" pitchFamily="49" charset="0"/>
              </a:rPr>
              <a:t>some_list</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if </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nsolas" panose="020B0609020204030204" pitchFamily="49" charset="0"/>
              </a:rPr>
              <a:t>num</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&gt; 42: </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nsolas" panose="020B0609020204030204" pitchFamily="49" charset="0"/>
              </a:rPr>
              <a:t>some_list</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a:t>
            </a:r>
            <a:r>
              <a:rPr kumimoji="0" lang="en-GB" sz="1800" b="0" i="0" u="none" strike="noStrike" kern="1200" cap="none" spc="0" normalizeH="0" baseline="0" noProof="0" err="1">
                <a:ln>
                  <a:noFill/>
                </a:ln>
                <a:solidFill>
                  <a:srgbClr val="FFFF00"/>
                </a:solidFill>
                <a:effectLst/>
                <a:uLnTx/>
                <a:uFillTx/>
                <a:latin typeface="Consolas" panose="020B0609020204030204" pitchFamily="49" charset="0"/>
                <a:ea typeface="+mn-ea"/>
                <a:cs typeface="Consolas" panose="020B0609020204030204" pitchFamily="49" charset="0"/>
              </a:rPr>
              <a:t>idx</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 1</a:t>
            </a:r>
          </a:p>
        </p:txBody>
      </p:sp>
      <p:sp>
        <p:nvSpPr>
          <p:cNvPr id="11" name="Rectangle 4">
            <a:extLst>
              <a:ext uri="{FF2B5EF4-FFF2-40B4-BE49-F238E27FC236}">
                <a16:creationId xmlns:a16="http://schemas.microsoft.com/office/drawing/2014/main" id="{EFE98694-8FBC-2B3D-45F8-5621B8516F78}"/>
              </a:ext>
            </a:extLst>
          </p:cNvPr>
          <p:cNvSpPr txBox="1">
            <a:spLocks noChangeArrowheads="1"/>
          </p:cNvSpPr>
          <p:nvPr/>
        </p:nvSpPr>
        <p:spPr bwMode="auto">
          <a:xfrm>
            <a:off x="836822" y="1785210"/>
            <a:ext cx="3700634" cy="341632"/>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range([</a:t>
            </a:r>
            <a:r>
              <a:rPr kumimoji="0" lang="en-GB" sz="1800" b="0" i="0" u="none" strike="noStrike" kern="1200" cap="none" spc="0" normalizeH="0" baseline="0" noProof="0">
                <a:ln>
                  <a:noFill/>
                </a:ln>
                <a:solidFill>
                  <a:srgbClr val="2FB7DA"/>
                </a:solidFill>
                <a:effectLst/>
                <a:uLnTx/>
                <a:uFillTx/>
                <a:latin typeface="Consolas" panose="020B0609020204030204" pitchFamily="49" charset="0"/>
                <a:ea typeface="+mn-ea"/>
                <a:cs typeface="Consolas" panose="020B0609020204030204" pitchFamily="49" charset="0"/>
              </a:rPr>
              <a:t>start</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a:t>
            </a:r>
            <a:r>
              <a:rPr kumimoji="0" lang="en-GB" sz="1800" b="0" i="0" u="none" strike="noStrike" kern="1200" cap="none" spc="0" normalizeH="0" baseline="0" noProof="0">
                <a:ln>
                  <a:noFill/>
                </a:ln>
                <a:solidFill>
                  <a:srgbClr val="FCAC69"/>
                </a:solidFill>
                <a:effectLst/>
                <a:uLnTx/>
                <a:uFillTx/>
                <a:latin typeface="Consolas" panose="020B0609020204030204" pitchFamily="49" charset="0"/>
                <a:ea typeface="+mn-ea"/>
                <a:cs typeface="Consolas" panose="020B0609020204030204" pitchFamily="49" charset="0"/>
              </a:rPr>
              <a:t>stop</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a:t>
            </a:r>
            <a:r>
              <a:rPr kumimoji="0" lang="en-GB" sz="1800" b="0" i="0" u="none" strike="noStrike" kern="1200" cap="none" spc="0" normalizeH="0" baseline="0" noProof="0">
                <a:ln>
                  <a:noFill/>
                </a:ln>
                <a:solidFill>
                  <a:srgbClr val="9E84F5"/>
                </a:solidFill>
                <a:effectLst/>
                <a:uLnTx/>
                <a:uFillTx/>
                <a:latin typeface="Consolas" panose="020B0609020204030204" pitchFamily="49" charset="0"/>
                <a:ea typeface="+mn-ea"/>
                <a:cs typeface="Consolas" panose="020B0609020204030204" pitchFamily="49" charset="0"/>
              </a:rPr>
              <a:t>step</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a:t>
            </a:r>
          </a:p>
        </p:txBody>
      </p:sp>
    </p:spTree>
    <p:extLst>
      <p:ext uri="{BB962C8B-B14F-4D97-AF65-F5344CB8AC3E}">
        <p14:creationId xmlns:p14="http://schemas.microsoft.com/office/powerpoint/2010/main" val="17518075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EDAD4-0A93-52DE-3434-9246CF1C67B9}"/>
              </a:ext>
            </a:extLst>
          </p:cNvPr>
          <p:cNvSpPr>
            <a:spLocks noGrp="1"/>
          </p:cNvSpPr>
          <p:nvPr>
            <p:ph type="ctrTitle"/>
          </p:nvPr>
        </p:nvSpPr>
        <p:spPr/>
        <p:txBody>
          <a:bodyPr/>
          <a:lstStyle/>
          <a:p>
            <a:r>
              <a:rPr lang="en-GB" noProof="0"/>
              <a:t>Conditional expression</a:t>
            </a:r>
          </a:p>
        </p:txBody>
      </p:sp>
      <p:sp>
        <p:nvSpPr>
          <p:cNvPr id="3" name="Text Placeholder 2">
            <a:extLst>
              <a:ext uri="{FF2B5EF4-FFF2-40B4-BE49-F238E27FC236}">
                <a16:creationId xmlns:a16="http://schemas.microsoft.com/office/drawing/2014/main" id="{87E4907A-804A-2CFC-BF13-C14CECEE1869}"/>
              </a:ext>
            </a:extLst>
          </p:cNvPr>
          <p:cNvSpPr>
            <a:spLocks noGrp="1"/>
          </p:cNvSpPr>
          <p:nvPr>
            <p:ph sz="quarter" idx="4"/>
          </p:nvPr>
        </p:nvSpPr>
        <p:spPr>
          <a:xfrm>
            <a:off x="443922" y="1597058"/>
            <a:ext cx="11303578" cy="4675265"/>
          </a:xfrm>
        </p:spPr>
        <p:txBody>
          <a:bodyPr/>
          <a:lstStyle/>
          <a:p>
            <a:pPr marL="0" indent="0">
              <a:buNone/>
            </a:pPr>
            <a:r>
              <a:rPr lang="en-GB" b="1" noProof="0">
                <a:solidFill>
                  <a:schemeClr val="tx1"/>
                </a:solidFill>
              </a:rPr>
              <a:t>The ternary operator</a:t>
            </a:r>
          </a:p>
          <a:p>
            <a:pPr marL="285750" indent="-285750">
              <a:buFont typeface="Arial" panose="020B0604020202020204" pitchFamily="34" charset="0"/>
              <a:buChar char="•"/>
            </a:pPr>
            <a:r>
              <a:rPr lang="en-GB" noProof="0">
                <a:solidFill>
                  <a:schemeClr val="tx1"/>
                </a:solidFill>
              </a:rPr>
              <a:t>Lets you choose between two values in a single line of code.</a:t>
            </a:r>
          </a:p>
          <a:p>
            <a:pPr marL="285750" indent="-285750">
              <a:buFont typeface="Arial" panose="020B0604020202020204" pitchFamily="34" charset="0"/>
              <a:buChar char="•"/>
            </a:pPr>
            <a:endParaRPr lang="en-GB" noProof="0">
              <a:solidFill>
                <a:schemeClr val="tx1"/>
              </a:solidFill>
            </a:endParaRPr>
          </a:p>
          <a:p>
            <a:pPr marL="0" indent="0">
              <a:buNone/>
            </a:pPr>
            <a:endParaRPr lang="en-GB" noProof="0">
              <a:solidFill>
                <a:schemeClr val="tx1"/>
              </a:solidFill>
            </a:endParaRPr>
          </a:p>
          <a:p>
            <a:pPr marL="285750" indent="-285750">
              <a:buFont typeface="Arial" panose="020B0604020202020204" pitchFamily="34" charset="0"/>
              <a:buChar char="•"/>
            </a:pPr>
            <a:endParaRPr lang="en-GB" noProof="0">
              <a:solidFill>
                <a:schemeClr val="tx1"/>
              </a:solidFill>
            </a:endParaRPr>
          </a:p>
          <a:p>
            <a:pPr marL="285750" indent="-285750">
              <a:buFont typeface="Arial" panose="020B0604020202020204" pitchFamily="34" charset="0"/>
              <a:buChar char="•"/>
            </a:pPr>
            <a:endParaRPr lang="en-GB" noProof="0">
              <a:solidFill>
                <a:schemeClr val="tx1"/>
              </a:solidFill>
            </a:endParaRPr>
          </a:p>
          <a:p>
            <a:pPr marL="285750" indent="-285750">
              <a:buFont typeface="Arial" panose="020B0604020202020204" pitchFamily="34" charset="0"/>
              <a:buChar char="•"/>
            </a:pPr>
            <a:endParaRPr lang="en-GB" noProof="0">
              <a:solidFill>
                <a:schemeClr val="tx1"/>
              </a:solidFill>
            </a:endParaRPr>
          </a:p>
          <a:p>
            <a:pPr marL="285750" indent="-285750">
              <a:buFont typeface="Arial" panose="020B0604020202020204" pitchFamily="34" charset="0"/>
              <a:buChar char="•"/>
            </a:pPr>
            <a:endParaRPr lang="en-GB" noProof="0">
              <a:solidFill>
                <a:schemeClr val="tx1"/>
              </a:solidFill>
            </a:endParaRPr>
          </a:p>
          <a:p>
            <a:pPr marL="285750" indent="-285750">
              <a:buFont typeface="Arial" panose="020B0604020202020204" pitchFamily="34" charset="0"/>
              <a:buChar char="•"/>
            </a:pPr>
            <a:endParaRPr lang="en-GB" noProof="0">
              <a:solidFill>
                <a:schemeClr val="tx1"/>
              </a:solidFill>
            </a:endParaRPr>
          </a:p>
          <a:p>
            <a:pPr marL="285750" indent="-285750">
              <a:buFont typeface="Arial" panose="020B0604020202020204" pitchFamily="34" charset="0"/>
              <a:buChar char="•"/>
            </a:pPr>
            <a:r>
              <a:rPr lang="en-GB" noProof="0">
                <a:solidFill>
                  <a:schemeClr val="tx1"/>
                </a:solidFill>
              </a:rPr>
              <a:t>No </a:t>
            </a:r>
            <a:r>
              <a:rPr lang="en-GB" b="1" noProof="0">
                <a:solidFill>
                  <a:schemeClr val="tx1"/>
                </a:solidFill>
              </a:rPr>
              <a:t>:</a:t>
            </a:r>
            <a:r>
              <a:rPr lang="en-GB" noProof="0">
                <a:solidFill>
                  <a:schemeClr val="tx1"/>
                </a:solidFill>
              </a:rPr>
              <a:t> and </a:t>
            </a:r>
            <a:r>
              <a:rPr lang="en-GB" b="1" noProof="0">
                <a:solidFill>
                  <a:schemeClr val="tx1"/>
                </a:solidFill>
              </a:rPr>
              <a:t>elif</a:t>
            </a:r>
            <a:r>
              <a:rPr lang="en-GB" noProof="0">
                <a:solidFill>
                  <a:schemeClr val="tx1"/>
                </a:solidFill>
              </a:rPr>
              <a:t> not allowed:</a:t>
            </a:r>
          </a:p>
          <a:p>
            <a:pPr marL="285750" indent="-285750">
              <a:buFont typeface="Arial" panose="020B0604020202020204" pitchFamily="34" charset="0"/>
              <a:buChar char="•"/>
            </a:pPr>
            <a:r>
              <a:rPr lang="en-GB" noProof="0">
                <a:solidFill>
                  <a:schemeClr val="tx1"/>
                </a:solidFill>
              </a:rPr>
              <a:t>Beware of precedence and readability.</a:t>
            </a:r>
          </a:p>
          <a:p>
            <a:endParaRPr lang="en-GB" b="1" noProof="0">
              <a:solidFill>
                <a:schemeClr val="tx1"/>
              </a:solidFill>
            </a:endParaRPr>
          </a:p>
        </p:txBody>
      </p:sp>
      <p:sp>
        <p:nvSpPr>
          <p:cNvPr id="4" name="Slide Number Placeholder 3">
            <a:extLst>
              <a:ext uri="{FF2B5EF4-FFF2-40B4-BE49-F238E27FC236}">
                <a16:creationId xmlns:a16="http://schemas.microsoft.com/office/drawing/2014/main" id="{C5603672-ADA2-09A2-981C-8BD1B797690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469444-D02B-D446-9CF8-19DEDDE073D1}" type="slidenum">
              <a:rPr kumimoji="0" lang="en-GB"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800" b="0" i="0" u="none" strike="noStrike" kern="1200" cap="none" spc="0" normalizeH="0" baseline="0" noProof="0">
              <a:ln>
                <a:noFill/>
              </a:ln>
              <a:solidFill>
                <a:srgbClr val="5F5F5F"/>
              </a:solidFill>
              <a:effectLst/>
              <a:uLnTx/>
              <a:uFillTx/>
              <a:latin typeface="Figtree"/>
              <a:ea typeface="+mn-ea"/>
              <a:cs typeface="+mn-cs"/>
            </a:endParaRPr>
          </a:p>
        </p:txBody>
      </p:sp>
      <p:sp>
        <p:nvSpPr>
          <p:cNvPr id="5" name="Rectangle 4">
            <a:extLst>
              <a:ext uri="{FF2B5EF4-FFF2-40B4-BE49-F238E27FC236}">
                <a16:creationId xmlns:a16="http://schemas.microsoft.com/office/drawing/2014/main" id="{AD620986-54C7-60A4-1E9C-847B47668182}"/>
              </a:ext>
            </a:extLst>
          </p:cNvPr>
          <p:cNvSpPr txBox="1">
            <a:spLocks noChangeArrowheads="1"/>
          </p:cNvSpPr>
          <p:nvPr/>
        </p:nvSpPr>
        <p:spPr bwMode="auto">
          <a:xfrm>
            <a:off x="1128922" y="2867836"/>
            <a:ext cx="2686158" cy="1588127"/>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i= 42</a:t>
            </a:r>
          </a:p>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j = 3</a:t>
            </a:r>
          </a:p>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srgbClr val="9E84F5"/>
                </a:solidFill>
                <a:effectLst/>
                <a:uLnTx/>
                <a:uFillTx/>
                <a:latin typeface="Consolas" panose="020B0609020204030204" pitchFamily="49" charset="0"/>
                <a:ea typeface="+mn-ea"/>
                <a:cs typeface="Consolas" panose="020B0609020204030204" pitchFamily="49" charset="0"/>
              </a:rPr>
              <a:t>if i &gt; j:</a:t>
            </a:r>
          </a:p>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a:t>
            </a:r>
            <a:r>
              <a:rPr kumimoji="0" lang="en-GB" sz="1800" b="0" i="0" u="none" strike="noStrike" kern="1200" cap="none" spc="0" normalizeH="0" baseline="0" noProof="0">
                <a:ln>
                  <a:noFill/>
                </a:ln>
                <a:solidFill>
                  <a:srgbClr val="2FB7DA"/>
                </a:solidFill>
                <a:effectLst/>
                <a:uLnTx/>
                <a:uFillTx/>
                <a:latin typeface="Consolas" panose="020B0609020204030204" pitchFamily="49" charset="0"/>
                <a:ea typeface="+mn-ea"/>
                <a:cs typeface="Consolas" panose="020B0609020204030204" pitchFamily="49" charset="0"/>
              </a:rPr>
              <a:t>print("i </a:t>
            </a:r>
            <a:r>
              <a:rPr kumimoji="0" lang="en-GB" sz="1800" b="0" i="0" u="none" strike="noStrike" kern="1200" cap="none" spc="0" normalizeH="0" baseline="0" noProof="0" err="1">
                <a:ln>
                  <a:noFill/>
                </a:ln>
                <a:solidFill>
                  <a:srgbClr val="2FB7DA"/>
                </a:solidFill>
                <a:effectLst/>
                <a:uLnTx/>
                <a:uFillTx/>
                <a:latin typeface="Consolas" panose="020B0609020204030204" pitchFamily="49" charset="0"/>
                <a:ea typeface="+mn-ea"/>
                <a:cs typeface="Consolas" panose="020B0609020204030204" pitchFamily="49" charset="0"/>
              </a:rPr>
              <a:t>gt</a:t>
            </a:r>
            <a:r>
              <a:rPr kumimoji="0" lang="en-GB" sz="1800" b="0" i="0" u="none" strike="noStrike" kern="1200" cap="none" spc="0" normalizeH="0" baseline="0" noProof="0">
                <a:ln>
                  <a:noFill/>
                </a:ln>
                <a:solidFill>
                  <a:srgbClr val="2FB7DA"/>
                </a:solidFill>
                <a:effectLst/>
                <a:uLnTx/>
                <a:uFillTx/>
                <a:latin typeface="Consolas" panose="020B0609020204030204" pitchFamily="49" charset="0"/>
                <a:ea typeface="+mn-ea"/>
                <a:cs typeface="Consolas" panose="020B0609020204030204" pitchFamily="49" charset="0"/>
              </a:rPr>
              <a:t> j")</a:t>
            </a:r>
          </a:p>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srgbClr val="FC5B61"/>
                </a:solidFill>
                <a:effectLst/>
                <a:uLnTx/>
                <a:uFillTx/>
                <a:latin typeface="Consolas" panose="020B0609020204030204" pitchFamily="49" charset="0"/>
                <a:ea typeface="+mn-ea"/>
                <a:cs typeface="Consolas" panose="020B0609020204030204" pitchFamily="49" charset="0"/>
              </a:rPr>
              <a:t>else:</a:t>
            </a:r>
          </a:p>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a:t>
            </a:r>
            <a:r>
              <a:rPr kumimoji="0" lang="en-GB" sz="1800" b="0" i="0" u="none" strike="noStrike" kern="1200" cap="none" spc="0" normalizeH="0" baseline="0" noProof="0">
                <a:ln>
                  <a:noFill/>
                </a:ln>
                <a:solidFill>
                  <a:srgbClr val="FCAC69"/>
                </a:solidFill>
                <a:effectLst/>
                <a:uLnTx/>
                <a:uFillTx/>
                <a:latin typeface="Consolas" panose="020B0609020204030204" pitchFamily="49" charset="0"/>
                <a:ea typeface="+mn-ea"/>
                <a:cs typeface="Consolas" panose="020B0609020204030204" pitchFamily="49" charset="0"/>
              </a:rPr>
              <a:t>print("i </a:t>
            </a:r>
            <a:r>
              <a:rPr kumimoji="0" lang="en-GB" sz="1800" b="0" i="0" u="none" strike="noStrike" kern="1200" cap="none" spc="0" normalizeH="0" baseline="0" noProof="0" err="1">
                <a:ln>
                  <a:noFill/>
                </a:ln>
                <a:solidFill>
                  <a:srgbClr val="FCAC69"/>
                </a:solidFill>
                <a:effectLst/>
                <a:uLnTx/>
                <a:uFillTx/>
                <a:latin typeface="Consolas" panose="020B0609020204030204" pitchFamily="49" charset="0"/>
                <a:ea typeface="+mn-ea"/>
                <a:cs typeface="Consolas" panose="020B0609020204030204" pitchFamily="49" charset="0"/>
              </a:rPr>
              <a:t>lt</a:t>
            </a:r>
            <a:r>
              <a:rPr kumimoji="0" lang="en-GB" sz="1800" b="0" i="0" u="none" strike="noStrike" kern="1200" cap="none" spc="0" normalizeH="0" baseline="0" noProof="0">
                <a:ln>
                  <a:noFill/>
                </a:ln>
                <a:solidFill>
                  <a:srgbClr val="FCAC69"/>
                </a:solidFill>
                <a:effectLst/>
                <a:uLnTx/>
                <a:uFillTx/>
                <a:latin typeface="Consolas" panose="020B0609020204030204" pitchFamily="49" charset="0"/>
                <a:ea typeface="+mn-ea"/>
                <a:cs typeface="Consolas" panose="020B0609020204030204" pitchFamily="49" charset="0"/>
              </a:rPr>
              <a:t> j")</a:t>
            </a:r>
          </a:p>
        </p:txBody>
      </p:sp>
      <p:sp>
        <p:nvSpPr>
          <p:cNvPr id="6" name="Rectangle 4">
            <a:extLst>
              <a:ext uri="{FF2B5EF4-FFF2-40B4-BE49-F238E27FC236}">
                <a16:creationId xmlns:a16="http://schemas.microsoft.com/office/drawing/2014/main" id="{CB248970-4F56-DAA7-643A-603CF4E21053}"/>
              </a:ext>
            </a:extLst>
          </p:cNvPr>
          <p:cNvSpPr txBox="1">
            <a:spLocks noChangeArrowheads="1"/>
          </p:cNvSpPr>
          <p:nvPr/>
        </p:nvSpPr>
        <p:spPr bwMode="auto">
          <a:xfrm>
            <a:off x="5055514" y="3636810"/>
            <a:ext cx="6137439" cy="840230"/>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srgbClr val="2FB7DA"/>
                </a:solidFill>
                <a:effectLst/>
                <a:uLnTx/>
                <a:uFillTx/>
                <a:latin typeface="Consolas" panose="020B0609020204030204" pitchFamily="49" charset="0"/>
                <a:ea typeface="+mn-ea"/>
                <a:cs typeface="Consolas" panose="020B0609020204030204" pitchFamily="49" charset="0"/>
              </a:rPr>
              <a:t>print("i </a:t>
            </a:r>
            <a:r>
              <a:rPr kumimoji="0" lang="en-GB" sz="1800" b="0" i="0" u="none" strike="noStrike" kern="1200" cap="none" spc="0" normalizeH="0" baseline="0" noProof="0" err="1">
                <a:ln>
                  <a:noFill/>
                </a:ln>
                <a:solidFill>
                  <a:srgbClr val="2FB7DA"/>
                </a:solidFill>
                <a:effectLst/>
                <a:uLnTx/>
                <a:uFillTx/>
                <a:latin typeface="Consolas" panose="020B0609020204030204" pitchFamily="49" charset="0"/>
                <a:ea typeface="+mn-ea"/>
                <a:cs typeface="Consolas" panose="020B0609020204030204" pitchFamily="49" charset="0"/>
              </a:rPr>
              <a:t>gt</a:t>
            </a:r>
            <a:r>
              <a:rPr kumimoji="0" lang="en-GB" sz="1800" b="0" i="0" u="none" strike="noStrike" kern="1200" cap="none" spc="0" normalizeH="0" baseline="0" noProof="0">
                <a:ln>
                  <a:noFill/>
                </a:ln>
                <a:solidFill>
                  <a:srgbClr val="2FB7DA"/>
                </a:solidFill>
                <a:effectLst/>
                <a:uLnTx/>
                <a:uFillTx/>
                <a:latin typeface="Consolas" panose="020B0609020204030204" pitchFamily="49" charset="0"/>
                <a:ea typeface="+mn-ea"/>
                <a:cs typeface="Consolas" panose="020B0609020204030204" pitchFamily="49" charset="0"/>
              </a:rPr>
              <a:t> j") </a:t>
            </a:r>
            <a:r>
              <a:rPr kumimoji="0" lang="en-GB" sz="1800" b="0" i="0" u="none" strike="noStrike" kern="1200" cap="none" spc="0" normalizeH="0" baseline="0" noProof="0">
                <a:ln>
                  <a:noFill/>
                </a:ln>
                <a:solidFill>
                  <a:srgbClr val="9E84F5"/>
                </a:solidFill>
                <a:effectLst/>
                <a:uLnTx/>
                <a:uFillTx/>
                <a:latin typeface="Consolas" panose="020B0609020204030204" pitchFamily="49" charset="0"/>
                <a:ea typeface="+mn-ea"/>
                <a:cs typeface="Consolas" panose="020B0609020204030204" pitchFamily="49" charset="0"/>
              </a:rPr>
              <a:t>if i &gt; j </a:t>
            </a:r>
            <a:r>
              <a:rPr kumimoji="0" lang="en-GB" sz="1800" b="0" i="0" u="none" strike="noStrike" kern="1200" cap="none" spc="0" normalizeH="0" baseline="0" noProof="0">
                <a:ln>
                  <a:noFill/>
                </a:ln>
                <a:solidFill>
                  <a:srgbClr val="FC5B61"/>
                </a:solidFill>
                <a:effectLst/>
                <a:uLnTx/>
                <a:uFillTx/>
                <a:latin typeface="Consolas" panose="020B0609020204030204" pitchFamily="49" charset="0"/>
                <a:ea typeface="+mn-ea"/>
                <a:cs typeface="Consolas" panose="020B0609020204030204" pitchFamily="49" charset="0"/>
              </a:rPr>
              <a:t>else</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a:t>
            </a:r>
            <a:r>
              <a:rPr kumimoji="0" lang="en-GB" sz="1800" b="0" i="0" u="none" strike="noStrike" kern="1200" cap="none" spc="0" normalizeH="0" baseline="0" noProof="0">
                <a:ln>
                  <a:noFill/>
                </a:ln>
                <a:solidFill>
                  <a:srgbClr val="FCAC69"/>
                </a:solidFill>
                <a:effectLst/>
                <a:uLnTx/>
                <a:uFillTx/>
                <a:latin typeface="Consolas" panose="020B0609020204030204" pitchFamily="49" charset="0"/>
                <a:ea typeface="+mn-ea"/>
                <a:cs typeface="Consolas" panose="020B0609020204030204" pitchFamily="49" charset="0"/>
              </a:rPr>
              <a:t>print("i </a:t>
            </a:r>
            <a:r>
              <a:rPr kumimoji="0" lang="en-GB" sz="1800" b="0" i="0" u="none" strike="noStrike" kern="1200" cap="none" spc="0" normalizeH="0" baseline="0" noProof="0" err="1">
                <a:ln>
                  <a:noFill/>
                </a:ln>
                <a:solidFill>
                  <a:srgbClr val="FCAC69"/>
                </a:solidFill>
                <a:effectLst/>
                <a:uLnTx/>
                <a:uFillTx/>
                <a:latin typeface="Consolas" panose="020B0609020204030204" pitchFamily="49" charset="0"/>
                <a:ea typeface="+mn-ea"/>
                <a:cs typeface="Consolas" panose="020B0609020204030204" pitchFamily="49" charset="0"/>
              </a:rPr>
              <a:t>lt</a:t>
            </a:r>
            <a:r>
              <a:rPr kumimoji="0" lang="en-GB" sz="1800" b="0" i="0" u="none" strike="noStrike" kern="1200" cap="none" spc="0" normalizeH="0" baseline="0" noProof="0">
                <a:ln>
                  <a:noFill/>
                </a:ln>
                <a:solidFill>
                  <a:srgbClr val="FCAC69"/>
                </a:solidFill>
                <a:effectLst/>
                <a:uLnTx/>
                <a:uFillTx/>
                <a:latin typeface="Consolas" panose="020B0609020204030204" pitchFamily="49" charset="0"/>
                <a:ea typeface="+mn-ea"/>
                <a:cs typeface="Consolas" panose="020B0609020204030204" pitchFamily="49" charset="0"/>
              </a:rPr>
              <a:t> j")</a:t>
            </a:r>
          </a:p>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endPar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print</a:t>
            </a:r>
            <a:r>
              <a:rPr kumimoji="0" lang="en-GB" sz="1800" b="0" i="0" u="none" strike="noStrike" kern="1200" cap="none" spc="0" normalizeH="0" baseline="0" noProof="0">
                <a:ln>
                  <a:noFill/>
                </a:ln>
                <a:solidFill>
                  <a:srgbClr val="2FB7DA"/>
                </a:solidFill>
                <a:effectLst/>
                <a:uLnTx/>
                <a:uFillTx/>
                <a:latin typeface="Consolas" panose="020B0609020204030204" pitchFamily="49" charset="0"/>
                <a:ea typeface="+mn-ea"/>
                <a:cs typeface="Consolas" panose="020B0609020204030204" pitchFamily="49" charset="0"/>
              </a:rPr>
              <a:t>("i </a:t>
            </a:r>
            <a:r>
              <a:rPr kumimoji="0" lang="en-GB" sz="1800" b="0" i="0" u="none" strike="noStrike" kern="1200" cap="none" spc="0" normalizeH="0" baseline="0" noProof="0" err="1">
                <a:ln>
                  <a:noFill/>
                </a:ln>
                <a:solidFill>
                  <a:srgbClr val="2FB7DA"/>
                </a:solidFill>
                <a:effectLst/>
                <a:uLnTx/>
                <a:uFillTx/>
                <a:latin typeface="Consolas" panose="020B0609020204030204" pitchFamily="49" charset="0"/>
                <a:ea typeface="+mn-ea"/>
                <a:cs typeface="Consolas" panose="020B0609020204030204" pitchFamily="49" charset="0"/>
              </a:rPr>
              <a:t>gt</a:t>
            </a:r>
            <a:r>
              <a:rPr kumimoji="0" lang="en-GB" sz="1800" b="0" i="0" u="none" strike="noStrike" kern="1200" cap="none" spc="0" normalizeH="0" baseline="0" noProof="0">
                <a:ln>
                  <a:noFill/>
                </a:ln>
                <a:solidFill>
                  <a:srgbClr val="2FB7DA"/>
                </a:solidFill>
                <a:effectLst/>
                <a:uLnTx/>
                <a:uFillTx/>
                <a:latin typeface="Consolas" panose="020B0609020204030204" pitchFamily="49" charset="0"/>
                <a:ea typeface="+mn-ea"/>
                <a:cs typeface="Consolas" panose="020B0609020204030204" pitchFamily="49" charset="0"/>
              </a:rPr>
              <a:t> j"</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a:t>
            </a:r>
            <a:r>
              <a:rPr kumimoji="0" lang="en-GB" sz="1800" b="0" i="0" u="none" strike="noStrike" kern="1200" cap="none" spc="0" normalizeH="0" baseline="0" noProof="0">
                <a:ln>
                  <a:noFill/>
                </a:ln>
                <a:solidFill>
                  <a:srgbClr val="9E84F5"/>
                </a:solidFill>
                <a:effectLst/>
                <a:uLnTx/>
                <a:uFillTx/>
                <a:latin typeface="Consolas" panose="020B0609020204030204" pitchFamily="49" charset="0"/>
                <a:ea typeface="+mn-ea"/>
                <a:cs typeface="Consolas" panose="020B0609020204030204" pitchFamily="49" charset="0"/>
              </a:rPr>
              <a:t>if i &gt; j</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a:t>
            </a:r>
            <a:r>
              <a:rPr kumimoji="0" lang="en-GB" sz="1800" b="0" i="0" u="none" strike="noStrike" kern="1200" cap="none" spc="0" normalizeH="0" baseline="0" noProof="0">
                <a:ln>
                  <a:noFill/>
                </a:ln>
                <a:solidFill>
                  <a:srgbClr val="FC5B61"/>
                </a:solidFill>
                <a:effectLst/>
                <a:uLnTx/>
                <a:uFillTx/>
                <a:latin typeface="Consolas" panose="020B0609020204030204" pitchFamily="49" charset="0"/>
                <a:ea typeface="+mn-ea"/>
                <a:cs typeface="Consolas" panose="020B0609020204030204" pitchFamily="49" charset="0"/>
              </a:rPr>
              <a:t>else</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a:t>
            </a:r>
            <a:r>
              <a:rPr kumimoji="0" lang="en-GB" sz="1800" b="0" i="0" u="none" strike="noStrike" kern="1200" cap="none" spc="0" normalizeH="0" baseline="0" noProof="0">
                <a:ln>
                  <a:noFill/>
                </a:ln>
                <a:solidFill>
                  <a:srgbClr val="FCAC69"/>
                </a:solidFill>
                <a:effectLst/>
                <a:uLnTx/>
                <a:uFillTx/>
                <a:latin typeface="Consolas" panose="020B0609020204030204" pitchFamily="49" charset="0"/>
                <a:ea typeface="+mn-ea"/>
                <a:cs typeface="Consolas" panose="020B0609020204030204" pitchFamily="49" charset="0"/>
              </a:rPr>
              <a:t>"i </a:t>
            </a:r>
            <a:r>
              <a:rPr kumimoji="0" lang="en-GB" sz="1800" b="0" i="0" u="none" strike="noStrike" kern="1200" cap="none" spc="0" normalizeH="0" baseline="0" noProof="0" err="1">
                <a:ln>
                  <a:noFill/>
                </a:ln>
                <a:solidFill>
                  <a:srgbClr val="FCAC69"/>
                </a:solidFill>
                <a:effectLst/>
                <a:uLnTx/>
                <a:uFillTx/>
                <a:latin typeface="Consolas" panose="020B0609020204030204" pitchFamily="49" charset="0"/>
                <a:ea typeface="+mn-ea"/>
                <a:cs typeface="Consolas" panose="020B0609020204030204" pitchFamily="49" charset="0"/>
              </a:rPr>
              <a:t>lt</a:t>
            </a:r>
            <a:r>
              <a:rPr kumimoji="0" lang="en-GB" sz="1800" b="0" i="0" u="none" strike="noStrike" kern="1200" cap="none" spc="0" normalizeH="0" baseline="0" noProof="0">
                <a:ln>
                  <a:noFill/>
                </a:ln>
                <a:solidFill>
                  <a:srgbClr val="FCAC69"/>
                </a:solidFill>
                <a:effectLst/>
                <a:uLnTx/>
                <a:uFillTx/>
                <a:latin typeface="Consolas" panose="020B0609020204030204" pitchFamily="49" charset="0"/>
                <a:ea typeface="+mn-ea"/>
                <a:cs typeface="Consolas" panose="020B0609020204030204" pitchFamily="49" charset="0"/>
              </a:rPr>
              <a:t> j"</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a:t>
            </a:r>
          </a:p>
        </p:txBody>
      </p:sp>
      <p:sp>
        <p:nvSpPr>
          <p:cNvPr id="7" name="Rectangle 4">
            <a:extLst>
              <a:ext uri="{FF2B5EF4-FFF2-40B4-BE49-F238E27FC236}">
                <a16:creationId xmlns:a16="http://schemas.microsoft.com/office/drawing/2014/main" id="{45085414-7AD7-C000-094F-7093B21D84F3}"/>
              </a:ext>
            </a:extLst>
          </p:cNvPr>
          <p:cNvSpPr txBox="1">
            <a:spLocks noChangeArrowheads="1"/>
          </p:cNvSpPr>
          <p:nvPr/>
        </p:nvSpPr>
        <p:spPr bwMode="auto">
          <a:xfrm>
            <a:off x="3502667" y="4910087"/>
            <a:ext cx="4931518" cy="341632"/>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-1 if a &lt; b else (+1 if a &gt; b else 0)</a:t>
            </a:r>
          </a:p>
        </p:txBody>
      </p:sp>
      <p:sp>
        <p:nvSpPr>
          <p:cNvPr id="8" name="Rectangle 4">
            <a:extLst>
              <a:ext uri="{FF2B5EF4-FFF2-40B4-BE49-F238E27FC236}">
                <a16:creationId xmlns:a16="http://schemas.microsoft.com/office/drawing/2014/main" id="{D10B8BE9-5B80-FBBA-4C26-8DA0284A31B3}"/>
              </a:ext>
            </a:extLst>
          </p:cNvPr>
          <p:cNvSpPr txBox="1">
            <a:spLocks noChangeArrowheads="1"/>
          </p:cNvSpPr>
          <p:nvPr/>
        </p:nvSpPr>
        <p:spPr bwMode="auto">
          <a:xfrm>
            <a:off x="4924501" y="5410602"/>
            <a:ext cx="4413358" cy="1089529"/>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a = 54</a:t>
            </a:r>
          </a:p>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answer = a + 5 if a &lt; 42 else 0</a:t>
            </a:r>
          </a:p>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endPar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answer = a + (5 if a &lt; 42 else 0)</a:t>
            </a:r>
          </a:p>
        </p:txBody>
      </p:sp>
      <p:sp>
        <p:nvSpPr>
          <p:cNvPr id="9" name="Rectangle 4">
            <a:extLst>
              <a:ext uri="{FF2B5EF4-FFF2-40B4-BE49-F238E27FC236}">
                <a16:creationId xmlns:a16="http://schemas.microsoft.com/office/drawing/2014/main" id="{DE0FC186-80D1-A4C8-1560-281D08833A65}"/>
              </a:ext>
            </a:extLst>
          </p:cNvPr>
          <p:cNvSpPr txBox="1">
            <a:spLocks noChangeArrowheads="1"/>
          </p:cNvSpPr>
          <p:nvPr/>
        </p:nvSpPr>
        <p:spPr bwMode="auto">
          <a:xfrm>
            <a:off x="1128922" y="2409706"/>
            <a:ext cx="4037438" cy="341632"/>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expr1 if </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nsolas" panose="020B0609020204030204" pitchFamily="49" charset="0"/>
              </a:rPr>
              <a:t>boolean</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else expr2</a:t>
            </a:r>
          </a:p>
        </p:txBody>
      </p:sp>
      <p:graphicFrame>
        <p:nvGraphicFramePr>
          <p:cNvPr id="10" name="Object 12">
            <a:hlinkClick r:id="" action="ppaction://ole?verb=0"/>
            <a:extLst>
              <a:ext uri="{FF2B5EF4-FFF2-40B4-BE49-F238E27FC236}">
                <a16:creationId xmlns:a16="http://schemas.microsoft.com/office/drawing/2014/main" id="{11C1FAD8-3313-3E58-1907-FDA24E1E9C5E}"/>
              </a:ext>
            </a:extLst>
          </p:cNvPr>
          <p:cNvGraphicFramePr>
            <a:graphicFrameLocks/>
          </p:cNvGraphicFramePr>
          <p:nvPr>
            <p:extLst>
              <p:ext uri="{D42A27DB-BD31-4B8C-83A1-F6EECF244321}">
                <p14:modId xmlns:p14="http://schemas.microsoft.com/office/powerpoint/2010/main" val="2590376536"/>
              </p:ext>
            </p:extLst>
          </p:nvPr>
        </p:nvGraphicFramePr>
        <p:xfrm>
          <a:off x="9448181" y="5383274"/>
          <a:ext cx="382638" cy="578123"/>
        </p:xfrm>
        <a:graphic>
          <a:graphicData uri="http://schemas.openxmlformats.org/presentationml/2006/ole">
            <mc:AlternateContent xmlns:mc="http://schemas.openxmlformats.org/markup-compatibility/2006">
              <mc:Choice xmlns:v="urn:schemas-microsoft-com:vml" Requires="v">
                <p:oleObj name="ClipArt" r:id="rId3" imgW="2022205" imgH="3657600" progId="">
                  <p:embed/>
                </p:oleObj>
              </mc:Choice>
              <mc:Fallback>
                <p:oleObj name="ClipArt" r:id="rId3" imgW="2022205" imgH="3657600" progId="">
                  <p:embed/>
                  <p:pic>
                    <p:nvPicPr>
                      <p:cNvPr id="10" name="Object 12">
                        <a:hlinkClick r:id="" action="ppaction://ole?verb=0"/>
                        <a:extLst>
                          <a:ext uri="{FF2B5EF4-FFF2-40B4-BE49-F238E27FC236}">
                            <a16:creationId xmlns:a16="http://schemas.microsoft.com/office/drawing/2014/main" id="{11C1FAD8-3313-3E58-1907-FDA24E1E9C5E}"/>
                          </a:ext>
                        </a:extLst>
                      </p:cNvPr>
                      <p:cNvPicPr>
                        <a:picLocks noGrp="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48181" y="5383274"/>
                        <a:ext cx="382638" cy="578123"/>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sp>
        <p:nvSpPr>
          <p:cNvPr id="11" name="Rectangle 14">
            <a:extLst>
              <a:ext uri="{FF2B5EF4-FFF2-40B4-BE49-F238E27FC236}">
                <a16:creationId xmlns:a16="http://schemas.microsoft.com/office/drawing/2014/main" id="{74A53C6F-0323-872B-80D2-60E5B2C81782}"/>
              </a:ext>
            </a:extLst>
          </p:cNvPr>
          <p:cNvSpPr>
            <a:spLocks noChangeArrowheads="1"/>
          </p:cNvSpPr>
          <p:nvPr/>
        </p:nvSpPr>
        <p:spPr bwMode="auto">
          <a:xfrm>
            <a:off x="9354366" y="5916845"/>
            <a:ext cx="510120" cy="828432"/>
          </a:xfrm>
          <a:prstGeom prst="rect">
            <a:avLst/>
          </a:prstGeom>
          <a:noFill/>
          <a:ln w="12700">
            <a:noFill/>
            <a:miter lim="800000"/>
            <a:headEnd/>
            <a:tailEnd/>
          </a:ln>
          <a:effectLst/>
        </p:spPr>
        <p:txBody>
          <a:bodyPr wrap="square" lIns="90488" tIns="44450" rIns="90488" bIns="44450" anchor="t">
            <a:spAutoFit/>
          </a:bodyPr>
          <a:lstStyle/>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4800" b="1" i="0" u="none" strike="noStrike" kern="1200" cap="none" spc="0" normalizeH="0" baseline="0" noProof="0">
                <a:ln>
                  <a:noFill/>
                </a:ln>
                <a:solidFill>
                  <a:srgbClr val="00B050"/>
                </a:solidFill>
                <a:effectLst>
                  <a:outerShdw blurRad="38100" dist="38100" dir="2700000" algn="tl">
                    <a:srgbClr val="C0C0C0"/>
                  </a:outerShdw>
                </a:effectLst>
                <a:uLnTx/>
                <a:uFillTx/>
                <a:latin typeface="Wingdings"/>
                <a:ea typeface="+mn-ea"/>
                <a:cs typeface="+mn-cs"/>
                <a:sym typeface="Wingdings"/>
              </a:rPr>
              <a:t></a:t>
            </a:r>
            <a:endParaRPr kumimoji="0" lang="en-GB" sz="3600" b="0" i="0" u="none" strike="noStrike" kern="1200" cap="none" spc="0" normalizeH="0" baseline="0" noProof="0">
              <a:ln>
                <a:noFill/>
              </a:ln>
              <a:solidFill>
                <a:srgbClr val="00B050"/>
              </a:solidFill>
              <a:effectLst>
                <a:outerShdw blurRad="38100" dist="38100" dir="2700000" algn="tl">
                  <a:srgbClr val="C0C0C0"/>
                </a:outerShdw>
              </a:effectLst>
              <a:uLnTx/>
              <a:uFillTx/>
              <a:latin typeface="Wingdings"/>
              <a:ea typeface="+mn-ea"/>
              <a:cs typeface="+mn-cs"/>
              <a:sym typeface="Wingdings"/>
            </a:endParaRPr>
          </a:p>
        </p:txBody>
      </p:sp>
      <p:sp>
        <p:nvSpPr>
          <p:cNvPr id="12" name="Arrow: Right 11">
            <a:extLst>
              <a:ext uri="{FF2B5EF4-FFF2-40B4-BE49-F238E27FC236}">
                <a16:creationId xmlns:a16="http://schemas.microsoft.com/office/drawing/2014/main" id="{F4A39D7E-96D2-B990-4D65-0DF9B5417D3A}"/>
              </a:ext>
            </a:extLst>
          </p:cNvPr>
          <p:cNvSpPr/>
          <p:nvPr/>
        </p:nvSpPr>
        <p:spPr>
          <a:xfrm>
            <a:off x="3946093" y="3859282"/>
            <a:ext cx="978408" cy="484632"/>
          </a:xfrm>
          <a:prstGeom prst="rightArrow">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Figtree"/>
              <a:ea typeface="+mn-ea"/>
              <a:cs typeface="+mn-cs"/>
            </a:endParaRPr>
          </a:p>
        </p:txBody>
      </p:sp>
    </p:spTree>
    <p:extLst>
      <p:ext uri="{BB962C8B-B14F-4D97-AF65-F5344CB8AC3E}">
        <p14:creationId xmlns:p14="http://schemas.microsoft.com/office/powerpoint/2010/main" val="5619129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61375-47F3-E4C3-E72A-8D38ECEDB2D3}"/>
              </a:ext>
            </a:extLst>
          </p:cNvPr>
          <p:cNvSpPr>
            <a:spLocks noGrp="1"/>
          </p:cNvSpPr>
          <p:nvPr>
            <p:ph type="ctrTitle"/>
          </p:nvPr>
        </p:nvSpPr>
        <p:spPr/>
        <p:txBody>
          <a:bodyPr/>
          <a:lstStyle/>
          <a:p>
            <a:r>
              <a:rPr lang="en-GB" noProof="0"/>
              <a:t>Review and lab</a:t>
            </a:r>
          </a:p>
        </p:txBody>
      </p:sp>
      <p:sp>
        <p:nvSpPr>
          <p:cNvPr id="3" name="Subtitle 2">
            <a:extLst>
              <a:ext uri="{FF2B5EF4-FFF2-40B4-BE49-F238E27FC236}">
                <a16:creationId xmlns:a16="http://schemas.microsoft.com/office/drawing/2014/main" id="{5B667537-6F41-46D5-6DF6-22E94EC419AB}"/>
              </a:ext>
            </a:extLst>
          </p:cNvPr>
          <p:cNvSpPr>
            <a:spLocks noGrp="1"/>
          </p:cNvSpPr>
          <p:nvPr>
            <p:ph type="subTitle" idx="1"/>
          </p:nvPr>
        </p:nvSpPr>
        <p:spPr>
          <a:xfrm>
            <a:off x="473406" y="2902688"/>
            <a:ext cx="6150678" cy="1152075"/>
          </a:xfrm>
        </p:spPr>
        <p:txBody>
          <a:bodyPr/>
          <a:lstStyle/>
          <a:p>
            <a:r>
              <a:rPr lang="en-GB" noProof="0"/>
              <a:t>Answer the review questions.</a:t>
            </a:r>
          </a:p>
          <a:p>
            <a:r>
              <a:rPr lang="en-GB" noProof="0"/>
              <a:t>Your instructor will guide you on which lab exercises to complete.</a:t>
            </a:r>
          </a:p>
        </p:txBody>
      </p:sp>
    </p:spTree>
    <p:extLst>
      <p:ext uri="{BB962C8B-B14F-4D97-AF65-F5344CB8AC3E}">
        <p14:creationId xmlns:p14="http://schemas.microsoft.com/office/powerpoint/2010/main" val="9136106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964D64F-00C8-4D63-E51A-DFB7A3430625}"/>
              </a:ext>
            </a:extLst>
          </p:cNvPr>
          <p:cNvSpPr>
            <a:spLocks noGrp="1"/>
          </p:cNvSpPr>
          <p:nvPr>
            <p:ph type="ctrTitle"/>
          </p:nvPr>
        </p:nvSpPr>
        <p:spPr>
          <a:prstGeom prst="rect">
            <a:avLst/>
          </a:prstGeom>
        </p:spPr>
        <p:txBody>
          <a:bodyPr/>
          <a:lstStyle/>
          <a:p>
            <a:r>
              <a:rPr lang="en-GB" noProof="0"/>
              <a:t>Review questions</a:t>
            </a:r>
          </a:p>
        </p:txBody>
      </p:sp>
      <p:sp>
        <p:nvSpPr>
          <p:cNvPr id="6" name="Text Placeholder 5">
            <a:extLst>
              <a:ext uri="{FF2B5EF4-FFF2-40B4-BE49-F238E27FC236}">
                <a16:creationId xmlns:a16="http://schemas.microsoft.com/office/drawing/2014/main" id="{9A3EAC25-A4FA-3E86-789C-3F19C3B2315B}"/>
              </a:ext>
            </a:extLst>
          </p:cNvPr>
          <p:cNvSpPr>
            <a:spLocks noGrp="1"/>
          </p:cNvSpPr>
          <p:nvPr>
            <p:ph type="body" sz="quarter" idx="13"/>
          </p:nvPr>
        </p:nvSpPr>
        <p:spPr>
          <a:xfrm>
            <a:off x="443921" y="1733108"/>
            <a:ext cx="6679721" cy="4451792"/>
          </a:xfrm>
        </p:spPr>
        <p:txBody>
          <a:bodyPr/>
          <a:lstStyle/>
          <a:p>
            <a:pPr marL="263525" indent="-263525">
              <a:buAutoNum type="arabicPeriod"/>
            </a:pPr>
            <a:r>
              <a:rPr lang="en-GB" b="1" noProof="0"/>
              <a:t>In Python, what does an elif clause allow you to do?</a:t>
            </a:r>
          </a:p>
          <a:p>
            <a:pPr marL="538163" indent="-274638">
              <a:buFont typeface="+mj-lt"/>
              <a:buAutoNum type="alphaLcPeriod"/>
            </a:pPr>
            <a:r>
              <a:rPr lang="en-GB" noProof="0"/>
              <a:t>Repeat a loop under condition.</a:t>
            </a:r>
          </a:p>
          <a:p>
            <a:pPr marL="538163" indent="-274638">
              <a:buFont typeface="+mj-lt"/>
              <a:buAutoNum type="alphaLcPeriod"/>
            </a:pPr>
            <a:r>
              <a:rPr lang="en-GB" noProof="0"/>
              <a:t>Handle multiple alternative conditions after an if.</a:t>
            </a:r>
          </a:p>
          <a:p>
            <a:pPr marL="538163" indent="-274638">
              <a:buFont typeface="+mj-lt"/>
              <a:buAutoNum type="alphaLcPeriod"/>
            </a:pPr>
            <a:r>
              <a:rPr lang="en-GB" noProof="0"/>
              <a:t>Exit a loop immediately.</a:t>
            </a:r>
          </a:p>
          <a:p>
            <a:pPr marL="538163" indent="-274638">
              <a:buFont typeface="+mj-lt"/>
              <a:buAutoNum type="alphaLcPeriod"/>
            </a:pPr>
            <a:r>
              <a:rPr lang="en-GB" noProof="0"/>
              <a:t>Define an error-handling block.</a:t>
            </a:r>
          </a:p>
          <a:p>
            <a:pPr marL="263525" indent="-263525">
              <a:buFont typeface="+mj-lt"/>
              <a:buAutoNum type="arabicPeriod" startAt="2"/>
            </a:pPr>
            <a:r>
              <a:rPr lang="en-GB" b="1" noProof="0"/>
              <a:t>Which of the following loops will execute at least once in Python?</a:t>
            </a:r>
          </a:p>
          <a:p>
            <a:pPr marL="538163" indent="-274638">
              <a:buFont typeface="+mj-lt"/>
              <a:buAutoNum type="alphaLcPeriod"/>
            </a:pPr>
            <a:r>
              <a:rPr lang="en-GB" noProof="0"/>
              <a:t>for loop.</a:t>
            </a:r>
          </a:p>
          <a:p>
            <a:pPr marL="538163" indent="-274638">
              <a:buFont typeface="+mj-lt"/>
              <a:buAutoNum type="alphaLcPeriod"/>
            </a:pPr>
            <a:r>
              <a:rPr lang="en-GB" noProof="0"/>
              <a:t>while loop.</a:t>
            </a:r>
          </a:p>
          <a:p>
            <a:pPr marL="538163" indent="-274638">
              <a:buFont typeface="+mj-lt"/>
              <a:buAutoNum type="alphaLcPeriod"/>
            </a:pPr>
            <a:r>
              <a:rPr lang="en-GB" noProof="0"/>
              <a:t>Both for and while.</a:t>
            </a:r>
          </a:p>
          <a:p>
            <a:pPr marL="538163" indent="-274638">
              <a:buFont typeface="+mj-lt"/>
              <a:buAutoNum type="alphaLcPeriod"/>
            </a:pPr>
            <a:r>
              <a:rPr lang="en-GB" noProof="0"/>
              <a:t>Neither — Python has no guaranteed ‘do-while’ loop.</a:t>
            </a:r>
          </a:p>
        </p:txBody>
      </p:sp>
      <p:sp>
        <p:nvSpPr>
          <p:cNvPr id="4" name="Slide Number Placeholder 3">
            <a:extLst>
              <a:ext uri="{FF2B5EF4-FFF2-40B4-BE49-F238E27FC236}">
                <a16:creationId xmlns:a16="http://schemas.microsoft.com/office/drawing/2014/main" id="{509DA24A-B334-E6AB-0D72-8E6C2AF2ED05}"/>
              </a:ext>
            </a:extLst>
          </p:cNvPr>
          <p:cNvSpPr>
            <a:spLocks noGrp="1"/>
          </p:cNvSpPr>
          <p:nvPr>
            <p:ph type="sldNum" sz="quarter" idx="4294967295"/>
          </p:nvPr>
        </p:nvSpPr>
        <p:spPr>
          <a:xfrm>
            <a:off x="9448800" y="6399213"/>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3469444-D02B-D446-9CF8-19DEDDE073D1}" type="slidenum">
              <a:rPr kumimoji="0" lang="en-GB" sz="1800" b="0" i="0" u="none" strike="noStrike" kern="1200" cap="none" spc="0" normalizeH="0" baseline="0" noProof="0" smtClean="0">
                <a:ln>
                  <a:noFill/>
                </a:ln>
                <a:solidFill>
                  <a:srgbClr val="0D0D0D"/>
                </a:solidFill>
                <a:effectLst/>
                <a:uLnTx/>
                <a:uFillTx/>
                <a:latin typeface="Figtree"/>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GB" sz="1800" b="0" i="0" u="none" strike="noStrike" kern="1200" cap="none" spc="0" normalizeH="0" baseline="0" noProof="0">
              <a:ln>
                <a:noFill/>
              </a:ln>
              <a:solidFill>
                <a:srgbClr val="0D0D0D"/>
              </a:solidFill>
              <a:effectLst/>
              <a:uLnTx/>
              <a:uFillTx/>
              <a:latin typeface="Figtree"/>
              <a:ea typeface="+mn-ea"/>
              <a:cs typeface="+mn-cs"/>
            </a:endParaRPr>
          </a:p>
        </p:txBody>
      </p:sp>
    </p:spTree>
    <p:extLst>
      <p:ext uri="{BB962C8B-B14F-4D97-AF65-F5344CB8AC3E}">
        <p14:creationId xmlns:p14="http://schemas.microsoft.com/office/powerpoint/2010/main" val="29174454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8BB570A-74CA-95B2-FA95-9869F781E21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5BDC4B9-32D9-7C9A-51A4-1D671BB98AE4}"/>
              </a:ext>
            </a:extLst>
          </p:cNvPr>
          <p:cNvSpPr>
            <a:spLocks noGrp="1"/>
          </p:cNvSpPr>
          <p:nvPr>
            <p:ph type="ctrTitle"/>
          </p:nvPr>
        </p:nvSpPr>
        <p:spPr/>
        <p:txBody>
          <a:bodyPr/>
          <a:lstStyle/>
          <a:p>
            <a:r>
              <a:rPr lang="en-GB" noProof="0"/>
              <a:t>Review questions </a:t>
            </a:r>
          </a:p>
        </p:txBody>
      </p:sp>
      <p:sp>
        <p:nvSpPr>
          <p:cNvPr id="6" name="Text Placeholder 5">
            <a:extLst>
              <a:ext uri="{FF2B5EF4-FFF2-40B4-BE49-F238E27FC236}">
                <a16:creationId xmlns:a16="http://schemas.microsoft.com/office/drawing/2014/main" id="{645CF064-E311-738D-AB8D-525E017BB6F7}"/>
              </a:ext>
            </a:extLst>
          </p:cNvPr>
          <p:cNvSpPr>
            <a:spLocks noGrp="1"/>
          </p:cNvSpPr>
          <p:nvPr>
            <p:ph type="body" sz="quarter" idx="13"/>
          </p:nvPr>
        </p:nvSpPr>
        <p:spPr/>
        <p:txBody>
          <a:bodyPr/>
          <a:lstStyle/>
          <a:p>
            <a:pPr marL="263525" indent="-263525">
              <a:buFont typeface="+mj-lt"/>
              <a:buAutoNum type="arabicPeriod" startAt="3"/>
            </a:pPr>
            <a:r>
              <a:rPr lang="en-GB" b="1" noProof="0"/>
              <a:t>In a for loop, what does Python iterate over?</a:t>
            </a:r>
          </a:p>
          <a:p>
            <a:pPr marL="538163" indent="-274638">
              <a:buFont typeface="+mj-lt"/>
              <a:buAutoNum type="alphaLcPeriod"/>
            </a:pPr>
            <a:r>
              <a:rPr lang="en-GB" noProof="0"/>
              <a:t>A sequence of indices.</a:t>
            </a:r>
          </a:p>
          <a:p>
            <a:pPr marL="538163" indent="-274638">
              <a:buFont typeface="+mj-lt"/>
              <a:buAutoNum type="alphaLcPeriod"/>
            </a:pPr>
            <a:r>
              <a:rPr lang="en-GB" noProof="0"/>
              <a:t>A fixed range of numbers.</a:t>
            </a:r>
          </a:p>
          <a:p>
            <a:pPr marL="538163" indent="-274638">
              <a:buFont typeface="+mj-lt"/>
              <a:buAutoNum type="alphaLcPeriod"/>
            </a:pPr>
            <a:r>
              <a:rPr lang="en-GB" noProof="0"/>
              <a:t>Each element in the </a:t>
            </a:r>
            <a:r>
              <a:rPr lang="en-GB" noProof="0" err="1"/>
              <a:t>iterable</a:t>
            </a:r>
            <a:r>
              <a:rPr lang="en-GB" noProof="0"/>
              <a:t> object.</a:t>
            </a:r>
          </a:p>
          <a:p>
            <a:pPr marL="538163" indent="-274638">
              <a:buFont typeface="+mj-lt"/>
              <a:buAutoNum type="alphaLcPeriod"/>
            </a:pPr>
            <a:r>
              <a:rPr lang="en-GB" noProof="0"/>
              <a:t>Only lists and tuples.</a:t>
            </a:r>
          </a:p>
          <a:p>
            <a:pPr marL="263525" indent="-263525">
              <a:buFont typeface="+mj-lt"/>
              <a:buAutoNum type="arabicPeriod" startAt="4"/>
            </a:pPr>
            <a:r>
              <a:rPr lang="en-GB" b="1" noProof="0"/>
              <a:t>What happens when </a:t>
            </a:r>
            <a:r>
              <a:rPr lang="en-GB" b="1" noProof="0" err="1"/>
              <a:t>sys.exit</a:t>
            </a:r>
            <a:r>
              <a:rPr lang="en-GB" b="1" noProof="0"/>
              <a:t>(1) is called?</a:t>
            </a:r>
          </a:p>
          <a:p>
            <a:pPr marL="606425" indent="-342900">
              <a:buFont typeface="+mj-lt"/>
              <a:buAutoNum type="alphaLcPeriod"/>
            </a:pPr>
            <a:r>
              <a:rPr lang="en-GB" noProof="0"/>
              <a:t>The program ends with success.</a:t>
            </a:r>
          </a:p>
          <a:p>
            <a:pPr marL="606425" indent="-342900">
              <a:buFont typeface="+mj-lt"/>
              <a:buAutoNum type="alphaLcPeriod"/>
            </a:pPr>
            <a:r>
              <a:rPr lang="en-GB" noProof="0"/>
              <a:t>The program raises </a:t>
            </a:r>
            <a:r>
              <a:rPr lang="en-GB" noProof="0" err="1"/>
              <a:t>SystemExit</a:t>
            </a:r>
            <a:r>
              <a:rPr lang="en-GB" noProof="0"/>
              <a:t>, which can be caught.</a:t>
            </a:r>
          </a:p>
          <a:p>
            <a:pPr marL="606425" indent="-342900">
              <a:buFont typeface="+mj-lt"/>
              <a:buAutoNum type="alphaLcPeriod"/>
            </a:pPr>
            <a:r>
              <a:rPr lang="en-GB" noProof="0"/>
              <a:t>The program ignores the call and continues.</a:t>
            </a:r>
          </a:p>
          <a:p>
            <a:pPr marL="606425" indent="-342900">
              <a:buFont typeface="+mj-lt"/>
              <a:buAutoNum type="alphaLcPeriod"/>
            </a:pPr>
            <a:r>
              <a:rPr lang="en-GB" noProof="0"/>
              <a:t>The program always crashes.</a:t>
            </a:r>
          </a:p>
        </p:txBody>
      </p:sp>
      <p:sp>
        <p:nvSpPr>
          <p:cNvPr id="4" name="Slide Number Placeholder 3">
            <a:extLst>
              <a:ext uri="{FF2B5EF4-FFF2-40B4-BE49-F238E27FC236}">
                <a16:creationId xmlns:a16="http://schemas.microsoft.com/office/drawing/2014/main" id="{BED82164-30A5-453C-3CEE-24D80A899AF1}"/>
              </a:ext>
            </a:extLst>
          </p:cNvPr>
          <p:cNvSpPr>
            <a:spLocks noGrp="1"/>
          </p:cNvSpPr>
          <p:nvPr>
            <p:ph type="sldNum" sz="quarter" idx="4294967295"/>
          </p:nvPr>
        </p:nvSpPr>
        <p:spPr>
          <a:xfrm>
            <a:off x="9448800" y="6399213"/>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3469444-D02B-D446-9CF8-19DEDDE073D1}" type="slidenum">
              <a:rPr kumimoji="0" lang="en-GB" sz="1800" b="0" i="0" u="none" strike="noStrike" kern="1200" cap="none" spc="0" normalizeH="0" baseline="0" noProof="0" smtClean="0">
                <a:ln>
                  <a:noFill/>
                </a:ln>
                <a:solidFill>
                  <a:srgbClr val="0D0D0D"/>
                </a:solidFill>
                <a:effectLst/>
                <a:uLnTx/>
                <a:uFillTx/>
                <a:latin typeface="Figtree"/>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GB" sz="1800" b="0" i="0" u="none" strike="noStrike" kern="1200" cap="none" spc="0" normalizeH="0" baseline="0" noProof="0">
              <a:ln>
                <a:noFill/>
              </a:ln>
              <a:solidFill>
                <a:srgbClr val="0D0D0D"/>
              </a:solidFill>
              <a:effectLst/>
              <a:uLnTx/>
              <a:uFillTx/>
              <a:latin typeface="Figtree"/>
              <a:ea typeface="+mn-ea"/>
              <a:cs typeface="+mn-cs"/>
            </a:endParaRPr>
          </a:p>
        </p:txBody>
      </p:sp>
    </p:spTree>
    <p:extLst>
      <p:ext uri="{BB962C8B-B14F-4D97-AF65-F5344CB8AC3E}">
        <p14:creationId xmlns:p14="http://schemas.microsoft.com/office/powerpoint/2010/main" val="32238809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4E4FFB4-BCA5-18E9-9F68-1408ED8345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734928-5BC1-8AE5-4586-E89CFE7979AC}"/>
              </a:ext>
            </a:extLst>
          </p:cNvPr>
          <p:cNvSpPr>
            <a:spLocks noGrp="1"/>
          </p:cNvSpPr>
          <p:nvPr>
            <p:ph type="ctrTitle"/>
          </p:nvPr>
        </p:nvSpPr>
        <p:spPr/>
        <p:txBody>
          <a:bodyPr/>
          <a:lstStyle/>
          <a:p>
            <a:r>
              <a:rPr lang="en-GB" noProof="0"/>
              <a:t>Summary </a:t>
            </a:r>
          </a:p>
        </p:txBody>
      </p:sp>
      <p:sp>
        <p:nvSpPr>
          <p:cNvPr id="3" name="Text Placeholder 2">
            <a:extLst>
              <a:ext uri="{FF2B5EF4-FFF2-40B4-BE49-F238E27FC236}">
                <a16:creationId xmlns:a16="http://schemas.microsoft.com/office/drawing/2014/main" id="{454A328C-3ADF-54A6-C46E-2DA907147B23}"/>
              </a:ext>
            </a:extLst>
          </p:cNvPr>
          <p:cNvSpPr>
            <a:spLocks noGrp="1"/>
          </p:cNvSpPr>
          <p:nvPr>
            <p:ph type="body" sz="quarter" idx="13"/>
          </p:nvPr>
        </p:nvSpPr>
        <p:spPr/>
        <p:txBody>
          <a:bodyPr/>
          <a:lstStyle/>
          <a:p>
            <a:r>
              <a:rPr lang="en-GB" b="1" noProof="0"/>
              <a:t>Python conditionals and flow control:</a:t>
            </a:r>
          </a:p>
          <a:p>
            <a:pPr marL="285750" indent="-285750">
              <a:buFont typeface="Arial" panose="020B0604020202020204" pitchFamily="34" charset="0"/>
              <a:buChar char="•"/>
            </a:pPr>
            <a:r>
              <a:rPr lang="en-GB" noProof="0"/>
              <a:t>Python provides the usual Boolean values (True, False) and logical operators (not, and, or).</a:t>
            </a:r>
          </a:p>
          <a:p>
            <a:pPr marL="285750" indent="-285750">
              <a:buFont typeface="Arial" panose="020B0604020202020204" pitchFamily="34" charset="0"/>
              <a:buChar char="•"/>
            </a:pPr>
            <a:r>
              <a:rPr lang="en-GB" noProof="0"/>
              <a:t>Conditions work with many types — be mindful of truth and false values (for example, 0, "", [] evaluate as False).</a:t>
            </a:r>
          </a:p>
          <a:p>
            <a:r>
              <a:rPr lang="en-GB" b="1" noProof="0"/>
              <a:t>Core flow control statements:</a:t>
            </a:r>
          </a:p>
          <a:p>
            <a:endParaRPr lang="en-GB" noProof="0"/>
          </a:p>
          <a:p>
            <a:endParaRPr lang="en-GB" noProof="0"/>
          </a:p>
          <a:p>
            <a:endParaRPr lang="en-GB" noProof="0"/>
          </a:p>
          <a:p>
            <a:endParaRPr lang="en-GB" noProof="0"/>
          </a:p>
          <a:p>
            <a:endParaRPr lang="en-GB" noProof="0"/>
          </a:p>
          <a:p>
            <a:pPr marL="285750" indent="-285750">
              <a:buFont typeface="Arial" panose="020B0604020202020204" pitchFamily="34" charset="0"/>
              <a:buChar char="•"/>
            </a:pPr>
            <a:r>
              <a:rPr lang="en-GB" noProof="0"/>
              <a:t>A program can be terminated explicitly with </a:t>
            </a:r>
            <a:r>
              <a:rPr lang="en-GB" noProof="0" err="1"/>
              <a:t>sys.exit</a:t>
            </a:r>
            <a:r>
              <a:rPr lang="en-GB" noProof="0"/>
              <a:t>().</a:t>
            </a:r>
          </a:p>
        </p:txBody>
      </p:sp>
      <p:sp>
        <p:nvSpPr>
          <p:cNvPr id="4" name="Rectangle 4">
            <a:extLst>
              <a:ext uri="{FF2B5EF4-FFF2-40B4-BE49-F238E27FC236}">
                <a16:creationId xmlns:a16="http://schemas.microsoft.com/office/drawing/2014/main" id="{911A0FF5-BBE8-535B-0873-228CB6CDF6EC}"/>
              </a:ext>
            </a:extLst>
          </p:cNvPr>
          <p:cNvSpPr txBox="1">
            <a:spLocks noChangeArrowheads="1"/>
          </p:cNvSpPr>
          <p:nvPr/>
        </p:nvSpPr>
        <p:spPr bwMode="auto">
          <a:xfrm>
            <a:off x="866113" y="3840010"/>
            <a:ext cx="3210587" cy="1865126"/>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if condition:</a:t>
            </a:r>
          </a:p>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 do something</a:t>
            </a:r>
          </a:p>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endPar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while condition:</a:t>
            </a:r>
          </a:p>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 repeat while true</a:t>
            </a:r>
          </a:p>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endPar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for target in </a:t>
            </a:r>
            <a:r>
              <a:rPr kumimoji="0" lang="en-GB" sz="1600" b="0" i="0" u="none" strike="noStrike" kern="1200" cap="none" spc="0" normalizeH="0" baseline="0" noProof="0" err="1">
                <a:ln>
                  <a:noFill/>
                </a:ln>
                <a:solidFill>
                  <a:prstClr val="white"/>
                </a:solidFill>
                <a:effectLst/>
                <a:uLnTx/>
                <a:uFillTx/>
                <a:latin typeface="Consolas" panose="020B0609020204030204" pitchFamily="49" charset="0"/>
                <a:ea typeface="+mn-ea"/>
                <a:cs typeface="Consolas" panose="020B0609020204030204" pitchFamily="49" charset="0"/>
              </a:rPr>
              <a:t>iterable</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nsolas" panose="020B0609020204030204" pitchFamily="49" charset="0"/>
              </a:rPr>
              <a:t>    # process each item</a:t>
            </a:r>
          </a:p>
        </p:txBody>
      </p:sp>
    </p:spTree>
    <p:extLst>
      <p:ext uri="{BB962C8B-B14F-4D97-AF65-F5344CB8AC3E}">
        <p14:creationId xmlns:p14="http://schemas.microsoft.com/office/powerpoint/2010/main" val="41470901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10A2E5-A3AA-7BE3-7C87-983A58C15C46}"/>
              </a:ext>
            </a:extLst>
          </p:cNvPr>
          <p:cNvSpPr>
            <a:spLocks noGrp="1"/>
          </p:cNvSpPr>
          <p:nvPr>
            <p:ph type="ctrTitle"/>
          </p:nvPr>
        </p:nvSpPr>
        <p:spPr/>
        <p:txBody>
          <a:bodyPr/>
          <a:lstStyle/>
          <a:p>
            <a:r>
              <a:rPr lang="en-GB" noProof="0"/>
              <a:t>Module: Functions</a:t>
            </a:r>
          </a:p>
        </p:txBody>
      </p:sp>
      <p:sp>
        <p:nvSpPr>
          <p:cNvPr id="5" name="Subtitle 4">
            <a:extLst>
              <a:ext uri="{FF2B5EF4-FFF2-40B4-BE49-F238E27FC236}">
                <a16:creationId xmlns:a16="http://schemas.microsoft.com/office/drawing/2014/main" id="{4D1EDBA7-874F-1627-9A47-41371A0DC58B}"/>
              </a:ext>
            </a:extLst>
          </p:cNvPr>
          <p:cNvSpPr>
            <a:spLocks noGrp="1"/>
          </p:cNvSpPr>
          <p:nvPr>
            <p:ph type="subTitle" idx="1"/>
          </p:nvPr>
        </p:nvSpPr>
        <p:spPr/>
        <p:txBody>
          <a:bodyPr/>
          <a:lstStyle/>
          <a:p>
            <a:endParaRPr lang="en-GB" noProof="0"/>
          </a:p>
        </p:txBody>
      </p:sp>
    </p:spTree>
    <p:extLst>
      <p:ext uri="{BB962C8B-B14F-4D97-AF65-F5344CB8AC3E}">
        <p14:creationId xmlns:p14="http://schemas.microsoft.com/office/powerpoint/2010/main" val="17827369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9" name="Rectangle 3"/>
          <p:cNvSpPr>
            <a:spLocks noGrp="1" noChangeArrowheads="1"/>
          </p:cNvSpPr>
          <p:nvPr>
            <p:ph type="body" sz="quarter" idx="13"/>
          </p:nvPr>
        </p:nvSpPr>
        <p:spPr>
          <a:xfrm>
            <a:off x="443921" y="1733108"/>
            <a:ext cx="6679721" cy="4061405"/>
          </a:xfrm>
        </p:spPr>
        <p:txBody>
          <a:bodyPr/>
          <a:lstStyle/>
          <a:p>
            <a:r>
              <a:rPr lang="en-GB" noProof="0"/>
              <a:t>By the end of this chapter, you will be able to:</a:t>
            </a:r>
          </a:p>
          <a:p>
            <a:pPr marL="285750" indent="-285750">
              <a:buFont typeface="Arial" panose="020B0604020202020204" pitchFamily="34" charset="0"/>
              <a:buChar char="•"/>
            </a:pPr>
            <a:r>
              <a:rPr lang="en-GB" noProof="0"/>
              <a:t>Create, call, return values, and pass parameters to Python functions. </a:t>
            </a:r>
          </a:p>
          <a:p>
            <a:pPr marL="285750" indent="-285750">
              <a:buFont typeface="Arial" panose="020B0604020202020204" pitchFamily="34" charset="0"/>
              <a:buChar char="•"/>
            </a:pPr>
            <a:r>
              <a:rPr lang="en-GB" noProof="0"/>
              <a:t>Understand how to use variadic functions.</a:t>
            </a:r>
          </a:p>
          <a:p>
            <a:pPr marL="285750" indent="-285750">
              <a:buFont typeface="Arial" panose="020B0604020202020204" pitchFamily="34" charset="0"/>
              <a:buChar char="•"/>
            </a:pPr>
            <a:r>
              <a:rPr lang="en-GB" noProof="0"/>
              <a:t>Add annotations to function declarations.</a:t>
            </a:r>
          </a:p>
          <a:p>
            <a:pPr marL="285750" indent="-285750">
              <a:buFont typeface="Arial" panose="020B0604020202020204" pitchFamily="34" charset="0"/>
              <a:buChar char="•"/>
            </a:pPr>
            <a:r>
              <a:rPr lang="en-GB" noProof="0"/>
              <a:t>Understand variable scope.</a:t>
            </a:r>
          </a:p>
          <a:p>
            <a:pPr marL="285750" indent="-285750">
              <a:buFont typeface="Arial" panose="020B0604020202020204" pitchFamily="34" charset="0"/>
              <a:buChar char="•"/>
            </a:pPr>
            <a:r>
              <a:rPr lang="en-GB" noProof="0"/>
              <a:t>Nest functions.</a:t>
            </a:r>
          </a:p>
          <a:p>
            <a:pPr marL="285750" indent="-285750">
              <a:buFont typeface="Arial" panose="020B0604020202020204" pitchFamily="34" charset="0"/>
              <a:buChar char="•"/>
            </a:pPr>
            <a:r>
              <a:rPr lang="en-GB" noProof="0"/>
              <a:t>Implement Python docstrings.</a:t>
            </a:r>
          </a:p>
          <a:p>
            <a:pPr marL="285750" indent="-285750">
              <a:buFont typeface="Arial" panose="020B0604020202020204" pitchFamily="34" charset="0"/>
              <a:buChar char="•"/>
            </a:pPr>
            <a:r>
              <a:rPr lang="en-GB" noProof="0"/>
              <a:t>Define and invoke lambda functions.</a:t>
            </a:r>
          </a:p>
        </p:txBody>
      </p:sp>
    </p:spTree>
    <p:extLst>
      <p:ext uri="{BB962C8B-B14F-4D97-AF65-F5344CB8AC3E}">
        <p14:creationId xmlns:p14="http://schemas.microsoft.com/office/powerpoint/2010/main" val="977506752"/>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5236C-F7B2-6EA0-C2C5-3F8367B758F0}"/>
              </a:ext>
            </a:extLst>
          </p:cNvPr>
          <p:cNvSpPr>
            <a:spLocks noGrp="1"/>
          </p:cNvSpPr>
          <p:nvPr>
            <p:ph type="ctrTitle"/>
          </p:nvPr>
        </p:nvSpPr>
        <p:spPr>
          <a:xfrm>
            <a:off x="443921" y="500194"/>
            <a:ext cx="10800000" cy="858985"/>
          </a:xfrm>
        </p:spPr>
        <p:txBody>
          <a:bodyPr/>
          <a:lstStyle/>
          <a:p>
            <a:r>
              <a:rPr lang="en-GB" noProof="0"/>
              <a:t>Functions: Introduction</a:t>
            </a:r>
          </a:p>
        </p:txBody>
      </p:sp>
      <p:sp>
        <p:nvSpPr>
          <p:cNvPr id="3" name="Text Placeholder 2">
            <a:extLst>
              <a:ext uri="{FF2B5EF4-FFF2-40B4-BE49-F238E27FC236}">
                <a16:creationId xmlns:a16="http://schemas.microsoft.com/office/drawing/2014/main" id="{98C3D7D0-2A4C-6F57-C3BD-CE2E2EC6FF11}"/>
              </a:ext>
            </a:extLst>
          </p:cNvPr>
          <p:cNvSpPr>
            <a:spLocks noGrp="1"/>
          </p:cNvSpPr>
          <p:nvPr>
            <p:ph type="body" sz="quarter" idx="14"/>
          </p:nvPr>
        </p:nvSpPr>
        <p:spPr>
          <a:xfrm>
            <a:off x="443921" y="1733108"/>
            <a:ext cx="7686287" cy="4061405"/>
          </a:xfrm>
        </p:spPr>
        <p:txBody>
          <a:bodyPr/>
          <a:lstStyle/>
          <a:p>
            <a:pPr marL="285750" indent="-285750">
              <a:buFont typeface="Arial" panose="020B0604020202020204" pitchFamily="34" charset="0"/>
              <a:buChar char="•"/>
            </a:pPr>
            <a:r>
              <a:rPr lang="en-GB" noProof="0"/>
              <a:t>Functions allow for code to be re-used, reducing code duplication. </a:t>
            </a:r>
          </a:p>
          <a:p>
            <a:pPr marL="285750" indent="-285750">
              <a:buFont typeface="Arial" panose="020B0604020202020204" pitchFamily="34" charset="0"/>
              <a:buChar char="•"/>
            </a:pPr>
            <a:r>
              <a:rPr lang="en-GB" noProof="0"/>
              <a:t>Functions are simply blocks of code with a name.</a:t>
            </a:r>
          </a:p>
          <a:p>
            <a:pPr marL="285750" indent="-285750">
              <a:buFont typeface="Arial" panose="020B0604020202020204" pitchFamily="34" charset="0"/>
              <a:buChar char="•"/>
            </a:pPr>
            <a:r>
              <a:rPr lang="en-GB" noProof="0"/>
              <a:t>Functions can have inputs (parameters) and outputs (return values).</a:t>
            </a:r>
          </a:p>
          <a:p>
            <a:pPr marL="285750" indent="-285750">
              <a:buFont typeface="Arial" panose="020B0604020202020204" pitchFamily="34" charset="0"/>
              <a:buChar char="•"/>
            </a:pPr>
            <a:endParaRPr lang="en-GB" noProof="0"/>
          </a:p>
        </p:txBody>
      </p:sp>
      <p:sp>
        <p:nvSpPr>
          <p:cNvPr id="4" name="Slide Number Placeholder 3">
            <a:extLst>
              <a:ext uri="{FF2B5EF4-FFF2-40B4-BE49-F238E27FC236}">
                <a16:creationId xmlns:a16="http://schemas.microsoft.com/office/drawing/2014/main" id="{723C4019-3C3D-C7AD-AA75-C559ECEE604E}"/>
              </a:ext>
            </a:extLst>
          </p:cNvPr>
          <p:cNvSpPr>
            <a:spLocks noGrp="1"/>
          </p:cNvSpPr>
          <p:nvPr>
            <p:ph type="sldNum" sz="quarter" idx="12"/>
          </p:nvPr>
        </p:nvSpPr>
        <p:spPr>
          <a:xfrm>
            <a:off x="9365513" y="6398855"/>
            <a:ext cx="2743200" cy="365125"/>
          </a:xfrm>
        </p:spPr>
        <p:txBody>
          <a:bodyPr/>
          <a:lstStyle/>
          <a:p>
            <a:fld id="{F3469444-D02B-D446-9CF8-19DEDDE073D1}" type="slidenum">
              <a:rPr lang="en-GB" noProof="0" smtClean="0"/>
              <a:pPr/>
              <a:t>23</a:t>
            </a:fld>
            <a:endParaRPr lang="en-GB" noProof="0"/>
          </a:p>
        </p:txBody>
      </p:sp>
    </p:spTree>
    <p:extLst>
      <p:ext uri="{BB962C8B-B14F-4D97-AF65-F5344CB8AC3E}">
        <p14:creationId xmlns:p14="http://schemas.microsoft.com/office/powerpoint/2010/main" val="11305130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11204-6043-AB27-8385-2DBC5054C80A}"/>
              </a:ext>
            </a:extLst>
          </p:cNvPr>
          <p:cNvSpPr>
            <a:spLocks noGrp="1"/>
          </p:cNvSpPr>
          <p:nvPr>
            <p:ph type="ctrTitle"/>
          </p:nvPr>
        </p:nvSpPr>
        <p:spPr/>
        <p:txBody>
          <a:bodyPr/>
          <a:lstStyle/>
          <a:p>
            <a:r>
              <a:rPr lang="en-GB" noProof="0"/>
              <a:t>Functions: Example</a:t>
            </a:r>
          </a:p>
        </p:txBody>
      </p:sp>
      <p:sp>
        <p:nvSpPr>
          <p:cNvPr id="3" name="Text Placeholder 2">
            <a:extLst>
              <a:ext uri="{FF2B5EF4-FFF2-40B4-BE49-F238E27FC236}">
                <a16:creationId xmlns:a16="http://schemas.microsoft.com/office/drawing/2014/main" id="{4FD3FA21-B8A4-E5B2-DA5E-7737C1835E6F}"/>
              </a:ext>
            </a:extLst>
          </p:cNvPr>
          <p:cNvSpPr>
            <a:spLocks noGrp="1"/>
          </p:cNvSpPr>
          <p:nvPr>
            <p:ph type="body" sz="quarter" idx="14"/>
          </p:nvPr>
        </p:nvSpPr>
        <p:spPr>
          <a:xfrm>
            <a:off x="674830" y="1848314"/>
            <a:ext cx="5135800" cy="4061405"/>
          </a:xfrm>
          <a:solidFill>
            <a:schemeClr val="tx1"/>
          </a:solidFill>
        </p:spPr>
        <p:txBody>
          <a:bodyPr/>
          <a:lstStyle/>
          <a:p>
            <a:r>
              <a:rPr lang="en-GB" sz="1400" noProof="0">
                <a:solidFill>
                  <a:schemeClr val="bg1"/>
                </a:solidFill>
                <a:latin typeface="Consolas" panose="020B0609020204030204" pitchFamily="49" charset="0"/>
              </a:rPr>
              <a:t># Calculate the area of Room 1</a:t>
            </a:r>
          </a:p>
          <a:p>
            <a:r>
              <a:rPr lang="en-GB" sz="1400" noProof="0">
                <a:solidFill>
                  <a:schemeClr val="bg1"/>
                </a:solidFill>
                <a:latin typeface="Consolas" panose="020B0609020204030204" pitchFamily="49" charset="0"/>
              </a:rPr>
              <a:t>length, width = 5, 4</a:t>
            </a:r>
          </a:p>
          <a:p>
            <a:r>
              <a:rPr lang="en-GB" sz="1400" noProof="0">
                <a:solidFill>
                  <a:schemeClr val="bg1"/>
                </a:solidFill>
                <a:latin typeface="Consolas" panose="020B0609020204030204" pitchFamily="49" charset="0"/>
              </a:rPr>
              <a:t>area = length * width</a:t>
            </a:r>
          </a:p>
          <a:p>
            <a:r>
              <a:rPr lang="en-GB" sz="1400" noProof="0">
                <a:solidFill>
                  <a:schemeClr val="bg1"/>
                </a:solidFill>
                <a:latin typeface="Consolas" panose="020B0609020204030204" pitchFamily="49" charset="0"/>
              </a:rPr>
              <a:t>print("Room 1 area:", area)</a:t>
            </a:r>
          </a:p>
          <a:p>
            <a:r>
              <a:rPr lang="en-GB" sz="1400" noProof="0">
                <a:solidFill>
                  <a:schemeClr val="bg1"/>
                </a:solidFill>
                <a:latin typeface="Consolas" panose="020B0609020204030204" pitchFamily="49" charset="0"/>
              </a:rPr>
              <a:t># Calculate the area of Room 2</a:t>
            </a:r>
          </a:p>
          <a:p>
            <a:r>
              <a:rPr lang="en-GB" sz="1400" noProof="0">
                <a:solidFill>
                  <a:schemeClr val="bg1"/>
                </a:solidFill>
                <a:latin typeface="Consolas" panose="020B0609020204030204" pitchFamily="49" charset="0"/>
              </a:rPr>
              <a:t>Length, width = 8, 3</a:t>
            </a:r>
          </a:p>
          <a:p>
            <a:r>
              <a:rPr lang="en-GB" sz="1400" noProof="0">
                <a:solidFill>
                  <a:schemeClr val="bg1"/>
                </a:solidFill>
                <a:latin typeface="Consolas" panose="020B0609020204030204" pitchFamily="49" charset="0"/>
              </a:rPr>
              <a:t>area = length * width</a:t>
            </a:r>
          </a:p>
          <a:p>
            <a:r>
              <a:rPr lang="en-GB" sz="1400" noProof="0">
                <a:solidFill>
                  <a:schemeClr val="bg1"/>
                </a:solidFill>
                <a:latin typeface="Consolas" panose="020B0609020204030204" pitchFamily="49" charset="0"/>
              </a:rPr>
              <a:t>print("Room 2 area:", area)</a:t>
            </a:r>
          </a:p>
          <a:p>
            <a:r>
              <a:rPr lang="en-GB" sz="1400" noProof="0">
                <a:solidFill>
                  <a:schemeClr val="bg1"/>
                </a:solidFill>
                <a:latin typeface="Consolas" panose="020B0609020204030204" pitchFamily="49" charset="0"/>
              </a:rPr>
              <a:t># Calculate the area of Room 314</a:t>
            </a:r>
          </a:p>
          <a:p>
            <a:r>
              <a:rPr lang="en-GB" sz="1400" noProof="0">
                <a:solidFill>
                  <a:schemeClr val="bg1"/>
                </a:solidFill>
                <a:latin typeface="Consolas" panose="020B0609020204030204" pitchFamily="49" charset="0"/>
              </a:rPr>
              <a:t>Length, width = 6, 7</a:t>
            </a:r>
          </a:p>
          <a:p>
            <a:r>
              <a:rPr lang="en-GB" sz="1400" noProof="0">
                <a:solidFill>
                  <a:schemeClr val="bg1"/>
                </a:solidFill>
                <a:latin typeface="Consolas" panose="020B0609020204030204" pitchFamily="49" charset="0"/>
              </a:rPr>
              <a:t>area = length * width</a:t>
            </a:r>
          </a:p>
          <a:p>
            <a:r>
              <a:rPr lang="en-GB" sz="1400" noProof="0">
                <a:solidFill>
                  <a:schemeClr val="bg1"/>
                </a:solidFill>
                <a:latin typeface="Consolas" panose="020B0609020204030204" pitchFamily="49" charset="0"/>
              </a:rPr>
              <a:t>print("Room 3 area:", area)</a:t>
            </a:r>
          </a:p>
        </p:txBody>
      </p:sp>
      <p:sp>
        <p:nvSpPr>
          <p:cNvPr id="6" name="Text Placeholder 5">
            <a:extLst>
              <a:ext uri="{FF2B5EF4-FFF2-40B4-BE49-F238E27FC236}">
                <a16:creationId xmlns:a16="http://schemas.microsoft.com/office/drawing/2014/main" id="{4B4DA12E-8D43-9AD1-0A52-66419F71D96C}"/>
              </a:ext>
            </a:extLst>
          </p:cNvPr>
          <p:cNvSpPr>
            <a:spLocks noGrp="1"/>
          </p:cNvSpPr>
          <p:nvPr>
            <p:ph type="body" sz="quarter" idx="15"/>
          </p:nvPr>
        </p:nvSpPr>
        <p:spPr>
          <a:xfrm>
            <a:off x="6339030" y="1848314"/>
            <a:ext cx="5135800" cy="4061405"/>
          </a:xfrm>
          <a:solidFill>
            <a:schemeClr val="tx1"/>
          </a:solidFill>
        </p:spPr>
        <p:txBody>
          <a:bodyPr/>
          <a:lstStyle/>
          <a:p>
            <a:r>
              <a:rPr lang="en-GB" noProof="0">
                <a:solidFill>
                  <a:schemeClr val="bg1"/>
                </a:solidFill>
                <a:latin typeface="Consolas" panose="020B0609020204030204" pitchFamily="49" charset="0"/>
              </a:rPr>
              <a:t>def </a:t>
            </a:r>
            <a:r>
              <a:rPr lang="en-GB" noProof="0" err="1">
                <a:solidFill>
                  <a:schemeClr val="bg1"/>
                </a:solidFill>
                <a:latin typeface="Consolas" panose="020B0609020204030204" pitchFamily="49" charset="0"/>
              </a:rPr>
              <a:t>calculate_area</a:t>
            </a:r>
            <a:r>
              <a:rPr lang="en-GB" noProof="0">
                <a:solidFill>
                  <a:schemeClr val="bg1"/>
                </a:solidFill>
                <a:latin typeface="Consolas" panose="020B0609020204030204" pitchFamily="49" charset="0"/>
              </a:rPr>
              <a:t>(length, width):</a:t>
            </a:r>
          </a:p>
          <a:p>
            <a:r>
              <a:rPr lang="en-GB" noProof="0">
                <a:solidFill>
                  <a:schemeClr val="bg1"/>
                </a:solidFill>
                <a:latin typeface="Consolas" panose="020B0609020204030204" pitchFamily="49" charset="0"/>
              </a:rPr>
              <a:t>    area = length * width</a:t>
            </a:r>
          </a:p>
          <a:p>
            <a:r>
              <a:rPr lang="en-GB" noProof="0">
                <a:solidFill>
                  <a:schemeClr val="bg1"/>
                </a:solidFill>
                <a:latin typeface="Consolas" panose="020B0609020204030204" pitchFamily="49" charset="0"/>
              </a:rPr>
              <a:t>    print("Area:", area)</a:t>
            </a:r>
          </a:p>
          <a:p>
            <a:r>
              <a:rPr lang="en-GB" noProof="0" err="1">
                <a:solidFill>
                  <a:schemeClr val="bg1"/>
                </a:solidFill>
                <a:latin typeface="Consolas" panose="020B0609020204030204" pitchFamily="49" charset="0"/>
              </a:rPr>
              <a:t>calculate_area</a:t>
            </a:r>
            <a:r>
              <a:rPr lang="en-GB" noProof="0">
                <a:solidFill>
                  <a:schemeClr val="bg1"/>
                </a:solidFill>
                <a:latin typeface="Consolas" panose="020B0609020204030204" pitchFamily="49" charset="0"/>
              </a:rPr>
              <a:t>(5, 4)</a:t>
            </a:r>
          </a:p>
          <a:p>
            <a:r>
              <a:rPr lang="en-GB" noProof="0" err="1">
                <a:solidFill>
                  <a:schemeClr val="bg1"/>
                </a:solidFill>
                <a:latin typeface="Consolas" panose="020B0609020204030204" pitchFamily="49" charset="0"/>
              </a:rPr>
              <a:t>calculate_area</a:t>
            </a:r>
            <a:r>
              <a:rPr lang="en-GB" noProof="0">
                <a:solidFill>
                  <a:schemeClr val="bg1"/>
                </a:solidFill>
                <a:latin typeface="Consolas" panose="020B0609020204030204" pitchFamily="49" charset="0"/>
              </a:rPr>
              <a:t>(8, 3)</a:t>
            </a:r>
          </a:p>
          <a:p>
            <a:r>
              <a:rPr lang="en-GB" noProof="0" err="1">
                <a:solidFill>
                  <a:schemeClr val="bg1"/>
                </a:solidFill>
                <a:latin typeface="Consolas" panose="020B0609020204030204" pitchFamily="49" charset="0"/>
              </a:rPr>
              <a:t>calculate_area</a:t>
            </a:r>
            <a:r>
              <a:rPr lang="en-GB" noProof="0">
                <a:solidFill>
                  <a:schemeClr val="bg1"/>
                </a:solidFill>
                <a:latin typeface="Consolas" panose="020B0609020204030204" pitchFamily="49" charset="0"/>
              </a:rPr>
              <a:t>(6, 7)</a:t>
            </a:r>
          </a:p>
        </p:txBody>
      </p:sp>
      <p:sp>
        <p:nvSpPr>
          <p:cNvPr id="4" name="Slide Number Placeholder 3">
            <a:extLst>
              <a:ext uri="{FF2B5EF4-FFF2-40B4-BE49-F238E27FC236}">
                <a16:creationId xmlns:a16="http://schemas.microsoft.com/office/drawing/2014/main" id="{9768935F-E634-7690-47B8-6A80F7649391}"/>
              </a:ext>
            </a:extLst>
          </p:cNvPr>
          <p:cNvSpPr>
            <a:spLocks noGrp="1"/>
          </p:cNvSpPr>
          <p:nvPr>
            <p:ph type="sldNum" sz="quarter" idx="12"/>
          </p:nvPr>
        </p:nvSpPr>
        <p:spPr/>
        <p:txBody>
          <a:bodyPr/>
          <a:lstStyle/>
          <a:p>
            <a:fld id="{F3469444-D02B-D446-9CF8-19DEDDE073D1}" type="slidenum">
              <a:rPr lang="en-GB" noProof="0" smtClean="0"/>
              <a:pPr/>
              <a:t>24</a:t>
            </a:fld>
            <a:endParaRPr lang="en-GB" noProof="0"/>
          </a:p>
        </p:txBody>
      </p:sp>
    </p:spTree>
    <p:extLst>
      <p:ext uri="{BB962C8B-B14F-4D97-AF65-F5344CB8AC3E}">
        <p14:creationId xmlns:p14="http://schemas.microsoft.com/office/powerpoint/2010/main" val="4399690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3" name="Rectangle 3"/>
          <p:cNvSpPr>
            <a:spLocks noGrp="1" noChangeArrowheads="1"/>
          </p:cNvSpPr>
          <p:nvPr>
            <p:ph type="ctrTitle"/>
          </p:nvPr>
        </p:nvSpPr>
        <p:spPr/>
        <p:txBody>
          <a:bodyPr/>
          <a:lstStyle/>
          <a:p>
            <a:pPr eaLnBrk="1" hangingPunct="1"/>
            <a:r>
              <a:rPr lang="en-GB" noProof="0"/>
              <a:t>Python functions</a:t>
            </a:r>
          </a:p>
        </p:txBody>
      </p:sp>
      <p:sp>
        <p:nvSpPr>
          <p:cNvPr id="5122" name="Rectangle 2"/>
          <p:cNvSpPr>
            <a:spLocks noGrp="1" noChangeArrowheads="1"/>
          </p:cNvSpPr>
          <p:nvPr>
            <p:ph type="body" sz="quarter" idx="14"/>
          </p:nvPr>
        </p:nvSpPr>
        <p:spPr>
          <a:xfrm>
            <a:off x="443921" y="1455315"/>
            <a:ext cx="7686287" cy="4061405"/>
          </a:xfrm>
        </p:spPr>
        <p:txBody>
          <a:bodyPr>
            <a:noAutofit/>
          </a:bodyPr>
          <a:lstStyle/>
          <a:p>
            <a:r>
              <a:rPr lang="en-GB" b="1" noProof="0"/>
              <a:t>Functions are objects.</a:t>
            </a:r>
          </a:p>
          <a:p>
            <a:r>
              <a:rPr lang="en-GB" b="1" noProof="0"/>
              <a:t>Defined with the def statement, followed by the argument list.</a:t>
            </a:r>
          </a:p>
          <a:p>
            <a:pPr marL="285750" lvl="1" indent="-285750"/>
            <a:r>
              <a:rPr lang="en-GB" noProof="0"/>
              <a:t>Just like conditionals, membership is by indentation.</a:t>
            </a:r>
          </a:p>
          <a:p>
            <a:pPr marL="285750" lvl="1" indent="-285750"/>
            <a:endParaRPr lang="en-GB" noProof="0"/>
          </a:p>
          <a:p>
            <a:pPr marL="285750" lvl="1" indent="-285750"/>
            <a:endParaRPr lang="en-GB" noProof="0"/>
          </a:p>
          <a:p>
            <a:pPr marL="342900" indent="-342900">
              <a:buFont typeface="Arial" panose="020B0604020202020204" pitchFamily="34" charset="0"/>
              <a:buChar char="•"/>
            </a:pPr>
            <a:endParaRPr lang="en-GB" b="1" noProof="0"/>
          </a:p>
          <a:p>
            <a:pPr marL="285750" indent="-285750">
              <a:buFont typeface="Arial" panose="020B0604020202020204" pitchFamily="34" charset="0"/>
              <a:buChar char="•"/>
            </a:pPr>
            <a:r>
              <a:rPr lang="en-GB" noProof="0"/>
              <a:t>Arguments are named and can have defaults.</a:t>
            </a:r>
          </a:p>
          <a:p>
            <a:pPr marL="285750" indent="-285750">
              <a:buFont typeface="Arial" panose="020B0604020202020204" pitchFamily="34" charset="0"/>
              <a:buChar char="•"/>
            </a:pPr>
            <a:r>
              <a:rPr lang="en-GB" b="1" noProof="0"/>
              <a:t>return</a:t>
            </a:r>
            <a:r>
              <a:rPr lang="en-GB" noProof="0"/>
              <a:t> statement is optional but recommended.</a:t>
            </a:r>
          </a:p>
          <a:p>
            <a:pPr marL="285750" indent="-285750">
              <a:buFont typeface="Arial" panose="020B0604020202020204" pitchFamily="34" charset="0"/>
              <a:buChar char="•"/>
            </a:pPr>
            <a:r>
              <a:rPr lang="en-GB" noProof="0"/>
              <a:t>Can optionally return any object type or none.</a:t>
            </a:r>
          </a:p>
          <a:p>
            <a:pPr marL="285750" indent="-285750">
              <a:buFont typeface="Arial" panose="020B0604020202020204" pitchFamily="34" charset="0"/>
              <a:buChar char="•"/>
            </a:pPr>
            <a:r>
              <a:rPr lang="en-GB" noProof="0"/>
              <a:t>Variables are local and safe if assigned, unless marked as global.</a:t>
            </a:r>
          </a:p>
          <a:p>
            <a:endParaRPr lang="en-GB" b="1" noProof="0"/>
          </a:p>
          <a:p>
            <a:r>
              <a:rPr lang="en-GB" b="1" noProof="0"/>
              <a:t>‘Function names should be lowercase…’ – PEP008</a:t>
            </a:r>
          </a:p>
        </p:txBody>
      </p:sp>
      <p:sp>
        <p:nvSpPr>
          <p:cNvPr id="5124" name="Rectangle 4"/>
          <p:cNvSpPr>
            <a:spLocks noChangeArrowheads="1"/>
          </p:cNvSpPr>
          <p:nvPr/>
        </p:nvSpPr>
        <p:spPr bwMode="auto">
          <a:xfrm>
            <a:off x="853301" y="2666849"/>
            <a:ext cx="3345319" cy="828432"/>
          </a:xfrm>
          <a:prstGeom prst="rect">
            <a:avLst/>
          </a:prstGeom>
          <a:solidFill>
            <a:schemeClr val="tx1"/>
          </a:solidFill>
          <a:ln w="12700">
            <a:solidFill>
              <a:schemeClr val="tx1"/>
            </a:solidFill>
            <a:miter lim="800000"/>
            <a:headEnd/>
            <a:tailEnd/>
          </a:ln>
          <a:effectLst/>
        </p:spPr>
        <p:txBody>
          <a:bodyPr wrap="square" lIns="90488" tIns="44450" rIns="90488" bIns="44450">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def </a:t>
            </a:r>
            <a:r>
              <a:rPr kumimoji="0" lang="en-GB" sz="16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make_list</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a:t>
            </a:r>
            <a:r>
              <a:rPr kumimoji="0" lang="en-GB" sz="16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val</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times):    </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res = str(</a:t>
            </a:r>
            <a:r>
              <a:rPr kumimoji="0" lang="en-GB" sz="16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val</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 times </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a:t>
            </a:r>
            <a:r>
              <a:rPr kumimoji="0" lang="en-GB" sz="1600" b="1"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return</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res</a:t>
            </a:r>
          </a:p>
        </p:txBody>
      </p:sp>
      <p:sp>
        <p:nvSpPr>
          <p:cNvPr id="2" name="Slide Number Placeholder 1">
            <a:extLst>
              <a:ext uri="{FF2B5EF4-FFF2-40B4-BE49-F238E27FC236}">
                <a16:creationId xmlns:a16="http://schemas.microsoft.com/office/drawing/2014/main" id="{C4501B7F-B0D0-DDD6-75E2-55BE5893CE7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GB"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GB" sz="1800" b="0" i="0" u="none" strike="noStrike" kern="1200" cap="none" spc="0" normalizeH="0" baseline="0" noProof="0">
              <a:ln>
                <a:noFill/>
              </a:ln>
              <a:solidFill>
                <a:srgbClr val="5F5F5F"/>
              </a:solidFill>
              <a:effectLst/>
              <a:uLnTx/>
              <a:uFillTx/>
              <a:latin typeface="Figtree"/>
              <a:ea typeface="+mn-ea"/>
              <a:cs typeface="+mn-cs"/>
            </a:endParaRPr>
          </a:p>
        </p:txBody>
      </p:sp>
    </p:spTree>
    <p:extLst>
      <p:ext uri="{BB962C8B-B14F-4D97-AF65-F5344CB8AC3E}">
        <p14:creationId xmlns:p14="http://schemas.microsoft.com/office/powerpoint/2010/main" val="9174833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p:txBody>
          <a:bodyPr/>
          <a:lstStyle/>
          <a:p>
            <a:pPr eaLnBrk="1" hangingPunct="1"/>
            <a:r>
              <a:rPr lang="en-GB" noProof="0"/>
              <a:t>Function parameters </a:t>
            </a:r>
          </a:p>
        </p:txBody>
      </p:sp>
      <p:sp>
        <p:nvSpPr>
          <p:cNvPr id="6147" name="Rectangle 3"/>
          <p:cNvSpPr>
            <a:spLocks noGrp="1" noChangeArrowheads="1"/>
          </p:cNvSpPr>
          <p:nvPr>
            <p:ph sz="quarter" idx="4"/>
          </p:nvPr>
        </p:nvSpPr>
        <p:spPr>
          <a:xfrm>
            <a:off x="443922" y="1487055"/>
            <a:ext cx="11303578" cy="4189656"/>
          </a:xfrm>
        </p:spPr>
        <p:txBody>
          <a:bodyPr/>
          <a:lstStyle/>
          <a:p>
            <a:pPr marL="0" indent="0">
              <a:buNone/>
            </a:pPr>
            <a:r>
              <a:rPr lang="en-GB" b="1" noProof="0">
                <a:solidFill>
                  <a:schemeClr val="tx1"/>
                </a:solidFill>
              </a:rPr>
              <a:t>Values required by the function:</a:t>
            </a:r>
          </a:p>
          <a:p>
            <a:pPr marL="285750" lvl="1" indent="-285750"/>
            <a:r>
              <a:rPr lang="en-GB" sz="1800" noProof="0"/>
              <a:t>Specified within the parentheses of the function declaration.</a:t>
            </a:r>
          </a:p>
          <a:p>
            <a:pPr marL="285750" lvl="2" indent="-285750"/>
            <a:endParaRPr lang="en-GB" noProof="0"/>
          </a:p>
          <a:p>
            <a:pPr marL="285750" lvl="2" indent="-285750"/>
            <a:endParaRPr lang="en-GB" noProof="0"/>
          </a:p>
          <a:p>
            <a:pPr marL="285750" lvl="2" indent="-285750"/>
            <a:endParaRPr lang="en-GB" noProof="0"/>
          </a:p>
          <a:p>
            <a:pPr marL="285750" lvl="1" indent="-285750"/>
            <a:r>
              <a:rPr lang="en-GB" sz="1800" noProof="0"/>
              <a:t>Literal parameters are passed by assignment (copy).</a:t>
            </a:r>
          </a:p>
          <a:p>
            <a:pPr marL="285750" lvl="2" indent="-285750"/>
            <a:endParaRPr lang="en-GB" b="1" noProof="0"/>
          </a:p>
          <a:p>
            <a:pPr marL="285750" lvl="3" indent="-285750"/>
            <a:endParaRPr lang="en-GB" noProof="0"/>
          </a:p>
          <a:p>
            <a:pPr marL="285750" lvl="3" indent="-285750"/>
            <a:endParaRPr lang="en-GB" noProof="0"/>
          </a:p>
          <a:p>
            <a:pPr marL="285750" lvl="1" indent="-285750"/>
            <a:r>
              <a:rPr lang="en-GB" sz="1800" noProof="0"/>
              <a:t>Variable parameters are passed by references, so changes alter the caller's variables.</a:t>
            </a:r>
          </a:p>
        </p:txBody>
      </p:sp>
      <p:sp>
        <p:nvSpPr>
          <p:cNvPr id="6149" name="Rectangle 5"/>
          <p:cNvSpPr>
            <a:spLocks noChangeArrowheads="1"/>
          </p:cNvSpPr>
          <p:nvPr/>
        </p:nvSpPr>
        <p:spPr bwMode="auto">
          <a:xfrm>
            <a:off x="818119" y="2186151"/>
            <a:ext cx="4946073" cy="643766"/>
          </a:xfrm>
          <a:prstGeom prst="rect">
            <a:avLst/>
          </a:prstGeom>
          <a:solidFill>
            <a:schemeClr val="tx1"/>
          </a:solidFill>
          <a:ln w="12700">
            <a:solidFill>
              <a:schemeClr val="tx1"/>
            </a:solidFill>
            <a:miter lim="800000"/>
            <a:headEnd/>
            <a:tailEnd/>
          </a:ln>
          <a:effectLst/>
        </p:spPr>
        <p:txBody>
          <a:bodyPr wrap="square" lIns="90488" tIns="44450" rIns="90488" bIns="44450">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def </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print_list</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val</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times):    </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print(str(</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val</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 times) </a:t>
            </a:r>
          </a:p>
        </p:txBody>
      </p:sp>
      <p:sp>
        <p:nvSpPr>
          <p:cNvPr id="6148" name="Text Box 4"/>
          <p:cNvSpPr txBox="1">
            <a:spLocks noChangeArrowheads="1"/>
          </p:cNvSpPr>
          <p:nvPr/>
        </p:nvSpPr>
        <p:spPr bwMode="auto">
          <a:xfrm>
            <a:off x="818120" y="3388996"/>
            <a:ext cx="4917618" cy="656590"/>
          </a:xfrm>
          <a:prstGeom prst="rect">
            <a:avLst/>
          </a:prstGeom>
          <a:solidFill>
            <a:schemeClr val="tx1"/>
          </a:solidFill>
          <a:ln w="12700">
            <a:solidFill>
              <a:srgbClr val="000000"/>
            </a:solidFill>
            <a:miter lim="800000"/>
            <a:headEnd/>
            <a:tailEnd/>
          </a:ln>
          <a:effectLst/>
        </p:spPr>
        <p:txBody>
          <a:bodyPr wrap="square" lIns="95250" tIns="50800" rIns="95250" bIns="50800">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print_list</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(5, 3)</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print_list</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(0, 4)</a:t>
            </a:r>
          </a:p>
        </p:txBody>
      </p:sp>
      <p:sp>
        <p:nvSpPr>
          <p:cNvPr id="6150" name="Text Box 6"/>
          <p:cNvSpPr txBox="1">
            <a:spLocks noChangeArrowheads="1"/>
          </p:cNvSpPr>
          <p:nvPr/>
        </p:nvSpPr>
        <p:spPr bwMode="auto">
          <a:xfrm>
            <a:off x="818119" y="4666194"/>
            <a:ext cx="4946073" cy="1754326"/>
          </a:xfrm>
          <a:prstGeom prst="rect">
            <a:avLst/>
          </a:prstGeom>
          <a:solidFill>
            <a:schemeClr val="tx1"/>
          </a:solidFill>
          <a:ln w="9525">
            <a:solidFill>
              <a:schemeClr val="tx1"/>
            </a:solidFill>
            <a:miter lim="800000"/>
            <a:headEnd/>
            <a:tailEnd/>
          </a:ln>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def </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change_list</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a:t>
            </a:r>
            <a:r>
              <a:rPr kumimoji="0" lang="en-GB" sz="1800" b="1" i="0" u="none" strike="noStrike" kern="1200" cap="none" spc="0" normalizeH="0" baseline="0" noProof="0" err="1">
                <a:ln>
                  <a:noFill/>
                </a:ln>
                <a:solidFill>
                  <a:srgbClr val="2FB7DA"/>
                </a:solidFill>
                <a:effectLst/>
                <a:uLnTx/>
                <a:uFillTx/>
                <a:latin typeface="Consolas" panose="020B0609020204030204" pitchFamily="49" charset="0"/>
                <a:ea typeface="+mn-ea"/>
                <a:cs typeface="Courier New" panose="02070309020205020404" pitchFamily="49" charset="0"/>
              </a:rPr>
              <a:t>inlist</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val</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times):</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a:t>
            </a:r>
            <a:r>
              <a:rPr kumimoji="0" lang="en-GB" sz="1800" b="1" i="0" u="none" strike="noStrike" kern="1200" cap="none" spc="0" normalizeH="0" baseline="0" noProof="0" err="1">
                <a:ln>
                  <a:noFill/>
                </a:ln>
                <a:solidFill>
                  <a:srgbClr val="2FB7DA"/>
                </a:solidFill>
                <a:effectLst/>
                <a:uLnTx/>
                <a:uFillTx/>
                <a:latin typeface="Consolas" panose="020B0609020204030204" pitchFamily="49" charset="0"/>
                <a:ea typeface="+mn-ea"/>
                <a:cs typeface="Courier New" panose="02070309020205020404" pitchFamily="49" charset="0"/>
              </a:rPr>
              <a:t>inlist</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 str(</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val</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 times</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1" i="0" u="none" strike="noStrike" kern="1200" cap="none" spc="0" normalizeH="0" baseline="0" noProof="0">
                <a:ln>
                  <a:noFill/>
                </a:ln>
                <a:solidFill>
                  <a:srgbClr val="2FB7DA"/>
                </a:solidFill>
                <a:effectLst/>
                <a:uLnTx/>
                <a:uFillTx/>
                <a:latin typeface="Consolas" panose="020B0609020204030204" pitchFamily="49" charset="0"/>
                <a:ea typeface="+mn-ea"/>
                <a:cs typeface="Courier New" panose="02070309020205020404" pitchFamily="49" charset="0"/>
              </a:rPr>
              <a:t>mylist</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change_list</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a:t>
            </a:r>
            <a:r>
              <a:rPr kumimoji="0" lang="en-GB" sz="1800" b="1" i="0" u="none" strike="noStrike" kern="1200" cap="none" spc="0" normalizeH="0" baseline="0" noProof="0">
                <a:ln>
                  <a:noFill/>
                </a:ln>
                <a:solidFill>
                  <a:srgbClr val="2FB7DA"/>
                </a:solidFill>
                <a:effectLst/>
                <a:uLnTx/>
                <a:uFillTx/>
                <a:latin typeface="Consolas" panose="020B0609020204030204" pitchFamily="49" charset="0"/>
                <a:ea typeface="+mn-ea"/>
                <a:cs typeface="Courier New" panose="02070309020205020404" pitchFamily="49" charset="0"/>
              </a:rPr>
              <a:t>mylist</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'h', 8)</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print(</a:t>
            </a:r>
            <a:r>
              <a:rPr kumimoji="0" lang="en-GB" sz="1800" b="1" i="0" u="none" strike="noStrike" kern="1200" cap="none" spc="0" normalizeH="0" baseline="0" noProof="0">
                <a:ln>
                  <a:noFill/>
                </a:ln>
                <a:solidFill>
                  <a:srgbClr val="2FB7DA"/>
                </a:solidFill>
                <a:effectLst/>
                <a:uLnTx/>
                <a:uFillTx/>
                <a:latin typeface="Consolas" panose="020B0609020204030204" pitchFamily="49" charset="0"/>
                <a:ea typeface="+mn-ea"/>
                <a:cs typeface="Courier New" panose="02070309020205020404" pitchFamily="49" charset="0"/>
              </a:rPr>
              <a:t>mylist</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a:t>
            </a:r>
          </a:p>
        </p:txBody>
      </p:sp>
      <p:sp>
        <p:nvSpPr>
          <p:cNvPr id="6151" name="Text Box 7"/>
          <p:cNvSpPr txBox="1">
            <a:spLocks noChangeArrowheads="1"/>
          </p:cNvSpPr>
          <p:nvPr/>
        </p:nvSpPr>
        <p:spPr bwMode="auto">
          <a:xfrm>
            <a:off x="5764192" y="6081966"/>
            <a:ext cx="4673074" cy="338554"/>
          </a:xfrm>
          <a:prstGeom prst="rect">
            <a:avLst/>
          </a:prstGeom>
          <a:solidFill>
            <a:schemeClr val="bg1"/>
          </a:solidFill>
          <a:ln w="9525">
            <a:solidFill>
              <a:schemeClr val="tx1"/>
            </a:solidFill>
            <a:miter lim="800000"/>
            <a:headEnd/>
            <a:tailEnd/>
          </a:ln>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a:ln>
                  <a:noFill/>
                </a:ln>
                <a:solidFill>
                  <a:srgbClr val="0D0D0D"/>
                </a:solidFill>
                <a:effectLst/>
                <a:uLnTx/>
                <a:uFillTx/>
                <a:latin typeface="Consolas" panose="020B0609020204030204" pitchFamily="49" charset="0"/>
                <a:ea typeface="+mn-ea"/>
                <a:cs typeface="Courier New" panose="02070309020205020404" pitchFamily="49" charset="0"/>
              </a:rPr>
              <a:t>['h', 'h', 'h', 'h', 'h', 'h', 'h', 'h']</a:t>
            </a:r>
          </a:p>
        </p:txBody>
      </p:sp>
      <p:sp>
        <p:nvSpPr>
          <p:cNvPr id="2" name="Slide Number Placeholder 1">
            <a:extLst>
              <a:ext uri="{FF2B5EF4-FFF2-40B4-BE49-F238E27FC236}">
                <a16:creationId xmlns:a16="http://schemas.microsoft.com/office/drawing/2014/main" id="{B4A8AFBA-38E0-1232-FBC8-2177B65710D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GB"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GB" sz="1800" b="0" i="0" u="none" strike="noStrike" kern="1200" cap="none" spc="0" normalizeH="0" baseline="0" noProof="0">
              <a:ln>
                <a:noFill/>
              </a:ln>
              <a:solidFill>
                <a:srgbClr val="5F5F5F"/>
              </a:solidFill>
              <a:effectLst/>
              <a:uLnTx/>
              <a:uFillTx/>
              <a:latin typeface="Figtree"/>
              <a:ea typeface="+mn-ea"/>
              <a:cs typeface="+mn-cs"/>
            </a:endParaRPr>
          </a:p>
        </p:txBody>
      </p:sp>
    </p:spTree>
    <p:extLst>
      <p:ext uri="{BB962C8B-B14F-4D97-AF65-F5344CB8AC3E}">
        <p14:creationId xmlns:p14="http://schemas.microsoft.com/office/powerpoint/2010/main" val="37282008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ctrTitle"/>
          </p:nvPr>
        </p:nvSpPr>
        <p:spPr/>
        <p:txBody>
          <a:bodyPr/>
          <a:lstStyle/>
          <a:p>
            <a:pPr eaLnBrk="1" hangingPunct="1"/>
            <a:r>
              <a:rPr lang="en-GB" noProof="0"/>
              <a:t>Assigning default values to parameters </a:t>
            </a:r>
          </a:p>
        </p:txBody>
      </p:sp>
      <p:sp>
        <p:nvSpPr>
          <p:cNvPr id="10243" name="Rectangle 3"/>
          <p:cNvSpPr>
            <a:spLocks noGrp="1" noChangeArrowheads="1"/>
          </p:cNvSpPr>
          <p:nvPr>
            <p:ph sz="quarter" idx="4"/>
          </p:nvPr>
        </p:nvSpPr>
        <p:spPr/>
        <p:txBody>
          <a:bodyPr/>
          <a:lstStyle/>
          <a:p>
            <a:pPr marL="0" indent="0">
              <a:buNone/>
              <a:defRPr/>
            </a:pPr>
            <a:r>
              <a:rPr lang="en-GB" sz="1800" b="1" noProof="0">
                <a:solidFill>
                  <a:schemeClr val="tx1"/>
                </a:solidFill>
              </a:rPr>
              <a:t>Assign the default value when defining the function.</a:t>
            </a:r>
          </a:p>
          <a:p>
            <a:pPr>
              <a:defRPr/>
            </a:pPr>
            <a:r>
              <a:rPr lang="en-GB" sz="1800" noProof="0">
                <a:solidFill>
                  <a:schemeClr val="tx1"/>
                </a:solidFill>
              </a:rPr>
              <a:t>Parameters are now optional.</a:t>
            </a:r>
          </a:p>
          <a:p>
            <a:pPr>
              <a:defRPr/>
            </a:pPr>
            <a:r>
              <a:rPr lang="en-GB" sz="1800" noProof="0">
                <a:solidFill>
                  <a:schemeClr val="tx1"/>
                </a:solidFill>
              </a:rPr>
              <a:t>Following parameters must have defaults as well.</a:t>
            </a:r>
          </a:p>
          <a:p>
            <a:pPr>
              <a:defRPr/>
            </a:pPr>
            <a:endParaRPr lang="en-GB" sz="1800" noProof="0">
              <a:solidFill>
                <a:schemeClr val="tx1"/>
              </a:solidFill>
            </a:endParaRPr>
          </a:p>
          <a:p>
            <a:pPr>
              <a:defRPr/>
            </a:pPr>
            <a:endParaRPr lang="en-GB" sz="1800" noProof="0">
              <a:solidFill>
                <a:schemeClr val="tx1"/>
              </a:solidFill>
            </a:endParaRPr>
          </a:p>
          <a:p>
            <a:pPr>
              <a:defRPr/>
            </a:pPr>
            <a:endParaRPr lang="en-GB" sz="1800" noProof="0">
              <a:solidFill>
                <a:schemeClr val="tx1"/>
              </a:solidFill>
            </a:endParaRPr>
          </a:p>
          <a:p>
            <a:pPr>
              <a:defRPr/>
            </a:pPr>
            <a:endParaRPr lang="en-GB" sz="1800" noProof="0">
              <a:solidFill>
                <a:schemeClr val="tx1"/>
              </a:solidFill>
            </a:endParaRPr>
          </a:p>
          <a:p>
            <a:pPr>
              <a:defRPr/>
            </a:pPr>
            <a:endParaRPr lang="en-GB" sz="1800" noProof="0">
              <a:solidFill>
                <a:schemeClr val="tx1"/>
              </a:solidFill>
            </a:endParaRPr>
          </a:p>
          <a:p>
            <a:pPr>
              <a:defRPr/>
            </a:pPr>
            <a:endParaRPr lang="en-GB" sz="1800" noProof="0">
              <a:solidFill>
                <a:schemeClr val="tx1"/>
              </a:solidFill>
            </a:endParaRPr>
          </a:p>
          <a:p>
            <a:pPr>
              <a:defRPr/>
            </a:pPr>
            <a:r>
              <a:rPr lang="en-GB" sz="1800" noProof="0">
                <a:solidFill>
                  <a:schemeClr val="tx1"/>
                </a:solidFill>
              </a:rPr>
              <a:t>When calling a function, you can use named parameters instead.</a:t>
            </a:r>
          </a:p>
          <a:p>
            <a:pPr marL="0" indent="0">
              <a:buNone/>
              <a:defRPr/>
            </a:pPr>
            <a:endParaRPr lang="en-GB" sz="1800" noProof="0">
              <a:solidFill>
                <a:schemeClr val="tx1"/>
              </a:solidFill>
            </a:endParaRPr>
          </a:p>
        </p:txBody>
      </p:sp>
      <p:sp>
        <p:nvSpPr>
          <p:cNvPr id="7172" name="Text Box 4"/>
          <p:cNvSpPr txBox="1">
            <a:spLocks noChangeArrowheads="1"/>
          </p:cNvSpPr>
          <p:nvPr/>
        </p:nvSpPr>
        <p:spPr bwMode="auto">
          <a:xfrm>
            <a:off x="753535" y="2846998"/>
            <a:ext cx="7462303" cy="1826141"/>
          </a:xfrm>
          <a:prstGeom prst="rect">
            <a:avLst/>
          </a:prstGeom>
          <a:solidFill>
            <a:schemeClr val="tx1"/>
          </a:solidFill>
          <a:ln w="12700">
            <a:solidFill>
              <a:srgbClr val="000000"/>
            </a:solidFill>
            <a:miter lim="800000"/>
            <a:headEnd/>
            <a:tailEnd/>
          </a:ln>
          <a:effectLst/>
        </p:spPr>
        <p:txBody>
          <a:bodyPr wrap="square" lIns="95250" tIns="50800" rIns="95250" bIns="50800">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def </a:t>
            </a:r>
            <a:r>
              <a:rPr kumimoji="0" lang="en-GB" sz="16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print_vat</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(gross, </a:t>
            </a:r>
            <a:r>
              <a:rPr kumimoji="0" lang="en-GB" sz="1600" b="1" i="0" u="none" strike="noStrike" kern="1200" cap="none" spc="0" normalizeH="0" baseline="0" noProof="0" err="1">
                <a:ln>
                  <a:noFill/>
                </a:ln>
                <a:solidFill>
                  <a:srgbClr val="2FB7DA"/>
                </a:solidFill>
                <a:effectLst/>
                <a:uLnTx/>
                <a:uFillTx/>
                <a:latin typeface="Consolas" panose="020B0609020204030204" pitchFamily="49" charset="0"/>
                <a:ea typeface="+mn-ea"/>
                <a:cs typeface="Courier New" panose="02070309020205020404" pitchFamily="49" charset="0"/>
              </a:rPr>
              <a:t>vatpc</a:t>
            </a:r>
            <a:r>
              <a:rPr kumimoji="0" lang="en-GB" sz="1600" b="1" i="0" u="none" strike="noStrike" kern="1200" cap="none" spc="0" normalizeH="0" baseline="0" noProof="0">
                <a:ln>
                  <a:noFill/>
                </a:ln>
                <a:solidFill>
                  <a:srgbClr val="2FB7DA"/>
                </a:solidFill>
                <a:effectLst/>
                <a:uLnTx/>
                <a:uFillTx/>
                <a:latin typeface="Consolas" panose="020B0609020204030204" pitchFamily="49" charset="0"/>
                <a:ea typeface="+mn-ea"/>
                <a:cs typeface="Courier New" panose="02070309020205020404" pitchFamily="49" charset="0"/>
              </a:rPr>
              <a:t>=17.5</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a:t>
            </a:r>
            <a:r>
              <a:rPr kumimoji="0" lang="en-GB" sz="1600" b="1" i="0" u="none" strike="noStrike" kern="1200" cap="none" spc="0" normalizeH="0" baseline="0" noProof="0">
                <a:ln>
                  <a:noFill/>
                </a:ln>
                <a:solidFill>
                  <a:srgbClr val="FCAC69"/>
                </a:solidFill>
                <a:effectLst/>
                <a:uLnTx/>
                <a:uFillTx/>
                <a:latin typeface="Consolas" panose="020B0609020204030204" pitchFamily="49" charset="0"/>
                <a:ea typeface="+mn-ea"/>
                <a:cs typeface="Courier New" panose="02070309020205020404" pitchFamily="49" charset="0"/>
              </a:rPr>
              <a:t>message='Summary:'</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net = gross/(1 + (</a:t>
            </a:r>
            <a:r>
              <a:rPr kumimoji="0" lang="en-GB" sz="16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vatpc</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/100))</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vat = gross - net</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print(message, 'Net: {0:5.2f} Vat: {1:5.2f}'.format(net, vat))</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GB" sz="1600" b="1"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print_vat</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(9.55)</a:t>
            </a:r>
          </a:p>
        </p:txBody>
      </p:sp>
      <p:sp>
        <p:nvSpPr>
          <p:cNvPr id="7173" name="Text Box 5"/>
          <p:cNvSpPr txBox="1">
            <a:spLocks noChangeArrowheads="1"/>
          </p:cNvSpPr>
          <p:nvPr/>
        </p:nvSpPr>
        <p:spPr bwMode="auto">
          <a:xfrm>
            <a:off x="4588926" y="4672268"/>
            <a:ext cx="3595162" cy="338554"/>
          </a:xfrm>
          <a:prstGeom prst="rect">
            <a:avLst/>
          </a:prstGeom>
          <a:solidFill>
            <a:schemeClr val="bg1"/>
          </a:solidFill>
          <a:ln w="9525">
            <a:solidFill>
              <a:schemeClr val="tx1"/>
            </a:solidFill>
            <a:miter lim="800000"/>
            <a:headEnd/>
            <a:tailEnd/>
          </a:ln>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a:ln>
                  <a:noFill/>
                </a:ln>
                <a:solidFill>
                  <a:srgbClr val="0D0D0D"/>
                </a:solidFill>
                <a:effectLst/>
                <a:uLnTx/>
                <a:uFillTx/>
                <a:latin typeface="Consolas" panose="020B0609020204030204" pitchFamily="49" charset="0"/>
                <a:ea typeface="+mn-ea"/>
                <a:cs typeface="Courier New" panose="02070309020205020404" pitchFamily="49" charset="0"/>
              </a:rPr>
              <a:t>Summary: Net:  8.13 Vat:  1.42</a:t>
            </a:r>
          </a:p>
        </p:txBody>
      </p:sp>
      <p:sp>
        <p:nvSpPr>
          <p:cNvPr id="7174" name="Text Box 6"/>
          <p:cNvSpPr txBox="1">
            <a:spLocks noChangeArrowheads="1"/>
          </p:cNvSpPr>
          <p:nvPr/>
        </p:nvSpPr>
        <p:spPr bwMode="auto">
          <a:xfrm>
            <a:off x="753535" y="5485960"/>
            <a:ext cx="4393983" cy="338554"/>
          </a:xfrm>
          <a:prstGeom prst="rect">
            <a:avLst/>
          </a:prstGeom>
          <a:solidFill>
            <a:schemeClr val="tx1"/>
          </a:solidFill>
          <a:ln w="9525">
            <a:solidFill>
              <a:schemeClr val="tx1"/>
            </a:solidFill>
            <a:miter lim="800000"/>
            <a:headEnd/>
            <a:tailEnd/>
          </a:ln>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print_vat</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(9.55, </a:t>
            </a:r>
            <a:r>
              <a:rPr kumimoji="0" lang="en-GB" sz="1600" b="1" i="0" u="none" strike="noStrike" kern="1200" cap="none" spc="0" normalizeH="0" baseline="0" noProof="0">
                <a:ln>
                  <a:noFill/>
                </a:ln>
                <a:solidFill>
                  <a:srgbClr val="FCAC69"/>
                </a:solidFill>
                <a:effectLst/>
                <a:uLnTx/>
                <a:uFillTx/>
                <a:latin typeface="Consolas" panose="020B0609020204030204" pitchFamily="49" charset="0"/>
                <a:ea typeface="+mn-ea"/>
                <a:cs typeface="Courier New" panose="02070309020205020404" pitchFamily="49" charset="0"/>
              </a:rPr>
              <a:t>message</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='Final sum:')</a:t>
            </a:r>
          </a:p>
        </p:txBody>
      </p:sp>
      <p:sp>
        <p:nvSpPr>
          <p:cNvPr id="7175" name="Text Box 5"/>
          <p:cNvSpPr txBox="1">
            <a:spLocks noChangeArrowheads="1"/>
          </p:cNvSpPr>
          <p:nvPr/>
        </p:nvSpPr>
        <p:spPr bwMode="auto">
          <a:xfrm>
            <a:off x="1361965" y="5823643"/>
            <a:ext cx="3775393" cy="338554"/>
          </a:xfrm>
          <a:prstGeom prst="rect">
            <a:avLst/>
          </a:prstGeom>
          <a:solidFill>
            <a:schemeClr val="bg1"/>
          </a:solidFill>
          <a:ln w="9525">
            <a:solidFill>
              <a:schemeClr val="tx1"/>
            </a:solidFill>
            <a:miter lim="800000"/>
            <a:headEnd/>
            <a:tailEnd/>
          </a:ln>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a:ln>
                  <a:noFill/>
                </a:ln>
                <a:solidFill>
                  <a:srgbClr val="0D0D0D"/>
                </a:solidFill>
                <a:effectLst/>
                <a:uLnTx/>
                <a:uFillTx/>
                <a:latin typeface="Consolas" panose="020B0609020204030204" pitchFamily="49" charset="0"/>
                <a:ea typeface="+mn-ea"/>
                <a:cs typeface="Courier New" panose="02070309020205020404" pitchFamily="49" charset="0"/>
              </a:rPr>
              <a:t>Final sum: Net:  8.13 Vat:  1.42</a:t>
            </a:r>
          </a:p>
        </p:txBody>
      </p:sp>
      <p:sp>
        <p:nvSpPr>
          <p:cNvPr id="2" name="Slide Number Placeholder 1">
            <a:extLst>
              <a:ext uri="{FF2B5EF4-FFF2-40B4-BE49-F238E27FC236}">
                <a16:creationId xmlns:a16="http://schemas.microsoft.com/office/drawing/2014/main" id="{6ADB128E-6438-3D07-39B3-3B349748315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GB"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GB" sz="1800" b="0" i="0" u="none" strike="noStrike" kern="1200" cap="none" spc="0" normalizeH="0" baseline="0" noProof="0">
              <a:ln>
                <a:noFill/>
              </a:ln>
              <a:solidFill>
                <a:srgbClr val="5F5F5F"/>
              </a:solidFill>
              <a:effectLst/>
              <a:uLnTx/>
              <a:uFillTx/>
              <a:latin typeface="Figtree"/>
              <a:ea typeface="+mn-ea"/>
              <a:cs typeface="+mn-cs"/>
            </a:endParaRPr>
          </a:p>
        </p:txBody>
      </p:sp>
    </p:spTree>
    <p:extLst>
      <p:ext uri="{BB962C8B-B14F-4D97-AF65-F5344CB8AC3E}">
        <p14:creationId xmlns:p14="http://schemas.microsoft.com/office/powerpoint/2010/main" val="17469719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ctrTitle"/>
          </p:nvPr>
        </p:nvSpPr>
        <p:spPr/>
        <p:txBody>
          <a:bodyPr lIns="91440" tIns="45720" rIns="91440" bIns="45720" anchor="ctr">
            <a:noAutofit/>
          </a:bodyPr>
          <a:lstStyle/>
          <a:p>
            <a:r>
              <a:rPr lang="en-GB" noProof="0"/>
              <a:t>Passing parameters: </a:t>
            </a:r>
            <a:r>
              <a:rPr lang="en-GB"/>
              <a:t>Review</a:t>
            </a:r>
            <a:endParaRPr lang="en-GB" noProof="0"/>
          </a:p>
        </p:txBody>
      </p:sp>
      <p:sp>
        <p:nvSpPr>
          <p:cNvPr id="8195" name="Rectangle 3"/>
          <p:cNvSpPr>
            <a:spLocks noGrp="1" noChangeArrowheads="1"/>
          </p:cNvSpPr>
          <p:nvPr>
            <p:ph sz="quarter" idx="4"/>
          </p:nvPr>
        </p:nvSpPr>
        <p:spPr>
          <a:xfrm>
            <a:off x="443922" y="1374290"/>
            <a:ext cx="11303578" cy="4348715"/>
          </a:xfrm>
        </p:spPr>
        <p:txBody>
          <a:bodyPr/>
          <a:lstStyle/>
          <a:p>
            <a:pPr marL="0" indent="0">
              <a:buNone/>
            </a:pPr>
            <a:r>
              <a:rPr lang="en-GB" sz="1800" b="1" noProof="0">
                <a:solidFill>
                  <a:schemeClr val="tx1"/>
                </a:solidFill>
              </a:rPr>
              <a:t>Passing parameters</a:t>
            </a:r>
          </a:p>
          <a:p>
            <a:endParaRPr lang="en-GB" sz="1800" noProof="0">
              <a:solidFill>
                <a:schemeClr val="tx1"/>
              </a:solidFill>
            </a:endParaRPr>
          </a:p>
          <a:p>
            <a:endParaRPr lang="en-GB" sz="1800" noProof="0">
              <a:solidFill>
                <a:schemeClr val="tx1"/>
              </a:solidFill>
            </a:endParaRPr>
          </a:p>
          <a:p>
            <a:endParaRPr lang="en-GB" sz="1800" noProof="0">
              <a:solidFill>
                <a:schemeClr val="tx1"/>
              </a:solidFill>
            </a:endParaRPr>
          </a:p>
          <a:p>
            <a:r>
              <a:rPr lang="en-GB" sz="1800" noProof="0">
                <a:solidFill>
                  <a:schemeClr val="tx1"/>
                </a:solidFill>
              </a:rPr>
              <a:t>By position:</a:t>
            </a:r>
          </a:p>
          <a:p>
            <a:pPr marL="0" indent="0">
              <a:buNone/>
            </a:pPr>
            <a:endParaRPr lang="en-GB" sz="1800" noProof="0">
              <a:solidFill>
                <a:schemeClr val="tx1"/>
              </a:solidFill>
            </a:endParaRPr>
          </a:p>
          <a:p>
            <a:pPr marL="0" indent="0">
              <a:buNone/>
            </a:pPr>
            <a:endParaRPr lang="en-GB" sz="1800" noProof="0">
              <a:solidFill>
                <a:schemeClr val="tx1"/>
              </a:solidFill>
            </a:endParaRPr>
          </a:p>
          <a:p>
            <a:r>
              <a:rPr lang="en-GB" sz="1800" noProof="0">
                <a:solidFill>
                  <a:schemeClr val="tx1"/>
                </a:solidFill>
              </a:rPr>
              <a:t>By default:</a:t>
            </a:r>
          </a:p>
          <a:p>
            <a:endParaRPr lang="en-GB" sz="1800" noProof="0">
              <a:solidFill>
                <a:schemeClr val="tx1"/>
              </a:solidFill>
            </a:endParaRPr>
          </a:p>
          <a:p>
            <a:endParaRPr lang="en-GB" sz="1800" noProof="0">
              <a:solidFill>
                <a:schemeClr val="tx1"/>
              </a:solidFill>
            </a:endParaRPr>
          </a:p>
          <a:p>
            <a:r>
              <a:rPr lang="en-GB" sz="1800" noProof="0">
                <a:solidFill>
                  <a:schemeClr val="tx1"/>
                </a:solidFill>
              </a:rPr>
              <a:t>Or by name:</a:t>
            </a:r>
          </a:p>
          <a:p>
            <a:endParaRPr lang="en-GB" sz="1800" noProof="0">
              <a:solidFill>
                <a:schemeClr val="tx1"/>
              </a:solidFill>
            </a:endParaRPr>
          </a:p>
        </p:txBody>
      </p:sp>
      <p:sp>
        <p:nvSpPr>
          <p:cNvPr id="8196" name="Text Box 4"/>
          <p:cNvSpPr txBox="1">
            <a:spLocks noChangeArrowheads="1"/>
          </p:cNvSpPr>
          <p:nvPr/>
        </p:nvSpPr>
        <p:spPr bwMode="auto">
          <a:xfrm>
            <a:off x="759544" y="1782595"/>
            <a:ext cx="5503430" cy="923330"/>
          </a:xfrm>
          <a:prstGeom prst="rect">
            <a:avLst/>
          </a:prstGeom>
          <a:solidFill>
            <a:schemeClr val="tx1"/>
          </a:solidFill>
          <a:ln w="9525">
            <a:solidFill>
              <a:schemeClr val="tx1"/>
            </a:solidFill>
            <a:miter lim="800000"/>
            <a:headEnd/>
            <a:tailEnd/>
          </a:ln>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def </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my_func</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(file, </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dir</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user='root'):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print('file: {:}, </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dir</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 to: {:} '.</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format(file, </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dir</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user))</a:t>
            </a:r>
          </a:p>
        </p:txBody>
      </p:sp>
      <p:sp>
        <p:nvSpPr>
          <p:cNvPr id="8197" name="Text Box 5"/>
          <p:cNvSpPr txBox="1">
            <a:spLocks noChangeArrowheads="1"/>
          </p:cNvSpPr>
          <p:nvPr/>
        </p:nvSpPr>
        <p:spPr bwMode="auto">
          <a:xfrm>
            <a:off x="759544" y="3299371"/>
            <a:ext cx="6273800" cy="376237"/>
          </a:xfrm>
          <a:prstGeom prst="rect">
            <a:avLst/>
          </a:prstGeom>
          <a:solidFill>
            <a:schemeClr val="tx1"/>
          </a:solidFill>
          <a:ln w="9525">
            <a:solidFill>
              <a:schemeClr val="tx1"/>
            </a:solidFill>
            <a:miter lim="800000"/>
            <a:headEnd/>
            <a:tailEnd/>
          </a:ln>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my_func</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('one', 'two', 'three')</a:t>
            </a:r>
          </a:p>
        </p:txBody>
      </p:sp>
      <p:sp>
        <p:nvSpPr>
          <p:cNvPr id="8200" name="Text Box 8"/>
          <p:cNvSpPr txBox="1">
            <a:spLocks noChangeArrowheads="1"/>
          </p:cNvSpPr>
          <p:nvPr/>
        </p:nvSpPr>
        <p:spPr bwMode="auto">
          <a:xfrm>
            <a:off x="3049561" y="3697058"/>
            <a:ext cx="3983783" cy="369332"/>
          </a:xfrm>
          <a:prstGeom prst="rect">
            <a:avLst/>
          </a:prstGeom>
          <a:solidFill>
            <a:schemeClr val="bg1"/>
          </a:solidFill>
          <a:ln w="9525">
            <a:solidFill>
              <a:schemeClr val="tx1"/>
            </a:solidFill>
            <a:miter lim="800000"/>
            <a:headEnd/>
            <a:tailEnd/>
          </a:ln>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D0D0D"/>
                </a:solidFill>
                <a:effectLst/>
                <a:uLnTx/>
                <a:uFillTx/>
                <a:latin typeface="Consolas" panose="020B0609020204030204" pitchFamily="49" charset="0"/>
                <a:ea typeface="+mn-ea"/>
                <a:cs typeface="Courier New" panose="02070309020205020404" pitchFamily="49" charset="0"/>
              </a:rPr>
              <a:t>file: one, </a:t>
            </a:r>
            <a:r>
              <a:rPr kumimoji="0" lang="en-GB" sz="1800" b="0" i="0" u="none" strike="noStrike" kern="1200" cap="none" spc="0" normalizeH="0" baseline="0" noProof="0" err="1">
                <a:ln>
                  <a:noFill/>
                </a:ln>
                <a:solidFill>
                  <a:srgbClr val="0D0D0D"/>
                </a:solidFill>
                <a:effectLst/>
                <a:uLnTx/>
                <a:uFillTx/>
                <a:latin typeface="Consolas" panose="020B0609020204030204" pitchFamily="49" charset="0"/>
                <a:ea typeface="+mn-ea"/>
                <a:cs typeface="Courier New" panose="02070309020205020404" pitchFamily="49" charset="0"/>
              </a:rPr>
              <a:t>dir</a:t>
            </a:r>
            <a:r>
              <a:rPr kumimoji="0" lang="en-GB" sz="1800" b="0" i="0" u="none" strike="noStrike" kern="1200" cap="none" spc="0" normalizeH="0" baseline="0" noProof="0">
                <a:ln>
                  <a:noFill/>
                </a:ln>
                <a:solidFill>
                  <a:srgbClr val="0D0D0D"/>
                </a:solidFill>
                <a:effectLst/>
                <a:uLnTx/>
                <a:uFillTx/>
                <a:latin typeface="Consolas" panose="020B0609020204030204" pitchFamily="49" charset="0"/>
                <a:ea typeface="+mn-ea"/>
                <a:cs typeface="Courier New" panose="02070309020205020404" pitchFamily="49" charset="0"/>
              </a:rPr>
              <a:t>: two, to: three</a:t>
            </a:r>
          </a:p>
        </p:txBody>
      </p:sp>
      <p:sp>
        <p:nvSpPr>
          <p:cNvPr id="8198" name="Text Box 6"/>
          <p:cNvSpPr txBox="1">
            <a:spLocks noChangeArrowheads="1"/>
          </p:cNvSpPr>
          <p:nvPr/>
        </p:nvSpPr>
        <p:spPr bwMode="auto">
          <a:xfrm>
            <a:off x="759544" y="4384623"/>
            <a:ext cx="6332538" cy="376237"/>
          </a:xfrm>
          <a:prstGeom prst="rect">
            <a:avLst/>
          </a:prstGeom>
          <a:solidFill>
            <a:schemeClr val="tx1"/>
          </a:solidFill>
          <a:ln w="9525">
            <a:solidFill>
              <a:schemeClr val="tx1"/>
            </a:solidFill>
            <a:miter lim="800000"/>
            <a:headEnd/>
            <a:tailEnd/>
          </a:ln>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my_func</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('one', 'two')</a:t>
            </a:r>
          </a:p>
        </p:txBody>
      </p:sp>
      <p:sp>
        <p:nvSpPr>
          <p:cNvPr id="8201" name="Text Box 9"/>
          <p:cNvSpPr txBox="1">
            <a:spLocks noChangeArrowheads="1"/>
          </p:cNvSpPr>
          <p:nvPr/>
        </p:nvSpPr>
        <p:spPr bwMode="auto">
          <a:xfrm>
            <a:off x="3215841" y="4760860"/>
            <a:ext cx="3857146" cy="369332"/>
          </a:xfrm>
          <a:prstGeom prst="rect">
            <a:avLst/>
          </a:prstGeom>
          <a:solidFill>
            <a:schemeClr val="bg1"/>
          </a:solidFill>
          <a:ln w="9525">
            <a:solidFill>
              <a:schemeClr val="tx1"/>
            </a:solidFill>
            <a:miter lim="800000"/>
            <a:headEnd/>
            <a:tailEnd/>
          </a:ln>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D0D0D"/>
                </a:solidFill>
                <a:effectLst/>
                <a:uLnTx/>
                <a:uFillTx/>
                <a:latin typeface="Consolas" panose="020B0609020204030204" pitchFamily="49" charset="0"/>
                <a:ea typeface="+mn-ea"/>
                <a:cs typeface="Courier New" panose="02070309020205020404" pitchFamily="49" charset="0"/>
              </a:rPr>
              <a:t>file: one, </a:t>
            </a:r>
            <a:r>
              <a:rPr kumimoji="0" lang="en-GB" sz="1800" b="0" i="0" u="none" strike="noStrike" kern="1200" cap="none" spc="0" normalizeH="0" baseline="0" noProof="0" err="1">
                <a:ln>
                  <a:noFill/>
                </a:ln>
                <a:solidFill>
                  <a:srgbClr val="0D0D0D"/>
                </a:solidFill>
                <a:effectLst/>
                <a:uLnTx/>
                <a:uFillTx/>
                <a:latin typeface="Consolas" panose="020B0609020204030204" pitchFamily="49" charset="0"/>
                <a:ea typeface="+mn-ea"/>
                <a:cs typeface="Courier New" panose="02070309020205020404" pitchFamily="49" charset="0"/>
              </a:rPr>
              <a:t>dir</a:t>
            </a:r>
            <a:r>
              <a:rPr kumimoji="0" lang="en-GB" sz="1800" b="0" i="0" u="none" strike="noStrike" kern="1200" cap="none" spc="0" normalizeH="0" baseline="0" noProof="0">
                <a:ln>
                  <a:noFill/>
                </a:ln>
                <a:solidFill>
                  <a:srgbClr val="0D0D0D"/>
                </a:solidFill>
                <a:effectLst/>
                <a:uLnTx/>
                <a:uFillTx/>
                <a:latin typeface="Consolas" panose="020B0609020204030204" pitchFamily="49" charset="0"/>
                <a:ea typeface="+mn-ea"/>
                <a:cs typeface="Courier New" panose="02070309020205020404" pitchFamily="49" charset="0"/>
              </a:rPr>
              <a:t>: two, to: root</a:t>
            </a:r>
          </a:p>
        </p:txBody>
      </p:sp>
      <p:sp>
        <p:nvSpPr>
          <p:cNvPr id="8199" name="Text Box 7"/>
          <p:cNvSpPr txBox="1">
            <a:spLocks noChangeArrowheads="1"/>
          </p:cNvSpPr>
          <p:nvPr/>
        </p:nvSpPr>
        <p:spPr bwMode="auto">
          <a:xfrm>
            <a:off x="748431" y="5542425"/>
            <a:ext cx="6284913" cy="376237"/>
          </a:xfrm>
          <a:prstGeom prst="rect">
            <a:avLst/>
          </a:prstGeom>
          <a:solidFill>
            <a:schemeClr val="tx1"/>
          </a:solidFill>
          <a:ln w="9525">
            <a:solidFill>
              <a:schemeClr val="tx1"/>
            </a:solidFill>
            <a:miter lim="800000"/>
            <a:headEnd/>
            <a:tailEnd/>
          </a:ln>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my_func</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(file='one', user='three', </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dir</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='two')</a:t>
            </a:r>
          </a:p>
        </p:txBody>
      </p:sp>
      <p:sp>
        <p:nvSpPr>
          <p:cNvPr id="8202" name="Text Box 10"/>
          <p:cNvSpPr txBox="1">
            <a:spLocks noChangeArrowheads="1"/>
          </p:cNvSpPr>
          <p:nvPr/>
        </p:nvSpPr>
        <p:spPr bwMode="auto">
          <a:xfrm>
            <a:off x="3049560" y="5918662"/>
            <a:ext cx="3983783" cy="369332"/>
          </a:xfrm>
          <a:prstGeom prst="rect">
            <a:avLst/>
          </a:prstGeom>
          <a:solidFill>
            <a:schemeClr val="bg1"/>
          </a:solidFill>
          <a:ln w="9525">
            <a:solidFill>
              <a:schemeClr val="tx1"/>
            </a:solidFill>
            <a:miter lim="800000"/>
            <a:headEnd/>
            <a:tailEnd/>
          </a:ln>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D0D0D"/>
                </a:solidFill>
                <a:effectLst/>
                <a:uLnTx/>
                <a:uFillTx/>
                <a:latin typeface="Consolas" panose="020B0609020204030204" pitchFamily="49" charset="0"/>
                <a:ea typeface="+mn-ea"/>
                <a:cs typeface="Courier New" panose="02070309020205020404" pitchFamily="49" charset="0"/>
              </a:rPr>
              <a:t>file: one, </a:t>
            </a:r>
            <a:r>
              <a:rPr kumimoji="0" lang="en-GB" sz="1800" b="0" i="0" u="none" strike="noStrike" kern="1200" cap="none" spc="0" normalizeH="0" baseline="0" noProof="0" err="1">
                <a:ln>
                  <a:noFill/>
                </a:ln>
                <a:solidFill>
                  <a:srgbClr val="0D0D0D"/>
                </a:solidFill>
                <a:effectLst/>
                <a:uLnTx/>
                <a:uFillTx/>
                <a:latin typeface="Consolas" panose="020B0609020204030204" pitchFamily="49" charset="0"/>
                <a:ea typeface="+mn-ea"/>
                <a:cs typeface="Courier New" panose="02070309020205020404" pitchFamily="49" charset="0"/>
              </a:rPr>
              <a:t>dir</a:t>
            </a:r>
            <a:r>
              <a:rPr kumimoji="0" lang="en-GB" sz="1800" b="0" i="0" u="none" strike="noStrike" kern="1200" cap="none" spc="0" normalizeH="0" baseline="0" noProof="0">
                <a:ln>
                  <a:noFill/>
                </a:ln>
                <a:solidFill>
                  <a:srgbClr val="0D0D0D"/>
                </a:solidFill>
                <a:effectLst/>
                <a:uLnTx/>
                <a:uFillTx/>
                <a:latin typeface="Consolas" panose="020B0609020204030204" pitchFamily="49" charset="0"/>
                <a:ea typeface="+mn-ea"/>
                <a:cs typeface="Courier New" panose="02070309020205020404" pitchFamily="49" charset="0"/>
              </a:rPr>
              <a:t>: two, to: three</a:t>
            </a:r>
          </a:p>
        </p:txBody>
      </p:sp>
      <p:sp>
        <p:nvSpPr>
          <p:cNvPr id="2" name="Slide Number Placeholder 1">
            <a:extLst>
              <a:ext uri="{FF2B5EF4-FFF2-40B4-BE49-F238E27FC236}">
                <a16:creationId xmlns:a16="http://schemas.microsoft.com/office/drawing/2014/main" id="{5D8EA6EE-5F40-B6FD-5D8B-B44A04CC4F1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GB"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GB" sz="1800" b="0" i="0" u="none" strike="noStrike" kern="1200" cap="none" spc="0" normalizeH="0" baseline="0" noProof="0">
              <a:ln>
                <a:noFill/>
              </a:ln>
              <a:solidFill>
                <a:srgbClr val="5F5F5F"/>
              </a:solidFill>
              <a:effectLst/>
              <a:uLnTx/>
              <a:uFillTx/>
              <a:latin typeface="Figtree"/>
              <a:ea typeface="+mn-ea"/>
              <a:cs typeface="+mn-cs"/>
            </a:endParaRPr>
          </a:p>
        </p:txBody>
      </p:sp>
    </p:spTree>
    <p:extLst>
      <p:ext uri="{BB962C8B-B14F-4D97-AF65-F5344CB8AC3E}">
        <p14:creationId xmlns:p14="http://schemas.microsoft.com/office/powerpoint/2010/main" val="15579460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p:txBody>
          <a:bodyPr/>
          <a:lstStyle/>
          <a:p>
            <a:pPr eaLnBrk="1" hangingPunct="1"/>
            <a:r>
              <a:rPr lang="en-GB" noProof="0"/>
              <a:t>Enforcing named parameters</a:t>
            </a:r>
          </a:p>
        </p:txBody>
      </p:sp>
      <p:sp>
        <p:nvSpPr>
          <p:cNvPr id="9219" name="Rectangle 3"/>
          <p:cNvSpPr>
            <a:spLocks noGrp="1" noChangeArrowheads="1"/>
          </p:cNvSpPr>
          <p:nvPr>
            <p:ph sz="quarter" idx="4"/>
          </p:nvPr>
        </p:nvSpPr>
        <p:spPr>
          <a:xfrm>
            <a:off x="443922" y="1536338"/>
            <a:ext cx="11303578" cy="4348715"/>
          </a:xfrm>
        </p:spPr>
        <p:txBody>
          <a:bodyPr/>
          <a:lstStyle/>
          <a:p>
            <a:pPr marL="0" indent="0">
              <a:buNone/>
            </a:pPr>
            <a:r>
              <a:rPr lang="en-GB" b="1" noProof="0">
                <a:solidFill>
                  <a:schemeClr val="tx1"/>
                </a:solidFill>
              </a:rPr>
              <a:t>Use * to force a user to supply named arguments.</a:t>
            </a:r>
          </a:p>
          <a:p>
            <a:r>
              <a:rPr lang="en-GB" noProof="0">
                <a:solidFill>
                  <a:schemeClr val="tx1"/>
                </a:solidFill>
              </a:rPr>
              <a:t>No need for a dictionary.</a:t>
            </a:r>
          </a:p>
          <a:p>
            <a:pPr marL="0" indent="0">
              <a:buNone/>
            </a:pPr>
            <a:endParaRPr lang="en-GB" b="1" noProof="0">
              <a:solidFill>
                <a:schemeClr val="tx1"/>
              </a:solidFill>
            </a:endParaRPr>
          </a:p>
          <a:p>
            <a:pPr marL="0" indent="0">
              <a:buNone/>
            </a:pPr>
            <a:endParaRPr lang="en-GB" b="1" noProof="0">
              <a:solidFill>
                <a:schemeClr val="tx1"/>
              </a:solidFill>
            </a:endParaRPr>
          </a:p>
          <a:p>
            <a:pPr marL="0" indent="0">
              <a:buNone/>
            </a:pPr>
            <a:endParaRPr lang="en-GB" b="1" noProof="0">
              <a:solidFill>
                <a:schemeClr val="tx1"/>
              </a:solidFill>
            </a:endParaRPr>
          </a:p>
          <a:p>
            <a:pPr marL="0" indent="0">
              <a:buNone/>
            </a:pPr>
            <a:endParaRPr lang="en-GB" b="1" noProof="0">
              <a:solidFill>
                <a:schemeClr val="tx1"/>
              </a:solidFill>
            </a:endParaRPr>
          </a:p>
          <a:p>
            <a:pPr marL="0" indent="0">
              <a:buNone/>
            </a:pPr>
            <a:endParaRPr lang="en-GB" b="1" noProof="0">
              <a:solidFill>
                <a:schemeClr val="tx1"/>
              </a:solidFill>
            </a:endParaRPr>
          </a:p>
          <a:p>
            <a:pPr marL="0" indent="0">
              <a:buNone/>
            </a:pPr>
            <a:endParaRPr lang="en-GB" b="1" noProof="0">
              <a:solidFill>
                <a:schemeClr val="tx1"/>
              </a:solidFill>
            </a:endParaRPr>
          </a:p>
          <a:p>
            <a:pPr marL="0" indent="0">
              <a:buNone/>
            </a:pPr>
            <a:endParaRPr lang="en-GB" b="1" noProof="0">
              <a:solidFill>
                <a:schemeClr val="tx1"/>
              </a:solidFill>
            </a:endParaRPr>
          </a:p>
          <a:p>
            <a:pPr marL="0" indent="0">
              <a:buNone/>
            </a:pPr>
            <a:r>
              <a:rPr lang="en-GB" b="1" noProof="0">
                <a:solidFill>
                  <a:schemeClr val="tx1"/>
                </a:solidFill>
              </a:rPr>
              <a:t>Attempting to pass positional parameters will fail.</a:t>
            </a:r>
          </a:p>
          <a:p>
            <a:pPr marL="0" indent="0">
              <a:buNone/>
            </a:pPr>
            <a:endParaRPr lang="en-GB" b="1" noProof="0">
              <a:solidFill>
                <a:schemeClr val="tx1"/>
              </a:solidFill>
            </a:endParaRPr>
          </a:p>
        </p:txBody>
      </p:sp>
      <p:sp>
        <p:nvSpPr>
          <p:cNvPr id="9220" name="Text Box 4"/>
          <p:cNvSpPr txBox="1">
            <a:spLocks noChangeArrowheads="1"/>
          </p:cNvSpPr>
          <p:nvPr/>
        </p:nvSpPr>
        <p:spPr bwMode="auto">
          <a:xfrm>
            <a:off x="753868" y="2278122"/>
            <a:ext cx="7529625" cy="1908215"/>
          </a:xfrm>
          <a:prstGeom prst="rect">
            <a:avLst/>
          </a:prstGeom>
          <a:solidFill>
            <a:schemeClr val="tx1"/>
          </a:solidFill>
          <a:ln w="9525">
            <a:solidFill>
              <a:schemeClr val="tx1"/>
            </a:solidFill>
            <a:miter lim="800000"/>
            <a:headEnd/>
            <a:tailEnd/>
          </a:ln>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def </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print_vat</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a:t>
            </a:r>
            <a:r>
              <a:rPr kumimoji="0" lang="en-GB" sz="1800" b="1" i="0" u="none" strike="noStrike" kern="1200" cap="none" spc="0" normalizeH="0" baseline="0" noProof="0">
                <a:ln>
                  <a:noFill/>
                </a:ln>
                <a:solidFill>
                  <a:srgbClr val="2FB7DA"/>
                </a:solidFill>
                <a:effectLst/>
                <a:uLnTx/>
                <a:uFillTx/>
                <a:latin typeface="Consolas" panose="020B0609020204030204" pitchFamily="49" charset="0"/>
                <a:ea typeface="+mn-ea"/>
                <a:cs typeface="Courier New" panose="02070309020205020404" pitchFamily="49" charset="0"/>
              </a:rPr>
              <a:t>*</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gross=0, </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vatpc</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=17.5, message='Summary:'):</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net = gross/(1 + (</a:t>
            </a:r>
            <a:r>
              <a:rPr kumimoji="0" lang="en-GB" sz="16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vatpc</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/100))</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vat = gross - net</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print(message, 'Net: {0:5.2f} Vat: {1:5.2f}'.format(net, vat))</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print_vat</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vatpc</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=15, gross=9.55)</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print_vat</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a:t>
            </a:r>
          </a:p>
        </p:txBody>
      </p:sp>
      <p:sp>
        <p:nvSpPr>
          <p:cNvPr id="9221" name="Text Box 7"/>
          <p:cNvSpPr txBox="1">
            <a:spLocks noChangeArrowheads="1"/>
          </p:cNvSpPr>
          <p:nvPr/>
        </p:nvSpPr>
        <p:spPr bwMode="auto">
          <a:xfrm>
            <a:off x="4299420" y="4186337"/>
            <a:ext cx="3983783" cy="646331"/>
          </a:xfrm>
          <a:prstGeom prst="rect">
            <a:avLst/>
          </a:prstGeom>
          <a:solidFill>
            <a:schemeClr val="bg1"/>
          </a:solidFill>
          <a:ln w="9525">
            <a:solidFill>
              <a:schemeClr val="tx1"/>
            </a:solidFill>
            <a:miter lim="800000"/>
            <a:headEnd/>
            <a:tailEnd/>
          </a:ln>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srgbClr val="0D0D0D"/>
                </a:solidFill>
                <a:effectLst/>
                <a:uLnTx/>
                <a:uFillTx/>
                <a:latin typeface="Consolas" panose="020B0609020204030204" pitchFamily="49" charset="0"/>
                <a:ea typeface="+mn-ea"/>
                <a:cs typeface="Courier New" panose="02070309020205020404" pitchFamily="49" charset="0"/>
              </a:rPr>
              <a:t>Summary: Net:  8.30 Vat:  1.25</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srgbClr val="0D0D0D"/>
                </a:solidFill>
                <a:effectLst/>
                <a:uLnTx/>
                <a:uFillTx/>
                <a:latin typeface="Consolas" panose="020B0609020204030204" pitchFamily="49" charset="0"/>
                <a:ea typeface="+mn-ea"/>
                <a:cs typeface="Courier New" panose="02070309020205020404" pitchFamily="49" charset="0"/>
              </a:rPr>
              <a:t>Summary: Net:  0.00 Vat:  0.00</a:t>
            </a:r>
          </a:p>
        </p:txBody>
      </p:sp>
      <p:sp>
        <p:nvSpPr>
          <p:cNvPr id="9223" name="Text Box 9"/>
          <p:cNvSpPr txBox="1">
            <a:spLocks noChangeArrowheads="1"/>
          </p:cNvSpPr>
          <p:nvPr/>
        </p:nvSpPr>
        <p:spPr bwMode="auto">
          <a:xfrm>
            <a:off x="753868" y="5265235"/>
            <a:ext cx="8308975" cy="376238"/>
          </a:xfrm>
          <a:prstGeom prst="rect">
            <a:avLst/>
          </a:prstGeom>
          <a:solidFill>
            <a:schemeClr val="tx1"/>
          </a:solidFill>
          <a:ln w="9525">
            <a:solidFill>
              <a:schemeClr val="tx1"/>
            </a:solidFill>
            <a:miter lim="800000"/>
            <a:headEnd/>
            <a:tailEnd/>
          </a:ln>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print_vat</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(15, 9.55)</a:t>
            </a:r>
          </a:p>
        </p:txBody>
      </p:sp>
      <p:sp>
        <p:nvSpPr>
          <p:cNvPr id="9" name="Text Box 7">
            <a:extLst>
              <a:ext uri="{FF2B5EF4-FFF2-40B4-BE49-F238E27FC236}">
                <a16:creationId xmlns:a16="http://schemas.microsoft.com/office/drawing/2014/main" id="{010A2FBC-C251-4E84-A7DF-9DA3B49DF559}"/>
              </a:ext>
            </a:extLst>
          </p:cNvPr>
          <p:cNvSpPr txBox="1">
            <a:spLocks noChangeArrowheads="1"/>
          </p:cNvSpPr>
          <p:nvPr/>
        </p:nvSpPr>
        <p:spPr bwMode="auto">
          <a:xfrm>
            <a:off x="1543161" y="5661654"/>
            <a:ext cx="8922635" cy="369332"/>
          </a:xfrm>
          <a:prstGeom prst="rect">
            <a:avLst/>
          </a:prstGeom>
          <a:solidFill>
            <a:schemeClr val="bg1"/>
          </a:solidFill>
          <a:ln w="9525">
            <a:solidFill>
              <a:schemeClr val="tx1"/>
            </a:solidFill>
            <a:miter lim="800000"/>
            <a:headEnd/>
            <a:tailEnd/>
          </a:ln>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err="1">
                <a:ln>
                  <a:noFill/>
                </a:ln>
                <a:solidFill>
                  <a:srgbClr val="FF0000"/>
                </a:solidFill>
                <a:effectLst/>
                <a:uLnTx/>
                <a:uFillTx/>
                <a:latin typeface="Consolas" panose="020B0609020204030204" pitchFamily="49" charset="0"/>
                <a:ea typeface="+mn-ea"/>
                <a:cs typeface="Courier New" panose="02070309020205020404" pitchFamily="49" charset="0"/>
              </a:rPr>
              <a:t>TypeError</a:t>
            </a:r>
            <a:r>
              <a:rPr kumimoji="0" lang="en-GB" sz="1800" b="0" i="0" u="none" strike="noStrike" kern="1200" cap="none" spc="0" normalizeH="0" baseline="0" noProof="0">
                <a:ln>
                  <a:noFill/>
                </a:ln>
                <a:solidFill>
                  <a:srgbClr val="FF0000"/>
                </a:solidFill>
                <a:effectLst/>
                <a:uLnTx/>
                <a:uFillTx/>
                <a:latin typeface="Consolas" panose="020B0609020204030204" pitchFamily="49" charset="0"/>
                <a:ea typeface="+mn-ea"/>
                <a:cs typeface="Courier New" panose="02070309020205020404" pitchFamily="49" charset="0"/>
              </a:rPr>
              <a:t>: </a:t>
            </a:r>
            <a:r>
              <a:rPr kumimoji="0" lang="en-GB" sz="1800" b="0" i="0" u="none" strike="noStrike" kern="1200" cap="none" spc="0" normalizeH="0" baseline="0" noProof="0" err="1">
                <a:ln>
                  <a:noFill/>
                </a:ln>
                <a:solidFill>
                  <a:srgbClr val="FF0000"/>
                </a:solidFill>
                <a:effectLst/>
                <a:uLnTx/>
                <a:uFillTx/>
                <a:latin typeface="Consolas" panose="020B0609020204030204" pitchFamily="49" charset="0"/>
                <a:ea typeface="+mn-ea"/>
                <a:cs typeface="Courier New" panose="02070309020205020404" pitchFamily="49" charset="0"/>
              </a:rPr>
              <a:t>print_vat</a:t>
            </a:r>
            <a:r>
              <a:rPr kumimoji="0" lang="en-GB" sz="1800" b="0" i="0" u="none" strike="noStrike" kern="1200" cap="none" spc="0" normalizeH="0" baseline="0" noProof="0">
                <a:ln>
                  <a:noFill/>
                </a:ln>
                <a:solidFill>
                  <a:srgbClr val="FF0000"/>
                </a:solidFill>
                <a:effectLst/>
                <a:uLnTx/>
                <a:uFillTx/>
                <a:latin typeface="Consolas" panose="020B0609020204030204" pitchFamily="49" charset="0"/>
                <a:ea typeface="+mn-ea"/>
                <a:cs typeface="Courier New" panose="02070309020205020404" pitchFamily="49" charset="0"/>
              </a:rPr>
              <a:t>() takes exactly 0 positional arguments (2 given)</a:t>
            </a:r>
          </a:p>
        </p:txBody>
      </p:sp>
      <p:sp>
        <p:nvSpPr>
          <p:cNvPr id="2" name="Slide Number Placeholder 1">
            <a:extLst>
              <a:ext uri="{FF2B5EF4-FFF2-40B4-BE49-F238E27FC236}">
                <a16:creationId xmlns:a16="http://schemas.microsoft.com/office/drawing/2014/main" id="{28EDDADA-356F-F434-E66A-76C2FDD9C90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GB"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GB" sz="1800" b="0" i="0" u="none" strike="noStrike" kern="1200" cap="none" spc="0" normalizeH="0" baseline="0" noProof="0">
              <a:ln>
                <a:noFill/>
              </a:ln>
              <a:solidFill>
                <a:srgbClr val="5F5F5F"/>
              </a:solidFill>
              <a:effectLst/>
              <a:uLnTx/>
              <a:uFillTx/>
              <a:latin typeface="Figtree"/>
              <a:ea typeface="+mn-ea"/>
              <a:cs typeface="+mn-cs"/>
            </a:endParaRPr>
          </a:p>
        </p:txBody>
      </p:sp>
      <p:sp>
        <p:nvSpPr>
          <p:cNvPr id="3" name="TextBox 2">
            <a:extLst>
              <a:ext uri="{FF2B5EF4-FFF2-40B4-BE49-F238E27FC236}">
                <a16:creationId xmlns:a16="http://schemas.microsoft.com/office/drawing/2014/main" id="{A24A2B52-2069-F88D-8992-6DFD910269AB}"/>
              </a:ext>
            </a:extLst>
          </p:cNvPr>
          <p:cNvSpPr txBox="1"/>
          <p:nvPr/>
        </p:nvSpPr>
        <p:spPr>
          <a:xfrm>
            <a:off x="8829039" y="2278122"/>
            <a:ext cx="2902957" cy="1200329"/>
          </a:xfrm>
          <a:prstGeom prst="rect">
            <a:avLst/>
          </a:prstGeom>
          <a:solidFill>
            <a:schemeClr val="accent1">
              <a:lumMod val="40000"/>
              <a:lumOff val="60000"/>
            </a:schemeClr>
          </a:solidFill>
          <a:ln>
            <a:solidFill>
              <a:schemeClr val="accent1">
                <a:lumMod val="40000"/>
                <a:lumOff val="60000"/>
              </a:schemeClr>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D0D0D"/>
                </a:solidFill>
                <a:effectLst/>
                <a:uLnTx/>
                <a:uFillTx/>
                <a:latin typeface="Figtree"/>
                <a:ea typeface="+mn-ea"/>
                <a:cs typeface="+mn-cs"/>
              </a:rPr>
              <a:t>*, can be placed anywhere in the parameter list to enforce named passing for following parameters.</a:t>
            </a:r>
          </a:p>
        </p:txBody>
      </p:sp>
      <p:sp>
        <p:nvSpPr>
          <p:cNvPr id="4" name="Line 11">
            <a:extLst>
              <a:ext uri="{FF2B5EF4-FFF2-40B4-BE49-F238E27FC236}">
                <a16:creationId xmlns:a16="http://schemas.microsoft.com/office/drawing/2014/main" id="{76823401-2CF0-17A0-5464-EB9B2C2996DF}"/>
              </a:ext>
            </a:extLst>
          </p:cNvPr>
          <p:cNvSpPr>
            <a:spLocks noChangeShapeType="1"/>
          </p:cNvSpPr>
          <p:nvPr/>
        </p:nvSpPr>
        <p:spPr bwMode="auto">
          <a:xfrm flipH="1" flipV="1">
            <a:off x="2915795" y="2469766"/>
            <a:ext cx="5913244" cy="404906"/>
          </a:xfrm>
          <a:prstGeom prst="line">
            <a:avLst/>
          </a:prstGeom>
          <a:noFill/>
          <a:ln w="19050">
            <a:solidFill>
              <a:schemeClr val="accent1"/>
            </a:solidFill>
            <a:round/>
            <a:headEnd/>
            <a:tailEnd type="triangle" w="med" len="med"/>
          </a:ln>
          <a:extLst>
            <a:ext uri="{909E8E84-426E-40dd-AFC4-6F175D3DCCD1}">
              <a14:hiddenFill xmlns:a14="http://schemas.microsoft.com/office/drawing/2010/main" xmlns="">
                <a:noFill/>
              </a14:hiddenFill>
            </a:ext>
          </a:ex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D0D0D"/>
              </a:solidFill>
              <a:effectLst/>
              <a:uLnTx/>
              <a:uFillTx/>
              <a:latin typeface="Figtree"/>
              <a:ea typeface="+mn-ea"/>
              <a:cs typeface="+mn-cs"/>
            </a:endParaRPr>
          </a:p>
        </p:txBody>
      </p:sp>
      <p:sp>
        <p:nvSpPr>
          <p:cNvPr id="5" name="Rectangle: Rounded Corners 4">
            <a:extLst>
              <a:ext uri="{FF2B5EF4-FFF2-40B4-BE49-F238E27FC236}">
                <a16:creationId xmlns:a16="http://schemas.microsoft.com/office/drawing/2014/main" id="{E934F903-0446-D560-CF17-656E00D293E4}"/>
              </a:ext>
            </a:extLst>
          </p:cNvPr>
          <p:cNvSpPr/>
          <p:nvPr/>
        </p:nvSpPr>
        <p:spPr>
          <a:xfrm>
            <a:off x="2580640" y="2302473"/>
            <a:ext cx="294640" cy="279264"/>
          </a:xfrm>
          <a:prstGeom prst="roundRect">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Figtree"/>
              <a:ea typeface="+mn-ea"/>
              <a:cs typeface="+mn-cs"/>
            </a:endParaRPr>
          </a:p>
        </p:txBody>
      </p:sp>
    </p:spTree>
    <p:extLst>
      <p:ext uri="{BB962C8B-B14F-4D97-AF65-F5344CB8AC3E}">
        <p14:creationId xmlns:p14="http://schemas.microsoft.com/office/powerpoint/2010/main" val="2150239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p:txBody>
          <a:bodyPr/>
          <a:lstStyle/>
          <a:p>
            <a:pPr eaLnBrk="1" hangingPunct="1"/>
            <a:r>
              <a:rPr lang="en-GB" noProof="0"/>
              <a:t>Unpacking and variadic functions</a:t>
            </a:r>
          </a:p>
        </p:txBody>
      </p:sp>
      <p:sp>
        <p:nvSpPr>
          <p:cNvPr id="9219" name="Rectangle 3"/>
          <p:cNvSpPr>
            <a:spLocks noGrp="1" noChangeArrowheads="1"/>
          </p:cNvSpPr>
          <p:nvPr>
            <p:ph sz="quarter" idx="4"/>
          </p:nvPr>
        </p:nvSpPr>
        <p:spPr>
          <a:xfrm>
            <a:off x="443922" y="1708727"/>
            <a:ext cx="11303578" cy="4106878"/>
          </a:xfrm>
        </p:spPr>
        <p:txBody>
          <a:bodyPr/>
          <a:lstStyle/>
          <a:p>
            <a:pPr marL="0" indent="0">
              <a:buNone/>
            </a:pPr>
            <a:r>
              <a:rPr lang="en-GB" b="1" noProof="0">
                <a:solidFill>
                  <a:schemeClr val="tx1"/>
                </a:solidFill>
              </a:rPr>
              <a:t>Functions usually have a fixed number of parameters.</a:t>
            </a:r>
          </a:p>
          <a:p>
            <a:r>
              <a:rPr lang="en-GB" noProof="0">
                <a:solidFill>
                  <a:schemeClr val="tx1"/>
                </a:solidFill>
              </a:rPr>
              <a:t>Unpacking passes a sequence's elements as single arguments.</a:t>
            </a:r>
          </a:p>
          <a:p>
            <a:pPr marL="0" indent="0">
              <a:buNone/>
            </a:pPr>
            <a:endParaRPr lang="en-GB" noProof="0">
              <a:solidFill>
                <a:schemeClr val="tx1"/>
              </a:solidFill>
            </a:endParaRPr>
          </a:p>
          <a:p>
            <a:pPr marL="0" indent="0">
              <a:buNone/>
            </a:pPr>
            <a:endParaRPr lang="en-GB" noProof="0">
              <a:solidFill>
                <a:schemeClr val="tx1"/>
              </a:solidFill>
            </a:endParaRPr>
          </a:p>
          <a:p>
            <a:pPr marL="0" indent="0">
              <a:buNone/>
            </a:pPr>
            <a:endParaRPr lang="en-GB" noProof="0">
              <a:solidFill>
                <a:schemeClr val="tx1"/>
              </a:solidFill>
            </a:endParaRPr>
          </a:p>
          <a:p>
            <a:pPr marL="0" indent="0">
              <a:buNone/>
            </a:pPr>
            <a:endParaRPr lang="en-GB" noProof="0">
              <a:solidFill>
                <a:schemeClr val="tx1"/>
              </a:solidFill>
            </a:endParaRPr>
          </a:p>
          <a:p>
            <a:pPr marL="0" indent="0">
              <a:buNone/>
            </a:pPr>
            <a:r>
              <a:rPr lang="en-GB" b="1" noProof="0">
                <a:solidFill>
                  <a:schemeClr val="tx1"/>
                </a:solidFill>
              </a:rPr>
              <a:t>Variadic functions have a variable number of parameters.</a:t>
            </a:r>
          </a:p>
          <a:p>
            <a:r>
              <a:rPr lang="en-GB" noProof="0">
                <a:solidFill>
                  <a:schemeClr val="tx1"/>
                </a:solidFill>
              </a:rPr>
              <a:t>They can be collected into a tuple with a * prefix.</a:t>
            </a:r>
          </a:p>
          <a:p>
            <a:pPr marL="0" indent="0">
              <a:buNone/>
            </a:pPr>
            <a:endParaRPr lang="en-GB" noProof="0">
              <a:solidFill>
                <a:schemeClr val="tx1"/>
              </a:solidFill>
            </a:endParaRPr>
          </a:p>
          <a:p>
            <a:pPr marL="0" indent="0">
              <a:buNone/>
            </a:pPr>
            <a:endParaRPr lang="en-GB" noProof="0">
              <a:solidFill>
                <a:schemeClr val="tx1"/>
              </a:solidFill>
            </a:endParaRPr>
          </a:p>
          <a:p>
            <a:pPr marL="0" indent="0">
              <a:buNone/>
            </a:pPr>
            <a:endParaRPr lang="en-GB" noProof="0">
              <a:solidFill>
                <a:schemeClr val="tx1"/>
              </a:solidFill>
            </a:endParaRPr>
          </a:p>
          <a:p>
            <a:pPr marL="0" indent="0">
              <a:buNone/>
            </a:pPr>
            <a:endParaRPr lang="en-GB" noProof="0">
              <a:solidFill>
                <a:schemeClr val="tx1"/>
              </a:solidFill>
            </a:endParaRPr>
          </a:p>
          <a:p>
            <a:pPr marL="0" indent="0">
              <a:buNone/>
            </a:pPr>
            <a:endParaRPr lang="en-GB" noProof="0">
              <a:solidFill>
                <a:schemeClr val="tx1"/>
              </a:solidFill>
            </a:endParaRPr>
          </a:p>
          <a:p>
            <a:pPr marL="0" indent="0">
              <a:buNone/>
            </a:pPr>
            <a:endParaRPr lang="en-GB" noProof="0">
              <a:solidFill>
                <a:schemeClr val="tx1"/>
              </a:solidFill>
            </a:endParaRPr>
          </a:p>
          <a:p>
            <a:pPr marL="0" indent="0">
              <a:buNone/>
            </a:pPr>
            <a:endParaRPr lang="en-GB" noProof="0">
              <a:solidFill>
                <a:schemeClr val="tx1"/>
              </a:solidFill>
            </a:endParaRPr>
          </a:p>
          <a:p>
            <a:pPr marL="0" indent="0">
              <a:buNone/>
            </a:pPr>
            <a:endParaRPr lang="en-GB" noProof="0">
              <a:solidFill>
                <a:schemeClr val="tx1"/>
              </a:solidFill>
            </a:endParaRPr>
          </a:p>
          <a:p>
            <a:pPr marL="0" indent="0">
              <a:buNone/>
            </a:pPr>
            <a:endParaRPr lang="en-GB" noProof="0">
              <a:solidFill>
                <a:schemeClr val="tx1"/>
              </a:solidFill>
            </a:endParaRPr>
          </a:p>
        </p:txBody>
      </p:sp>
      <p:sp>
        <p:nvSpPr>
          <p:cNvPr id="8" name="Text Box 13"/>
          <p:cNvSpPr txBox="1">
            <a:spLocks noChangeArrowheads="1"/>
          </p:cNvSpPr>
          <p:nvPr/>
        </p:nvSpPr>
        <p:spPr bwMode="auto">
          <a:xfrm>
            <a:off x="809993" y="2492563"/>
            <a:ext cx="2959368" cy="1323439"/>
          </a:xfrm>
          <a:prstGeom prst="rect">
            <a:avLst/>
          </a:prstGeom>
          <a:solidFill>
            <a:schemeClr val="tx1"/>
          </a:solidFill>
          <a:ln w="9525">
            <a:solidFill>
              <a:schemeClr val="tx1"/>
            </a:solidFill>
            <a:miter lim="800000"/>
            <a:headEnd/>
            <a:tailEnd/>
          </a:ln>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mn-cs"/>
              </a:rPr>
              <a:t>def </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mn-cs"/>
              </a:rPr>
              <a:t>my_func</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mn-cs"/>
              </a:rPr>
              <a:t>(a, b, c):</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mn-cs"/>
              </a:rPr>
              <a:t>    print(a, b, c) </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800" b="0" i="0" u="none" strike="noStrike" kern="1200" cap="none" spc="0" normalizeH="0" baseline="0" noProof="0">
                <a:ln>
                  <a:noFill/>
                </a:ln>
                <a:solidFill>
                  <a:prstClr val="white"/>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1" i="0" u="none" strike="noStrike" kern="1200" cap="none" spc="0" normalizeH="0" baseline="0" noProof="0" err="1">
                <a:ln>
                  <a:noFill/>
                </a:ln>
                <a:solidFill>
                  <a:srgbClr val="2FB7DA"/>
                </a:solidFill>
                <a:effectLst/>
                <a:uLnTx/>
                <a:uFillTx/>
                <a:latin typeface="Consolas" panose="020B0609020204030204" pitchFamily="49" charset="0"/>
                <a:ea typeface="+mn-ea"/>
                <a:cs typeface="+mn-cs"/>
              </a:rPr>
              <a:t>mytup</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mn-cs"/>
              </a:rPr>
              <a:t> = 23, 45, 67</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mn-cs"/>
              </a:rPr>
              <a:t>my_func</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mn-cs"/>
              </a:rPr>
              <a:t>(</a:t>
            </a:r>
            <a:r>
              <a:rPr kumimoji="0" lang="en-GB" sz="1800" b="1" i="0" u="none" strike="noStrike" kern="1200" cap="none" spc="0" normalizeH="0" baseline="0" noProof="0">
                <a:ln>
                  <a:noFill/>
                </a:ln>
                <a:solidFill>
                  <a:srgbClr val="2FB7DA"/>
                </a:solidFill>
                <a:effectLst/>
                <a:uLnTx/>
                <a:uFillTx/>
                <a:latin typeface="Consolas" panose="020B0609020204030204" pitchFamily="49" charset="0"/>
                <a:ea typeface="+mn-ea"/>
                <a:cs typeface="+mn-cs"/>
              </a:rPr>
              <a:t>*</a:t>
            </a:r>
            <a:r>
              <a:rPr kumimoji="0" lang="en-GB" sz="1800" b="1" i="0" u="none" strike="noStrike" kern="1200" cap="none" spc="0" normalizeH="0" baseline="0" noProof="0" err="1">
                <a:ln>
                  <a:noFill/>
                </a:ln>
                <a:solidFill>
                  <a:srgbClr val="2FB7DA"/>
                </a:solidFill>
                <a:effectLst/>
                <a:uLnTx/>
                <a:uFillTx/>
                <a:latin typeface="Consolas" panose="020B0609020204030204" pitchFamily="49" charset="0"/>
                <a:ea typeface="+mn-ea"/>
                <a:cs typeface="+mn-cs"/>
              </a:rPr>
              <a:t>mytup</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mn-cs"/>
              </a:rPr>
              <a:t>)</a:t>
            </a:r>
          </a:p>
        </p:txBody>
      </p:sp>
      <p:sp>
        <p:nvSpPr>
          <p:cNvPr id="9" name="Text Box 7"/>
          <p:cNvSpPr txBox="1">
            <a:spLocks noChangeArrowheads="1"/>
          </p:cNvSpPr>
          <p:nvPr/>
        </p:nvSpPr>
        <p:spPr bwMode="auto">
          <a:xfrm>
            <a:off x="3769361" y="3446115"/>
            <a:ext cx="1291086" cy="369887"/>
          </a:xfrm>
          <a:prstGeom prst="rect">
            <a:avLst/>
          </a:prstGeom>
          <a:solidFill>
            <a:schemeClr val="bg1"/>
          </a:solidFill>
          <a:ln w="9525">
            <a:solidFill>
              <a:schemeClr val="tx1"/>
            </a:solidFill>
            <a:miter lim="800000"/>
            <a:headEnd/>
            <a:tailEnd/>
          </a:ln>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D0D0D"/>
                </a:solidFill>
                <a:effectLst/>
                <a:uLnTx/>
                <a:uFillTx/>
                <a:latin typeface="Consolas" panose="020B0609020204030204" pitchFamily="49" charset="0"/>
                <a:ea typeface="+mn-ea"/>
                <a:cs typeface="+mn-cs"/>
              </a:rPr>
              <a:t>23 45 67</a:t>
            </a:r>
          </a:p>
        </p:txBody>
      </p:sp>
      <p:sp>
        <p:nvSpPr>
          <p:cNvPr id="9222" name="Text Box 13"/>
          <p:cNvSpPr txBox="1">
            <a:spLocks noChangeArrowheads="1"/>
          </p:cNvSpPr>
          <p:nvPr/>
        </p:nvSpPr>
        <p:spPr bwMode="auto">
          <a:xfrm>
            <a:off x="809993" y="4759586"/>
            <a:ext cx="6454408" cy="1046163"/>
          </a:xfrm>
          <a:prstGeom prst="rect">
            <a:avLst/>
          </a:prstGeom>
          <a:solidFill>
            <a:schemeClr val="tx1"/>
          </a:solidFill>
          <a:ln w="9525">
            <a:solidFill>
              <a:schemeClr val="tx1"/>
            </a:solidFill>
            <a:miter lim="800000"/>
            <a:headEnd/>
            <a:tailEnd/>
          </a:ln>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mn-cs"/>
              </a:rPr>
              <a:t>def </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mn-cs"/>
              </a:rPr>
              <a:t>my_func</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mn-cs"/>
              </a:rPr>
              <a:t>(</a:t>
            </a:r>
            <a:r>
              <a:rPr kumimoji="0" lang="en-GB" sz="1800" b="1" i="0" u="none" strike="noStrike" kern="1200" cap="none" spc="0" normalizeH="0" baseline="0" noProof="0" err="1">
                <a:ln>
                  <a:noFill/>
                </a:ln>
                <a:solidFill>
                  <a:srgbClr val="2FB7DA"/>
                </a:solidFill>
                <a:effectLst/>
                <a:uLnTx/>
                <a:uFillTx/>
                <a:latin typeface="Consolas" panose="020B0609020204030204" pitchFamily="49" charset="0"/>
                <a:ea typeface="+mn-ea"/>
                <a:cs typeface="+mn-cs"/>
              </a:rPr>
              <a:t>dir</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mn-cs"/>
              </a:rPr>
              <a:t>, </a:t>
            </a:r>
            <a:r>
              <a:rPr kumimoji="0" lang="en-GB" sz="1800" b="0" i="0" u="none" strike="noStrike" kern="1200" cap="none" spc="0" normalizeH="0" baseline="0" noProof="0">
                <a:ln>
                  <a:noFill/>
                </a:ln>
                <a:solidFill>
                  <a:srgbClr val="FCAC69"/>
                </a:solidFill>
                <a:effectLst/>
                <a:uLnTx/>
                <a:uFillTx/>
                <a:latin typeface="Consolas" panose="020B0609020204030204" pitchFamily="49" charset="0"/>
                <a:ea typeface="+mn-ea"/>
                <a:cs typeface="+mn-cs"/>
              </a:rPr>
              <a:t>*files</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mn-cs"/>
              </a:rPr>
              <a:t>    print('</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mn-cs"/>
              </a:rPr>
              <a:t>dir</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mn-cs"/>
              </a:rPr>
              <a:t>:', </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mn-cs"/>
              </a:rPr>
              <a:t>dir</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mn-cs"/>
              </a:rPr>
              <a:t>, 'files:', files) </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800" b="0" i="0" u="none" strike="noStrike" kern="1200" cap="none" spc="0" normalizeH="0" baseline="0" noProof="0">
                <a:ln>
                  <a:noFill/>
                </a:ln>
                <a:solidFill>
                  <a:prstClr val="white"/>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mn-cs"/>
              </a:rPr>
              <a:t>my_func</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mn-cs"/>
              </a:rPr>
              <a:t>(</a:t>
            </a:r>
            <a:r>
              <a:rPr kumimoji="0" lang="en-GB" sz="1800" b="1" i="0" u="none" strike="noStrike" kern="1200" cap="none" spc="0" normalizeH="0" baseline="0" noProof="0">
                <a:ln>
                  <a:noFill/>
                </a:ln>
                <a:solidFill>
                  <a:srgbClr val="2FB7DA"/>
                </a:solidFill>
                <a:effectLst/>
                <a:uLnTx/>
                <a:uFillTx/>
                <a:latin typeface="Consolas" panose="020B0609020204030204" pitchFamily="49" charset="0"/>
                <a:ea typeface="+mn-ea"/>
                <a:cs typeface="+mn-cs"/>
              </a:rPr>
              <a:t>'c:/stuff'</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mn-cs"/>
              </a:rPr>
              <a:t>, </a:t>
            </a:r>
            <a:r>
              <a:rPr kumimoji="0" lang="en-GB" sz="1800" b="1" i="0" u="none" strike="noStrike" kern="1200" cap="none" spc="0" normalizeH="0" baseline="0" noProof="0">
                <a:ln>
                  <a:noFill/>
                </a:ln>
                <a:solidFill>
                  <a:srgbClr val="FCAC69"/>
                </a:solidFill>
                <a:effectLst/>
                <a:uLnTx/>
                <a:uFillTx/>
                <a:latin typeface="Consolas" panose="020B0609020204030204" pitchFamily="49" charset="0"/>
                <a:ea typeface="+mn-ea"/>
                <a:cs typeface="+mn-cs"/>
              </a:rPr>
              <a:t>'f1.txt', 'f2.txt', 'f3.txt'</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mn-cs"/>
              </a:rPr>
              <a:t>)</a:t>
            </a:r>
          </a:p>
        </p:txBody>
      </p:sp>
      <p:sp>
        <p:nvSpPr>
          <p:cNvPr id="9223" name="Text Box 7"/>
          <p:cNvSpPr txBox="1">
            <a:spLocks noChangeArrowheads="1"/>
          </p:cNvSpPr>
          <p:nvPr/>
        </p:nvSpPr>
        <p:spPr bwMode="auto">
          <a:xfrm>
            <a:off x="809993" y="5805749"/>
            <a:ext cx="7022008" cy="369887"/>
          </a:xfrm>
          <a:prstGeom prst="rect">
            <a:avLst/>
          </a:prstGeom>
          <a:solidFill>
            <a:schemeClr val="bg1"/>
          </a:solidFill>
          <a:ln w="9525">
            <a:solidFill>
              <a:schemeClr val="tx1"/>
            </a:solidFill>
            <a:miter lim="800000"/>
            <a:headEnd/>
            <a:tailEnd/>
          </a:ln>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err="1">
                <a:ln>
                  <a:noFill/>
                </a:ln>
                <a:solidFill>
                  <a:srgbClr val="0D0D0D"/>
                </a:solidFill>
                <a:effectLst/>
                <a:uLnTx/>
                <a:uFillTx/>
                <a:latin typeface="Consolas" panose="020B0609020204030204" pitchFamily="49" charset="0"/>
                <a:ea typeface="+mn-ea"/>
                <a:cs typeface="+mn-cs"/>
              </a:rPr>
              <a:t>dir</a:t>
            </a:r>
            <a:r>
              <a:rPr kumimoji="0" lang="en-GB" sz="1800" b="0" i="0" u="none" strike="noStrike" kern="1200" cap="none" spc="0" normalizeH="0" baseline="0" noProof="0">
                <a:ln>
                  <a:noFill/>
                </a:ln>
                <a:solidFill>
                  <a:srgbClr val="0D0D0D"/>
                </a:solidFill>
                <a:effectLst/>
                <a:uLnTx/>
                <a:uFillTx/>
                <a:latin typeface="Consolas" panose="020B0609020204030204" pitchFamily="49" charset="0"/>
                <a:ea typeface="+mn-ea"/>
                <a:cs typeface="+mn-cs"/>
              </a:rPr>
              <a:t>: 'c:/stuff', files: ('f1.txt', 'f2.txt', 'f3.txt')</a:t>
            </a:r>
          </a:p>
        </p:txBody>
      </p:sp>
      <p:sp>
        <p:nvSpPr>
          <p:cNvPr id="2" name="Slide Number Placeholder 1">
            <a:extLst>
              <a:ext uri="{FF2B5EF4-FFF2-40B4-BE49-F238E27FC236}">
                <a16:creationId xmlns:a16="http://schemas.microsoft.com/office/drawing/2014/main" id="{795E84CB-B1B6-589E-C25B-EDDED651466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GB"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GB" sz="1800" b="0" i="0" u="none" strike="noStrike" kern="1200" cap="none" spc="0" normalizeH="0" baseline="0" noProof="0">
              <a:ln>
                <a:noFill/>
              </a:ln>
              <a:solidFill>
                <a:srgbClr val="5F5F5F"/>
              </a:solidFill>
              <a:effectLst/>
              <a:uLnTx/>
              <a:uFillTx/>
              <a:latin typeface="Figtree"/>
              <a:ea typeface="+mn-ea"/>
              <a:cs typeface="+mn-cs"/>
            </a:endParaRPr>
          </a:p>
        </p:txBody>
      </p:sp>
    </p:spTree>
    <p:extLst>
      <p:ext uri="{BB962C8B-B14F-4D97-AF65-F5344CB8AC3E}">
        <p14:creationId xmlns:p14="http://schemas.microsoft.com/office/powerpoint/2010/main" val="2957144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Rectangle 2"/>
          <p:cNvSpPr>
            <a:spLocks noGrp="1" noChangeArrowheads="1"/>
          </p:cNvSpPr>
          <p:nvPr>
            <p:ph type="ctrTitle"/>
          </p:nvPr>
        </p:nvSpPr>
        <p:spPr/>
        <p:txBody>
          <a:bodyPr/>
          <a:lstStyle/>
          <a:p>
            <a:pPr eaLnBrk="1" hangingPunct="1"/>
            <a:r>
              <a:rPr lang="en-GB" noProof="0"/>
              <a:t>Returning objects from a function </a:t>
            </a:r>
          </a:p>
        </p:txBody>
      </p:sp>
      <p:sp>
        <p:nvSpPr>
          <p:cNvPr id="12291" name="Rectangle 3"/>
          <p:cNvSpPr>
            <a:spLocks noGrp="1" noChangeArrowheads="1"/>
          </p:cNvSpPr>
          <p:nvPr>
            <p:ph sz="quarter" idx="4"/>
          </p:nvPr>
        </p:nvSpPr>
        <p:spPr>
          <a:xfrm>
            <a:off x="443922" y="1513189"/>
            <a:ext cx="11303578" cy="4348715"/>
          </a:xfrm>
        </p:spPr>
        <p:txBody>
          <a:bodyPr/>
          <a:lstStyle/>
          <a:p>
            <a:pPr marL="0" indent="0">
              <a:spcBef>
                <a:spcPts val="600"/>
              </a:spcBef>
              <a:buNone/>
            </a:pPr>
            <a:r>
              <a:rPr lang="en-GB" sz="1800" b="1" noProof="0">
                <a:solidFill>
                  <a:schemeClr val="tx1"/>
                </a:solidFill>
              </a:rPr>
              <a:t>Use a return statement, followed by the object to be returned.</a:t>
            </a:r>
          </a:p>
          <a:p>
            <a:pPr>
              <a:spcBef>
                <a:spcPts val="600"/>
              </a:spcBef>
            </a:pPr>
            <a:r>
              <a:rPr lang="en-GB" sz="1800" noProof="0">
                <a:solidFill>
                  <a:schemeClr val="tx1"/>
                </a:solidFill>
              </a:rPr>
              <a:t>Any Python object may be returned.</a:t>
            </a:r>
          </a:p>
          <a:p>
            <a:pPr marL="0" indent="0">
              <a:spcBef>
                <a:spcPts val="600"/>
              </a:spcBef>
              <a:buNone/>
            </a:pPr>
            <a:endParaRPr lang="en-GB" sz="1800" b="1" noProof="0">
              <a:solidFill>
                <a:schemeClr val="tx1"/>
              </a:solidFill>
            </a:endParaRPr>
          </a:p>
          <a:p>
            <a:pPr marL="0" indent="0">
              <a:spcBef>
                <a:spcPts val="600"/>
              </a:spcBef>
              <a:buNone/>
            </a:pPr>
            <a:r>
              <a:rPr lang="en-GB" sz="1800" b="1" noProof="0">
                <a:solidFill>
                  <a:schemeClr val="tx1"/>
                </a:solidFill>
              </a:rPr>
              <a:t>Returning an object:</a:t>
            </a:r>
          </a:p>
          <a:p>
            <a:pPr>
              <a:spcBef>
                <a:spcPts val="600"/>
              </a:spcBef>
            </a:pPr>
            <a:r>
              <a:rPr lang="en-GB" sz="1800" noProof="0">
                <a:solidFill>
                  <a:schemeClr val="tx1"/>
                </a:solidFill>
              </a:rPr>
              <a:t>Stops the execution of the function.</a:t>
            </a:r>
          </a:p>
          <a:p>
            <a:pPr>
              <a:spcBef>
                <a:spcPts val="600"/>
              </a:spcBef>
            </a:pPr>
            <a:r>
              <a:rPr lang="en-GB" sz="1800" noProof="0">
                <a:solidFill>
                  <a:schemeClr val="tx1"/>
                </a:solidFill>
              </a:rPr>
              <a:t>Passes the object back to the caller.</a:t>
            </a:r>
          </a:p>
          <a:p>
            <a:pPr>
              <a:spcBef>
                <a:spcPts val="600"/>
              </a:spcBef>
            </a:pPr>
            <a:r>
              <a:rPr lang="en-GB" sz="1800" noProof="0">
                <a:solidFill>
                  <a:schemeClr val="tx1"/>
                </a:solidFill>
              </a:rPr>
              <a:t>If return is not used, a reference to none is returned.</a:t>
            </a:r>
          </a:p>
          <a:p>
            <a:pPr marL="0" indent="0">
              <a:spcBef>
                <a:spcPts val="600"/>
              </a:spcBef>
              <a:buNone/>
            </a:pPr>
            <a:endParaRPr lang="en-GB" sz="1800" noProof="0">
              <a:solidFill>
                <a:schemeClr val="tx1"/>
              </a:solidFill>
            </a:endParaRPr>
          </a:p>
        </p:txBody>
      </p:sp>
      <p:sp>
        <p:nvSpPr>
          <p:cNvPr id="12292" name="Text Box 4"/>
          <p:cNvSpPr txBox="1">
            <a:spLocks noChangeArrowheads="1"/>
          </p:cNvSpPr>
          <p:nvPr/>
        </p:nvSpPr>
        <p:spPr bwMode="auto">
          <a:xfrm>
            <a:off x="758161" y="3912654"/>
            <a:ext cx="5835680" cy="2164695"/>
          </a:xfrm>
          <a:prstGeom prst="rect">
            <a:avLst/>
          </a:prstGeom>
          <a:solidFill>
            <a:schemeClr val="tx1"/>
          </a:solidFill>
          <a:ln w="12700">
            <a:solidFill>
              <a:srgbClr val="000000"/>
            </a:solidFill>
            <a:miter lim="800000"/>
            <a:headEnd/>
            <a:tailEnd/>
          </a:ln>
          <a:effectLst/>
        </p:spPr>
        <p:txBody>
          <a:bodyPr wrap="square" lIns="95250" tIns="50800" rIns="95250" bIns="50800">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def </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calc_vat</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(gross, </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vatpc</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=17.5):</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net = gross/(1 + (</a:t>
            </a:r>
            <a:r>
              <a:rPr kumimoji="0" lang="en-GB" sz="16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vatpc</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/100))</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vat = gross - net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a:rPr>
              <a:t>return </a:t>
            </a:r>
            <a:r>
              <a:rPr kumimoji="0" lang="en-GB" sz="1800" b="1" i="0" u="none" strike="noStrike" kern="1200" cap="none" spc="0" normalizeH="0" baseline="0" noProof="0">
                <a:ln>
                  <a:noFill/>
                </a:ln>
                <a:solidFill>
                  <a:srgbClr val="2FB7DA"/>
                </a:solidFill>
                <a:effectLst/>
                <a:uLnTx/>
                <a:uFillTx/>
                <a:latin typeface="Consolas" panose="020B0609020204030204" pitchFamily="49" charset="0"/>
                <a:ea typeface="+mn-ea"/>
                <a:cs typeface="Courier New"/>
              </a:rPr>
              <a:t>[f'{net:05.2f}', f'{vat:05.2f}']</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1" i="0" u="none" strike="noStrike" kern="1200" cap="none" spc="0" normalizeH="0" baseline="0" noProof="0">
                <a:ln>
                  <a:noFill/>
                </a:ln>
                <a:solidFill>
                  <a:srgbClr val="2FB7DA"/>
                </a:solidFill>
                <a:effectLst/>
                <a:uLnTx/>
                <a:uFillTx/>
                <a:latin typeface="Consolas" panose="020B0609020204030204" pitchFamily="49" charset="0"/>
                <a:ea typeface="+mn-ea"/>
                <a:cs typeface="Courier New" panose="02070309020205020404" pitchFamily="49" charset="0"/>
              </a:rPr>
              <a:t>result</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 </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calc_vat</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(42.30)</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GB" sz="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print(</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calc_vat</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(9.55))</a:t>
            </a:r>
          </a:p>
        </p:txBody>
      </p:sp>
      <p:sp>
        <p:nvSpPr>
          <p:cNvPr id="12293" name="Text Box 5"/>
          <p:cNvSpPr txBox="1">
            <a:spLocks noChangeArrowheads="1"/>
          </p:cNvSpPr>
          <p:nvPr/>
        </p:nvSpPr>
        <p:spPr bwMode="auto">
          <a:xfrm>
            <a:off x="4129705" y="6077349"/>
            <a:ext cx="2464136" cy="369332"/>
          </a:xfrm>
          <a:prstGeom prst="rect">
            <a:avLst/>
          </a:prstGeom>
          <a:solidFill>
            <a:schemeClr val="bg1"/>
          </a:solidFill>
          <a:ln w="9525">
            <a:solidFill>
              <a:schemeClr val="tx1"/>
            </a:solidFill>
            <a:miter lim="800000"/>
            <a:headEnd/>
            <a:tailEnd/>
          </a:ln>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srgbClr val="0D0D0D"/>
                </a:solidFill>
                <a:effectLst/>
                <a:uLnTx/>
                <a:uFillTx/>
                <a:latin typeface="Consolas" panose="020B0609020204030204" pitchFamily="49" charset="0"/>
                <a:ea typeface="+mn-ea"/>
                <a:cs typeface="Courier New" panose="02070309020205020404" pitchFamily="49" charset="0"/>
              </a:rPr>
              <a:t>['08.13', '01.42']</a:t>
            </a:r>
          </a:p>
        </p:txBody>
      </p:sp>
      <p:sp>
        <p:nvSpPr>
          <p:cNvPr id="2" name="Slide Number Placeholder 1">
            <a:extLst>
              <a:ext uri="{FF2B5EF4-FFF2-40B4-BE49-F238E27FC236}">
                <a16:creationId xmlns:a16="http://schemas.microsoft.com/office/drawing/2014/main" id="{623BA2D4-E646-6616-FB3E-E009DE46A0D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GB"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GB" sz="1800" b="0" i="0" u="none" strike="noStrike" kern="1200" cap="none" spc="0" normalizeH="0" baseline="0" noProof="0">
              <a:ln>
                <a:noFill/>
              </a:ln>
              <a:solidFill>
                <a:srgbClr val="5F5F5F"/>
              </a:solidFill>
              <a:effectLst/>
              <a:uLnTx/>
              <a:uFillTx/>
              <a:latin typeface="Figtree"/>
              <a:ea typeface="+mn-ea"/>
              <a:cs typeface="+mn-cs"/>
            </a:endParaRPr>
          </a:p>
        </p:txBody>
      </p:sp>
      <p:sp>
        <p:nvSpPr>
          <p:cNvPr id="3" name="TextBox 2">
            <a:extLst>
              <a:ext uri="{FF2B5EF4-FFF2-40B4-BE49-F238E27FC236}">
                <a16:creationId xmlns:a16="http://schemas.microsoft.com/office/drawing/2014/main" id="{49CED2B8-CC3A-F193-94BA-30A6AFF9A52A}"/>
              </a:ext>
            </a:extLst>
          </p:cNvPr>
          <p:cNvSpPr txBox="1"/>
          <p:nvPr/>
        </p:nvSpPr>
        <p:spPr>
          <a:xfrm>
            <a:off x="7229855" y="5232272"/>
            <a:ext cx="2406904" cy="923330"/>
          </a:xfrm>
          <a:prstGeom prst="rect">
            <a:avLst/>
          </a:prstGeom>
          <a:solidFill>
            <a:schemeClr val="accent1">
              <a:lumMod val="40000"/>
              <a:lumOff val="60000"/>
            </a:schemeClr>
          </a:solidFill>
          <a:ln>
            <a:solidFill>
              <a:schemeClr val="accent1">
                <a:lumMod val="40000"/>
                <a:lumOff val="60000"/>
              </a:schemeClr>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D0D0D"/>
                </a:solidFill>
                <a:effectLst/>
                <a:uLnTx/>
                <a:uFillTx/>
                <a:latin typeface="Figtree"/>
                <a:ea typeface="+mn-ea"/>
                <a:cs typeface="+mn-cs"/>
              </a:rPr>
              <a:t>Function can be called as an </a:t>
            </a:r>
            <a:r>
              <a:rPr kumimoji="0" lang="en-GB" sz="1800" b="0" i="0" u="none" strike="noStrike" kern="1200" cap="none" spc="0" normalizeH="0" baseline="0" noProof="0" err="1">
                <a:ln>
                  <a:noFill/>
                </a:ln>
                <a:solidFill>
                  <a:srgbClr val="0D0D0D"/>
                </a:solidFill>
                <a:effectLst/>
                <a:uLnTx/>
                <a:uFillTx/>
                <a:latin typeface="Figtree"/>
                <a:ea typeface="+mn-ea"/>
                <a:cs typeface="+mn-cs"/>
              </a:rPr>
              <a:t>r-value</a:t>
            </a:r>
            <a:r>
              <a:rPr kumimoji="0" lang="en-GB" sz="1800" b="0" i="0" u="none" strike="noStrike" kern="1200" cap="none" spc="0" normalizeH="0" baseline="0" noProof="0">
                <a:ln>
                  <a:noFill/>
                </a:ln>
                <a:solidFill>
                  <a:srgbClr val="0D0D0D"/>
                </a:solidFill>
                <a:effectLst/>
                <a:uLnTx/>
                <a:uFillTx/>
                <a:latin typeface="Figtree"/>
                <a:ea typeface="+mn-ea"/>
                <a:cs typeface="+mn-cs"/>
              </a:rPr>
              <a:t> or part of an expression.</a:t>
            </a:r>
          </a:p>
        </p:txBody>
      </p:sp>
      <p:sp>
        <p:nvSpPr>
          <p:cNvPr id="4" name="Line 11">
            <a:extLst>
              <a:ext uri="{FF2B5EF4-FFF2-40B4-BE49-F238E27FC236}">
                <a16:creationId xmlns:a16="http://schemas.microsoft.com/office/drawing/2014/main" id="{9F7A7491-F5E8-EC9E-1372-DDBFD97A4A74}"/>
              </a:ext>
            </a:extLst>
          </p:cNvPr>
          <p:cNvSpPr>
            <a:spLocks noChangeShapeType="1"/>
          </p:cNvSpPr>
          <p:nvPr/>
        </p:nvSpPr>
        <p:spPr bwMode="auto">
          <a:xfrm flipH="1" flipV="1">
            <a:off x="4017037" y="5693937"/>
            <a:ext cx="3212818" cy="0"/>
          </a:xfrm>
          <a:prstGeom prst="line">
            <a:avLst/>
          </a:prstGeom>
          <a:noFill/>
          <a:ln w="19050">
            <a:solidFill>
              <a:schemeClr val="accent1"/>
            </a:solidFill>
            <a:round/>
            <a:headEnd/>
            <a:tailEnd type="triangle" w="med" len="med"/>
          </a:ln>
          <a:extLst>
            <a:ext uri="{909E8E84-426E-40dd-AFC4-6F175D3DCCD1}">
              <a14:hiddenFill xmlns:a14="http://schemas.microsoft.com/office/drawing/2010/main" xmlns="">
                <a:noFill/>
              </a14:hiddenFill>
            </a:ext>
          </a:ex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D0D0D"/>
              </a:solidFill>
              <a:effectLst/>
              <a:uLnTx/>
              <a:uFillTx/>
              <a:latin typeface="Figtree"/>
              <a:ea typeface="+mn-ea"/>
              <a:cs typeface="+mn-cs"/>
            </a:endParaRPr>
          </a:p>
        </p:txBody>
      </p:sp>
      <p:sp>
        <p:nvSpPr>
          <p:cNvPr id="5" name="Rectangle: Rounded Corners 4">
            <a:extLst>
              <a:ext uri="{FF2B5EF4-FFF2-40B4-BE49-F238E27FC236}">
                <a16:creationId xmlns:a16="http://schemas.microsoft.com/office/drawing/2014/main" id="{50DBE509-9EB4-AF28-6A60-044035C89500}"/>
              </a:ext>
            </a:extLst>
          </p:cNvPr>
          <p:cNvSpPr/>
          <p:nvPr/>
        </p:nvSpPr>
        <p:spPr>
          <a:xfrm>
            <a:off x="822960" y="5285505"/>
            <a:ext cx="3129280" cy="740664"/>
          </a:xfrm>
          <a:prstGeom prst="roundRect">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Figtree"/>
              <a:ea typeface="+mn-ea"/>
              <a:cs typeface="+mn-cs"/>
            </a:endParaRPr>
          </a:p>
        </p:txBody>
      </p:sp>
    </p:spTree>
    <p:extLst>
      <p:ext uri="{BB962C8B-B14F-4D97-AF65-F5344CB8AC3E}">
        <p14:creationId xmlns:p14="http://schemas.microsoft.com/office/powerpoint/2010/main" val="30903795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1F7D365-012C-4717-9051-7A455CFF0010}"/>
              </a:ext>
            </a:extLst>
          </p:cNvPr>
          <p:cNvSpPr>
            <a:spLocks noGrp="1"/>
          </p:cNvSpPr>
          <p:nvPr>
            <p:ph type="ctrTitle"/>
          </p:nvPr>
        </p:nvSpPr>
        <p:spPr/>
        <p:txBody>
          <a:bodyPr/>
          <a:lstStyle/>
          <a:p>
            <a:r>
              <a:rPr lang="en-GB" noProof="0"/>
              <a:t>Function annotations</a:t>
            </a:r>
          </a:p>
        </p:txBody>
      </p:sp>
      <p:sp>
        <p:nvSpPr>
          <p:cNvPr id="8" name="Text Placeholder 7">
            <a:extLst>
              <a:ext uri="{FF2B5EF4-FFF2-40B4-BE49-F238E27FC236}">
                <a16:creationId xmlns:a16="http://schemas.microsoft.com/office/drawing/2014/main" id="{BE3C5CEE-6EA7-29BA-FDB7-63F5086DF974}"/>
              </a:ext>
            </a:extLst>
          </p:cNvPr>
          <p:cNvSpPr>
            <a:spLocks noGrp="1"/>
          </p:cNvSpPr>
          <p:nvPr>
            <p:ph type="body" sz="quarter" idx="13"/>
          </p:nvPr>
        </p:nvSpPr>
        <p:spPr>
          <a:xfrm>
            <a:off x="443922" y="1733108"/>
            <a:ext cx="8471478" cy="4348715"/>
          </a:xfrm>
        </p:spPr>
        <p:txBody>
          <a:bodyPr/>
          <a:lstStyle/>
          <a:p>
            <a:r>
              <a:rPr lang="en-GB" b="1" noProof="0"/>
              <a:t>Introduced in PEP 3107 for Python 3.0.</a:t>
            </a:r>
          </a:p>
          <a:p>
            <a:pPr marL="285750" indent="-285750">
              <a:buFont typeface="Arial" panose="020B0604020202020204" pitchFamily="34" charset="0"/>
              <a:buChar char="•"/>
            </a:pPr>
            <a:r>
              <a:rPr lang="en-GB" noProof="0"/>
              <a:t>Optional feature to add arbitrary comments to parameters and return types.</a:t>
            </a:r>
          </a:p>
          <a:p>
            <a:pPr marL="285750" indent="-285750">
              <a:buFont typeface="Arial" panose="020B0604020202020204" pitchFamily="34" charset="0"/>
              <a:buChar char="•"/>
            </a:pPr>
            <a:r>
              <a:rPr lang="en-GB" noProof="0"/>
              <a:t>Annotating parameters:</a:t>
            </a:r>
          </a:p>
          <a:p>
            <a:pPr marL="285750" indent="-285750">
              <a:buFont typeface="Arial" panose="020B0604020202020204" pitchFamily="34" charset="0"/>
              <a:buChar char="•"/>
            </a:pPr>
            <a:endParaRPr lang="en-GB" noProof="0"/>
          </a:p>
          <a:p>
            <a:pPr marL="285750" indent="-285750">
              <a:buFont typeface="Arial" panose="020B0604020202020204" pitchFamily="34" charset="0"/>
              <a:buChar char="•"/>
            </a:pPr>
            <a:r>
              <a:rPr lang="en-GB" noProof="0"/>
              <a:t>Annotating tuple and dictionary parameters:</a:t>
            </a:r>
          </a:p>
          <a:p>
            <a:pPr marL="285750" indent="-285750">
              <a:buFont typeface="Arial" panose="020B0604020202020204" pitchFamily="34" charset="0"/>
              <a:buChar char="•"/>
            </a:pPr>
            <a:endParaRPr lang="en-GB" noProof="0"/>
          </a:p>
          <a:p>
            <a:pPr marL="285750" indent="-285750">
              <a:buFont typeface="Arial" panose="020B0604020202020204" pitchFamily="34" charset="0"/>
              <a:buChar char="•"/>
            </a:pPr>
            <a:r>
              <a:rPr lang="en-GB" noProof="0"/>
              <a:t>Annotating return types:</a:t>
            </a:r>
          </a:p>
          <a:p>
            <a:pPr marL="285750" indent="-285750">
              <a:buFont typeface="Arial" panose="020B0604020202020204" pitchFamily="34" charset="0"/>
              <a:buChar char="•"/>
            </a:pPr>
            <a:endParaRPr lang="en-GB" noProof="0"/>
          </a:p>
          <a:p>
            <a:pPr marL="285750" indent="-285750">
              <a:buFont typeface="Arial" panose="020B0604020202020204" pitchFamily="34" charset="0"/>
              <a:buChar char="•"/>
            </a:pPr>
            <a:r>
              <a:rPr lang="en-GB" noProof="0"/>
              <a:t>Accessible in special attribute __annotations:</a:t>
            </a:r>
          </a:p>
          <a:p>
            <a:pPr marL="285750" indent="-285750">
              <a:buFont typeface="Arial" panose="020B0604020202020204" pitchFamily="34" charset="0"/>
              <a:buChar char="•"/>
            </a:pPr>
            <a:endParaRPr lang="en-GB" noProof="0"/>
          </a:p>
          <a:p>
            <a:pPr marL="285750" indent="-285750">
              <a:buFont typeface="Arial" panose="020B0604020202020204" pitchFamily="34" charset="0"/>
              <a:buChar char="•"/>
            </a:pPr>
            <a:endParaRPr lang="en-GB" noProof="0"/>
          </a:p>
          <a:p>
            <a:endParaRPr lang="en-GB" noProof="0"/>
          </a:p>
        </p:txBody>
      </p:sp>
      <p:sp>
        <p:nvSpPr>
          <p:cNvPr id="5" name="Text Box 8">
            <a:extLst>
              <a:ext uri="{FF2B5EF4-FFF2-40B4-BE49-F238E27FC236}">
                <a16:creationId xmlns:a16="http://schemas.microsoft.com/office/drawing/2014/main" id="{41E4F1F9-1ED6-4EC1-AE26-DCFBD7862C8B}"/>
              </a:ext>
            </a:extLst>
          </p:cNvPr>
          <p:cNvSpPr txBox="1">
            <a:spLocks noChangeArrowheads="1"/>
          </p:cNvSpPr>
          <p:nvPr/>
        </p:nvSpPr>
        <p:spPr bwMode="auto">
          <a:xfrm>
            <a:off x="812799" y="2912185"/>
            <a:ext cx="5283201" cy="369332"/>
          </a:xfrm>
          <a:prstGeom prst="rect">
            <a:avLst/>
          </a:prstGeom>
          <a:solidFill>
            <a:schemeClr val="tx1"/>
          </a:solidFill>
          <a:ln w="9525">
            <a:solidFill>
              <a:schemeClr val="tx1"/>
            </a:solidFill>
            <a:miter lim="800000"/>
            <a:headEnd/>
            <a:tailEnd/>
          </a:ln>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def </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my_func</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dir</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:'str’, </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files:'list</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a:t>
            </a:r>
          </a:p>
        </p:txBody>
      </p:sp>
      <p:sp>
        <p:nvSpPr>
          <p:cNvPr id="6" name="Text Box 8">
            <a:extLst>
              <a:ext uri="{FF2B5EF4-FFF2-40B4-BE49-F238E27FC236}">
                <a16:creationId xmlns:a16="http://schemas.microsoft.com/office/drawing/2014/main" id="{04F3E1E9-AAE2-4BAB-B72E-4ABE6082A1FF}"/>
              </a:ext>
            </a:extLst>
          </p:cNvPr>
          <p:cNvSpPr txBox="1">
            <a:spLocks noChangeArrowheads="1"/>
          </p:cNvSpPr>
          <p:nvPr/>
        </p:nvSpPr>
        <p:spPr bwMode="auto">
          <a:xfrm>
            <a:off x="812799" y="3697546"/>
            <a:ext cx="6370321" cy="369332"/>
          </a:xfrm>
          <a:prstGeom prst="rect">
            <a:avLst/>
          </a:prstGeom>
          <a:solidFill>
            <a:schemeClr val="tx1"/>
          </a:solidFill>
          <a:ln w="9525">
            <a:solidFill>
              <a:schemeClr val="tx1"/>
            </a:solidFill>
            <a:miter lim="800000"/>
            <a:headEnd/>
            <a:tailEnd/>
          </a:ln>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def </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print_vat</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kwargs:'VAT</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gross and message'):</a:t>
            </a:r>
          </a:p>
        </p:txBody>
      </p:sp>
      <p:sp>
        <p:nvSpPr>
          <p:cNvPr id="7" name="Text Box 8">
            <a:extLst>
              <a:ext uri="{FF2B5EF4-FFF2-40B4-BE49-F238E27FC236}">
                <a16:creationId xmlns:a16="http://schemas.microsoft.com/office/drawing/2014/main" id="{CE956A6F-E2DD-44E0-947C-E23304781338}"/>
              </a:ext>
            </a:extLst>
          </p:cNvPr>
          <p:cNvSpPr txBox="1">
            <a:spLocks noChangeArrowheads="1"/>
          </p:cNvSpPr>
          <p:nvPr/>
        </p:nvSpPr>
        <p:spPr bwMode="auto">
          <a:xfrm>
            <a:off x="812801" y="4554677"/>
            <a:ext cx="7244080" cy="369332"/>
          </a:xfrm>
          <a:prstGeom prst="rect">
            <a:avLst/>
          </a:prstGeom>
          <a:solidFill>
            <a:schemeClr val="tx1"/>
          </a:solidFill>
          <a:ln w="9525">
            <a:solidFill>
              <a:schemeClr val="tx1"/>
            </a:solidFill>
            <a:miter lim="800000"/>
            <a:headEnd/>
            <a:tailEnd/>
          </a:ln>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def </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calc_vat</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gross:'float</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vatpc</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:'float'=17.5)-&gt;'list':</a:t>
            </a:r>
          </a:p>
        </p:txBody>
      </p:sp>
      <p:sp>
        <p:nvSpPr>
          <p:cNvPr id="9" name="Text Box 8">
            <a:extLst>
              <a:ext uri="{FF2B5EF4-FFF2-40B4-BE49-F238E27FC236}">
                <a16:creationId xmlns:a16="http://schemas.microsoft.com/office/drawing/2014/main" id="{F3440B3A-5590-404D-8996-7E1A15042FB6}"/>
              </a:ext>
            </a:extLst>
          </p:cNvPr>
          <p:cNvSpPr txBox="1">
            <a:spLocks noChangeArrowheads="1"/>
          </p:cNvSpPr>
          <p:nvPr/>
        </p:nvSpPr>
        <p:spPr bwMode="auto">
          <a:xfrm>
            <a:off x="812799" y="5305417"/>
            <a:ext cx="4135121" cy="369332"/>
          </a:xfrm>
          <a:prstGeom prst="rect">
            <a:avLst/>
          </a:prstGeom>
          <a:solidFill>
            <a:schemeClr val="tx1"/>
          </a:solidFill>
          <a:ln w="9525">
            <a:solidFill>
              <a:schemeClr val="tx1"/>
            </a:solidFill>
            <a:miter lim="800000"/>
            <a:headEnd/>
            <a:tailEnd/>
          </a:ln>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print(</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calc_vat.__annotations</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__)</a:t>
            </a:r>
          </a:p>
        </p:txBody>
      </p:sp>
      <p:sp>
        <p:nvSpPr>
          <p:cNvPr id="4" name="Slide Number Placeholder 3">
            <a:extLst>
              <a:ext uri="{FF2B5EF4-FFF2-40B4-BE49-F238E27FC236}">
                <a16:creationId xmlns:a16="http://schemas.microsoft.com/office/drawing/2014/main" id="{5C025937-6352-7414-4450-1439955384B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GB"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GB" sz="1800" b="0" i="0" u="none" strike="noStrike" kern="1200" cap="none" spc="0" normalizeH="0" baseline="0" noProof="0">
              <a:ln>
                <a:noFill/>
              </a:ln>
              <a:solidFill>
                <a:srgbClr val="5F5F5F"/>
              </a:solidFill>
              <a:effectLst/>
              <a:uLnTx/>
              <a:uFillTx/>
              <a:latin typeface="Figtree"/>
              <a:ea typeface="+mn-ea"/>
              <a:cs typeface="+mn-cs"/>
            </a:endParaRPr>
          </a:p>
        </p:txBody>
      </p:sp>
    </p:spTree>
    <p:extLst>
      <p:ext uri="{BB962C8B-B14F-4D97-AF65-F5344CB8AC3E}">
        <p14:creationId xmlns:p14="http://schemas.microsoft.com/office/powerpoint/2010/main" val="22906572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ctrTitle"/>
          </p:nvPr>
        </p:nvSpPr>
        <p:spPr/>
        <p:txBody>
          <a:bodyPr/>
          <a:lstStyle/>
          <a:p>
            <a:pPr eaLnBrk="1" hangingPunct="1"/>
            <a:r>
              <a:rPr lang="en-GB" noProof="0"/>
              <a:t>Variables in functions</a:t>
            </a:r>
          </a:p>
        </p:txBody>
      </p:sp>
      <p:sp>
        <p:nvSpPr>
          <p:cNvPr id="13315" name="Rectangle 3"/>
          <p:cNvSpPr>
            <a:spLocks noGrp="1" noChangeArrowheads="1"/>
          </p:cNvSpPr>
          <p:nvPr>
            <p:ph type="body" sz="quarter" idx="14"/>
          </p:nvPr>
        </p:nvSpPr>
        <p:spPr>
          <a:xfrm>
            <a:off x="443921" y="1584839"/>
            <a:ext cx="7686287" cy="4061405"/>
          </a:xfrm>
        </p:spPr>
        <p:txBody>
          <a:bodyPr/>
          <a:lstStyle/>
          <a:p>
            <a:r>
              <a:rPr lang="en-GB" sz="1800" b="1" noProof="0"/>
              <a:t>Variables in a function can be local or global:</a:t>
            </a:r>
          </a:p>
          <a:p>
            <a:pPr marL="285750" indent="-285750">
              <a:buFont typeface="Arial" panose="020B0604020202020204" pitchFamily="34" charset="0"/>
              <a:buChar char="•"/>
            </a:pPr>
            <a:r>
              <a:rPr lang="en-GB" sz="1800" noProof="0"/>
              <a:t>Variables are defined as </a:t>
            </a:r>
            <a:r>
              <a:rPr lang="en-GB" sz="1800" b="1" noProof="0"/>
              <a:t>local</a:t>
            </a:r>
            <a:r>
              <a:rPr lang="en-GB" sz="1800" noProof="0"/>
              <a:t> if a value is </a:t>
            </a:r>
            <a:r>
              <a:rPr lang="en-GB" sz="1800" b="1" noProof="0"/>
              <a:t>assigned</a:t>
            </a:r>
            <a:r>
              <a:rPr lang="en-GB" sz="1800" noProof="0"/>
              <a:t>, otherwise global.</a:t>
            </a:r>
          </a:p>
          <a:p>
            <a:pPr marL="285750" indent="-285750">
              <a:buFont typeface="Arial" panose="020B0604020202020204" pitchFamily="34" charset="0"/>
              <a:buChar char="•"/>
            </a:pPr>
            <a:r>
              <a:rPr lang="en-GB" sz="1800" noProof="0"/>
              <a:t>Global variables can be referenced using the global keyword.</a:t>
            </a:r>
          </a:p>
          <a:p>
            <a:pPr marL="971550" lvl="1" indent="-285750"/>
            <a:r>
              <a:rPr lang="en-GB" noProof="0"/>
              <a:t>But are local to the current module, or namespace.</a:t>
            </a:r>
          </a:p>
          <a:p>
            <a:endParaRPr lang="en-GB" sz="1800" i="1" noProof="0"/>
          </a:p>
        </p:txBody>
      </p:sp>
      <p:sp>
        <p:nvSpPr>
          <p:cNvPr id="13316" name="Text Box 4"/>
          <p:cNvSpPr txBox="1">
            <a:spLocks noChangeArrowheads="1"/>
          </p:cNvSpPr>
          <p:nvPr/>
        </p:nvSpPr>
        <p:spPr bwMode="auto">
          <a:xfrm>
            <a:off x="1470085" y="3185755"/>
            <a:ext cx="3025076" cy="3489325"/>
          </a:xfrm>
          <a:prstGeom prst="rect">
            <a:avLst/>
          </a:prstGeom>
          <a:solidFill>
            <a:schemeClr val="tx1"/>
          </a:solidFill>
          <a:ln w="9525">
            <a:solidFill>
              <a:schemeClr val="tx1"/>
            </a:solidFill>
            <a:miter lim="800000"/>
            <a:headEnd/>
            <a:tailEnd/>
          </a:ln>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1" i="0" u="none" strike="noStrike" kern="1200" cap="none" spc="0" normalizeH="0" baseline="0" noProof="0">
                <a:ln>
                  <a:noFill/>
                </a:ln>
                <a:solidFill>
                  <a:srgbClr val="FC5B61"/>
                </a:solidFill>
                <a:effectLst/>
                <a:uLnTx/>
                <a:uFillTx/>
                <a:latin typeface="Consolas" panose="020B0609020204030204" pitchFamily="49" charset="0"/>
                <a:ea typeface="+mn-ea"/>
                <a:cs typeface="Courier New" panose="02070309020205020404" pitchFamily="49" charset="0"/>
              </a:rPr>
              <a:t>result</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 3</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GB" sz="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def scope_test1():    </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a:t>
            </a:r>
            <a:r>
              <a:rPr kumimoji="0" lang="en-GB" sz="1800" b="0" i="0" u="none" strike="noStrike" kern="1200" cap="none" spc="0" normalizeH="0" baseline="0" noProof="0">
                <a:ln>
                  <a:noFill/>
                </a:ln>
                <a:solidFill>
                  <a:srgbClr val="2FB7DA"/>
                </a:solidFill>
                <a:effectLst/>
                <a:uLnTx/>
                <a:uFillTx/>
                <a:latin typeface="Consolas" panose="020B0609020204030204" pitchFamily="49" charset="0"/>
                <a:ea typeface="+mn-ea"/>
                <a:cs typeface="Courier New" panose="02070309020205020404" pitchFamily="49" charset="0"/>
              </a:rPr>
              <a:t>result</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 42</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GB" sz="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scope_test1()</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print(</a:t>
            </a:r>
            <a:r>
              <a:rPr kumimoji="0" lang="en-GB" sz="1800" b="1" i="0" u="none" strike="noStrike" kern="1200" cap="none" spc="0" normalizeH="0" baseline="0" noProof="0">
                <a:ln>
                  <a:noFill/>
                </a:ln>
                <a:solidFill>
                  <a:srgbClr val="FC5B61"/>
                </a:solidFill>
                <a:effectLst/>
                <a:uLnTx/>
                <a:uFillTx/>
                <a:latin typeface="Consolas" panose="020B0609020204030204" pitchFamily="49" charset="0"/>
                <a:ea typeface="+mn-ea"/>
                <a:cs typeface="Courier New" panose="02070309020205020404" pitchFamily="49" charset="0"/>
              </a:rPr>
              <a:t>result</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def scope_test2():    </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a:t>
            </a:r>
            <a:r>
              <a:rPr kumimoji="0" lang="en-GB" sz="1800" b="1"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global</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result</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a:t>
            </a:r>
            <a:r>
              <a:rPr kumimoji="0" lang="en-GB" sz="1800" b="1" i="0" u="none" strike="noStrike" kern="1200" cap="none" spc="0" normalizeH="0" baseline="0" noProof="0">
                <a:ln>
                  <a:noFill/>
                </a:ln>
                <a:solidFill>
                  <a:srgbClr val="FC5B61"/>
                </a:solidFill>
                <a:effectLst/>
                <a:uLnTx/>
                <a:uFillTx/>
                <a:latin typeface="Consolas" panose="020B0609020204030204" pitchFamily="49" charset="0"/>
                <a:ea typeface="+mn-ea"/>
                <a:cs typeface="Courier New" panose="02070309020205020404" pitchFamily="49" charset="0"/>
              </a:rPr>
              <a:t>result</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 42</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GB" sz="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scope_test2()</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print(</a:t>
            </a:r>
            <a:r>
              <a:rPr kumimoji="0" lang="en-GB" sz="1800" b="1" i="0" u="none" strike="noStrike" kern="1200" cap="none" spc="0" normalizeH="0" baseline="0" noProof="0">
                <a:ln>
                  <a:noFill/>
                </a:ln>
                <a:solidFill>
                  <a:srgbClr val="FC5B61"/>
                </a:solidFill>
                <a:effectLst/>
                <a:uLnTx/>
                <a:uFillTx/>
                <a:latin typeface="Consolas" panose="020B0609020204030204" pitchFamily="49" charset="0"/>
                <a:ea typeface="+mn-ea"/>
                <a:cs typeface="Courier New" panose="02070309020205020404" pitchFamily="49" charset="0"/>
              </a:rPr>
              <a:t>result</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a:t>
            </a:r>
          </a:p>
        </p:txBody>
      </p:sp>
      <p:sp>
        <p:nvSpPr>
          <p:cNvPr id="13317" name="Text Box 5"/>
          <p:cNvSpPr txBox="1">
            <a:spLocks noChangeArrowheads="1"/>
          </p:cNvSpPr>
          <p:nvPr/>
        </p:nvSpPr>
        <p:spPr bwMode="auto">
          <a:xfrm>
            <a:off x="4495161" y="4553370"/>
            <a:ext cx="389259" cy="369332"/>
          </a:xfrm>
          <a:prstGeom prst="rect">
            <a:avLst/>
          </a:prstGeom>
          <a:solidFill>
            <a:schemeClr val="bg1"/>
          </a:solidFill>
          <a:ln w="9525">
            <a:solidFill>
              <a:schemeClr val="tx1"/>
            </a:solidFill>
            <a:miter lim="800000"/>
            <a:headEnd/>
            <a:tailEnd/>
          </a:ln>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srgbClr val="0D0D0D"/>
                </a:solidFill>
                <a:effectLst/>
                <a:uLnTx/>
                <a:uFillTx/>
                <a:latin typeface="Consolas" panose="020B0609020204030204" pitchFamily="49" charset="0"/>
                <a:ea typeface="+mn-ea"/>
                <a:cs typeface="Courier New" panose="02070309020205020404" pitchFamily="49" charset="0"/>
              </a:rPr>
              <a:t>3</a:t>
            </a:r>
          </a:p>
        </p:txBody>
      </p:sp>
      <p:sp>
        <p:nvSpPr>
          <p:cNvPr id="2" name="Slide Number Placeholder 1">
            <a:extLst>
              <a:ext uri="{FF2B5EF4-FFF2-40B4-BE49-F238E27FC236}">
                <a16:creationId xmlns:a16="http://schemas.microsoft.com/office/drawing/2014/main" id="{4330B5EB-54A7-5221-2721-DF7CE7D9AA2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GB"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GB" sz="1800" b="0" i="0" u="none" strike="noStrike" kern="1200" cap="none" spc="0" normalizeH="0" baseline="0" noProof="0">
              <a:ln>
                <a:noFill/>
              </a:ln>
              <a:solidFill>
                <a:srgbClr val="5F5F5F"/>
              </a:solidFill>
              <a:effectLst/>
              <a:uLnTx/>
              <a:uFillTx/>
              <a:latin typeface="Figtree"/>
              <a:ea typeface="+mn-ea"/>
              <a:cs typeface="+mn-cs"/>
            </a:endParaRPr>
          </a:p>
        </p:txBody>
      </p:sp>
      <p:sp>
        <p:nvSpPr>
          <p:cNvPr id="3" name="TextBox 2">
            <a:extLst>
              <a:ext uri="{FF2B5EF4-FFF2-40B4-BE49-F238E27FC236}">
                <a16:creationId xmlns:a16="http://schemas.microsoft.com/office/drawing/2014/main" id="{14208739-3CA3-44C0-7159-1DC441FF4BD9}"/>
              </a:ext>
            </a:extLst>
          </p:cNvPr>
          <p:cNvSpPr txBox="1"/>
          <p:nvPr/>
        </p:nvSpPr>
        <p:spPr>
          <a:xfrm>
            <a:off x="5321299" y="3581567"/>
            <a:ext cx="2461261" cy="646331"/>
          </a:xfrm>
          <a:prstGeom prst="rect">
            <a:avLst/>
          </a:prstGeom>
          <a:solidFill>
            <a:schemeClr val="accent1">
              <a:lumMod val="40000"/>
              <a:lumOff val="60000"/>
            </a:schemeClr>
          </a:solidFill>
          <a:ln>
            <a:solidFill>
              <a:schemeClr val="accent1">
                <a:lumMod val="40000"/>
                <a:lumOff val="60000"/>
              </a:schemeClr>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D0D0D"/>
                </a:solidFill>
                <a:effectLst/>
                <a:uLnTx/>
                <a:uFillTx/>
                <a:latin typeface="Figtree"/>
                <a:ea typeface="+mn-ea"/>
                <a:cs typeface="+mn-cs"/>
              </a:rPr>
              <a:t>Assignment means it is a local variable.</a:t>
            </a:r>
          </a:p>
        </p:txBody>
      </p:sp>
      <p:sp>
        <p:nvSpPr>
          <p:cNvPr id="5" name="TextBox 4">
            <a:extLst>
              <a:ext uri="{FF2B5EF4-FFF2-40B4-BE49-F238E27FC236}">
                <a16:creationId xmlns:a16="http://schemas.microsoft.com/office/drawing/2014/main" id="{E828568F-11FB-5741-88D3-2E9653054D81}"/>
              </a:ext>
            </a:extLst>
          </p:cNvPr>
          <p:cNvSpPr txBox="1"/>
          <p:nvPr/>
        </p:nvSpPr>
        <p:spPr>
          <a:xfrm>
            <a:off x="5321299" y="5344367"/>
            <a:ext cx="2905202" cy="369332"/>
          </a:xfrm>
          <a:prstGeom prst="rect">
            <a:avLst/>
          </a:prstGeom>
          <a:solidFill>
            <a:schemeClr val="accent4">
              <a:lumMod val="40000"/>
              <a:lumOff val="60000"/>
            </a:schemeClr>
          </a:solidFill>
          <a:ln>
            <a:solidFill>
              <a:schemeClr val="accent4">
                <a:lumMod val="40000"/>
                <a:lumOff val="60000"/>
              </a:schemeClr>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D0D0D"/>
                </a:solidFill>
                <a:effectLst/>
                <a:uLnTx/>
                <a:uFillTx/>
                <a:latin typeface="Figtree"/>
                <a:ea typeface="+mn-ea"/>
                <a:cs typeface="+mn-cs"/>
              </a:rPr>
              <a:t>Global variable is changed.</a:t>
            </a:r>
          </a:p>
        </p:txBody>
      </p:sp>
      <p:sp>
        <p:nvSpPr>
          <p:cNvPr id="6" name="Line 11">
            <a:extLst>
              <a:ext uri="{FF2B5EF4-FFF2-40B4-BE49-F238E27FC236}">
                <a16:creationId xmlns:a16="http://schemas.microsoft.com/office/drawing/2014/main" id="{9723F876-411E-73F8-3AD6-789F19269DDF}"/>
              </a:ext>
            </a:extLst>
          </p:cNvPr>
          <p:cNvSpPr>
            <a:spLocks noChangeShapeType="1"/>
          </p:cNvSpPr>
          <p:nvPr/>
        </p:nvSpPr>
        <p:spPr bwMode="auto">
          <a:xfrm flipH="1">
            <a:off x="3912678" y="3938306"/>
            <a:ext cx="1408621" cy="4119"/>
          </a:xfrm>
          <a:prstGeom prst="line">
            <a:avLst/>
          </a:prstGeom>
          <a:noFill/>
          <a:ln w="19050">
            <a:solidFill>
              <a:schemeClr val="accent1"/>
            </a:solidFill>
            <a:round/>
            <a:headEnd/>
            <a:tailEnd type="triangle" w="med" len="med"/>
          </a:ln>
          <a:extLst>
            <a:ext uri="{909E8E84-426E-40dd-AFC4-6F175D3DCCD1}">
              <a14:hiddenFill xmlns:a14="http://schemas.microsoft.com/office/drawing/2010/main" xmlns="">
                <a:noFill/>
              </a14:hiddenFill>
            </a:ext>
          </a:ex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D0D0D"/>
              </a:solidFill>
              <a:effectLst/>
              <a:uLnTx/>
              <a:uFillTx/>
              <a:latin typeface="Figtree"/>
              <a:ea typeface="+mn-ea"/>
              <a:cs typeface="+mn-cs"/>
            </a:endParaRPr>
          </a:p>
        </p:txBody>
      </p:sp>
      <p:sp>
        <p:nvSpPr>
          <p:cNvPr id="9" name="Rectangle: Rounded Corners 8">
            <a:extLst>
              <a:ext uri="{FF2B5EF4-FFF2-40B4-BE49-F238E27FC236}">
                <a16:creationId xmlns:a16="http://schemas.microsoft.com/office/drawing/2014/main" id="{760853CC-72FC-166E-7BBD-3311423249AA}"/>
              </a:ext>
            </a:extLst>
          </p:cNvPr>
          <p:cNvSpPr/>
          <p:nvPr/>
        </p:nvSpPr>
        <p:spPr>
          <a:xfrm>
            <a:off x="1523272" y="5128980"/>
            <a:ext cx="2323401" cy="806999"/>
          </a:xfrm>
          <a:prstGeom prst="roundRect">
            <a:avLst/>
          </a:prstGeom>
          <a:no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Figtree"/>
              <a:ea typeface="+mn-ea"/>
              <a:cs typeface="+mn-cs"/>
            </a:endParaRPr>
          </a:p>
        </p:txBody>
      </p:sp>
      <p:sp>
        <p:nvSpPr>
          <p:cNvPr id="10" name="Line 11">
            <a:extLst>
              <a:ext uri="{FF2B5EF4-FFF2-40B4-BE49-F238E27FC236}">
                <a16:creationId xmlns:a16="http://schemas.microsoft.com/office/drawing/2014/main" id="{8DCBBD3E-4537-5B12-62EA-026E3CFD3363}"/>
              </a:ext>
            </a:extLst>
          </p:cNvPr>
          <p:cNvSpPr>
            <a:spLocks noChangeShapeType="1"/>
          </p:cNvSpPr>
          <p:nvPr/>
        </p:nvSpPr>
        <p:spPr bwMode="auto">
          <a:xfrm flipH="1" flipV="1">
            <a:off x="3899859" y="5529033"/>
            <a:ext cx="1421440" cy="4614"/>
          </a:xfrm>
          <a:prstGeom prst="line">
            <a:avLst/>
          </a:prstGeom>
          <a:noFill/>
          <a:ln w="19050">
            <a:solidFill>
              <a:schemeClr val="accent4"/>
            </a:solidFill>
            <a:round/>
            <a:headEnd/>
            <a:tailEnd type="triangle" w="med" len="med"/>
          </a:ln>
          <a:extLst>
            <a:ext uri="{909E8E84-426E-40dd-AFC4-6F175D3DCCD1}">
              <a14:hiddenFill xmlns:a14="http://schemas.microsoft.com/office/drawing/2010/main" xmlns="">
                <a:noFill/>
              </a14:hiddenFill>
            </a:ext>
          </a:ex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D0D0D"/>
              </a:solidFill>
              <a:effectLst/>
              <a:uLnTx/>
              <a:uFillTx/>
              <a:latin typeface="Figtree"/>
              <a:ea typeface="+mn-ea"/>
              <a:cs typeface="+mn-cs"/>
            </a:endParaRPr>
          </a:p>
        </p:txBody>
      </p:sp>
      <p:sp>
        <p:nvSpPr>
          <p:cNvPr id="11" name="Rectangle: Rounded Corners 10">
            <a:extLst>
              <a:ext uri="{FF2B5EF4-FFF2-40B4-BE49-F238E27FC236}">
                <a16:creationId xmlns:a16="http://schemas.microsoft.com/office/drawing/2014/main" id="{69E2EB7D-3031-FAFB-3264-C8D23D3A5B96}"/>
              </a:ext>
            </a:extLst>
          </p:cNvPr>
          <p:cNvSpPr/>
          <p:nvPr/>
        </p:nvSpPr>
        <p:spPr>
          <a:xfrm>
            <a:off x="1523273" y="3627040"/>
            <a:ext cx="2389406" cy="555206"/>
          </a:xfrm>
          <a:prstGeom prst="roundRect">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Figtree"/>
              <a:ea typeface="+mn-ea"/>
              <a:cs typeface="+mn-cs"/>
            </a:endParaRPr>
          </a:p>
        </p:txBody>
      </p:sp>
      <p:sp>
        <p:nvSpPr>
          <p:cNvPr id="12" name="Text Box 5">
            <a:extLst>
              <a:ext uri="{FF2B5EF4-FFF2-40B4-BE49-F238E27FC236}">
                <a16:creationId xmlns:a16="http://schemas.microsoft.com/office/drawing/2014/main" id="{2EE34885-E5E9-DD05-E196-1FED860AA1E0}"/>
              </a:ext>
            </a:extLst>
          </p:cNvPr>
          <p:cNvSpPr txBox="1">
            <a:spLocks noChangeArrowheads="1"/>
          </p:cNvSpPr>
          <p:nvPr/>
        </p:nvSpPr>
        <p:spPr bwMode="auto">
          <a:xfrm>
            <a:off x="4495161" y="6285234"/>
            <a:ext cx="484504" cy="369332"/>
          </a:xfrm>
          <a:prstGeom prst="rect">
            <a:avLst/>
          </a:prstGeom>
          <a:solidFill>
            <a:schemeClr val="bg1"/>
          </a:solidFill>
          <a:ln w="9525">
            <a:solidFill>
              <a:schemeClr val="tx1"/>
            </a:solidFill>
            <a:miter lim="800000"/>
            <a:headEnd/>
            <a:tailEnd/>
          </a:ln>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srgbClr val="0D0D0D"/>
                </a:solidFill>
                <a:effectLst/>
                <a:uLnTx/>
                <a:uFillTx/>
                <a:latin typeface="Consolas" panose="020B0609020204030204" pitchFamily="49" charset="0"/>
                <a:ea typeface="+mn-ea"/>
                <a:cs typeface="Courier New" panose="02070309020205020404" pitchFamily="49" charset="0"/>
              </a:rPr>
              <a:t>42</a:t>
            </a:r>
          </a:p>
        </p:txBody>
      </p:sp>
    </p:spTree>
    <p:extLst>
      <p:ext uri="{BB962C8B-B14F-4D97-AF65-F5344CB8AC3E}">
        <p14:creationId xmlns:p14="http://schemas.microsoft.com/office/powerpoint/2010/main" val="290252182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fill="hold" nodeType="clickEffect">
                                  <p:stCondLst>
                                    <p:cond delay="0"/>
                                  </p:stCondLst>
                                  <p:childTnLst>
                                    <p:anim calcmode="discrete" valueType="str">
                                      <p:cBhvr>
                                        <p:cTn id="6" dur="1000" fill="hold"/>
                                        <p:tgtEl>
                                          <p:spTgt spid="13316">
                                            <p:txEl>
                                              <p:pRg st="0" end="0"/>
                                            </p:txEl>
                                          </p:spTgt>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35" presetClass="emph" presetSubtype="0" fill="hold" nodeType="clickEffect">
                                  <p:stCondLst>
                                    <p:cond delay="0"/>
                                  </p:stCondLst>
                                  <p:iterate type="lt">
                                    <p:tmPct val="0"/>
                                  </p:iterate>
                                  <p:childTnLst>
                                    <p:anim calcmode="discrete" valueType="str">
                                      <p:cBhvr>
                                        <p:cTn id="10" dur="1000" fill="hold"/>
                                        <p:tgtEl>
                                          <p:spTgt spid="13316">
                                            <p:txEl>
                                              <p:pRg st="3" end="3"/>
                                            </p:txEl>
                                          </p:spTgt>
                                        </p:tgtEl>
                                        <p:attrNameLst>
                                          <p:attrName>style.visibility</p:attrName>
                                        </p:attrNameLst>
                                      </p:cBhvr>
                                      <p:tavLst>
                                        <p:tav tm="0">
                                          <p:val>
                                            <p:strVal val="hidden"/>
                                          </p:val>
                                        </p:tav>
                                        <p:tav tm="50000">
                                          <p:val>
                                            <p:strVal val="visible"/>
                                          </p:val>
                                        </p:tav>
                                      </p:tavLst>
                                    </p:anim>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35" presetClass="emph" presetSubtype="0" fill="hold" nodeType="clickEffect">
                                  <p:stCondLst>
                                    <p:cond delay="0"/>
                                  </p:stCondLst>
                                  <p:childTnLst>
                                    <p:anim calcmode="discrete" valueType="str">
                                      <p:cBhvr>
                                        <p:cTn id="22" dur="1000" fill="hold"/>
                                        <p:tgtEl>
                                          <p:spTgt spid="13316">
                                            <p:txEl>
                                              <p:pRg st="6" end="6"/>
                                            </p:txEl>
                                          </p:spTgt>
                                        </p:tgtEl>
                                        <p:attrNameLst>
                                          <p:attrName>style.visibility</p:attrName>
                                        </p:attrNameLst>
                                      </p:cBhvr>
                                      <p:tavLst>
                                        <p:tav tm="0">
                                          <p:val>
                                            <p:strVal val="hidden"/>
                                          </p:val>
                                        </p:tav>
                                        <p:tav tm="50000">
                                          <p:val>
                                            <p:strVal val="visible"/>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3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35" presetClass="emph" presetSubtype="0" fill="hold" nodeType="clickEffect">
                                  <p:stCondLst>
                                    <p:cond delay="0"/>
                                  </p:stCondLst>
                                  <p:childTnLst>
                                    <p:anim calcmode="discrete" valueType="str">
                                      <p:cBhvr>
                                        <p:cTn id="30" dur="1000" fill="hold"/>
                                        <p:tgtEl>
                                          <p:spTgt spid="13316">
                                            <p:txEl>
                                              <p:pRg st="9" end="9"/>
                                            </p:txEl>
                                          </p:spTgt>
                                        </p:tgtEl>
                                        <p:attrNameLst>
                                          <p:attrName>style.visibility</p:attrName>
                                        </p:attrNameLst>
                                      </p:cBhvr>
                                      <p:tavLst>
                                        <p:tav tm="0">
                                          <p:val>
                                            <p:strVal val="hidden"/>
                                          </p:val>
                                        </p:tav>
                                        <p:tav tm="50000">
                                          <p:val>
                                            <p:strVal val="visible"/>
                                          </p:val>
                                        </p:tav>
                                      </p:tavLst>
                                    </p:anim>
                                  </p:childTnLst>
                                </p:cTn>
                              </p:par>
                            </p:childTnLst>
                          </p:cTn>
                        </p:par>
                      </p:childTnLst>
                    </p:cTn>
                  </p:par>
                  <p:par>
                    <p:cTn id="31" fill="hold">
                      <p:stCondLst>
                        <p:cond delay="indefinite"/>
                      </p:stCondLst>
                      <p:childTnLst>
                        <p:par>
                          <p:cTn id="32" fill="hold">
                            <p:stCondLst>
                              <p:cond delay="0"/>
                            </p:stCondLst>
                            <p:childTnLst>
                              <p:par>
                                <p:cTn id="33" presetID="35" presetClass="emph" presetSubtype="0" fill="hold" nodeType="clickEffect">
                                  <p:stCondLst>
                                    <p:cond delay="0"/>
                                  </p:stCondLst>
                                  <p:iterate type="lt">
                                    <p:tmPct val="0"/>
                                  </p:iterate>
                                  <p:childTnLst>
                                    <p:anim calcmode="discrete" valueType="str">
                                      <p:cBhvr>
                                        <p:cTn id="34" dur="1000" fill="hold"/>
                                        <p:tgtEl>
                                          <p:spTgt spid="13316">
                                            <p:txEl>
                                              <p:pRg st="10" end="10"/>
                                            </p:txEl>
                                          </p:spTgt>
                                        </p:tgtEl>
                                        <p:attrNameLst>
                                          <p:attrName>style.visibility</p:attrName>
                                        </p:attrNameLst>
                                      </p:cBhvr>
                                      <p:tavLst>
                                        <p:tav tm="0">
                                          <p:val>
                                            <p:strVal val="hidden"/>
                                          </p:val>
                                        </p:tav>
                                        <p:tav tm="50000">
                                          <p:val>
                                            <p:strVal val="visible"/>
                                          </p:val>
                                        </p:tav>
                                      </p:tavLst>
                                    </p:anim>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35" presetClass="emph" presetSubtype="0" fill="hold" nodeType="clickEffect">
                                  <p:stCondLst>
                                    <p:cond delay="0"/>
                                  </p:stCondLst>
                                  <p:childTnLst>
                                    <p:anim calcmode="discrete" valueType="str">
                                      <p:cBhvr>
                                        <p:cTn id="46" dur="1000" fill="hold"/>
                                        <p:tgtEl>
                                          <p:spTgt spid="13316">
                                            <p:txEl>
                                              <p:pRg st="13" end="13"/>
                                            </p:txEl>
                                          </p:spTgt>
                                        </p:tgtEl>
                                        <p:attrNameLst>
                                          <p:attrName>style.visibility</p:attrName>
                                        </p:attrNameLst>
                                      </p:cBhvr>
                                      <p:tavLst>
                                        <p:tav tm="0">
                                          <p:val>
                                            <p:strVal val="hidden"/>
                                          </p:val>
                                        </p:tav>
                                        <p:tav tm="50000">
                                          <p:val>
                                            <p:strVal val="visible"/>
                                          </p:val>
                                        </p:tav>
                                      </p:tavLst>
                                    </p:anim>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7" grpId="0" animBg="1"/>
      <p:bldP spid="3" grpId="0" animBg="1"/>
      <p:bldP spid="5" grpId="0" animBg="1"/>
      <p:bldP spid="6" grpId="0" animBg="1"/>
      <p:bldP spid="9" grpId="0" animBg="1"/>
      <p:bldP spid="10" grpId="0" animBg="1"/>
      <p:bldP spid="11" grpId="0" animBg="1"/>
      <p:bldP spid="1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ctrTitle"/>
          </p:nvPr>
        </p:nvSpPr>
        <p:spPr/>
        <p:txBody>
          <a:bodyPr/>
          <a:lstStyle/>
          <a:p>
            <a:pPr eaLnBrk="1" hangingPunct="1"/>
            <a:r>
              <a:rPr lang="en-GB" noProof="0"/>
              <a:t>Variables in nested functions</a:t>
            </a:r>
          </a:p>
        </p:txBody>
      </p:sp>
      <p:sp>
        <p:nvSpPr>
          <p:cNvPr id="15363" name="Rectangle 3"/>
          <p:cNvSpPr>
            <a:spLocks noGrp="1" noChangeArrowheads="1"/>
          </p:cNvSpPr>
          <p:nvPr>
            <p:ph sz="quarter" idx="4"/>
          </p:nvPr>
        </p:nvSpPr>
        <p:spPr/>
        <p:txBody>
          <a:bodyPr/>
          <a:lstStyle/>
          <a:p>
            <a:pPr marL="0" indent="0">
              <a:buNone/>
            </a:pPr>
            <a:r>
              <a:rPr lang="en-GB" b="1" noProof="0">
                <a:solidFill>
                  <a:schemeClr val="tx1"/>
                </a:solidFill>
              </a:rPr>
              <a:t>Since scopes may be nested, we need to indicate that:</a:t>
            </a:r>
          </a:p>
        </p:txBody>
      </p:sp>
      <p:sp>
        <p:nvSpPr>
          <p:cNvPr id="15364" name="Text Box 4"/>
          <p:cNvSpPr txBox="1">
            <a:spLocks noChangeArrowheads="1"/>
          </p:cNvSpPr>
          <p:nvPr/>
        </p:nvSpPr>
        <p:spPr bwMode="auto">
          <a:xfrm>
            <a:off x="1376950" y="2110489"/>
            <a:ext cx="4719050" cy="4247317"/>
          </a:xfrm>
          <a:prstGeom prst="rect">
            <a:avLst/>
          </a:prstGeom>
          <a:solidFill>
            <a:schemeClr val="tx1"/>
          </a:solidFill>
          <a:ln w="9525">
            <a:solidFill>
              <a:schemeClr val="tx1"/>
            </a:solidFill>
            <a:miter lim="800000"/>
            <a:headEnd/>
            <a:tailEnd/>
          </a:ln>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1" i="0" u="none" strike="noStrike" kern="1200" cap="none" spc="0" normalizeH="0" baseline="0" noProof="0">
                <a:ln>
                  <a:noFill/>
                </a:ln>
                <a:solidFill>
                  <a:srgbClr val="2FB7DA"/>
                </a:solidFill>
                <a:effectLst/>
                <a:uLnTx/>
                <a:uFillTx/>
                <a:latin typeface="Consolas" panose="020B0609020204030204" pitchFamily="49" charset="0"/>
                <a:ea typeface="+mn-ea"/>
                <a:cs typeface="Courier New" panose="02070309020205020404" pitchFamily="49" charset="0"/>
              </a:rPr>
              <a:t>result</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 3</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def </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my_func</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a:t>
            </a:r>
            <a:r>
              <a:rPr kumimoji="0" lang="en-GB" sz="1800" b="1" i="0" u="none" strike="noStrike" kern="1200" cap="none" spc="0" normalizeH="0" baseline="0" noProof="0">
                <a:ln>
                  <a:noFill/>
                </a:ln>
                <a:solidFill>
                  <a:srgbClr val="FCAC69"/>
                </a:solidFill>
                <a:effectLst/>
                <a:uLnTx/>
                <a:uFillTx/>
                <a:latin typeface="Consolas" panose="020B0609020204030204" pitchFamily="49" charset="0"/>
                <a:ea typeface="+mn-ea"/>
                <a:cs typeface="Courier New" panose="02070309020205020404" pitchFamily="49" charset="0"/>
              </a:rPr>
              <a:t>result</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 12</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def </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scope_test</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1" i="0" u="none" strike="noStrike" kern="1200" cap="none" spc="0" normalizeH="0" baseline="0" noProof="0">
                <a:ln>
                  <a:noFill/>
                </a:ln>
                <a:solidFill>
                  <a:srgbClr val="FCAC69"/>
                </a:solidFill>
                <a:effectLst/>
                <a:uLnTx/>
                <a:uFillTx/>
                <a:latin typeface="Consolas" panose="020B0609020204030204" pitchFamily="49" charset="0"/>
                <a:ea typeface="+mn-ea"/>
                <a:cs typeface="Courier New" panose="02070309020205020404" pitchFamily="49" charset="0"/>
              </a:rPr>
              <a:t>        nonlocal result</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if </a:t>
            </a:r>
            <a:r>
              <a:rPr kumimoji="0" lang="en-GB" sz="1800" b="1" i="0" u="none" strike="noStrike" kern="1200" cap="none" spc="0" normalizeH="0" baseline="0" noProof="0">
                <a:ln>
                  <a:noFill/>
                </a:ln>
                <a:solidFill>
                  <a:srgbClr val="9E84F5"/>
                </a:solidFill>
                <a:effectLst/>
                <a:uLnTx/>
                <a:uFillTx/>
                <a:latin typeface="Consolas" panose="020B0609020204030204" pitchFamily="49" charset="0"/>
                <a:ea typeface="+mn-ea"/>
                <a:cs typeface="Courier New" panose="02070309020205020404" pitchFamily="49" charset="0"/>
              </a:rPr>
              <a:t>result</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&lt; 45:</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result += 1</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scope_test</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a:t>
            </a:r>
            <a:r>
              <a:rPr kumimoji="0" lang="en-GB" sz="1800" b="0" i="0" u="none" strike="noStrike" kern="1200" cap="none" spc="0" normalizeH="0" baseline="0" noProof="0" err="1">
                <a:ln>
                  <a:noFill/>
                </a:ln>
                <a:solidFill>
                  <a:srgbClr val="9E84F5"/>
                </a:solidFill>
                <a:effectLst/>
                <a:uLnTx/>
                <a:uFillTx/>
                <a:latin typeface="Consolas" panose="020B0609020204030204" pitchFamily="49" charset="0"/>
                <a:ea typeface="+mn-ea"/>
                <a:cs typeface="Courier New" panose="02070309020205020404" pitchFamily="49" charset="0"/>
              </a:rPr>
              <a:t>scope_test</a:t>
            </a:r>
            <a:r>
              <a:rPr kumimoji="0" lang="en-GB" sz="1800" b="0" i="0" u="none" strike="noStrike" kern="1200" cap="none" spc="0" normalizeH="0" baseline="0" noProof="0">
                <a:ln>
                  <a:noFill/>
                </a:ln>
                <a:solidFill>
                  <a:srgbClr val="9E84F5"/>
                </a:solidFill>
                <a:effectLst/>
                <a:uLnTx/>
                <a:uFillTx/>
                <a:latin typeface="Consolas" panose="020B0609020204030204" pitchFamily="49" charset="0"/>
                <a:ea typeface="+mn-ea"/>
                <a:cs typeface="Courier New" panose="02070309020205020404" pitchFamily="49" charset="0"/>
              </a:rPr>
              <a:t>()</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print(result, "from </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my_func</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my_func</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print(</a:t>
            </a:r>
            <a:r>
              <a:rPr kumimoji="0" lang="en-GB" sz="1800" b="1" i="0" u="none" strike="noStrike" kern="1200" cap="none" spc="0" normalizeH="0" baseline="0" noProof="0">
                <a:ln>
                  <a:noFill/>
                </a:ln>
                <a:solidFill>
                  <a:srgbClr val="2FB7DA"/>
                </a:solidFill>
                <a:effectLst/>
                <a:uLnTx/>
                <a:uFillTx/>
                <a:latin typeface="Consolas" panose="020B0609020204030204" pitchFamily="49" charset="0"/>
                <a:ea typeface="+mn-ea"/>
                <a:cs typeface="Courier New" panose="02070309020205020404" pitchFamily="49" charset="0"/>
              </a:rPr>
              <a:t>result</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"from main")</a:t>
            </a:r>
          </a:p>
        </p:txBody>
      </p:sp>
      <p:sp>
        <p:nvSpPr>
          <p:cNvPr id="15371" name="Text Box 11"/>
          <p:cNvSpPr txBox="1">
            <a:spLocks noChangeArrowheads="1"/>
          </p:cNvSpPr>
          <p:nvPr/>
        </p:nvSpPr>
        <p:spPr bwMode="auto">
          <a:xfrm>
            <a:off x="6095710" y="5706931"/>
            <a:ext cx="2774950" cy="650875"/>
          </a:xfrm>
          <a:prstGeom prst="rect">
            <a:avLst/>
          </a:prstGeom>
          <a:solidFill>
            <a:schemeClr val="bg1"/>
          </a:solidFill>
          <a:ln w="9525">
            <a:solidFill>
              <a:schemeClr val="tx1"/>
            </a:solidFill>
            <a:miter lim="800000"/>
            <a:headEnd/>
            <a:tailEnd/>
          </a:ln>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srgbClr val="0D0D0D"/>
                </a:solidFill>
                <a:effectLst/>
                <a:uLnTx/>
                <a:uFillTx/>
                <a:latin typeface="Consolas" panose="020B0609020204030204" pitchFamily="49" charset="0"/>
                <a:ea typeface="+mn-ea"/>
                <a:cs typeface="Courier New" panose="02070309020205020404" pitchFamily="49" charset="0"/>
              </a:rPr>
              <a:t>45 from </a:t>
            </a:r>
            <a:r>
              <a:rPr kumimoji="0" lang="en-GB" sz="1800" b="0" i="0" u="none" strike="noStrike" kern="1200" cap="none" spc="0" normalizeH="0" baseline="0" noProof="0" err="1">
                <a:ln>
                  <a:noFill/>
                </a:ln>
                <a:solidFill>
                  <a:srgbClr val="0D0D0D"/>
                </a:solidFill>
                <a:effectLst/>
                <a:uLnTx/>
                <a:uFillTx/>
                <a:latin typeface="Consolas" panose="020B0609020204030204" pitchFamily="49" charset="0"/>
                <a:ea typeface="+mn-ea"/>
                <a:cs typeface="Courier New" panose="02070309020205020404" pitchFamily="49" charset="0"/>
              </a:rPr>
              <a:t>my_func</a:t>
            </a:r>
            <a:endParaRPr kumimoji="0" lang="en-GB" sz="1800" b="0" i="0" u="none" strike="noStrike" kern="1200" cap="none" spc="0" normalizeH="0" baseline="0" noProof="0">
              <a:ln>
                <a:noFill/>
              </a:ln>
              <a:solidFill>
                <a:srgbClr val="0D0D0D"/>
              </a:solidFill>
              <a:effectLst/>
              <a:uLnTx/>
              <a:uFillTx/>
              <a:latin typeface="Consolas" panose="020B06090202040302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srgbClr val="0D0D0D"/>
                </a:solidFill>
                <a:effectLst/>
                <a:uLnTx/>
                <a:uFillTx/>
                <a:latin typeface="Consolas" panose="020B0609020204030204" pitchFamily="49" charset="0"/>
                <a:ea typeface="+mn-ea"/>
                <a:cs typeface="Courier New" panose="02070309020205020404" pitchFamily="49" charset="0"/>
              </a:rPr>
              <a:t>3 from main</a:t>
            </a:r>
          </a:p>
        </p:txBody>
      </p:sp>
      <p:sp>
        <p:nvSpPr>
          <p:cNvPr id="2" name="Slide Number Placeholder 1">
            <a:extLst>
              <a:ext uri="{FF2B5EF4-FFF2-40B4-BE49-F238E27FC236}">
                <a16:creationId xmlns:a16="http://schemas.microsoft.com/office/drawing/2014/main" id="{174A92FF-282C-3593-9DD1-47A4C030835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GB"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GB" sz="1800" b="0" i="0" u="none" strike="noStrike" kern="1200" cap="none" spc="0" normalizeH="0" baseline="0" noProof="0">
              <a:ln>
                <a:noFill/>
              </a:ln>
              <a:solidFill>
                <a:srgbClr val="5F5F5F"/>
              </a:solidFill>
              <a:effectLst/>
              <a:uLnTx/>
              <a:uFillTx/>
              <a:latin typeface="Figtree"/>
              <a:ea typeface="+mn-ea"/>
              <a:cs typeface="+mn-cs"/>
            </a:endParaRPr>
          </a:p>
        </p:txBody>
      </p:sp>
      <p:sp>
        <p:nvSpPr>
          <p:cNvPr id="3" name="TextBox 2">
            <a:extLst>
              <a:ext uri="{FF2B5EF4-FFF2-40B4-BE49-F238E27FC236}">
                <a16:creationId xmlns:a16="http://schemas.microsoft.com/office/drawing/2014/main" id="{89337494-7024-F9AE-C265-FB92F9DCFDBB}"/>
              </a:ext>
            </a:extLst>
          </p:cNvPr>
          <p:cNvSpPr txBox="1"/>
          <p:nvPr/>
        </p:nvSpPr>
        <p:spPr>
          <a:xfrm>
            <a:off x="6451626" y="2090267"/>
            <a:ext cx="1774875" cy="369332"/>
          </a:xfrm>
          <a:prstGeom prst="rect">
            <a:avLst/>
          </a:prstGeom>
          <a:solidFill>
            <a:schemeClr val="accent1">
              <a:lumMod val="40000"/>
              <a:lumOff val="60000"/>
            </a:schemeClr>
          </a:solidFill>
          <a:ln>
            <a:solidFill>
              <a:schemeClr val="accent1">
                <a:lumMod val="40000"/>
                <a:lumOff val="60000"/>
              </a:schemeClr>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D0D0D"/>
                </a:solidFill>
                <a:effectLst/>
                <a:uLnTx/>
                <a:uFillTx/>
                <a:latin typeface="Figtree"/>
                <a:ea typeface="+mn-ea"/>
                <a:cs typeface="+mn-cs"/>
              </a:rPr>
              <a:t>Global variable.</a:t>
            </a:r>
          </a:p>
        </p:txBody>
      </p:sp>
      <p:sp>
        <p:nvSpPr>
          <p:cNvPr id="4" name="TextBox 3">
            <a:extLst>
              <a:ext uri="{FF2B5EF4-FFF2-40B4-BE49-F238E27FC236}">
                <a16:creationId xmlns:a16="http://schemas.microsoft.com/office/drawing/2014/main" id="{09AB351A-F483-1E90-7D0D-C034224342E2}"/>
              </a:ext>
            </a:extLst>
          </p:cNvPr>
          <p:cNvSpPr txBox="1"/>
          <p:nvPr/>
        </p:nvSpPr>
        <p:spPr>
          <a:xfrm>
            <a:off x="6451625" y="2935513"/>
            <a:ext cx="2240961" cy="369332"/>
          </a:xfrm>
          <a:prstGeom prst="rect">
            <a:avLst/>
          </a:prstGeom>
          <a:solidFill>
            <a:schemeClr val="accent2">
              <a:lumMod val="40000"/>
              <a:lumOff val="60000"/>
            </a:schemeClr>
          </a:solid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D0D0D"/>
                </a:solidFill>
                <a:effectLst/>
                <a:uLnTx/>
                <a:uFillTx/>
                <a:latin typeface="Figtree"/>
                <a:ea typeface="+mn-ea"/>
                <a:cs typeface="+mn-cs"/>
              </a:rPr>
              <a:t>New local variable.</a:t>
            </a:r>
          </a:p>
        </p:txBody>
      </p:sp>
      <p:sp>
        <p:nvSpPr>
          <p:cNvPr id="5" name="Line 11">
            <a:extLst>
              <a:ext uri="{FF2B5EF4-FFF2-40B4-BE49-F238E27FC236}">
                <a16:creationId xmlns:a16="http://schemas.microsoft.com/office/drawing/2014/main" id="{BE675F9A-D33C-6BA8-0464-6788EF90EA0B}"/>
              </a:ext>
            </a:extLst>
          </p:cNvPr>
          <p:cNvSpPr>
            <a:spLocks noChangeShapeType="1"/>
          </p:cNvSpPr>
          <p:nvPr/>
        </p:nvSpPr>
        <p:spPr bwMode="auto">
          <a:xfrm flipH="1">
            <a:off x="2861102" y="2282490"/>
            <a:ext cx="3590524" cy="4614"/>
          </a:xfrm>
          <a:prstGeom prst="line">
            <a:avLst/>
          </a:prstGeom>
          <a:noFill/>
          <a:ln w="19050">
            <a:solidFill>
              <a:schemeClr val="accent1"/>
            </a:solidFill>
            <a:round/>
            <a:headEnd/>
            <a:tailEnd type="triangle" w="med" len="med"/>
          </a:ln>
          <a:extLst>
            <a:ext uri="{909E8E84-426E-40dd-AFC4-6F175D3DCCD1}">
              <a14:hiddenFill xmlns:a14="http://schemas.microsoft.com/office/drawing/2010/main" xmlns="">
                <a:noFill/>
              </a14:hiddenFill>
            </a:ext>
          </a:ex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D0D0D"/>
              </a:solidFill>
              <a:effectLst/>
              <a:uLnTx/>
              <a:uFillTx/>
              <a:latin typeface="Figtree"/>
              <a:ea typeface="+mn-ea"/>
              <a:cs typeface="+mn-cs"/>
            </a:endParaRPr>
          </a:p>
        </p:txBody>
      </p:sp>
      <p:sp>
        <p:nvSpPr>
          <p:cNvPr id="6" name="Rectangle: Rounded Corners 5">
            <a:extLst>
              <a:ext uri="{FF2B5EF4-FFF2-40B4-BE49-F238E27FC236}">
                <a16:creationId xmlns:a16="http://schemas.microsoft.com/office/drawing/2014/main" id="{4AE7C40D-2090-5721-BE79-1E7BD437B432}"/>
              </a:ext>
            </a:extLst>
          </p:cNvPr>
          <p:cNvSpPr/>
          <p:nvPr/>
        </p:nvSpPr>
        <p:spPr>
          <a:xfrm>
            <a:off x="1438342" y="2649234"/>
            <a:ext cx="4357415" cy="2884413"/>
          </a:xfrm>
          <a:prstGeom prst="roundRect">
            <a:avLst>
              <a:gd name="adj" fmla="val 7074"/>
            </a:avLst>
          </a:prstGeom>
          <a:no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Figtree"/>
              <a:ea typeface="+mn-ea"/>
              <a:cs typeface="+mn-cs"/>
            </a:endParaRPr>
          </a:p>
        </p:txBody>
      </p:sp>
      <p:sp>
        <p:nvSpPr>
          <p:cNvPr id="8" name="Rectangle: Rounded Corners 7">
            <a:extLst>
              <a:ext uri="{FF2B5EF4-FFF2-40B4-BE49-F238E27FC236}">
                <a16:creationId xmlns:a16="http://schemas.microsoft.com/office/drawing/2014/main" id="{FA8BCF67-B06D-8C75-AE15-E06471289682}"/>
              </a:ext>
            </a:extLst>
          </p:cNvPr>
          <p:cNvSpPr/>
          <p:nvPr/>
        </p:nvSpPr>
        <p:spPr>
          <a:xfrm>
            <a:off x="1409882" y="2110489"/>
            <a:ext cx="1384118" cy="349110"/>
          </a:xfrm>
          <a:prstGeom prst="roundRect">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Figtree"/>
              <a:ea typeface="+mn-ea"/>
              <a:cs typeface="+mn-cs"/>
            </a:endParaRPr>
          </a:p>
        </p:txBody>
      </p:sp>
      <p:sp>
        <p:nvSpPr>
          <p:cNvPr id="9" name="Rectangle: Rounded Corners 8">
            <a:extLst>
              <a:ext uri="{FF2B5EF4-FFF2-40B4-BE49-F238E27FC236}">
                <a16:creationId xmlns:a16="http://schemas.microsoft.com/office/drawing/2014/main" id="{0BD13AE3-85BD-CBB1-DA47-C032D0BB931C}"/>
              </a:ext>
            </a:extLst>
          </p:cNvPr>
          <p:cNvSpPr/>
          <p:nvPr/>
        </p:nvSpPr>
        <p:spPr>
          <a:xfrm>
            <a:off x="1889759" y="3265063"/>
            <a:ext cx="2670815" cy="1417469"/>
          </a:xfrm>
          <a:prstGeom prst="roundRect">
            <a:avLst>
              <a:gd name="adj" fmla="val 7074"/>
            </a:avLst>
          </a:prstGeom>
          <a:noFill/>
          <a:ln w="254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Figtree"/>
              <a:ea typeface="+mn-ea"/>
              <a:cs typeface="+mn-cs"/>
            </a:endParaRPr>
          </a:p>
        </p:txBody>
      </p:sp>
      <p:sp>
        <p:nvSpPr>
          <p:cNvPr id="10" name="Line 11">
            <a:extLst>
              <a:ext uri="{FF2B5EF4-FFF2-40B4-BE49-F238E27FC236}">
                <a16:creationId xmlns:a16="http://schemas.microsoft.com/office/drawing/2014/main" id="{8F1AADF1-C1BC-95F6-0B44-3B295162D058}"/>
              </a:ext>
            </a:extLst>
          </p:cNvPr>
          <p:cNvSpPr>
            <a:spLocks noChangeShapeType="1"/>
          </p:cNvSpPr>
          <p:nvPr/>
        </p:nvSpPr>
        <p:spPr bwMode="auto">
          <a:xfrm flipH="1" flipV="1">
            <a:off x="3400569" y="3120179"/>
            <a:ext cx="3051057" cy="13426"/>
          </a:xfrm>
          <a:prstGeom prst="line">
            <a:avLst/>
          </a:prstGeom>
          <a:noFill/>
          <a:ln w="19050">
            <a:solidFill>
              <a:schemeClr val="accent2">
                <a:lumMod val="60000"/>
                <a:lumOff val="40000"/>
              </a:schemeClr>
            </a:solidFill>
            <a:round/>
            <a:headEnd/>
            <a:tailEnd type="triangle" w="med" len="med"/>
          </a:ln>
          <a:extLst>
            <a:ext uri="{909E8E84-426E-40dd-AFC4-6F175D3DCCD1}">
              <a14:hiddenFill xmlns:a14="http://schemas.microsoft.com/office/drawing/2010/main" xmlns="">
                <a:noFill/>
              </a14:hiddenFill>
            </a:ext>
          </a:ex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D0D0D"/>
              </a:solidFill>
              <a:effectLst/>
              <a:uLnTx/>
              <a:uFillTx/>
              <a:latin typeface="Figtree"/>
              <a:ea typeface="+mn-ea"/>
              <a:cs typeface="+mn-cs"/>
            </a:endParaRPr>
          </a:p>
        </p:txBody>
      </p:sp>
      <p:sp>
        <p:nvSpPr>
          <p:cNvPr id="11" name="TextBox 10">
            <a:extLst>
              <a:ext uri="{FF2B5EF4-FFF2-40B4-BE49-F238E27FC236}">
                <a16:creationId xmlns:a16="http://schemas.microsoft.com/office/drawing/2014/main" id="{CEA93430-427E-4055-691E-EE4492D891E8}"/>
              </a:ext>
            </a:extLst>
          </p:cNvPr>
          <p:cNvSpPr txBox="1"/>
          <p:nvPr/>
        </p:nvSpPr>
        <p:spPr>
          <a:xfrm>
            <a:off x="6448411" y="3692018"/>
            <a:ext cx="4096125" cy="646331"/>
          </a:xfrm>
          <a:prstGeom prst="rect">
            <a:avLst/>
          </a:prstGeom>
          <a:solidFill>
            <a:schemeClr val="accent3">
              <a:lumMod val="40000"/>
              <a:lumOff val="60000"/>
            </a:schemeClr>
          </a:solid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D0D0D"/>
                </a:solidFill>
                <a:effectLst/>
                <a:uLnTx/>
                <a:uFillTx/>
                <a:latin typeface="Figtree"/>
                <a:ea typeface="+mn-ea"/>
                <a:cs typeface="+mn-cs"/>
              </a:rPr>
              <a:t>Would fail with </a:t>
            </a:r>
            <a:r>
              <a:rPr kumimoji="0" lang="en-GB" sz="1800" b="1" i="0" u="none" strike="noStrike" kern="1200" cap="none" spc="0" normalizeH="0" baseline="0" noProof="0" err="1">
                <a:ln>
                  <a:noFill/>
                </a:ln>
                <a:solidFill>
                  <a:srgbClr val="FC5B61"/>
                </a:solidFill>
                <a:effectLst/>
                <a:uLnTx/>
                <a:uFillTx/>
                <a:latin typeface="Figtree"/>
                <a:ea typeface="+mn-ea"/>
                <a:cs typeface="+mn-cs"/>
              </a:rPr>
              <a:t>UnboundLocalError</a:t>
            </a:r>
            <a:r>
              <a:rPr kumimoji="0" lang="en-GB" sz="1800" b="0" i="0" u="none" strike="noStrike" kern="1200" cap="none" spc="0" normalizeH="0" baseline="0" noProof="0">
                <a:ln>
                  <a:noFill/>
                </a:ln>
                <a:solidFill>
                  <a:srgbClr val="0D0D0D"/>
                </a:solidFill>
                <a:effectLst/>
                <a:uLnTx/>
                <a:uFillTx/>
                <a:latin typeface="Figtree"/>
                <a:ea typeface="+mn-ea"/>
                <a:cs typeface="+mn-cs"/>
              </a:rPr>
              <a:t> without the </a:t>
            </a:r>
            <a:r>
              <a:rPr kumimoji="0" lang="en-GB" sz="1800" b="1" i="0" u="none" strike="noStrike" kern="1200" cap="none" spc="0" normalizeH="0" baseline="0" noProof="0">
                <a:ln>
                  <a:noFill/>
                </a:ln>
                <a:solidFill>
                  <a:srgbClr val="0D0D0D"/>
                </a:solidFill>
                <a:effectLst/>
                <a:uLnTx/>
                <a:uFillTx/>
                <a:latin typeface="Figtree"/>
                <a:ea typeface="+mn-ea"/>
                <a:cs typeface="+mn-cs"/>
              </a:rPr>
              <a:t>nonlocal</a:t>
            </a:r>
            <a:r>
              <a:rPr kumimoji="0" lang="en-GB" sz="1800" b="0" i="0" u="none" strike="noStrike" kern="1200" cap="none" spc="0" normalizeH="0" baseline="0" noProof="0">
                <a:ln>
                  <a:noFill/>
                </a:ln>
                <a:solidFill>
                  <a:srgbClr val="0D0D0D"/>
                </a:solidFill>
                <a:effectLst/>
                <a:uLnTx/>
                <a:uFillTx/>
                <a:latin typeface="Figtree"/>
                <a:ea typeface="+mn-ea"/>
                <a:cs typeface="+mn-cs"/>
              </a:rPr>
              <a:t> keyword above.</a:t>
            </a:r>
          </a:p>
        </p:txBody>
      </p:sp>
      <p:sp>
        <p:nvSpPr>
          <p:cNvPr id="12" name="Line 11">
            <a:extLst>
              <a:ext uri="{FF2B5EF4-FFF2-40B4-BE49-F238E27FC236}">
                <a16:creationId xmlns:a16="http://schemas.microsoft.com/office/drawing/2014/main" id="{2D5A0FD4-710D-54A5-D35D-489206E66C6B}"/>
              </a:ext>
            </a:extLst>
          </p:cNvPr>
          <p:cNvSpPr>
            <a:spLocks noChangeShapeType="1"/>
          </p:cNvSpPr>
          <p:nvPr/>
        </p:nvSpPr>
        <p:spPr bwMode="auto">
          <a:xfrm flipH="1" flipV="1">
            <a:off x="4359289" y="3965425"/>
            <a:ext cx="2089123" cy="13426"/>
          </a:xfrm>
          <a:prstGeom prst="line">
            <a:avLst/>
          </a:prstGeom>
          <a:noFill/>
          <a:ln w="19050">
            <a:solidFill>
              <a:schemeClr val="accent3">
                <a:lumMod val="60000"/>
                <a:lumOff val="40000"/>
              </a:schemeClr>
            </a:solidFill>
            <a:round/>
            <a:headEnd/>
            <a:tailEnd type="triangle" w="med" len="med"/>
          </a:ln>
          <a:extLst>
            <a:ext uri="{909E8E84-426E-40dd-AFC4-6F175D3DCCD1}">
              <a14:hiddenFill xmlns:a14="http://schemas.microsoft.com/office/drawing/2010/main" xmlns="">
                <a:noFill/>
              </a14:hiddenFill>
            </a:ext>
          </a:ex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D0D0D"/>
              </a:solidFill>
              <a:effectLst/>
              <a:uLnTx/>
              <a:uFillTx/>
              <a:latin typeface="Figtree"/>
              <a:ea typeface="+mn-ea"/>
              <a:cs typeface="+mn-cs"/>
            </a:endParaRPr>
          </a:p>
        </p:txBody>
      </p:sp>
      <p:sp>
        <p:nvSpPr>
          <p:cNvPr id="13" name="Rectangle: Rounded Corners 12">
            <a:extLst>
              <a:ext uri="{FF2B5EF4-FFF2-40B4-BE49-F238E27FC236}">
                <a16:creationId xmlns:a16="http://schemas.microsoft.com/office/drawing/2014/main" id="{DEFD5BB8-C02D-A05B-8C98-575476EAB4C5}"/>
              </a:ext>
            </a:extLst>
          </p:cNvPr>
          <p:cNvSpPr/>
          <p:nvPr/>
        </p:nvSpPr>
        <p:spPr>
          <a:xfrm>
            <a:off x="1940233" y="2998344"/>
            <a:ext cx="1460335" cy="248432"/>
          </a:xfrm>
          <a:prstGeom prst="roundRect">
            <a:avLst/>
          </a:prstGeom>
          <a:noFill/>
          <a:ln w="25400">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Figtree"/>
              <a:ea typeface="+mn-ea"/>
              <a:cs typeface="+mn-cs"/>
            </a:endParaRPr>
          </a:p>
        </p:txBody>
      </p:sp>
    </p:spTree>
    <p:extLst>
      <p:ext uri="{BB962C8B-B14F-4D97-AF65-F5344CB8AC3E}">
        <p14:creationId xmlns:p14="http://schemas.microsoft.com/office/powerpoint/2010/main" val="106482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fill="hold" nodeType="clickEffect">
                                  <p:stCondLst>
                                    <p:cond delay="0"/>
                                  </p:stCondLst>
                                  <p:childTnLst>
                                    <p:anim calcmode="discrete" valueType="str">
                                      <p:cBhvr>
                                        <p:cTn id="6" dur="1000" fill="hold"/>
                                        <p:tgtEl>
                                          <p:spTgt spid="15364">
                                            <p:txEl>
                                              <p:pRg st="0" end="0"/>
                                            </p:txEl>
                                          </p:spTgt>
                                        </p:tgtEl>
                                        <p:attrNameLst>
                                          <p:attrName>style.visibility</p:attrName>
                                        </p:attrNameLst>
                                      </p:cBhvr>
                                      <p:tavLst>
                                        <p:tav tm="0">
                                          <p:val>
                                            <p:strVal val="hidden"/>
                                          </p:val>
                                        </p:tav>
                                        <p:tav tm="50000">
                                          <p:val>
                                            <p:strVal val="visible"/>
                                          </p:val>
                                        </p:tav>
                                      </p:tavLst>
                                    </p:anim>
                                  </p:childTnLst>
                                </p:cTn>
                              </p:par>
                              <p:par>
                                <p:cTn id="7" presetID="35" presetClass="emph" presetSubtype="0" fill="hold" nodeType="withEffect">
                                  <p:stCondLst>
                                    <p:cond delay="0"/>
                                  </p:stCondLst>
                                  <p:childTnLst>
                                    <p:anim calcmode="discrete" valueType="str">
                                      <p:cBhvr>
                                        <p:cTn id="8" dur="1000" fill="hold"/>
                                        <p:tgtEl>
                                          <p:spTgt spid="15364">
                                            <p:txEl>
                                              <p:pRg st="14" end="14"/>
                                            </p:txEl>
                                          </p:spTgt>
                                        </p:tgtEl>
                                        <p:attrNameLst>
                                          <p:attrName>style.visibility</p:attrName>
                                        </p:attrNameLst>
                                      </p:cBhvr>
                                      <p:tavLst>
                                        <p:tav tm="0">
                                          <p:val>
                                            <p:strVal val="hidden"/>
                                          </p:val>
                                        </p:tav>
                                        <p:tav tm="50000">
                                          <p:val>
                                            <p:strVal val="visible"/>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35" presetClass="emph" presetSubtype="0" fill="hold" nodeType="clickEffect">
                                  <p:stCondLst>
                                    <p:cond delay="0"/>
                                  </p:stCondLst>
                                  <p:childTnLst>
                                    <p:anim calcmode="discrete" valueType="str">
                                      <p:cBhvr>
                                        <p:cTn id="20" dur="1000" fill="hold"/>
                                        <p:tgtEl>
                                          <p:spTgt spid="15364">
                                            <p:txEl>
                                              <p:pRg st="3" end="3"/>
                                            </p:txEl>
                                          </p:spTgt>
                                        </p:tgtEl>
                                        <p:attrNameLst>
                                          <p:attrName>style.visibility</p:attrName>
                                        </p:attrNameLst>
                                      </p:cBhvr>
                                      <p:tavLst>
                                        <p:tav tm="0">
                                          <p:val>
                                            <p:strVal val="hidden"/>
                                          </p:val>
                                        </p:tav>
                                        <p:tav tm="50000">
                                          <p:val>
                                            <p:strVal val="visible"/>
                                          </p:val>
                                        </p:tav>
                                      </p:tavLst>
                                    </p:anim>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1"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35" presetClass="emph" presetSubtype="0" fill="hold" nodeType="clickEffect">
                                  <p:stCondLst>
                                    <p:cond delay="0"/>
                                  </p:stCondLst>
                                  <p:childTnLst>
                                    <p:anim calcmode="discrete" valueType="str">
                                      <p:cBhvr>
                                        <p:cTn id="34" dur="1000" fill="hold"/>
                                        <p:tgtEl>
                                          <p:spTgt spid="15364">
                                            <p:txEl>
                                              <p:pRg st="6" end="6"/>
                                            </p:txEl>
                                          </p:spTgt>
                                        </p:tgtEl>
                                        <p:attrNameLst>
                                          <p:attrName>style.visibility</p:attrName>
                                        </p:attrNameLst>
                                      </p:cBhvr>
                                      <p:tavLst>
                                        <p:tav tm="0">
                                          <p:val>
                                            <p:strVal val="hidden"/>
                                          </p:val>
                                        </p:tav>
                                        <p:tav tm="50000">
                                          <p:val>
                                            <p:strVal val="visible"/>
                                          </p:val>
                                        </p:tav>
                                      </p:tavLst>
                                    </p:anim>
                                  </p:childTnLst>
                                </p:cTn>
                              </p:par>
                              <p:par>
                                <p:cTn id="35" presetID="1"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5364">
                                            <p:txEl>
                                              <p:pRg st="5" end="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3" presetClass="emph" presetSubtype="2" fill="hold" nodeType="clickEffect">
                                  <p:stCondLst>
                                    <p:cond delay="0"/>
                                  </p:stCondLst>
                                  <p:childTnLst>
                                    <p:animClr clrSpc="rgb" dir="cw">
                                      <p:cBhvr override="childStyle">
                                        <p:cTn id="46" dur="2000" fill="hold"/>
                                        <p:tgtEl>
                                          <p:spTgt spid="15364">
                                            <p:txEl>
                                              <p:pRg st="6" end="6"/>
                                            </p:txEl>
                                          </p:spTgt>
                                        </p:tgtEl>
                                        <p:attrNameLst>
                                          <p:attrName>style.color</p:attrName>
                                        </p:attrNameLst>
                                      </p:cBhvr>
                                      <p:to>
                                        <a:schemeClr val="accent2"/>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8" grpId="0" animBg="1"/>
      <p:bldP spid="10" grpId="0" animBg="1"/>
      <p:bldP spid="11" grpId="0" animBg="1"/>
      <p:bldP spid="12" grpId="0" animBg="1"/>
      <p:bldP spid="13" grpId="0" animBg="1"/>
      <p:bldP spid="13" grpId="1" animBg="1"/>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ctrTitle"/>
          </p:nvPr>
        </p:nvSpPr>
        <p:spPr/>
        <p:txBody>
          <a:bodyPr/>
          <a:lstStyle/>
          <a:p>
            <a:pPr eaLnBrk="1" hangingPunct="1"/>
            <a:r>
              <a:rPr lang="en-GB" noProof="0"/>
              <a:t>Function and user documentation</a:t>
            </a:r>
          </a:p>
        </p:txBody>
      </p:sp>
      <p:sp>
        <p:nvSpPr>
          <p:cNvPr id="17411" name="Rectangle 3"/>
          <p:cNvSpPr>
            <a:spLocks noGrp="1" noChangeArrowheads="1"/>
          </p:cNvSpPr>
          <p:nvPr>
            <p:ph sz="quarter" idx="4"/>
          </p:nvPr>
        </p:nvSpPr>
        <p:spPr>
          <a:xfrm>
            <a:off x="443921" y="1733108"/>
            <a:ext cx="5014769" cy="4348715"/>
          </a:xfrm>
        </p:spPr>
        <p:txBody>
          <a:bodyPr/>
          <a:lstStyle/>
          <a:p>
            <a:pPr marL="0" indent="0">
              <a:spcBef>
                <a:spcPts val="600"/>
              </a:spcBef>
              <a:buNone/>
            </a:pPr>
            <a:r>
              <a:rPr lang="en-GB" sz="1800" b="1" noProof="0">
                <a:solidFill>
                  <a:schemeClr val="tx1"/>
                </a:solidFill>
              </a:rPr>
              <a:t>Python supports comments for developers:</a:t>
            </a:r>
          </a:p>
          <a:p>
            <a:pPr>
              <a:spcBef>
                <a:spcPts val="600"/>
              </a:spcBef>
            </a:pPr>
            <a:r>
              <a:rPr lang="en-GB" sz="1800" noProof="0">
                <a:solidFill>
                  <a:schemeClr val="tx1"/>
                </a:solidFill>
              </a:rPr>
              <a:t>Useful for maintainers but not designed for users.</a:t>
            </a:r>
          </a:p>
          <a:p>
            <a:pPr>
              <a:spcBef>
                <a:spcPts val="600"/>
              </a:spcBef>
            </a:pPr>
            <a:endParaRPr lang="en-GB" sz="1800" noProof="0">
              <a:solidFill>
                <a:schemeClr val="tx1"/>
              </a:solidFill>
            </a:endParaRPr>
          </a:p>
          <a:p>
            <a:pPr marL="0" indent="0">
              <a:spcBef>
                <a:spcPts val="600"/>
              </a:spcBef>
              <a:buNone/>
            </a:pPr>
            <a:r>
              <a:rPr lang="en-GB" sz="1800" b="1" noProof="0">
                <a:solidFill>
                  <a:schemeClr val="tx1"/>
                </a:solidFill>
              </a:rPr>
              <a:t>Python supports </a:t>
            </a:r>
            <a:r>
              <a:rPr lang="en-GB" b="1" noProof="0">
                <a:solidFill>
                  <a:schemeClr val="tx1"/>
                </a:solidFill>
              </a:rPr>
              <a:t>d</a:t>
            </a:r>
            <a:r>
              <a:rPr lang="en-GB" sz="1800" b="1" noProof="0">
                <a:solidFill>
                  <a:schemeClr val="tx1"/>
                </a:solidFill>
              </a:rPr>
              <a:t>ocstrings for users:</a:t>
            </a:r>
          </a:p>
          <a:p>
            <a:pPr>
              <a:spcBef>
                <a:spcPts val="600"/>
              </a:spcBef>
            </a:pPr>
            <a:r>
              <a:rPr lang="en-GB" sz="1800" noProof="0">
                <a:solidFill>
                  <a:schemeClr val="tx1"/>
                </a:solidFill>
              </a:rPr>
              <a:t>Used by </a:t>
            </a:r>
            <a:r>
              <a:rPr lang="en-GB" sz="1800" b="1" noProof="0">
                <a:solidFill>
                  <a:schemeClr val="tx1"/>
                </a:solidFill>
              </a:rPr>
              <a:t>help()</a:t>
            </a:r>
            <a:r>
              <a:rPr lang="en-GB" sz="1800" noProof="0">
                <a:solidFill>
                  <a:schemeClr val="tx1"/>
                </a:solidFill>
              </a:rPr>
              <a:t> and for automated testing.</a:t>
            </a:r>
          </a:p>
          <a:p>
            <a:pPr>
              <a:spcBef>
                <a:spcPts val="600"/>
              </a:spcBef>
            </a:pPr>
            <a:r>
              <a:rPr lang="en-GB" sz="1800" noProof="0">
                <a:solidFill>
                  <a:schemeClr val="tx1"/>
                </a:solidFill>
              </a:rPr>
              <a:t>Define a bare string at the start of the function.</a:t>
            </a:r>
          </a:p>
          <a:p>
            <a:pPr>
              <a:spcBef>
                <a:spcPts val="600"/>
              </a:spcBef>
            </a:pPr>
            <a:r>
              <a:rPr lang="en-GB" sz="1800" noProof="0">
                <a:solidFill>
                  <a:schemeClr val="tx1"/>
                </a:solidFill>
              </a:rPr>
              <a:t>A triple quoted string, not an inline # comment.</a:t>
            </a:r>
          </a:p>
          <a:p>
            <a:pPr>
              <a:spcBef>
                <a:spcPts val="600"/>
              </a:spcBef>
            </a:pPr>
            <a:r>
              <a:rPr lang="en-GB" sz="1800" noProof="0">
                <a:solidFill>
                  <a:schemeClr val="tx1"/>
                </a:solidFill>
              </a:rPr>
              <a:t>Or explicitly assign to the attribute __doc__.</a:t>
            </a:r>
          </a:p>
          <a:p>
            <a:pPr marL="0" indent="0">
              <a:spcBef>
                <a:spcPts val="600"/>
              </a:spcBef>
              <a:buNone/>
            </a:pPr>
            <a:endParaRPr lang="en-GB" sz="1800" noProof="0">
              <a:solidFill>
                <a:schemeClr val="tx1"/>
              </a:solidFill>
            </a:endParaRPr>
          </a:p>
        </p:txBody>
      </p:sp>
      <p:sp>
        <p:nvSpPr>
          <p:cNvPr id="17412" name="Text Box 4"/>
          <p:cNvSpPr txBox="1">
            <a:spLocks noChangeArrowheads="1"/>
          </p:cNvSpPr>
          <p:nvPr/>
        </p:nvSpPr>
        <p:spPr bwMode="auto">
          <a:xfrm>
            <a:off x="5603324" y="2786874"/>
            <a:ext cx="4490332" cy="1477328"/>
          </a:xfrm>
          <a:prstGeom prst="rect">
            <a:avLst/>
          </a:prstGeom>
          <a:solidFill>
            <a:schemeClr val="tx1"/>
          </a:solidFill>
          <a:ln w="9525">
            <a:solidFill>
              <a:schemeClr val="tx1"/>
            </a:solidFill>
            <a:miter lim="800000"/>
            <a:headEnd/>
            <a:tailEnd/>
          </a:ln>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def </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my_func</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a:t>
            </a:r>
            <a:r>
              <a:rPr kumimoji="0" lang="en-GB" sz="1800" b="1" i="0" u="none" strike="noStrike" kern="1200" cap="none" spc="0" normalizeH="0" baseline="0" noProof="0">
                <a:ln>
                  <a:noFill/>
                </a:ln>
                <a:solidFill>
                  <a:srgbClr val="2FB7DA"/>
                </a:solidFill>
                <a:effectLst/>
                <a:uLnTx/>
                <a:uFillTx/>
                <a:latin typeface="Consolas" panose="020B0609020204030204" pitchFamily="49" charset="0"/>
                <a:ea typeface="+mn-ea"/>
                <a:cs typeface="Courier New" panose="02070309020205020404" pitchFamily="49" charset="0"/>
              </a:rPr>
              <a:t>""" </a:t>
            </a:r>
            <a:r>
              <a:rPr kumimoji="0" lang="en-GB" sz="1800" b="1" i="0" u="none" strike="noStrike" kern="1200" cap="none" spc="0" normalizeH="0" baseline="0" noProof="0" err="1">
                <a:ln>
                  <a:noFill/>
                </a:ln>
                <a:solidFill>
                  <a:srgbClr val="2FB7DA"/>
                </a:solidFill>
                <a:effectLst/>
                <a:uLnTx/>
                <a:uFillTx/>
                <a:latin typeface="Consolas" panose="020B0609020204030204" pitchFamily="49" charset="0"/>
                <a:ea typeface="+mn-ea"/>
                <a:cs typeface="Courier New" panose="02070309020205020404" pitchFamily="49" charset="0"/>
              </a:rPr>
              <a:t>my_func</a:t>
            </a:r>
            <a:r>
              <a:rPr kumimoji="0" lang="en-GB" sz="1800" b="1" i="0" u="none" strike="noStrike" kern="1200" cap="none" spc="0" normalizeH="0" baseline="0" noProof="0">
                <a:ln>
                  <a:noFill/>
                </a:ln>
                <a:solidFill>
                  <a:srgbClr val="2FB7DA"/>
                </a:solidFill>
                <a:effectLst/>
                <a:uLnTx/>
                <a:uFillTx/>
                <a:latin typeface="Consolas" panose="020B0609020204030204" pitchFamily="49" charset="0"/>
                <a:ea typeface="+mn-ea"/>
                <a:cs typeface="Courier New" panose="02070309020205020404" pitchFamily="49" charset="0"/>
              </a:rPr>
              <a:t> has no parameters </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1" i="0" u="none" strike="noStrike" kern="1200" cap="none" spc="0" normalizeH="0" baseline="0" noProof="0">
                <a:ln>
                  <a:noFill/>
                </a:ln>
                <a:solidFill>
                  <a:srgbClr val="2FB7DA"/>
                </a:solidFill>
                <a:effectLst/>
                <a:uLnTx/>
                <a:uFillTx/>
                <a:latin typeface="Consolas" panose="020B0609020204030204" pitchFamily="49" charset="0"/>
                <a:ea typeface="+mn-ea"/>
                <a:cs typeface="Courier New" panose="02070309020205020404" pitchFamily="49" charset="0"/>
              </a:rPr>
              <a:t>        and prints 'Hello'.</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1" i="0" u="none" strike="noStrike" kern="1200" cap="none" spc="0" normalizeH="0" baseline="0" noProof="0">
                <a:ln>
                  <a:noFill/>
                </a:ln>
                <a:solidFill>
                  <a:srgbClr val="2FB7DA"/>
                </a:solidFill>
                <a:effectLst/>
                <a:uLnTx/>
                <a:uFillTx/>
                <a:latin typeface="Consolas" panose="020B0609020204030204" pitchFamily="49" charset="0"/>
                <a:ea typeface="+mn-ea"/>
                <a:cs typeface="Courier New" panose="02070309020205020404" pitchFamily="49" charset="0"/>
              </a:rPr>
              <a:t>    """</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print("Hello")</a:t>
            </a:r>
          </a:p>
        </p:txBody>
      </p:sp>
      <p:sp>
        <p:nvSpPr>
          <p:cNvPr id="17413" name="Text Box 5"/>
          <p:cNvSpPr txBox="1">
            <a:spLocks noChangeArrowheads="1"/>
          </p:cNvSpPr>
          <p:nvPr/>
        </p:nvSpPr>
        <p:spPr bwMode="auto">
          <a:xfrm>
            <a:off x="5603324" y="4405767"/>
            <a:ext cx="5682966" cy="1200329"/>
          </a:xfrm>
          <a:prstGeom prst="rect">
            <a:avLst/>
          </a:prstGeom>
          <a:solidFill>
            <a:schemeClr val="bg1"/>
          </a:solidFill>
          <a:ln w="9525">
            <a:solidFill>
              <a:schemeClr val="tx1"/>
            </a:solidFill>
            <a:miter lim="800000"/>
            <a:headEnd/>
            <a:tailEnd/>
          </a:ln>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a:ln>
                  <a:noFill/>
                </a:ln>
                <a:solidFill>
                  <a:srgbClr val="0D0D0D"/>
                </a:solidFill>
                <a:effectLst/>
                <a:uLnTx/>
                <a:uFillTx/>
                <a:latin typeface="Consolas" panose="020B0609020204030204" pitchFamily="49" charset="0"/>
                <a:ea typeface="+mn-ea"/>
                <a:cs typeface="Courier New" panose="02070309020205020404" pitchFamily="49" charset="0"/>
              </a:rPr>
              <a:t>&gt;&gt;&gt; </a:t>
            </a:r>
            <a:r>
              <a:rPr kumimoji="0" lang="en-GB" sz="1600" b="1" i="0" u="none" strike="noStrike" kern="1200" cap="none" spc="0" normalizeH="0" baseline="0" noProof="0">
                <a:ln>
                  <a:noFill/>
                </a:ln>
                <a:solidFill>
                  <a:srgbClr val="0D0D0D"/>
                </a:solidFill>
                <a:effectLst/>
                <a:uLnTx/>
                <a:uFillTx/>
                <a:latin typeface="Consolas" panose="020B0609020204030204" pitchFamily="49" charset="0"/>
                <a:ea typeface="+mn-ea"/>
                <a:cs typeface="Courier New" panose="02070309020205020404" pitchFamily="49" charset="0"/>
              </a:rPr>
              <a:t>help(</a:t>
            </a:r>
            <a:r>
              <a:rPr kumimoji="0" lang="en-GB" sz="1600" b="1" i="0" u="none" strike="noStrike" kern="1200" cap="none" spc="0" normalizeH="0" baseline="0" noProof="0" err="1">
                <a:ln>
                  <a:noFill/>
                </a:ln>
                <a:solidFill>
                  <a:srgbClr val="0D0D0D"/>
                </a:solidFill>
                <a:effectLst/>
                <a:uLnTx/>
                <a:uFillTx/>
                <a:latin typeface="Consolas" panose="020B0609020204030204" pitchFamily="49" charset="0"/>
                <a:ea typeface="+mn-ea"/>
                <a:cs typeface="Courier New" panose="02070309020205020404" pitchFamily="49" charset="0"/>
              </a:rPr>
              <a:t>my_func</a:t>
            </a:r>
            <a:r>
              <a:rPr kumimoji="0" lang="en-GB" sz="1600" b="1" i="0" u="none" strike="noStrike" kern="1200" cap="none" spc="0" normalizeH="0" baseline="0" noProof="0">
                <a:ln>
                  <a:noFill/>
                </a:ln>
                <a:solidFill>
                  <a:srgbClr val="0D0D0D"/>
                </a:solidFill>
                <a:effectLst/>
                <a:uLnTx/>
                <a:uFillTx/>
                <a:latin typeface="Consolas" panose="020B0609020204030204" pitchFamily="49" charset="0"/>
                <a:ea typeface="+mn-ea"/>
                <a:cs typeface="Courier New" panose="02070309020205020404" pitchFamily="49" charset="0"/>
              </a:rPr>
              <a:t>)</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a:ln>
                  <a:noFill/>
                </a:ln>
                <a:solidFill>
                  <a:srgbClr val="0D0D0D"/>
                </a:solidFill>
                <a:effectLst/>
                <a:uLnTx/>
                <a:uFillTx/>
                <a:latin typeface="Consolas" panose="020B0609020204030204" pitchFamily="49" charset="0"/>
                <a:ea typeface="+mn-ea"/>
                <a:cs typeface="Courier New" panose="02070309020205020404" pitchFamily="49" charset="0"/>
              </a:rPr>
              <a:t>Help on function </a:t>
            </a:r>
            <a:r>
              <a:rPr kumimoji="0" lang="en-GB" sz="1600" b="0" i="0" u="none" strike="noStrike" kern="1200" cap="none" spc="0" normalizeH="0" baseline="0" noProof="0" err="1">
                <a:ln>
                  <a:noFill/>
                </a:ln>
                <a:solidFill>
                  <a:srgbClr val="0D0D0D"/>
                </a:solidFill>
                <a:effectLst/>
                <a:uLnTx/>
                <a:uFillTx/>
                <a:latin typeface="Consolas" panose="020B0609020204030204" pitchFamily="49" charset="0"/>
                <a:ea typeface="+mn-ea"/>
                <a:cs typeface="Courier New" panose="02070309020205020404" pitchFamily="49" charset="0"/>
              </a:rPr>
              <a:t>my_func</a:t>
            </a:r>
            <a:r>
              <a:rPr kumimoji="0" lang="en-GB" sz="1600" b="0" i="0" u="none" strike="noStrike" kern="1200" cap="none" spc="0" normalizeH="0" baseline="0" noProof="0">
                <a:ln>
                  <a:noFill/>
                </a:ln>
                <a:solidFill>
                  <a:srgbClr val="0D0D0D"/>
                </a:solidFill>
                <a:effectLst/>
                <a:uLnTx/>
                <a:uFillTx/>
                <a:latin typeface="Consolas" panose="020B0609020204030204" pitchFamily="49" charset="0"/>
                <a:ea typeface="+mn-ea"/>
                <a:cs typeface="Courier New" panose="02070309020205020404" pitchFamily="49" charset="0"/>
              </a:rPr>
              <a:t> in module __main__:</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GB" sz="800" b="0" i="0" u="none" strike="noStrike" kern="1200" cap="none" spc="0" normalizeH="0" baseline="0" noProof="0">
              <a:ln>
                <a:noFill/>
              </a:ln>
              <a:solidFill>
                <a:srgbClr val="0D0D0D"/>
              </a:solidFill>
              <a:effectLst/>
              <a:uLnTx/>
              <a:uFillTx/>
              <a:latin typeface="Consolas" panose="020B06090202040302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err="1">
                <a:ln>
                  <a:noFill/>
                </a:ln>
                <a:solidFill>
                  <a:srgbClr val="0D0D0D"/>
                </a:solidFill>
                <a:effectLst/>
                <a:uLnTx/>
                <a:uFillTx/>
                <a:latin typeface="Consolas" panose="020B0609020204030204" pitchFamily="49" charset="0"/>
                <a:ea typeface="+mn-ea"/>
                <a:cs typeface="Courier New" panose="02070309020205020404" pitchFamily="49" charset="0"/>
              </a:rPr>
              <a:t>my_func</a:t>
            </a:r>
            <a:r>
              <a:rPr kumimoji="0" lang="en-GB" sz="1600" b="0" i="0" u="none" strike="noStrike" kern="1200" cap="none" spc="0" normalizeH="0" baseline="0" noProof="0">
                <a:ln>
                  <a:noFill/>
                </a:ln>
                <a:solidFill>
                  <a:srgbClr val="0D0D0D"/>
                </a:solidFill>
                <a:effectLst/>
                <a:uLnTx/>
                <a:uFillTx/>
                <a:latin typeface="Consolas" panose="020B0609020204030204" pitchFamily="49" charset="0"/>
                <a:ea typeface="+mn-ea"/>
                <a:cs typeface="Courier New" panose="02070309020205020404" pitchFamily="49" charset="0"/>
              </a:rPr>
              <a:t>()</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a:ln>
                  <a:noFill/>
                </a:ln>
                <a:solidFill>
                  <a:srgbClr val="0D0D0D"/>
                </a:solidFill>
                <a:effectLst/>
                <a:uLnTx/>
                <a:uFillTx/>
                <a:latin typeface="Consolas" panose="020B0609020204030204" pitchFamily="49" charset="0"/>
                <a:ea typeface="+mn-ea"/>
                <a:cs typeface="Courier New" panose="02070309020205020404" pitchFamily="49" charset="0"/>
              </a:rPr>
              <a:t>    </a:t>
            </a:r>
            <a:r>
              <a:rPr kumimoji="0" lang="en-GB" sz="1600" b="0" i="0" u="none" strike="noStrike" kern="1200" cap="none" spc="0" normalizeH="0" baseline="0" noProof="0" err="1">
                <a:ln>
                  <a:noFill/>
                </a:ln>
                <a:solidFill>
                  <a:srgbClr val="0D0D0D"/>
                </a:solidFill>
                <a:effectLst/>
                <a:uLnTx/>
                <a:uFillTx/>
                <a:latin typeface="Consolas" panose="020B0609020204030204" pitchFamily="49" charset="0"/>
                <a:ea typeface="+mn-ea"/>
                <a:cs typeface="Courier New" panose="02070309020205020404" pitchFamily="49" charset="0"/>
              </a:rPr>
              <a:t>my_func</a:t>
            </a:r>
            <a:r>
              <a:rPr kumimoji="0" lang="en-GB" sz="1600" b="0" i="0" u="none" strike="noStrike" kern="1200" cap="none" spc="0" normalizeH="0" baseline="0" noProof="0">
                <a:ln>
                  <a:noFill/>
                </a:ln>
                <a:solidFill>
                  <a:srgbClr val="0D0D0D"/>
                </a:solidFill>
                <a:effectLst/>
                <a:uLnTx/>
                <a:uFillTx/>
                <a:latin typeface="Consolas" panose="020B0609020204030204" pitchFamily="49" charset="0"/>
                <a:ea typeface="+mn-ea"/>
                <a:cs typeface="Courier New" panose="02070309020205020404" pitchFamily="49" charset="0"/>
              </a:rPr>
              <a:t> has no parameters and prints 'Hello'.</a:t>
            </a:r>
          </a:p>
        </p:txBody>
      </p:sp>
      <p:sp>
        <p:nvSpPr>
          <p:cNvPr id="2" name="Slide Number Placeholder 1">
            <a:extLst>
              <a:ext uri="{FF2B5EF4-FFF2-40B4-BE49-F238E27FC236}">
                <a16:creationId xmlns:a16="http://schemas.microsoft.com/office/drawing/2014/main" id="{2086F85E-6A19-6713-0A8F-E31E3A348A6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GB"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GB" sz="1800" b="0" i="0" u="none" strike="noStrike" kern="1200" cap="none" spc="0" normalizeH="0" baseline="0" noProof="0">
              <a:ln>
                <a:noFill/>
              </a:ln>
              <a:solidFill>
                <a:srgbClr val="5F5F5F"/>
              </a:solidFill>
              <a:effectLst/>
              <a:uLnTx/>
              <a:uFillTx/>
              <a:latin typeface="Figtree"/>
              <a:ea typeface="+mn-ea"/>
              <a:cs typeface="+mn-cs"/>
            </a:endParaRPr>
          </a:p>
        </p:txBody>
      </p:sp>
      <p:sp>
        <p:nvSpPr>
          <p:cNvPr id="12" name="Line 11">
            <a:extLst>
              <a:ext uri="{FF2B5EF4-FFF2-40B4-BE49-F238E27FC236}">
                <a16:creationId xmlns:a16="http://schemas.microsoft.com/office/drawing/2014/main" id="{FDD233B9-C920-EA3A-2690-248ABBD43233}"/>
              </a:ext>
            </a:extLst>
          </p:cNvPr>
          <p:cNvSpPr>
            <a:spLocks noChangeShapeType="1"/>
          </p:cNvSpPr>
          <p:nvPr/>
        </p:nvSpPr>
        <p:spPr bwMode="auto">
          <a:xfrm flipH="1" flipV="1">
            <a:off x="9868448" y="3461162"/>
            <a:ext cx="1048933" cy="6934"/>
          </a:xfrm>
          <a:prstGeom prst="line">
            <a:avLst/>
          </a:prstGeom>
          <a:noFill/>
          <a:ln w="19050">
            <a:solidFill>
              <a:schemeClr val="accent1"/>
            </a:solidFill>
            <a:round/>
            <a:headEnd/>
            <a:tailEnd type="triangle" w="med" len="med"/>
          </a:ln>
          <a:extLst>
            <a:ext uri="{909E8E84-426E-40dd-AFC4-6F175D3DCCD1}">
              <a14:hiddenFill xmlns:a14="http://schemas.microsoft.com/office/drawing/2010/main" xmlns="">
                <a:noFill/>
              </a14:hiddenFill>
            </a:ext>
          </a:ex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D0D0D"/>
              </a:solidFill>
              <a:effectLst/>
              <a:uLnTx/>
              <a:uFillTx/>
              <a:latin typeface="Figtree"/>
              <a:ea typeface="+mn-ea"/>
              <a:cs typeface="+mn-cs"/>
            </a:endParaRPr>
          </a:p>
        </p:txBody>
      </p:sp>
      <p:sp>
        <p:nvSpPr>
          <p:cNvPr id="13" name="Rectangle: Rounded Corners 12">
            <a:extLst>
              <a:ext uri="{FF2B5EF4-FFF2-40B4-BE49-F238E27FC236}">
                <a16:creationId xmlns:a16="http://schemas.microsoft.com/office/drawing/2014/main" id="{7BE16198-14ED-BD8C-7DFD-25391C77467A}"/>
              </a:ext>
            </a:extLst>
          </p:cNvPr>
          <p:cNvSpPr/>
          <p:nvPr/>
        </p:nvSpPr>
        <p:spPr>
          <a:xfrm>
            <a:off x="6137720" y="3102879"/>
            <a:ext cx="3730729" cy="734549"/>
          </a:xfrm>
          <a:prstGeom prst="roundRect">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Figtree"/>
              <a:ea typeface="+mn-ea"/>
              <a:cs typeface="+mn-cs"/>
            </a:endParaRPr>
          </a:p>
        </p:txBody>
      </p:sp>
      <p:sp>
        <p:nvSpPr>
          <p:cNvPr id="11" name="TextBox 10">
            <a:extLst>
              <a:ext uri="{FF2B5EF4-FFF2-40B4-BE49-F238E27FC236}">
                <a16:creationId xmlns:a16="http://schemas.microsoft.com/office/drawing/2014/main" id="{FDBE7F0D-B5B2-1939-0CAB-4A976092F54C}"/>
              </a:ext>
            </a:extLst>
          </p:cNvPr>
          <p:cNvSpPr txBox="1"/>
          <p:nvPr/>
        </p:nvSpPr>
        <p:spPr>
          <a:xfrm>
            <a:off x="10362913" y="3144930"/>
            <a:ext cx="1588941" cy="923330"/>
          </a:xfrm>
          <a:prstGeom prst="rect">
            <a:avLst/>
          </a:prstGeom>
          <a:solidFill>
            <a:schemeClr val="accent1">
              <a:lumMod val="40000"/>
              <a:lumOff val="60000"/>
            </a:schemeClr>
          </a:solidFill>
          <a:ln>
            <a:solidFill>
              <a:schemeClr val="accent1">
                <a:lumMod val="40000"/>
                <a:lumOff val="60000"/>
              </a:schemeClr>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D0D0D"/>
                </a:solidFill>
                <a:effectLst/>
                <a:uLnTx/>
                <a:uFillTx/>
                <a:latin typeface="Figtree"/>
                <a:ea typeface="+mn-ea"/>
                <a:cs typeface="+mn-cs"/>
              </a:rPr>
              <a:t>Use triple-quoted multi-line strings.</a:t>
            </a:r>
          </a:p>
        </p:txBody>
      </p:sp>
    </p:spTree>
    <p:extLst>
      <p:ext uri="{BB962C8B-B14F-4D97-AF65-F5344CB8AC3E}">
        <p14:creationId xmlns:p14="http://schemas.microsoft.com/office/powerpoint/2010/main" val="2178938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434" name="Rectangle 2"/>
          <p:cNvSpPr>
            <a:spLocks noGrp="1" noChangeArrowheads="1"/>
          </p:cNvSpPr>
          <p:nvPr>
            <p:ph type="ctrTitle"/>
          </p:nvPr>
        </p:nvSpPr>
        <p:spPr/>
        <p:txBody>
          <a:bodyPr/>
          <a:lstStyle/>
          <a:p>
            <a:pPr eaLnBrk="1" hangingPunct="1"/>
            <a:r>
              <a:rPr lang="en-GB" noProof="0"/>
              <a:t>Lambda functions</a:t>
            </a:r>
          </a:p>
        </p:txBody>
      </p:sp>
      <p:sp>
        <p:nvSpPr>
          <p:cNvPr id="18435" name="Rectangle 3"/>
          <p:cNvSpPr>
            <a:spLocks noGrp="1" noChangeArrowheads="1"/>
          </p:cNvSpPr>
          <p:nvPr>
            <p:ph sz="quarter" idx="4"/>
          </p:nvPr>
        </p:nvSpPr>
        <p:spPr>
          <a:xfrm>
            <a:off x="443922" y="1727200"/>
            <a:ext cx="11303578" cy="4904509"/>
          </a:xfrm>
        </p:spPr>
        <p:txBody>
          <a:bodyPr>
            <a:normAutofit/>
          </a:bodyPr>
          <a:lstStyle/>
          <a:p>
            <a:pPr marL="0" indent="0">
              <a:buNone/>
            </a:pPr>
            <a:r>
              <a:rPr lang="en-GB" sz="1800" b="1" noProof="0">
                <a:solidFill>
                  <a:schemeClr val="tx1"/>
                </a:solidFill>
              </a:rPr>
              <a:t>Anonymous short-hand functions:</a:t>
            </a:r>
          </a:p>
          <a:p>
            <a:r>
              <a:rPr lang="en-GB" sz="1800" noProof="0">
                <a:solidFill>
                  <a:schemeClr val="tx1"/>
                </a:solidFill>
              </a:rPr>
              <a:t>Cannot contain branches or loops.</a:t>
            </a:r>
          </a:p>
          <a:p>
            <a:r>
              <a:rPr lang="en-GB" sz="1800" noProof="0">
                <a:solidFill>
                  <a:schemeClr val="tx1"/>
                </a:solidFill>
              </a:rPr>
              <a:t>Can contain conditional expressions.</a:t>
            </a:r>
          </a:p>
          <a:p>
            <a:r>
              <a:rPr lang="en-GB" sz="1800" noProof="0">
                <a:solidFill>
                  <a:schemeClr val="tx1"/>
                </a:solidFill>
              </a:rPr>
              <a:t>Cannot have a return statement or assignments.</a:t>
            </a:r>
          </a:p>
          <a:p>
            <a:r>
              <a:rPr lang="en-GB" sz="1800" noProof="0">
                <a:solidFill>
                  <a:schemeClr val="tx1"/>
                </a:solidFill>
              </a:rPr>
              <a:t>Last result of the function is the returned value.</a:t>
            </a:r>
          </a:p>
          <a:p>
            <a:pPr marL="0" indent="0">
              <a:buNone/>
            </a:pPr>
            <a:endParaRPr lang="en-GB" sz="1800" noProof="0">
              <a:solidFill>
                <a:schemeClr val="tx1"/>
              </a:solidFill>
            </a:endParaRPr>
          </a:p>
          <a:p>
            <a:pPr marL="0" indent="0">
              <a:buNone/>
            </a:pPr>
            <a:endParaRPr lang="en-GB" sz="1800" noProof="0">
              <a:solidFill>
                <a:schemeClr val="tx1"/>
              </a:solidFill>
            </a:endParaRPr>
          </a:p>
          <a:p>
            <a:pPr marL="0" indent="0">
              <a:buNone/>
            </a:pPr>
            <a:endParaRPr lang="en-GB" sz="1800" noProof="0">
              <a:solidFill>
                <a:schemeClr val="tx1"/>
              </a:solidFill>
            </a:endParaRPr>
          </a:p>
          <a:p>
            <a:pPr marL="0" indent="0">
              <a:buNone/>
            </a:pPr>
            <a:endParaRPr lang="en-GB" sz="1800" noProof="0">
              <a:solidFill>
                <a:schemeClr val="tx1"/>
              </a:solidFill>
            </a:endParaRPr>
          </a:p>
          <a:p>
            <a:pPr marL="0" indent="0">
              <a:buNone/>
            </a:pPr>
            <a:r>
              <a:rPr lang="en-GB" sz="1800" b="1" noProof="0">
                <a:solidFill>
                  <a:schemeClr val="tx1"/>
                </a:solidFill>
              </a:rPr>
              <a:t>Often used with the map() and filter() built-ins:</a:t>
            </a:r>
          </a:p>
          <a:p>
            <a:r>
              <a:rPr lang="en-GB" sz="1800" noProof="0">
                <a:solidFill>
                  <a:schemeClr val="tx1"/>
                </a:solidFill>
              </a:rPr>
              <a:t>Applies an operation to each item in a list.</a:t>
            </a:r>
          </a:p>
          <a:p>
            <a:pPr marL="0" indent="0">
              <a:buNone/>
            </a:pPr>
            <a:endParaRPr lang="en-GB" sz="1800" noProof="0">
              <a:solidFill>
                <a:schemeClr val="tx1"/>
              </a:solidFill>
            </a:endParaRPr>
          </a:p>
        </p:txBody>
      </p:sp>
      <p:sp>
        <p:nvSpPr>
          <p:cNvPr id="18440" name="Text Box 4"/>
          <p:cNvSpPr txBox="1">
            <a:spLocks noChangeArrowheads="1"/>
          </p:cNvSpPr>
          <p:nvPr/>
        </p:nvSpPr>
        <p:spPr bwMode="auto">
          <a:xfrm>
            <a:off x="2062106" y="3562379"/>
            <a:ext cx="7782900" cy="1477328"/>
          </a:xfrm>
          <a:prstGeom prst="rect">
            <a:avLst/>
          </a:prstGeom>
          <a:solidFill>
            <a:schemeClr val="tx1"/>
          </a:solidFill>
          <a:ln w="9525">
            <a:solidFill>
              <a:schemeClr val="tx1"/>
            </a:solidFill>
            <a:miter lim="800000"/>
            <a:headEnd/>
            <a:tailEnd/>
          </a:ln>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compare = lambda </a:t>
            </a:r>
            <a:r>
              <a:rPr kumimoji="0" lang="en-GB" sz="1800" b="1" i="0" u="none" strike="noStrike" kern="1200" cap="none" spc="0" normalizeH="0" baseline="0" noProof="0">
                <a:ln>
                  <a:noFill/>
                </a:ln>
                <a:solidFill>
                  <a:srgbClr val="2FB7DA"/>
                </a:solidFill>
                <a:effectLst/>
                <a:uLnTx/>
                <a:uFillTx/>
                <a:latin typeface="Consolas" panose="020B0609020204030204" pitchFamily="49" charset="0"/>
                <a:ea typeface="+mn-ea"/>
                <a:cs typeface="Courier New" panose="02070309020205020404" pitchFamily="49" charset="0"/>
              </a:rPr>
              <a:t>a, b</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-1 if a &lt; b else (+1 if a &gt; b else 0)</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x = 42</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y = 3</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print("a&gt;b", compare(x, y))</a:t>
            </a:r>
          </a:p>
        </p:txBody>
      </p:sp>
      <p:sp>
        <p:nvSpPr>
          <p:cNvPr id="18441" name="Text Box 5"/>
          <p:cNvSpPr txBox="1">
            <a:spLocks noChangeArrowheads="1"/>
          </p:cNvSpPr>
          <p:nvPr/>
        </p:nvSpPr>
        <p:spPr bwMode="auto">
          <a:xfrm>
            <a:off x="9845006" y="4667640"/>
            <a:ext cx="873225" cy="376238"/>
          </a:xfrm>
          <a:prstGeom prst="rect">
            <a:avLst/>
          </a:prstGeom>
          <a:solidFill>
            <a:schemeClr val="bg1"/>
          </a:solidFill>
          <a:ln w="9525">
            <a:solidFill>
              <a:schemeClr val="tx1"/>
            </a:solidFill>
            <a:miter lim="800000"/>
            <a:headEnd/>
            <a:tailEnd/>
          </a:ln>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srgbClr val="0D0D0D"/>
                </a:solidFill>
                <a:effectLst/>
                <a:uLnTx/>
                <a:uFillTx/>
                <a:latin typeface="Consolas" panose="020B0609020204030204" pitchFamily="49" charset="0"/>
                <a:ea typeface="+mn-ea"/>
                <a:cs typeface="Courier New" panose="02070309020205020404" pitchFamily="49" charset="0"/>
              </a:rPr>
              <a:t>a&gt;b 1</a:t>
            </a:r>
          </a:p>
        </p:txBody>
      </p:sp>
      <p:sp>
        <p:nvSpPr>
          <p:cNvPr id="18439" name="Text Box 10"/>
          <p:cNvSpPr txBox="1">
            <a:spLocks noChangeArrowheads="1"/>
          </p:cNvSpPr>
          <p:nvPr/>
        </p:nvSpPr>
        <p:spPr bwMode="auto">
          <a:xfrm>
            <a:off x="2062106" y="5898054"/>
            <a:ext cx="6308934" cy="376237"/>
          </a:xfrm>
          <a:prstGeom prst="rect">
            <a:avLst/>
          </a:prstGeom>
          <a:solidFill>
            <a:schemeClr val="tx1"/>
          </a:solidFill>
          <a:ln w="9525">
            <a:solidFill>
              <a:schemeClr val="tx1"/>
            </a:solidFill>
            <a:miter lim="800000"/>
            <a:headEnd/>
            <a:tailEnd/>
          </a:ln>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new_list</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 list(map(lambda a: a+1, </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source_list</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a:t>
            </a:r>
          </a:p>
        </p:txBody>
      </p:sp>
      <p:sp>
        <p:nvSpPr>
          <p:cNvPr id="2" name="Slide Number Placeholder 1">
            <a:extLst>
              <a:ext uri="{FF2B5EF4-FFF2-40B4-BE49-F238E27FC236}">
                <a16:creationId xmlns:a16="http://schemas.microsoft.com/office/drawing/2014/main" id="{94D5B314-52DD-C18F-CA00-30A87E8A13F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GB"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GB" sz="1800" b="0" i="0" u="none" strike="noStrike" kern="1200" cap="none" spc="0" normalizeH="0" baseline="0" noProof="0">
              <a:ln>
                <a:noFill/>
              </a:ln>
              <a:solidFill>
                <a:srgbClr val="5F5F5F"/>
              </a:solidFill>
              <a:effectLst/>
              <a:uLnTx/>
              <a:uFillTx/>
              <a:latin typeface="Figtree"/>
              <a:ea typeface="+mn-ea"/>
              <a:cs typeface="+mn-cs"/>
            </a:endParaRPr>
          </a:p>
        </p:txBody>
      </p:sp>
      <p:sp>
        <p:nvSpPr>
          <p:cNvPr id="7" name="TextBox 6">
            <a:extLst>
              <a:ext uri="{FF2B5EF4-FFF2-40B4-BE49-F238E27FC236}">
                <a16:creationId xmlns:a16="http://schemas.microsoft.com/office/drawing/2014/main" id="{D848B4FE-CC4D-FFB4-E67B-66C7C1F82A94}"/>
              </a:ext>
            </a:extLst>
          </p:cNvPr>
          <p:cNvSpPr txBox="1"/>
          <p:nvPr/>
        </p:nvSpPr>
        <p:spPr>
          <a:xfrm>
            <a:off x="10407472" y="2668169"/>
            <a:ext cx="1373970" cy="369332"/>
          </a:xfrm>
          <a:prstGeom prst="rect">
            <a:avLst/>
          </a:prstGeom>
          <a:solidFill>
            <a:schemeClr val="accent1">
              <a:lumMod val="40000"/>
              <a:lumOff val="60000"/>
            </a:schemeClr>
          </a:solidFill>
          <a:ln>
            <a:solidFill>
              <a:schemeClr val="accent1">
                <a:lumMod val="40000"/>
                <a:lumOff val="60000"/>
              </a:schemeClr>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D0D0D"/>
                </a:solidFill>
                <a:effectLst/>
                <a:uLnTx/>
                <a:uFillTx/>
                <a:latin typeface="Figtree"/>
                <a:ea typeface="+mn-ea"/>
                <a:cs typeface="+mn-cs"/>
              </a:rPr>
              <a:t>Parameters</a:t>
            </a:r>
          </a:p>
        </p:txBody>
      </p:sp>
      <p:sp>
        <p:nvSpPr>
          <p:cNvPr id="8" name="TextBox 7">
            <a:extLst>
              <a:ext uri="{FF2B5EF4-FFF2-40B4-BE49-F238E27FC236}">
                <a16:creationId xmlns:a16="http://schemas.microsoft.com/office/drawing/2014/main" id="{8E9B8C46-987D-1762-FEDC-A88ADB30F2B5}"/>
              </a:ext>
            </a:extLst>
          </p:cNvPr>
          <p:cNvSpPr txBox="1"/>
          <p:nvPr/>
        </p:nvSpPr>
        <p:spPr>
          <a:xfrm>
            <a:off x="10407470" y="3565087"/>
            <a:ext cx="1373970" cy="369332"/>
          </a:xfrm>
          <a:prstGeom prst="rect">
            <a:avLst/>
          </a:prstGeom>
          <a:solidFill>
            <a:schemeClr val="accent2">
              <a:lumMod val="40000"/>
              <a:lumOff val="60000"/>
            </a:schemeClr>
          </a:solid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D0D0D"/>
                </a:solidFill>
                <a:effectLst/>
                <a:uLnTx/>
                <a:uFillTx/>
                <a:latin typeface="Figtree"/>
                <a:ea typeface="+mn-ea"/>
                <a:cs typeface="+mn-cs"/>
              </a:rPr>
              <a:t>Expression</a:t>
            </a:r>
          </a:p>
        </p:txBody>
      </p:sp>
      <p:sp>
        <p:nvSpPr>
          <p:cNvPr id="9" name="Line 11">
            <a:extLst>
              <a:ext uri="{FF2B5EF4-FFF2-40B4-BE49-F238E27FC236}">
                <a16:creationId xmlns:a16="http://schemas.microsoft.com/office/drawing/2014/main" id="{F68B1896-D9C6-8D3B-70B3-9ED3E68CCD92}"/>
              </a:ext>
            </a:extLst>
          </p:cNvPr>
          <p:cNvSpPr>
            <a:spLocks noChangeShapeType="1"/>
          </p:cNvSpPr>
          <p:nvPr/>
        </p:nvSpPr>
        <p:spPr bwMode="auto">
          <a:xfrm flipH="1">
            <a:off x="4862481" y="2872283"/>
            <a:ext cx="5544989" cy="740396"/>
          </a:xfrm>
          <a:prstGeom prst="line">
            <a:avLst/>
          </a:prstGeom>
          <a:noFill/>
          <a:ln w="19050">
            <a:solidFill>
              <a:schemeClr val="accent1"/>
            </a:solidFill>
            <a:round/>
            <a:headEnd/>
            <a:tailEnd type="triangle" w="med" len="med"/>
          </a:ln>
          <a:extLst>
            <a:ext uri="{909E8E84-426E-40dd-AFC4-6F175D3DCCD1}">
              <a14:hiddenFill xmlns:a14="http://schemas.microsoft.com/office/drawing/2010/main" xmlns="">
                <a:noFill/>
              </a14:hiddenFill>
            </a:ext>
          </a:ex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D0D0D"/>
              </a:solidFill>
              <a:effectLst/>
              <a:uLnTx/>
              <a:uFillTx/>
              <a:latin typeface="Figtree"/>
              <a:ea typeface="+mn-ea"/>
              <a:cs typeface="+mn-cs"/>
            </a:endParaRPr>
          </a:p>
        </p:txBody>
      </p:sp>
      <p:sp>
        <p:nvSpPr>
          <p:cNvPr id="10" name="Rectangle: Rounded Corners 9">
            <a:extLst>
              <a:ext uri="{FF2B5EF4-FFF2-40B4-BE49-F238E27FC236}">
                <a16:creationId xmlns:a16="http://schemas.microsoft.com/office/drawing/2014/main" id="{928930D1-31A0-D731-4A46-252F9D2CE97D}"/>
              </a:ext>
            </a:extLst>
          </p:cNvPr>
          <p:cNvSpPr/>
          <p:nvPr/>
        </p:nvSpPr>
        <p:spPr>
          <a:xfrm>
            <a:off x="4214963" y="3622847"/>
            <a:ext cx="594178" cy="288642"/>
          </a:xfrm>
          <a:prstGeom prst="roundRect">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Figtree"/>
              <a:ea typeface="+mn-ea"/>
              <a:cs typeface="+mn-cs"/>
            </a:endParaRPr>
          </a:p>
        </p:txBody>
      </p:sp>
      <p:sp>
        <p:nvSpPr>
          <p:cNvPr id="12" name="Line 11">
            <a:extLst>
              <a:ext uri="{FF2B5EF4-FFF2-40B4-BE49-F238E27FC236}">
                <a16:creationId xmlns:a16="http://schemas.microsoft.com/office/drawing/2014/main" id="{756B700E-46AD-5E8D-2343-9D3FE94302F2}"/>
              </a:ext>
            </a:extLst>
          </p:cNvPr>
          <p:cNvSpPr>
            <a:spLocks noChangeShapeType="1"/>
          </p:cNvSpPr>
          <p:nvPr/>
        </p:nvSpPr>
        <p:spPr bwMode="auto">
          <a:xfrm flipH="1" flipV="1">
            <a:off x="9828230" y="3762554"/>
            <a:ext cx="579240" cy="0"/>
          </a:xfrm>
          <a:prstGeom prst="line">
            <a:avLst/>
          </a:prstGeom>
          <a:noFill/>
          <a:ln w="19050">
            <a:solidFill>
              <a:schemeClr val="accent2">
                <a:lumMod val="60000"/>
                <a:lumOff val="40000"/>
              </a:schemeClr>
            </a:solidFill>
            <a:round/>
            <a:headEnd/>
            <a:tailEnd type="triangle" w="med" len="med"/>
          </a:ln>
          <a:extLst>
            <a:ext uri="{909E8E84-426E-40dd-AFC4-6F175D3DCCD1}">
              <a14:hiddenFill xmlns:a14="http://schemas.microsoft.com/office/drawing/2010/main" xmlns="">
                <a:noFill/>
              </a14:hiddenFill>
            </a:ext>
          </a:ex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D0D0D"/>
              </a:solidFill>
              <a:effectLst/>
              <a:uLnTx/>
              <a:uFillTx/>
              <a:latin typeface="Figtree"/>
              <a:ea typeface="+mn-ea"/>
              <a:cs typeface="+mn-cs"/>
            </a:endParaRPr>
          </a:p>
        </p:txBody>
      </p:sp>
      <p:sp>
        <p:nvSpPr>
          <p:cNvPr id="13" name="Rectangle: Rounded Corners 12">
            <a:extLst>
              <a:ext uri="{FF2B5EF4-FFF2-40B4-BE49-F238E27FC236}">
                <a16:creationId xmlns:a16="http://schemas.microsoft.com/office/drawing/2014/main" id="{4AD2DEF5-099F-99EC-4B5F-D5C8FF90501A}"/>
              </a:ext>
            </a:extLst>
          </p:cNvPr>
          <p:cNvSpPr/>
          <p:nvPr/>
        </p:nvSpPr>
        <p:spPr>
          <a:xfrm>
            <a:off x="4931620" y="3622847"/>
            <a:ext cx="4774133" cy="288642"/>
          </a:xfrm>
          <a:prstGeom prst="roundRect">
            <a:avLst/>
          </a:prstGeom>
          <a:noFill/>
          <a:ln w="25400">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Figtree"/>
              <a:ea typeface="+mn-ea"/>
              <a:cs typeface="+mn-cs"/>
            </a:endParaRPr>
          </a:p>
        </p:txBody>
      </p:sp>
    </p:spTree>
    <p:extLst>
      <p:ext uri="{BB962C8B-B14F-4D97-AF65-F5344CB8AC3E}">
        <p14:creationId xmlns:p14="http://schemas.microsoft.com/office/powerpoint/2010/main" val="25725246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pPr eaLnBrk="1" hangingPunct="1"/>
            <a:r>
              <a:rPr lang="en-GB" noProof="0"/>
              <a:t>Lambda as a sort key</a:t>
            </a:r>
          </a:p>
        </p:txBody>
      </p:sp>
      <p:sp>
        <p:nvSpPr>
          <p:cNvPr id="3" name="Text Placeholder 2">
            <a:extLst>
              <a:ext uri="{FF2B5EF4-FFF2-40B4-BE49-F238E27FC236}">
                <a16:creationId xmlns:a16="http://schemas.microsoft.com/office/drawing/2014/main" id="{53900B89-1F79-3705-3F41-8C20BF9F0CED}"/>
              </a:ext>
            </a:extLst>
          </p:cNvPr>
          <p:cNvSpPr>
            <a:spLocks noGrp="1"/>
          </p:cNvSpPr>
          <p:nvPr>
            <p:ph type="body" sz="quarter" idx="13"/>
          </p:nvPr>
        </p:nvSpPr>
        <p:spPr/>
        <p:txBody>
          <a:bodyPr/>
          <a:lstStyle/>
          <a:p>
            <a:r>
              <a:rPr lang="en-GB" b="1"/>
              <a:t>Customised sort using a lambda function:</a:t>
            </a:r>
          </a:p>
          <a:p>
            <a:pPr marL="285750" indent="-285750">
              <a:buFont typeface="Arial" panose="020B0604020202020204" pitchFamily="34" charset="0"/>
              <a:buChar char="•"/>
            </a:pPr>
            <a:r>
              <a:rPr lang="en-GB"/>
              <a:t>Takes the element to be compared.</a:t>
            </a:r>
          </a:p>
          <a:p>
            <a:pPr marL="285750" indent="-285750">
              <a:buFont typeface="Arial" panose="020B0604020202020204" pitchFamily="34" charset="0"/>
              <a:buChar char="•"/>
            </a:pPr>
            <a:r>
              <a:rPr lang="en-GB"/>
              <a:t>Returns the key in the correct format.</a:t>
            </a:r>
          </a:p>
          <a:p>
            <a:pPr marL="285750" indent="-285750">
              <a:buFont typeface="Arial" panose="020B0604020202020204" pitchFamily="34" charset="0"/>
              <a:buChar char="•"/>
            </a:pPr>
            <a:r>
              <a:rPr lang="en-GB"/>
              <a:t>Sort each country by the second field, population.</a:t>
            </a:r>
          </a:p>
          <a:p>
            <a:pPr marL="285750" indent="-285750">
              <a:buFont typeface="Arial" panose="020B0604020202020204" pitchFamily="34" charset="0"/>
              <a:buChar char="•"/>
            </a:pPr>
            <a:endParaRPr lang="en-US"/>
          </a:p>
        </p:txBody>
      </p:sp>
      <p:sp>
        <p:nvSpPr>
          <p:cNvPr id="2" name="Slide Number Placeholder 1">
            <a:extLst>
              <a:ext uri="{FF2B5EF4-FFF2-40B4-BE49-F238E27FC236}">
                <a16:creationId xmlns:a16="http://schemas.microsoft.com/office/drawing/2014/main" id="{D0069AAA-B97A-4050-1EE0-C57E75CC208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GB"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GB" sz="1800" b="0" i="0" u="none" strike="noStrike" kern="1200" cap="none" spc="0" normalizeH="0" baseline="0" noProof="0">
              <a:ln>
                <a:noFill/>
              </a:ln>
              <a:solidFill>
                <a:srgbClr val="5F5F5F"/>
              </a:solidFill>
              <a:effectLst/>
              <a:uLnTx/>
              <a:uFillTx/>
              <a:latin typeface="Figtree"/>
              <a:ea typeface="+mn-ea"/>
              <a:cs typeface="+mn-cs"/>
            </a:endParaRPr>
          </a:p>
        </p:txBody>
      </p:sp>
      <p:sp>
        <p:nvSpPr>
          <p:cNvPr id="19460" name="Text Box 4"/>
          <p:cNvSpPr txBox="1">
            <a:spLocks noChangeArrowheads="1"/>
          </p:cNvSpPr>
          <p:nvPr/>
        </p:nvSpPr>
        <p:spPr bwMode="auto">
          <a:xfrm>
            <a:off x="803130" y="3725111"/>
            <a:ext cx="5123518" cy="2308324"/>
          </a:xfrm>
          <a:prstGeom prst="rect">
            <a:avLst/>
          </a:prstGeom>
          <a:solidFill>
            <a:schemeClr val="tx1"/>
          </a:solidFill>
          <a:ln w="9525">
            <a:solidFill>
              <a:schemeClr val="tx1"/>
            </a:solidFill>
            <a:miter lim="800000"/>
            <a:headEnd/>
            <a:tailEnd/>
          </a:ln>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countries = []</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for line in open('country.txt'):</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countries.append</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a:t>
            </a: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line.split</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countries.sort</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(key=</a:t>
            </a:r>
            <a:r>
              <a:rPr kumimoji="0" lang="en-GB" sz="1800" b="1" i="0" u="none" strike="noStrike" kern="1200" cap="none" spc="0" normalizeH="0" baseline="0" noProof="0">
                <a:ln>
                  <a:noFill/>
                </a:ln>
                <a:solidFill>
                  <a:srgbClr val="2FB7DA"/>
                </a:solidFill>
                <a:effectLst/>
                <a:uLnTx/>
                <a:uFillTx/>
                <a:latin typeface="Consolas" panose="020B0609020204030204" pitchFamily="49" charset="0"/>
                <a:ea typeface="+mn-ea"/>
                <a:cs typeface="Courier New" panose="02070309020205020404" pitchFamily="49" charset="0"/>
              </a:rPr>
              <a:t>lambda c: int(c[1]</a:t>
            </a: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for line in countries: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print(','.join(line), end='')</a:t>
            </a:r>
          </a:p>
        </p:txBody>
      </p:sp>
      <p:sp>
        <p:nvSpPr>
          <p:cNvPr id="19461" name="Text Box 7"/>
          <p:cNvSpPr txBox="1">
            <a:spLocks noChangeArrowheads="1"/>
          </p:cNvSpPr>
          <p:nvPr/>
        </p:nvSpPr>
        <p:spPr bwMode="auto">
          <a:xfrm>
            <a:off x="5926648" y="4698421"/>
            <a:ext cx="5682966" cy="1323439"/>
          </a:xfrm>
          <a:prstGeom prst="rect">
            <a:avLst/>
          </a:prstGeom>
          <a:solidFill>
            <a:schemeClr val="bg1"/>
          </a:solidFill>
          <a:ln w="9525">
            <a:solidFill>
              <a:schemeClr val="tx1"/>
            </a:solidFill>
            <a:miter lim="800000"/>
            <a:headEnd/>
            <a:tailEnd/>
          </a:ln>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a:ln>
                  <a:noFill/>
                </a:ln>
                <a:solidFill>
                  <a:srgbClr val="0D0D0D"/>
                </a:solidFill>
                <a:effectLst/>
                <a:uLnTx/>
                <a:uFillTx/>
                <a:latin typeface="Consolas" panose="020B0609020204030204" pitchFamily="49" charset="0"/>
                <a:ea typeface="+mn-ea"/>
                <a:cs typeface="Courier New" panose="02070309020205020404" pitchFamily="49" charset="0"/>
              </a:rPr>
              <a:t>Antarctica,</a:t>
            </a:r>
            <a:r>
              <a:rPr kumimoji="0" lang="en-GB" sz="1600" b="1" i="0" u="none" strike="noStrike" kern="1200" cap="none" spc="0" normalizeH="0" baseline="0" noProof="0">
                <a:ln>
                  <a:noFill/>
                </a:ln>
                <a:solidFill>
                  <a:srgbClr val="2FB7DA"/>
                </a:solidFill>
                <a:effectLst/>
                <a:uLnTx/>
                <a:uFillTx/>
                <a:latin typeface="Consolas" panose="020B0609020204030204" pitchFamily="49" charset="0"/>
                <a:ea typeface="+mn-ea"/>
                <a:cs typeface="Courier New" panose="02070309020205020404" pitchFamily="49" charset="0"/>
              </a:rPr>
              <a:t>0</a:t>
            </a:r>
            <a:r>
              <a:rPr kumimoji="0" lang="en-GB" sz="1600" b="0" i="0" u="none" strike="noStrike" kern="1200" cap="none" spc="0" normalizeH="0" baseline="0" noProof="0">
                <a:ln>
                  <a:noFill/>
                </a:ln>
                <a:solidFill>
                  <a:srgbClr val="0D0D0D"/>
                </a:solidFill>
                <a:effectLst/>
                <a:uLnTx/>
                <a:uFillTx/>
                <a:latin typeface="Consolas" panose="020B0609020204030204" pitchFamily="49" charset="0"/>
                <a:ea typeface="+mn-ea"/>
                <a:cs typeface="Courier New" panose="02070309020205020404" pitchFamily="49" charset="0"/>
              </a:rPr>
              <a:t>,-,-,Antarctica,1961,-,-,-</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a:ln>
                  <a:noFill/>
                </a:ln>
                <a:solidFill>
                  <a:srgbClr val="0D0D0D"/>
                </a:solidFill>
                <a:effectLst/>
                <a:uLnTx/>
                <a:uFillTx/>
                <a:latin typeface="Consolas" panose="020B0609020204030204" pitchFamily="49" charset="0"/>
                <a:ea typeface="+mn-ea"/>
                <a:cs typeface="Courier New" panose="02070309020205020404" pitchFamily="49" charset="0"/>
              </a:rPr>
              <a:t>Arctica,</a:t>
            </a:r>
            <a:r>
              <a:rPr kumimoji="0" lang="en-GB" sz="1600" b="1" i="0" u="none" strike="noStrike" kern="1200" cap="none" spc="0" normalizeH="0" baseline="0" noProof="0">
                <a:ln>
                  <a:noFill/>
                </a:ln>
                <a:solidFill>
                  <a:srgbClr val="2FB7DA"/>
                </a:solidFill>
                <a:effectLst/>
                <a:uLnTx/>
                <a:uFillTx/>
                <a:latin typeface="Consolas" panose="020B0609020204030204" pitchFamily="49" charset="0"/>
                <a:ea typeface="+mn-ea"/>
                <a:cs typeface="Courier New" panose="02070309020205020404" pitchFamily="49" charset="0"/>
              </a:rPr>
              <a:t>0</a:t>
            </a:r>
            <a:r>
              <a:rPr kumimoji="0" lang="en-GB" sz="1600" b="0" i="0" u="none" strike="noStrike" kern="1200" cap="none" spc="0" normalizeH="0" baseline="0" noProof="0">
                <a:ln>
                  <a:noFill/>
                </a:ln>
                <a:solidFill>
                  <a:srgbClr val="0D0D0D"/>
                </a:solidFill>
                <a:effectLst/>
                <a:uLnTx/>
                <a:uFillTx/>
                <a:latin typeface="Consolas" panose="020B0609020204030204" pitchFamily="49" charset="0"/>
                <a:ea typeface="+mn-ea"/>
                <a:cs typeface="Courier New" panose="02070309020205020404" pitchFamily="49" charset="0"/>
              </a:rPr>
              <a:t>,-,-,Arctic Region,-,-,-,-</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a:ln>
                  <a:noFill/>
                </a:ln>
                <a:solidFill>
                  <a:srgbClr val="0D0D0D"/>
                </a:solidFill>
                <a:effectLst/>
                <a:uLnTx/>
                <a:uFillTx/>
                <a:latin typeface="Consolas" panose="020B0609020204030204" pitchFamily="49" charset="0"/>
                <a:ea typeface="+mn-ea"/>
                <a:cs typeface="Courier New" panose="02070309020205020404" pitchFamily="49" charset="0"/>
              </a:rPr>
              <a:t>Pitcairn Islands,</a:t>
            </a:r>
            <a:r>
              <a:rPr kumimoji="0" lang="en-GB" sz="1600" b="1" i="0" u="none" strike="noStrike" kern="1200" cap="none" spc="0" normalizeH="0" baseline="0" noProof="0">
                <a:ln>
                  <a:noFill/>
                </a:ln>
                <a:solidFill>
                  <a:srgbClr val="2FB7DA"/>
                </a:solidFill>
                <a:effectLst/>
                <a:uLnTx/>
                <a:uFillTx/>
                <a:latin typeface="Consolas" panose="020B0609020204030204" pitchFamily="49" charset="0"/>
                <a:ea typeface="+mn-ea"/>
                <a:cs typeface="Courier New" panose="02070309020205020404" pitchFamily="49" charset="0"/>
              </a:rPr>
              <a:t>46</a:t>
            </a:r>
            <a:r>
              <a:rPr kumimoji="0" lang="en-GB" sz="1600" b="0" i="0" u="none" strike="noStrike" kern="1200" cap="none" spc="0" normalizeH="0" baseline="0" noProof="0">
                <a:ln>
                  <a:noFill/>
                </a:ln>
                <a:solidFill>
                  <a:srgbClr val="0D0D0D"/>
                </a:solidFill>
                <a:effectLst/>
                <a:uLnTx/>
                <a:uFillTx/>
                <a:latin typeface="Consolas" panose="020B0609020204030204" pitchFamily="49" charset="0"/>
                <a:ea typeface="+mn-ea"/>
                <a:cs typeface="Courier New" panose="02070309020205020404" pitchFamily="49" charset="0"/>
              </a:rPr>
              <a:t>,Adamstown,?,Oceania,-,...</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a:ln>
                  <a:noFill/>
                </a:ln>
                <a:solidFill>
                  <a:srgbClr val="0D0D0D"/>
                </a:solidFill>
                <a:effectLst/>
                <a:uLnTx/>
                <a:uFillTx/>
                <a:latin typeface="Consolas" panose="020B0609020204030204" pitchFamily="49" charset="0"/>
                <a:ea typeface="+mn-ea"/>
                <a:cs typeface="Courier New" panose="02070309020205020404" pitchFamily="49" charset="0"/>
              </a:rPr>
              <a:t>Christmas Island,</a:t>
            </a:r>
            <a:r>
              <a:rPr kumimoji="0" lang="en-GB" sz="1600" b="1" i="0" u="none" strike="noStrike" kern="1200" cap="none" spc="0" normalizeH="0" baseline="0" noProof="0">
                <a:ln>
                  <a:noFill/>
                </a:ln>
                <a:solidFill>
                  <a:srgbClr val="2FB7DA"/>
                </a:solidFill>
                <a:effectLst/>
                <a:uLnTx/>
                <a:uFillTx/>
                <a:latin typeface="Consolas" panose="020B0609020204030204" pitchFamily="49" charset="0"/>
                <a:ea typeface="+mn-ea"/>
                <a:cs typeface="Courier New" panose="02070309020205020404" pitchFamily="49" charset="0"/>
              </a:rPr>
              <a:t>396</a:t>
            </a:r>
            <a:r>
              <a:rPr kumimoji="0" lang="en-GB" sz="1600" b="0" i="0" u="none" strike="noStrike" kern="1200" cap="none" spc="0" normalizeH="0" baseline="0" noProof="0">
                <a:ln>
                  <a:noFill/>
                </a:ln>
                <a:solidFill>
                  <a:srgbClr val="0D0D0D"/>
                </a:solidFill>
                <a:effectLst/>
                <a:uLnTx/>
                <a:uFillTx/>
                <a:latin typeface="Consolas" panose="020B0609020204030204" pitchFamily="49" charset="0"/>
                <a:ea typeface="+mn-ea"/>
                <a:cs typeface="Courier New" panose="02070309020205020404" pitchFamily="49" charset="0"/>
              </a:rPr>
              <a:t>,The </a:t>
            </a:r>
            <a:r>
              <a:rPr kumimoji="0" lang="en-GB" sz="1600" b="0" i="0" u="none" strike="noStrike" kern="1200" cap="none" spc="0" normalizeH="0" baseline="0" noProof="0" err="1">
                <a:ln>
                  <a:noFill/>
                </a:ln>
                <a:solidFill>
                  <a:srgbClr val="0D0D0D"/>
                </a:solidFill>
                <a:effectLst/>
                <a:uLnTx/>
                <a:uFillTx/>
                <a:latin typeface="Consolas" panose="020B0609020204030204" pitchFamily="49" charset="0"/>
                <a:ea typeface="+mn-ea"/>
                <a:cs typeface="Courier New" panose="02070309020205020404" pitchFamily="49" charset="0"/>
              </a:rPr>
              <a:t>Settlement,?,Oceania</a:t>
            </a:r>
            <a:r>
              <a:rPr kumimoji="0" lang="en-GB" sz="1600" b="0" i="0" u="none" strike="noStrike" kern="1200" cap="none" spc="0" normalizeH="0" baseline="0" noProof="0">
                <a:ln>
                  <a:noFill/>
                </a:ln>
                <a:solidFill>
                  <a:srgbClr val="0D0D0D"/>
                </a:solidFill>
                <a:effectLst/>
                <a:uLnTx/>
                <a:uFillTx/>
                <a:latin typeface="Consolas" panose="020B0609020204030204" pitchFamily="49" charset="0"/>
                <a:ea typeface="+mn-ea"/>
                <a:cs typeface="Courier New" panose="02070309020205020404" pitchFamily="49" charset="0"/>
              </a:rPr>
              <a:t>,...</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a:ln>
                  <a:noFill/>
                </a:ln>
                <a:solidFill>
                  <a:srgbClr val="0D0D0D"/>
                </a:solidFill>
                <a:effectLst/>
                <a:uLnTx/>
                <a:uFillTx/>
                <a:latin typeface="Consolas" panose="020B0609020204030204" pitchFamily="49" charset="0"/>
                <a:ea typeface="+mn-ea"/>
                <a:cs typeface="Courier New" panose="02070309020205020404" pitchFamily="49" charset="0"/>
              </a:rPr>
              <a:t>Johnston Atoll,</a:t>
            </a:r>
            <a:r>
              <a:rPr kumimoji="0" lang="en-GB" sz="1600" b="1" i="0" u="none" strike="noStrike" kern="1200" cap="none" spc="0" normalizeH="0" baseline="0" noProof="0">
                <a:ln>
                  <a:noFill/>
                </a:ln>
                <a:solidFill>
                  <a:srgbClr val="2FB7DA"/>
                </a:solidFill>
                <a:effectLst/>
                <a:uLnTx/>
                <a:uFillTx/>
                <a:latin typeface="Consolas" panose="020B0609020204030204" pitchFamily="49" charset="0"/>
                <a:ea typeface="+mn-ea"/>
                <a:cs typeface="Courier New" panose="02070309020205020404" pitchFamily="49" charset="0"/>
              </a:rPr>
              <a:t>396</a:t>
            </a:r>
            <a:r>
              <a:rPr kumimoji="0" lang="en-GB" sz="1600" b="0" i="0" u="none" strike="noStrike" kern="1200" cap="none" spc="0" normalizeH="0" baseline="0" noProof="0">
                <a:ln>
                  <a:noFill/>
                </a:ln>
                <a:solidFill>
                  <a:srgbClr val="0D0D0D"/>
                </a:solidFill>
                <a:effectLst/>
                <a:uLnTx/>
                <a:uFillTx/>
                <a:latin typeface="Consolas" panose="020B0609020204030204" pitchFamily="49" charset="0"/>
                <a:ea typeface="+mn-ea"/>
                <a:cs typeface="Courier New" panose="02070309020205020404" pitchFamily="49" charset="0"/>
              </a:rPr>
              <a:t>,-,-,Oceania,-,US Dollar,-,...</a:t>
            </a:r>
          </a:p>
        </p:txBody>
      </p:sp>
    </p:spTree>
    <p:extLst>
      <p:ext uri="{BB962C8B-B14F-4D97-AF65-F5344CB8AC3E}">
        <p14:creationId xmlns:p14="http://schemas.microsoft.com/office/powerpoint/2010/main" val="35184138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482" name="Title 1"/>
          <p:cNvSpPr>
            <a:spLocks noGrp="1"/>
          </p:cNvSpPr>
          <p:nvPr>
            <p:ph type="ctrTitle"/>
          </p:nvPr>
        </p:nvSpPr>
        <p:spPr/>
        <p:txBody>
          <a:bodyPr/>
          <a:lstStyle/>
          <a:p>
            <a:pPr eaLnBrk="1" hangingPunct="1"/>
            <a:r>
              <a:rPr lang="en-GB" noProof="0"/>
              <a:t>Lambda in </a:t>
            </a:r>
            <a:r>
              <a:rPr lang="en-GB" noProof="0" err="1"/>
              <a:t>re.sub</a:t>
            </a:r>
            <a:endParaRPr lang="en-GB" noProof="0"/>
          </a:p>
        </p:txBody>
      </p:sp>
      <p:sp>
        <p:nvSpPr>
          <p:cNvPr id="20483" name="Content Placeholder 2"/>
          <p:cNvSpPr>
            <a:spLocks noGrp="1"/>
          </p:cNvSpPr>
          <p:nvPr>
            <p:ph sz="quarter" idx="4"/>
          </p:nvPr>
        </p:nvSpPr>
        <p:spPr>
          <a:xfrm>
            <a:off x="443922" y="1432965"/>
            <a:ext cx="11303578" cy="4360760"/>
          </a:xfrm>
        </p:spPr>
        <p:txBody>
          <a:bodyPr/>
          <a:lstStyle/>
          <a:p>
            <a:pPr marL="0" indent="0">
              <a:buNone/>
            </a:pPr>
            <a:r>
              <a:rPr lang="en-GB" sz="1800" b="1" noProof="0">
                <a:solidFill>
                  <a:schemeClr val="tx1"/>
                </a:solidFill>
              </a:rPr>
              <a:t>The </a:t>
            </a:r>
            <a:r>
              <a:rPr lang="en-GB" sz="1800" b="1" noProof="0" err="1">
                <a:solidFill>
                  <a:schemeClr val="tx1"/>
                </a:solidFill>
              </a:rPr>
              <a:t>re.sub</a:t>
            </a:r>
            <a:r>
              <a:rPr lang="en-GB" sz="1800" b="1" noProof="0">
                <a:solidFill>
                  <a:schemeClr val="tx1"/>
                </a:solidFill>
              </a:rPr>
              <a:t> method can take a function as a replacement:</a:t>
            </a:r>
          </a:p>
          <a:p>
            <a:r>
              <a:rPr lang="en-GB" sz="1800" noProof="0">
                <a:solidFill>
                  <a:schemeClr val="tx1"/>
                </a:solidFill>
              </a:rPr>
              <a:t>Passes a match object to the function.</a:t>
            </a:r>
          </a:p>
          <a:p>
            <a:r>
              <a:rPr lang="en-GB" sz="1800" noProof="0">
                <a:solidFill>
                  <a:schemeClr val="tx1"/>
                </a:solidFill>
              </a:rPr>
              <a:t>The return value is the value substituted.</a:t>
            </a:r>
          </a:p>
          <a:p>
            <a:pPr marL="0" indent="0">
              <a:buNone/>
            </a:pPr>
            <a:endParaRPr lang="en-GB" sz="1800" noProof="0">
              <a:solidFill>
                <a:schemeClr val="tx1"/>
              </a:solidFill>
            </a:endParaRPr>
          </a:p>
        </p:txBody>
      </p:sp>
      <p:sp>
        <p:nvSpPr>
          <p:cNvPr id="20484" name="TextBox 3"/>
          <p:cNvSpPr txBox="1">
            <a:spLocks noChangeArrowheads="1"/>
          </p:cNvSpPr>
          <p:nvPr/>
        </p:nvSpPr>
        <p:spPr bwMode="auto">
          <a:xfrm>
            <a:off x="773189" y="2565779"/>
            <a:ext cx="7436091" cy="3662541"/>
          </a:xfrm>
          <a:prstGeom prst="rect">
            <a:avLst/>
          </a:prstGeom>
          <a:solidFill>
            <a:schemeClr val="tx1"/>
          </a:solidFill>
          <a:ln w="9525">
            <a:solidFill>
              <a:schemeClr val="tx1"/>
            </a:solidFill>
            <a:miter lim="800000"/>
            <a:headEnd/>
            <a:tailEnd/>
          </a:ln>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import re</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GB" sz="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numbers = ['zero’, '</a:t>
            </a:r>
            <a:r>
              <a:rPr kumimoji="0" lang="en-GB" sz="16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wun</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'two’, 'tree’, '</a:t>
            </a:r>
            <a:r>
              <a:rPr kumimoji="0" lang="en-GB" sz="16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fower</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'fife’, 'six’, 'seven’, 'ait’, 'niner’]</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alphas  = ['alpha’, 'bravo’, '</a:t>
            </a:r>
            <a:r>
              <a:rPr kumimoji="0" lang="en-GB" sz="16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charlie</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'delta’, 'echo',</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'foxtrot’, 'golf’, 'hotel’, '</a:t>
            </a:r>
            <a:r>
              <a:rPr kumimoji="0" lang="en-GB" sz="16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india</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a:t>
            </a:r>
            <a:r>
              <a:rPr kumimoji="0" lang="en-GB" sz="16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juliet</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'kilo’ ,'lima’, 'mike’, '</a:t>
            </a:r>
            <a:r>
              <a:rPr kumimoji="0" lang="en-GB" sz="16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november</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a:t>
            </a:r>
            <a:r>
              <a:rPr kumimoji="0" lang="en-GB" sz="16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oscar</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'papa',</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a:t>
            </a:r>
            <a:r>
              <a:rPr kumimoji="0" lang="en-GB" sz="16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quebec</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a:t>
            </a:r>
            <a:r>
              <a:rPr kumimoji="0" lang="en-GB" sz="16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romeo</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a:t>
            </a:r>
            <a:r>
              <a:rPr kumimoji="0" lang="en-GB" sz="16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sierra</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'tango’, 'uniform',</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'victor’, 'whisky’, '</a:t>
            </a:r>
            <a:r>
              <a:rPr kumimoji="0" lang="en-GB" sz="16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xray</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a:t>
            </a:r>
            <a:r>
              <a:rPr kumimoji="0" lang="en-GB" sz="16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yankee</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a:t>
            </a:r>
            <a:r>
              <a:rPr kumimoji="0" lang="en-GB" sz="16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zulu</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GB" sz="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codes = {str(i):name for i, name in enumerate(numbers)}    </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codes.update</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({name[0].upper():name for name in alphas})</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reg = 'WG07 OKD'</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GB" sz="8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result = </a:t>
            </a:r>
            <a:r>
              <a:rPr kumimoji="0" lang="en-GB" sz="16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re.sub</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(r'(\w)', </a:t>
            </a:r>
            <a:r>
              <a:rPr kumimoji="0" lang="en-GB" sz="1600" b="1"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lambda m: codes[</a:t>
            </a:r>
            <a:r>
              <a:rPr kumimoji="0" lang="en-GB" sz="1600" b="1"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m.groups</a:t>
            </a:r>
            <a:r>
              <a:rPr kumimoji="0" lang="en-GB" sz="1600" b="1"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()[0]]+' '</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reg)</a:t>
            </a:r>
          </a:p>
        </p:txBody>
      </p:sp>
      <p:sp>
        <p:nvSpPr>
          <p:cNvPr id="2" name="TextBox 1"/>
          <p:cNvSpPr txBox="1"/>
          <p:nvPr/>
        </p:nvSpPr>
        <p:spPr>
          <a:xfrm>
            <a:off x="1691101" y="6302106"/>
            <a:ext cx="8771953"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u="none" strike="noStrike" kern="1200" cap="none" spc="0" normalizeH="0" baseline="0" noProof="0">
                <a:ln>
                  <a:noFill/>
                </a:ln>
                <a:solidFill>
                  <a:srgbClr val="0D0D0D"/>
                </a:solidFill>
                <a:effectLst/>
                <a:uLnTx/>
                <a:uFillTx/>
                <a:latin typeface="Figtree"/>
                <a:ea typeface="+mn-ea"/>
                <a:cs typeface="Courier New" pitchFamily="49" charset="0"/>
              </a:rPr>
              <a:t>Note: </a:t>
            </a:r>
            <a:r>
              <a:rPr kumimoji="0" lang="en-GB" sz="1800" b="0" u="none" strike="noStrike" kern="1200" cap="none" spc="0" normalizeH="0" baseline="0" noProof="0">
                <a:ln>
                  <a:noFill/>
                </a:ln>
                <a:solidFill>
                  <a:srgbClr val="0D0D0D"/>
                </a:solidFill>
                <a:effectLst/>
                <a:uLnTx/>
                <a:uFillTx/>
                <a:latin typeface="Figtree"/>
                <a:ea typeface="+mn-ea"/>
                <a:cs typeface="Courier New" pitchFamily="49" charset="0"/>
              </a:rPr>
              <a:t>This code uses dictionary comprehensions, which has not been covered yet!</a:t>
            </a:r>
          </a:p>
        </p:txBody>
      </p:sp>
      <p:sp>
        <p:nvSpPr>
          <p:cNvPr id="3" name="Slide Number Placeholder 2">
            <a:extLst>
              <a:ext uri="{FF2B5EF4-FFF2-40B4-BE49-F238E27FC236}">
                <a16:creationId xmlns:a16="http://schemas.microsoft.com/office/drawing/2014/main" id="{7F05DC1D-3073-ED94-91D0-8E9A583B619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GB"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GB" sz="1800" b="0" i="0" u="none" strike="noStrike" kern="1200" cap="none" spc="0" normalizeH="0" baseline="0" noProof="0">
              <a:ln>
                <a:noFill/>
              </a:ln>
              <a:solidFill>
                <a:srgbClr val="5F5F5F"/>
              </a:solidFill>
              <a:effectLst/>
              <a:uLnTx/>
              <a:uFillTx/>
              <a:latin typeface="Figtree"/>
              <a:ea typeface="+mn-ea"/>
              <a:cs typeface="+mn-cs"/>
            </a:endParaRPr>
          </a:p>
        </p:txBody>
      </p:sp>
      <p:sp>
        <p:nvSpPr>
          <p:cNvPr id="6" name="TextBox 5">
            <a:extLst>
              <a:ext uri="{FF2B5EF4-FFF2-40B4-BE49-F238E27FC236}">
                <a16:creationId xmlns:a16="http://schemas.microsoft.com/office/drawing/2014/main" id="{89490042-7AE0-010E-0ED1-19DAF3BB47B2}"/>
              </a:ext>
            </a:extLst>
          </p:cNvPr>
          <p:cNvSpPr txBox="1"/>
          <p:nvPr/>
        </p:nvSpPr>
        <p:spPr>
          <a:xfrm>
            <a:off x="8755379" y="4879964"/>
            <a:ext cx="2011681" cy="646331"/>
          </a:xfrm>
          <a:prstGeom prst="rect">
            <a:avLst/>
          </a:prstGeom>
          <a:solidFill>
            <a:schemeClr val="accent1">
              <a:lumMod val="40000"/>
              <a:lumOff val="60000"/>
            </a:schemeClr>
          </a:solidFill>
          <a:ln>
            <a:solidFill>
              <a:schemeClr val="accent1">
                <a:lumMod val="40000"/>
                <a:lumOff val="60000"/>
              </a:schemeClr>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D0D0D"/>
                </a:solidFill>
                <a:effectLst/>
                <a:uLnTx/>
                <a:uFillTx/>
                <a:latin typeface="Figtree"/>
                <a:ea typeface="+mn-ea"/>
                <a:cs typeface="+mn-cs"/>
              </a:rPr>
              <a:t>Example of a </a:t>
            </a:r>
            <a:r>
              <a:rPr kumimoji="0" lang="en-GB" sz="1800" b="0" i="0" u="none" strike="noStrike" kern="1200" cap="none" spc="0" normalizeH="0" baseline="0" noProof="0" err="1">
                <a:ln>
                  <a:noFill/>
                </a:ln>
                <a:solidFill>
                  <a:srgbClr val="0D0D0D"/>
                </a:solidFill>
                <a:effectLst/>
                <a:uLnTx/>
                <a:uFillTx/>
                <a:latin typeface="Figtree"/>
                <a:ea typeface="+mn-ea"/>
                <a:cs typeface="+mn-cs"/>
              </a:rPr>
              <a:t>dict</a:t>
            </a:r>
            <a:r>
              <a:rPr kumimoji="0" lang="en-GB" sz="1800" b="0" i="0" u="none" strike="noStrike" kern="1200" cap="none" spc="0" normalizeH="0" baseline="0" noProof="0">
                <a:ln>
                  <a:noFill/>
                </a:ln>
                <a:solidFill>
                  <a:srgbClr val="0D0D0D"/>
                </a:solidFill>
                <a:effectLst/>
                <a:uLnTx/>
                <a:uFillTx/>
                <a:latin typeface="Figtree"/>
                <a:ea typeface="+mn-ea"/>
                <a:cs typeface="+mn-cs"/>
              </a:rPr>
              <a:t> comprehension.</a:t>
            </a:r>
          </a:p>
        </p:txBody>
      </p:sp>
      <p:sp>
        <p:nvSpPr>
          <p:cNvPr id="7" name="Line 11">
            <a:extLst>
              <a:ext uri="{FF2B5EF4-FFF2-40B4-BE49-F238E27FC236}">
                <a16:creationId xmlns:a16="http://schemas.microsoft.com/office/drawing/2014/main" id="{E689D661-5F34-03A7-7A56-CEAB98FF9AA6}"/>
              </a:ext>
            </a:extLst>
          </p:cNvPr>
          <p:cNvSpPr>
            <a:spLocks noChangeShapeType="1"/>
          </p:cNvSpPr>
          <p:nvPr/>
        </p:nvSpPr>
        <p:spPr bwMode="auto">
          <a:xfrm flipH="1">
            <a:off x="7155178" y="5203130"/>
            <a:ext cx="1600201" cy="0"/>
          </a:xfrm>
          <a:prstGeom prst="line">
            <a:avLst/>
          </a:prstGeom>
          <a:noFill/>
          <a:ln w="19050">
            <a:solidFill>
              <a:schemeClr val="accent1"/>
            </a:solidFill>
            <a:round/>
            <a:headEnd/>
            <a:tailEnd type="triangle" w="med" len="med"/>
          </a:ln>
          <a:extLst>
            <a:ext uri="{909E8E84-426E-40dd-AFC4-6F175D3DCCD1}">
              <a14:hiddenFill xmlns:a14="http://schemas.microsoft.com/office/drawing/2010/main" xmlns="">
                <a:noFill/>
              </a14:hiddenFill>
            </a:ext>
          </a:ex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D0D0D"/>
              </a:solidFill>
              <a:effectLst/>
              <a:uLnTx/>
              <a:uFillTx/>
              <a:latin typeface="Figtree"/>
              <a:ea typeface="+mn-ea"/>
              <a:cs typeface="+mn-cs"/>
            </a:endParaRPr>
          </a:p>
        </p:txBody>
      </p:sp>
      <p:sp>
        <p:nvSpPr>
          <p:cNvPr id="8" name="Rectangle: Rounded Corners 7">
            <a:extLst>
              <a:ext uri="{FF2B5EF4-FFF2-40B4-BE49-F238E27FC236}">
                <a16:creationId xmlns:a16="http://schemas.microsoft.com/office/drawing/2014/main" id="{C173CFA4-6480-B02E-697F-930D5D92E22C}"/>
              </a:ext>
            </a:extLst>
          </p:cNvPr>
          <p:cNvSpPr/>
          <p:nvPr/>
        </p:nvSpPr>
        <p:spPr>
          <a:xfrm>
            <a:off x="1691101" y="5034904"/>
            <a:ext cx="5363580" cy="288642"/>
          </a:xfrm>
          <a:prstGeom prst="roundRect">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Figtree"/>
              <a:ea typeface="+mn-ea"/>
              <a:cs typeface="+mn-cs"/>
            </a:endParaRPr>
          </a:p>
        </p:txBody>
      </p:sp>
    </p:spTree>
    <p:extLst>
      <p:ext uri="{BB962C8B-B14F-4D97-AF65-F5344CB8AC3E}">
        <p14:creationId xmlns:p14="http://schemas.microsoft.com/office/powerpoint/2010/main" val="6427321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964D64F-00C8-4D63-E51A-DFB7A3430625}"/>
              </a:ext>
            </a:extLst>
          </p:cNvPr>
          <p:cNvSpPr>
            <a:spLocks noGrp="1"/>
          </p:cNvSpPr>
          <p:nvPr>
            <p:ph type="ctrTitle"/>
          </p:nvPr>
        </p:nvSpPr>
        <p:spPr/>
        <p:txBody>
          <a:bodyPr/>
          <a:lstStyle/>
          <a:p>
            <a:r>
              <a:rPr lang="en-GB" noProof="0"/>
              <a:t>Review questions</a:t>
            </a:r>
          </a:p>
        </p:txBody>
      </p:sp>
      <p:sp>
        <p:nvSpPr>
          <p:cNvPr id="6" name="Text Placeholder 5">
            <a:extLst>
              <a:ext uri="{FF2B5EF4-FFF2-40B4-BE49-F238E27FC236}">
                <a16:creationId xmlns:a16="http://schemas.microsoft.com/office/drawing/2014/main" id="{9A3EAC25-A4FA-3E86-789C-3F19C3B2315B}"/>
              </a:ext>
            </a:extLst>
          </p:cNvPr>
          <p:cNvSpPr>
            <a:spLocks noGrp="1"/>
          </p:cNvSpPr>
          <p:nvPr>
            <p:ph type="body" sz="quarter" idx="13"/>
          </p:nvPr>
        </p:nvSpPr>
        <p:spPr/>
        <p:txBody>
          <a:bodyPr/>
          <a:lstStyle/>
          <a:p>
            <a:pPr marL="342900" indent="-342900">
              <a:buAutoNum type="arabicPeriod"/>
            </a:pPr>
            <a:r>
              <a:rPr lang="en-GB" sz="1800" b="1" noProof="0">
                <a:effectLst/>
                <a:ea typeface="Calibri" panose="020F0502020204030204" pitchFamily="34" charset="0"/>
                <a:cs typeface="Calibri" panose="020F0502020204030204" pitchFamily="34" charset="0"/>
              </a:rPr>
              <a:t>What will the following program print?</a:t>
            </a:r>
          </a:p>
          <a:p>
            <a:pPr marL="342900" indent="-342900">
              <a:buAutoNum type="arabicPeriod"/>
            </a:pPr>
            <a:endParaRPr lang="en-GB" noProof="0">
              <a:ea typeface="Calibri" panose="020F0502020204030204" pitchFamily="34" charset="0"/>
              <a:cs typeface="Calibri" panose="020F0502020204030204" pitchFamily="34" charset="0"/>
            </a:endParaRPr>
          </a:p>
          <a:p>
            <a:pPr marL="342900" indent="-342900">
              <a:buAutoNum type="arabicPeriod"/>
            </a:pPr>
            <a:endParaRPr lang="en-GB" sz="1400" noProof="0">
              <a:effectLst/>
              <a:ea typeface="Calibri" panose="020F0502020204030204" pitchFamily="34" charset="0"/>
              <a:cs typeface="Calibri" panose="020F0502020204030204" pitchFamily="34" charset="0"/>
            </a:endParaRPr>
          </a:p>
          <a:p>
            <a:pPr marL="342900" indent="-342900">
              <a:buAutoNum type="arabicPeriod"/>
            </a:pPr>
            <a:endParaRPr lang="en-GB" sz="1400" noProof="0">
              <a:ea typeface="Calibri" panose="020F0502020204030204" pitchFamily="34" charset="0"/>
              <a:cs typeface="Calibri" panose="020F0502020204030204" pitchFamily="34" charset="0"/>
            </a:endParaRPr>
          </a:p>
          <a:p>
            <a:pPr marL="342900" indent="-342900">
              <a:buAutoNum type="arabicPeriod"/>
            </a:pPr>
            <a:endParaRPr lang="en-GB" sz="1400" noProof="0">
              <a:effectLst/>
              <a:ea typeface="Calibri" panose="020F0502020204030204" pitchFamily="34" charset="0"/>
              <a:cs typeface="Calibri" panose="020F0502020204030204" pitchFamily="34" charset="0"/>
            </a:endParaRPr>
          </a:p>
          <a:p>
            <a:pPr marL="342900" indent="-342900">
              <a:buAutoNum type="arabicPeriod"/>
            </a:pPr>
            <a:endParaRPr lang="en-GB" sz="1400" noProof="0">
              <a:effectLst/>
              <a:ea typeface="Calibri" panose="020F0502020204030204" pitchFamily="34" charset="0"/>
              <a:cs typeface="Times New Roman" panose="02020603050405020304" pitchFamily="18" charset="0"/>
            </a:endParaRPr>
          </a:p>
          <a:p>
            <a:pPr marL="538163" indent="-274638">
              <a:buFont typeface="+mj-lt"/>
              <a:buAutoNum type="alphaLcPeriod"/>
            </a:pPr>
            <a:r>
              <a:rPr lang="en-GB" noProof="0"/>
              <a:t>4</a:t>
            </a:r>
          </a:p>
          <a:p>
            <a:pPr marL="538163" indent="-274638">
              <a:buFont typeface="+mj-lt"/>
              <a:buAutoNum type="alphaLcPeriod"/>
            </a:pPr>
            <a:r>
              <a:rPr lang="en-GB" noProof="0"/>
              <a:t>20</a:t>
            </a:r>
          </a:p>
          <a:p>
            <a:pPr marL="538163" indent="-274638">
              <a:buFont typeface="+mj-lt"/>
              <a:buAutoNum type="alphaLcPeriod"/>
            </a:pPr>
            <a:r>
              <a:rPr lang="en-GB" noProof="0"/>
              <a:t>24</a:t>
            </a:r>
          </a:p>
          <a:p>
            <a:pPr marL="538163" indent="-274638">
              <a:buFont typeface="+mj-lt"/>
              <a:buAutoNum type="alphaLcPeriod"/>
            </a:pPr>
            <a:r>
              <a:rPr lang="en-GB" noProof="0"/>
              <a:t>None of the above</a:t>
            </a:r>
          </a:p>
        </p:txBody>
      </p:sp>
      <p:sp>
        <p:nvSpPr>
          <p:cNvPr id="4" name="Slide Number Placeholder 3">
            <a:extLst>
              <a:ext uri="{FF2B5EF4-FFF2-40B4-BE49-F238E27FC236}">
                <a16:creationId xmlns:a16="http://schemas.microsoft.com/office/drawing/2014/main" id="{509DA24A-B334-E6AB-0D72-8E6C2AF2ED05}"/>
              </a:ext>
            </a:extLst>
          </p:cNvPr>
          <p:cNvSpPr>
            <a:spLocks noGrp="1"/>
          </p:cNvSpPr>
          <p:nvPr>
            <p:ph type="sldNum" sz="quarter" idx="4294967295"/>
          </p:nvPr>
        </p:nvSpPr>
        <p:spPr>
          <a:xfrm>
            <a:off x="9448800" y="6399213"/>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3469444-D02B-D446-9CF8-19DEDDE073D1}" type="slidenum">
              <a:rPr kumimoji="0" lang="en-GB" sz="1800" b="0" i="0" u="none" strike="noStrike" kern="1200" cap="none" spc="0" normalizeH="0" baseline="0" noProof="0" smtClean="0">
                <a:ln>
                  <a:noFill/>
                </a:ln>
                <a:solidFill>
                  <a:srgbClr val="0D0D0D"/>
                </a:solidFill>
                <a:effectLst/>
                <a:uLnTx/>
                <a:uFillTx/>
                <a:latin typeface="Figtree"/>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39</a:t>
            </a:fld>
            <a:endParaRPr kumimoji="0" lang="en-GB" sz="1800" b="0" i="0" u="none" strike="noStrike" kern="1200" cap="none" spc="0" normalizeH="0" baseline="0" noProof="0">
              <a:ln>
                <a:noFill/>
              </a:ln>
              <a:solidFill>
                <a:srgbClr val="0D0D0D"/>
              </a:solidFill>
              <a:effectLst/>
              <a:uLnTx/>
              <a:uFillTx/>
              <a:latin typeface="Figtree"/>
              <a:ea typeface="+mn-ea"/>
              <a:cs typeface="+mn-cs"/>
            </a:endParaRPr>
          </a:p>
        </p:txBody>
      </p:sp>
      <p:sp>
        <p:nvSpPr>
          <p:cNvPr id="2" name="TextBox 3">
            <a:extLst>
              <a:ext uri="{FF2B5EF4-FFF2-40B4-BE49-F238E27FC236}">
                <a16:creationId xmlns:a16="http://schemas.microsoft.com/office/drawing/2014/main" id="{5D85EA71-041C-EBD5-D6DC-246F8E2E24D4}"/>
              </a:ext>
            </a:extLst>
          </p:cNvPr>
          <p:cNvSpPr txBox="1">
            <a:spLocks noChangeArrowheads="1"/>
          </p:cNvSpPr>
          <p:nvPr/>
        </p:nvSpPr>
        <p:spPr bwMode="auto">
          <a:xfrm>
            <a:off x="902729" y="2132057"/>
            <a:ext cx="3417811" cy="1569660"/>
          </a:xfrm>
          <a:prstGeom prst="rect">
            <a:avLst/>
          </a:prstGeom>
          <a:solidFill>
            <a:schemeClr val="tx1"/>
          </a:solidFill>
          <a:ln w="9525">
            <a:solidFill>
              <a:schemeClr val="tx1"/>
            </a:solidFill>
            <a:miter lim="800000"/>
            <a:headEnd/>
            <a:tailEnd/>
          </a:ln>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def calculator(num1, num2):</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a:t>
            </a:r>
            <a:r>
              <a:rPr kumimoji="0" lang="en-GB" sz="16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first_value</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 num1 + 7</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a:t>
            </a:r>
            <a:r>
              <a:rPr kumimoji="0" lang="en-GB" sz="16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second_value</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 num2 - 6</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return </a:t>
            </a:r>
            <a:r>
              <a:rPr kumimoji="0" lang="en-GB" sz="16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first_value</a:t>
            </a:r>
            <a:endPar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calculator(13, 10)</a:t>
            </a:r>
          </a:p>
        </p:txBody>
      </p:sp>
    </p:spTree>
    <p:extLst>
      <p:ext uri="{BB962C8B-B14F-4D97-AF65-F5344CB8AC3E}">
        <p14:creationId xmlns:p14="http://schemas.microsoft.com/office/powerpoint/2010/main" val="37766910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251D7E6-3A34-BA33-6DE7-5BDC52846FF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780B7E6-651F-7507-56C0-5E8AE017DDDE}"/>
              </a:ext>
            </a:extLst>
          </p:cNvPr>
          <p:cNvSpPr>
            <a:spLocks noGrp="1"/>
          </p:cNvSpPr>
          <p:nvPr>
            <p:ph type="ctrTitle"/>
          </p:nvPr>
        </p:nvSpPr>
        <p:spPr/>
        <p:txBody>
          <a:bodyPr/>
          <a:lstStyle/>
          <a:p>
            <a:r>
              <a:rPr lang="en-GB" noProof="0"/>
              <a:t>Review questions</a:t>
            </a:r>
          </a:p>
        </p:txBody>
      </p:sp>
      <p:sp>
        <p:nvSpPr>
          <p:cNvPr id="6" name="Text Placeholder 5">
            <a:extLst>
              <a:ext uri="{FF2B5EF4-FFF2-40B4-BE49-F238E27FC236}">
                <a16:creationId xmlns:a16="http://schemas.microsoft.com/office/drawing/2014/main" id="{C2F148B0-A5A0-457F-1BA1-75F2235CACC3}"/>
              </a:ext>
            </a:extLst>
          </p:cNvPr>
          <p:cNvSpPr>
            <a:spLocks noGrp="1"/>
          </p:cNvSpPr>
          <p:nvPr>
            <p:ph type="body" sz="quarter" idx="13"/>
          </p:nvPr>
        </p:nvSpPr>
        <p:spPr/>
        <p:txBody>
          <a:bodyPr/>
          <a:lstStyle/>
          <a:p>
            <a:pPr>
              <a:buNone/>
            </a:pPr>
            <a:r>
              <a:rPr lang="en-GB" sz="1800" b="1" noProof="0">
                <a:effectLst/>
                <a:ea typeface="Calibri" panose="020F0502020204030204" pitchFamily="34" charset="0"/>
                <a:cs typeface="Calibri" panose="020F0502020204030204" pitchFamily="34" charset="0"/>
              </a:rPr>
              <a:t>2. What will the following program print?</a:t>
            </a:r>
          </a:p>
          <a:p>
            <a:pPr>
              <a:buNone/>
            </a:pPr>
            <a:endParaRPr lang="en-GB" noProof="0">
              <a:ea typeface="Calibri" panose="020F0502020204030204" pitchFamily="34" charset="0"/>
              <a:cs typeface="Calibri" panose="020F0502020204030204" pitchFamily="34" charset="0"/>
            </a:endParaRPr>
          </a:p>
          <a:p>
            <a:pPr>
              <a:buNone/>
            </a:pPr>
            <a:endParaRPr lang="en-GB" sz="1400" noProof="0">
              <a:effectLst/>
              <a:ea typeface="Calibri" panose="020F0502020204030204" pitchFamily="34" charset="0"/>
              <a:cs typeface="Calibri" panose="020F0502020204030204" pitchFamily="34" charset="0"/>
            </a:endParaRPr>
          </a:p>
          <a:p>
            <a:pPr>
              <a:buNone/>
            </a:pPr>
            <a:endParaRPr lang="en-GB" sz="1400" noProof="0">
              <a:ea typeface="Calibri" panose="020F0502020204030204" pitchFamily="34" charset="0"/>
              <a:cs typeface="Calibri" panose="020F0502020204030204" pitchFamily="34" charset="0"/>
            </a:endParaRPr>
          </a:p>
          <a:p>
            <a:pPr>
              <a:buNone/>
            </a:pPr>
            <a:endParaRPr lang="en-GB" sz="1400" noProof="0">
              <a:effectLst/>
              <a:ea typeface="Calibri" panose="020F0502020204030204" pitchFamily="34" charset="0"/>
              <a:cs typeface="Calibri" panose="020F0502020204030204" pitchFamily="34" charset="0"/>
            </a:endParaRPr>
          </a:p>
          <a:p>
            <a:pPr>
              <a:buNone/>
            </a:pPr>
            <a:endParaRPr lang="en-GB" sz="1400" noProof="0">
              <a:ea typeface="Calibri" panose="020F0502020204030204" pitchFamily="34" charset="0"/>
              <a:cs typeface="Calibri" panose="020F0502020204030204" pitchFamily="34" charset="0"/>
            </a:endParaRPr>
          </a:p>
          <a:p>
            <a:pPr>
              <a:buNone/>
            </a:pPr>
            <a:endParaRPr lang="en-GB" sz="1400" noProof="0">
              <a:effectLst/>
              <a:ea typeface="Calibri" panose="020F0502020204030204" pitchFamily="34" charset="0"/>
              <a:cs typeface="Calibri" panose="020F0502020204030204" pitchFamily="34" charset="0"/>
            </a:endParaRPr>
          </a:p>
          <a:p>
            <a:pPr>
              <a:buNone/>
            </a:pPr>
            <a:endParaRPr lang="en-GB" sz="1400" noProof="0">
              <a:effectLst/>
              <a:ea typeface="Calibri" panose="020F0502020204030204" pitchFamily="34" charset="0"/>
              <a:cs typeface="Times New Roman" panose="02020603050405020304" pitchFamily="18" charset="0"/>
            </a:endParaRPr>
          </a:p>
          <a:p>
            <a:pPr>
              <a:buNone/>
            </a:pPr>
            <a:endParaRPr lang="en-GB" sz="1400" noProof="0">
              <a:effectLst/>
              <a:ea typeface="Calibri" panose="020F0502020204030204" pitchFamily="34" charset="0"/>
              <a:cs typeface="Times New Roman" panose="02020603050405020304" pitchFamily="18" charset="0"/>
            </a:endParaRPr>
          </a:p>
          <a:p>
            <a:pPr marL="538163" indent="-274638">
              <a:buFont typeface="+mj-lt"/>
              <a:buAutoNum type="alphaLcPeriod"/>
            </a:pPr>
            <a:r>
              <a:rPr lang="en-GB" noProof="0"/>
              <a:t>12</a:t>
            </a:r>
          </a:p>
          <a:p>
            <a:pPr marL="538163" indent="-274638">
              <a:buFont typeface="+mj-lt"/>
              <a:buAutoNum type="alphaLcPeriod"/>
            </a:pPr>
            <a:r>
              <a:rPr lang="en-GB" noProof="0" err="1"/>
              <a:t>NameError</a:t>
            </a:r>
            <a:r>
              <a:rPr lang="en-GB" noProof="0"/>
              <a:t>: name '</a:t>
            </a:r>
            <a:r>
              <a:rPr lang="en-GB" noProof="0" err="1"/>
              <a:t>sval</a:t>
            </a:r>
            <a:r>
              <a:rPr lang="en-GB" noProof="0"/>
              <a:t>' is not defined</a:t>
            </a:r>
          </a:p>
          <a:p>
            <a:pPr marL="538163" indent="-274638">
              <a:buFont typeface="+mj-lt"/>
              <a:buAutoNum type="alphaLcPeriod"/>
            </a:pPr>
            <a:r>
              <a:rPr lang="en-GB" noProof="0"/>
              <a:t>4</a:t>
            </a:r>
          </a:p>
          <a:p>
            <a:pPr marL="538163" indent="-274638">
              <a:buFont typeface="+mj-lt"/>
              <a:buAutoNum type="alphaLcPeriod"/>
            </a:pPr>
            <a:r>
              <a:rPr lang="en-GB" noProof="0"/>
              <a:t>None of the above</a:t>
            </a:r>
          </a:p>
        </p:txBody>
      </p:sp>
      <p:sp>
        <p:nvSpPr>
          <p:cNvPr id="4" name="Slide Number Placeholder 3">
            <a:extLst>
              <a:ext uri="{FF2B5EF4-FFF2-40B4-BE49-F238E27FC236}">
                <a16:creationId xmlns:a16="http://schemas.microsoft.com/office/drawing/2014/main" id="{6A5A8DFF-4E75-1B56-991B-B34D8A16360E}"/>
              </a:ext>
            </a:extLst>
          </p:cNvPr>
          <p:cNvSpPr>
            <a:spLocks noGrp="1"/>
          </p:cNvSpPr>
          <p:nvPr>
            <p:ph type="sldNum" sz="quarter" idx="4294967295"/>
          </p:nvPr>
        </p:nvSpPr>
        <p:spPr>
          <a:xfrm>
            <a:off x="9448800" y="6399213"/>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3469444-D02B-D446-9CF8-19DEDDE073D1}" type="slidenum">
              <a:rPr kumimoji="0" lang="en-GB" sz="1800" b="0" i="0" u="none" strike="noStrike" kern="1200" cap="none" spc="0" normalizeH="0" baseline="0" noProof="0" smtClean="0">
                <a:ln>
                  <a:noFill/>
                </a:ln>
                <a:solidFill>
                  <a:srgbClr val="0D0D0D"/>
                </a:solidFill>
                <a:effectLst/>
                <a:uLnTx/>
                <a:uFillTx/>
                <a:latin typeface="Figtree"/>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40</a:t>
            </a:fld>
            <a:endParaRPr kumimoji="0" lang="en-GB" sz="1800" b="0" i="0" u="none" strike="noStrike" kern="1200" cap="none" spc="0" normalizeH="0" baseline="0" noProof="0">
              <a:ln>
                <a:noFill/>
              </a:ln>
              <a:solidFill>
                <a:srgbClr val="0D0D0D"/>
              </a:solidFill>
              <a:effectLst/>
              <a:uLnTx/>
              <a:uFillTx/>
              <a:latin typeface="Figtree"/>
              <a:ea typeface="+mn-ea"/>
              <a:cs typeface="+mn-cs"/>
            </a:endParaRPr>
          </a:p>
        </p:txBody>
      </p:sp>
      <p:sp>
        <p:nvSpPr>
          <p:cNvPr id="2" name="TextBox 3">
            <a:extLst>
              <a:ext uri="{FF2B5EF4-FFF2-40B4-BE49-F238E27FC236}">
                <a16:creationId xmlns:a16="http://schemas.microsoft.com/office/drawing/2014/main" id="{03CD3A3E-1975-364F-B5F2-4E2544B6E161}"/>
              </a:ext>
            </a:extLst>
          </p:cNvPr>
          <p:cNvSpPr txBox="1">
            <a:spLocks noChangeArrowheads="1"/>
          </p:cNvSpPr>
          <p:nvPr/>
        </p:nvSpPr>
        <p:spPr bwMode="auto">
          <a:xfrm>
            <a:off x="780809" y="2078717"/>
            <a:ext cx="3280651" cy="2800767"/>
          </a:xfrm>
          <a:prstGeom prst="rect">
            <a:avLst/>
          </a:prstGeom>
          <a:solidFill>
            <a:schemeClr val="tx1"/>
          </a:solidFill>
          <a:ln w="9525">
            <a:solidFill>
              <a:schemeClr val="tx1"/>
            </a:solidFill>
            <a:miter lim="800000"/>
            <a:headEnd/>
            <a:tailEnd/>
          </a:ln>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def calculator(num1, num2):</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a:t>
            </a:r>
            <a:r>
              <a:rPr kumimoji="0" lang="en-GB" sz="16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fval</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 num1 + 7</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a:t>
            </a:r>
            <a:r>
              <a:rPr kumimoji="0" lang="en-GB" sz="16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sval</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 num2 - 6</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a:t>
            </a:r>
            <a:r>
              <a:rPr kumimoji="0" lang="en-GB" sz="16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tval</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 </a:t>
            </a:r>
            <a:r>
              <a:rPr kumimoji="0" lang="en-GB" sz="16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trebler</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a:t>
            </a:r>
            <a:r>
              <a:rPr kumimoji="0" lang="en-GB" sz="16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sval</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return </a:t>
            </a:r>
            <a:r>
              <a:rPr kumimoji="0" lang="en-GB" sz="16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tval</a:t>
            </a:r>
            <a:endPar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def </a:t>
            </a:r>
            <a:r>
              <a:rPr kumimoji="0" lang="en-GB" sz="16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trebler</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(aval):</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return (aval * 3)</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calculator(13, 10)</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print(</a:t>
            </a:r>
            <a:r>
              <a:rPr kumimoji="0" lang="en-GB" sz="16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sval</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a:t>
            </a:r>
          </a:p>
        </p:txBody>
      </p:sp>
    </p:spTree>
    <p:extLst>
      <p:ext uri="{BB962C8B-B14F-4D97-AF65-F5344CB8AC3E}">
        <p14:creationId xmlns:p14="http://schemas.microsoft.com/office/powerpoint/2010/main" val="12281846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6BCC30-7AD4-D15C-AA87-6BDECE04AD3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E541745-6BCC-3F8C-D47D-46B79B03FDE1}"/>
              </a:ext>
            </a:extLst>
          </p:cNvPr>
          <p:cNvSpPr>
            <a:spLocks noGrp="1"/>
          </p:cNvSpPr>
          <p:nvPr>
            <p:ph type="ctrTitle"/>
          </p:nvPr>
        </p:nvSpPr>
        <p:spPr/>
        <p:txBody>
          <a:bodyPr/>
          <a:lstStyle/>
          <a:p>
            <a:r>
              <a:rPr lang="en-GB" noProof="0"/>
              <a:t>Review questions</a:t>
            </a:r>
          </a:p>
        </p:txBody>
      </p:sp>
      <p:sp>
        <p:nvSpPr>
          <p:cNvPr id="6" name="Text Placeholder 5">
            <a:extLst>
              <a:ext uri="{FF2B5EF4-FFF2-40B4-BE49-F238E27FC236}">
                <a16:creationId xmlns:a16="http://schemas.microsoft.com/office/drawing/2014/main" id="{72E938FF-5897-8EC7-B406-63E1C3512AE8}"/>
              </a:ext>
            </a:extLst>
          </p:cNvPr>
          <p:cNvSpPr>
            <a:spLocks noGrp="1"/>
          </p:cNvSpPr>
          <p:nvPr>
            <p:ph type="body" sz="quarter" idx="13"/>
          </p:nvPr>
        </p:nvSpPr>
        <p:spPr/>
        <p:txBody>
          <a:bodyPr/>
          <a:lstStyle/>
          <a:p>
            <a:pPr>
              <a:buNone/>
            </a:pPr>
            <a:r>
              <a:rPr lang="en-GB" sz="1800" b="1" noProof="0">
                <a:effectLst/>
                <a:ea typeface="Calibri" panose="020F0502020204030204" pitchFamily="34" charset="0"/>
                <a:cs typeface="Calibri" panose="020F0502020204030204" pitchFamily="34" charset="0"/>
              </a:rPr>
              <a:t>3. What will the following program print?</a:t>
            </a:r>
            <a:endParaRPr lang="en-GB" sz="1400" b="1" noProof="0">
              <a:effectLst/>
              <a:ea typeface="Calibri" panose="020F0502020204030204" pitchFamily="34" charset="0"/>
              <a:cs typeface="Times New Roman" panose="02020603050405020304" pitchFamily="18" charset="0"/>
            </a:endParaRPr>
          </a:p>
          <a:p>
            <a:pPr>
              <a:spcBef>
                <a:spcPts val="600"/>
              </a:spcBef>
            </a:pPr>
            <a:endParaRPr lang="en-GB" noProof="0">
              <a:latin typeface="Consolas" panose="020B0609020204030204" pitchFamily="49" charset="0"/>
            </a:endParaRPr>
          </a:p>
          <a:p>
            <a:pPr>
              <a:spcBef>
                <a:spcPts val="600"/>
              </a:spcBef>
            </a:pPr>
            <a:endParaRPr lang="en-GB" noProof="0">
              <a:latin typeface="Consolas" panose="020B0609020204030204" pitchFamily="49" charset="0"/>
            </a:endParaRPr>
          </a:p>
          <a:p>
            <a:pPr>
              <a:spcBef>
                <a:spcPts val="600"/>
              </a:spcBef>
            </a:pPr>
            <a:endParaRPr lang="en-GB" noProof="0">
              <a:latin typeface="Consolas" panose="020B0609020204030204" pitchFamily="49" charset="0"/>
            </a:endParaRPr>
          </a:p>
          <a:p>
            <a:pPr>
              <a:spcBef>
                <a:spcPts val="600"/>
              </a:spcBef>
            </a:pPr>
            <a:endParaRPr lang="en-GB" noProof="0">
              <a:latin typeface="Consolas" panose="020B0609020204030204" pitchFamily="49" charset="0"/>
            </a:endParaRPr>
          </a:p>
          <a:p>
            <a:pPr>
              <a:spcBef>
                <a:spcPts val="600"/>
              </a:spcBef>
            </a:pPr>
            <a:endParaRPr lang="en-GB" noProof="0">
              <a:latin typeface="Consolas" panose="020B0609020204030204" pitchFamily="49" charset="0"/>
            </a:endParaRPr>
          </a:p>
          <a:p>
            <a:pPr marL="538163" indent="-274638">
              <a:buFont typeface="+mj-lt"/>
              <a:buAutoNum type="alphaLcPeriod"/>
            </a:pPr>
            <a:r>
              <a:rPr lang="en-GB" noProof="0"/>
              <a:t>3</a:t>
            </a:r>
          </a:p>
          <a:p>
            <a:pPr marL="538163" indent="-274638">
              <a:buFont typeface="+mj-lt"/>
              <a:buAutoNum type="alphaLcPeriod"/>
            </a:pPr>
            <a:r>
              <a:rPr lang="en-GB" noProof="0"/>
              <a:t>7</a:t>
            </a:r>
          </a:p>
          <a:p>
            <a:pPr marL="538163" indent="-274638">
              <a:buFont typeface="+mj-lt"/>
              <a:buAutoNum type="alphaLcPeriod"/>
            </a:pPr>
            <a:r>
              <a:rPr lang="en-GB" noProof="0"/>
              <a:t>5</a:t>
            </a:r>
          </a:p>
          <a:p>
            <a:pPr marL="538163" indent="-274638">
              <a:buFont typeface="+mj-lt"/>
              <a:buAutoNum type="alphaLcPeriod"/>
            </a:pPr>
            <a:r>
              <a:rPr lang="en-GB" noProof="0"/>
              <a:t>An error will occur</a:t>
            </a:r>
          </a:p>
        </p:txBody>
      </p:sp>
      <p:sp>
        <p:nvSpPr>
          <p:cNvPr id="4" name="Slide Number Placeholder 3">
            <a:extLst>
              <a:ext uri="{FF2B5EF4-FFF2-40B4-BE49-F238E27FC236}">
                <a16:creationId xmlns:a16="http://schemas.microsoft.com/office/drawing/2014/main" id="{4F455468-4594-0214-7DB9-578F5A3EAB76}"/>
              </a:ext>
            </a:extLst>
          </p:cNvPr>
          <p:cNvSpPr>
            <a:spLocks noGrp="1"/>
          </p:cNvSpPr>
          <p:nvPr>
            <p:ph type="sldNum" sz="quarter" idx="4294967295"/>
          </p:nvPr>
        </p:nvSpPr>
        <p:spPr>
          <a:xfrm>
            <a:off x="9448800" y="6399213"/>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3469444-D02B-D446-9CF8-19DEDDE073D1}" type="slidenum">
              <a:rPr kumimoji="0" lang="en-GB" sz="1800" b="0" i="0" u="none" strike="noStrike" kern="1200" cap="none" spc="0" normalizeH="0" baseline="0" noProof="0" smtClean="0">
                <a:ln>
                  <a:noFill/>
                </a:ln>
                <a:solidFill>
                  <a:srgbClr val="0D0D0D"/>
                </a:solidFill>
                <a:effectLst/>
                <a:uLnTx/>
                <a:uFillTx/>
                <a:latin typeface="Figtree"/>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a:t>
            </a:fld>
            <a:endParaRPr kumimoji="0" lang="en-GB" sz="1800" b="0" i="0" u="none" strike="noStrike" kern="1200" cap="none" spc="0" normalizeH="0" baseline="0" noProof="0">
              <a:ln>
                <a:noFill/>
              </a:ln>
              <a:solidFill>
                <a:srgbClr val="0D0D0D"/>
              </a:solidFill>
              <a:effectLst/>
              <a:uLnTx/>
              <a:uFillTx/>
              <a:latin typeface="Figtree"/>
              <a:ea typeface="+mn-ea"/>
              <a:cs typeface="+mn-cs"/>
            </a:endParaRPr>
          </a:p>
        </p:txBody>
      </p:sp>
      <p:sp>
        <p:nvSpPr>
          <p:cNvPr id="2" name="TextBox 3">
            <a:extLst>
              <a:ext uri="{FF2B5EF4-FFF2-40B4-BE49-F238E27FC236}">
                <a16:creationId xmlns:a16="http://schemas.microsoft.com/office/drawing/2014/main" id="{00F1436F-7575-2429-1EA0-038015C50F45}"/>
              </a:ext>
            </a:extLst>
          </p:cNvPr>
          <p:cNvSpPr txBox="1">
            <a:spLocks noChangeArrowheads="1"/>
          </p:cNvSpPr>
          <p:nvPr/>
        </p:nvSpPr>
        <p:spPr bwMode="auto">
          <a:xfrm>
            <a:off x="803669" y="2071097"/>
            <a:ext cx="2450071" cy="1815882"/>
          </a:xfrm>
          <a:prstGeom prst="rect">
            <a:avLst/>
          </a:prstGeom>
          <a:solidFill>
            <a:schemeClr val="tx1"/>
          </a:solidFill>
          <a:ln w="9525">
            <a:solidFill>
              <a:schemeClr val="tx1"/>
            </a:solidFill>
            <a:miter lim="800000"/>
            <a:headEnd/>
            <a:tailEnd/>
          </a:ln>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num</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 3</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def </a:t>
            </a:r>
            <a:r>
              <a:rPr kumimoji="0" lang="en-GB" sz="16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num_fun</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(a=5):</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a:t>
            </a:r>
            <a:r>
              <a:rPr kumimoji="0" lang="en-GB" sz="16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num</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 a</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return </a:t>
            </a:r>
            <a:r>
              <a:rPr kumimoji="0" lang="en-GB" sz="16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num</a:t>
            </a:r>
            <a:endPar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num_fun</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(7)</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print(</a:t>
            </a:r>
            <a:r>
              <a:rPr kumimoji="0" lang="en-GB" sz="16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num</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a:t>
            </a:r>
          </a:p>
        </p:txBody>
      </p:sp>
    </p:spTree>
    <p:extLst>
      <p:ext uri="{BB962C8B-B14F-4D97-AF65-F5344CB8AC3E}">
        <p14:creationId xmlns:p14="http://schemas.microsoft.com/office/powerpoint/2010/main" val="15810441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556DF7E-4520-9FAC-308B-6A2F6A6D424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0DB4C0E-799F-DB53-6E79-E2B3A636BECD}"/>
              </a:ext>
            </a:extLst>
          </p:cNvPr>
          <p:cNvSpPr>
            <a:spLocks noGrp="1"/>
          </p:cNvSpPr>
          <p:nvPr>
            <p:ph type="ctrTitle"/>
          </p:nvPr>
        </p:nvSpPr>
        <p:spPr/>
        <p:txBody>
          <a:bodyPr/>
          <a:lstStyle/>
          <a:p>
            <a:r>
              <a:rPr lang="en-GB" noProof="0"/>
              <a:t>Review questions</a:t>
            </a:r>
          </a:p>
        </p:txBody>
      </p:sp>
      <p:sp>
        <p:nvSpPr>
          <p:cNvPr id="6" name="Text Placeholder 5">
            <a:extLst>
              <a:ext uri="{FF2B5EF4-FFF2-40B4-BE49-F238E27FC236}">
                <a16:creationId xmlns:a16="http://schemas.microsoft.com/office/drawing/2014/main" id="{4AF424FF-44F1-71F7-4E70-FDE8C20EC0A9}"/>
              </a:ext>
            </a:extLst>
          </p:cNvPr>
          <p:cNvSpPr>
            <a:spLocks noGrp="1"/>
          </p:cNvSpPr>
          <p:nvPr>
            <p:ph type="body" sz="quarter" idx="13"/>
          </p:nvPr>
        </p:nvSpPr>
        <p:spPr/>
        <p:txBody>
          <a:bodyPr/>
          <a:lstStyle/>
          <a:p>
            <a:pPr>
              <a:buNone/>
            </a:pPr>
            <a:r>
              <a:rPr lang="en-GB" sz="1800" noProof="0">
                <a:effectLst/>
                <a:ea typeface="Calibri" panose="020F0502020204030204" pitchFamily="34" charset="0"/>
                <a:cs typeface="Calibri" panose="020F0502020204030204" pitchFamily="34" charset="0"/>
              </a:rPr>
              <a:t>4. What will the following program print?</a:t>
            </a:r>
            <a:endParaRPr lang="en-GB" sz="1400" noProof="0">
              <a:effectLst/>
              <a:ea typeface="Calibri" panose="020F0502020204030204" pitchFamily="34" charset="0"/>
              <a:cs typeface="Times New Roman" panose="02020603050405020304" pitchFamily="18" charset="0"/>
            </a:endParaRPr>
          </a:p>
          <a:p>
            <a:pPr>
              <a:spcBef>
                <a:spcPts val="600"/>
              </a:spcBef>
            </a:pPr>
            <a:endParaRPr lang="en-GB" noProof="0">
              <a:latin typeface="Consolas" panose="020B0609020204030204" pitchFamily="49" charset="0"/>
            </a:endParaRPr>
          </a:p>
          <a:p>
            <a:pPr marL="538163" indent="-274638">
              <a:buFont typeface="+mj-lt"/>
              <a:buAutoNum type="alphaLcPeriod"/>
            </a:pPr>
            <a:endParaRPr lang="en-GB" noProof="0">
              <a:latin typeface="Consolas" panose="020B0609020204030204" pitchFamily="49" charset="0"/>
            </a:endParaRPr>
          </a:p>
          <a:p>
            <a:pPr marL="538163" indent="-274638">
              <a:buFont typeface="+mj-lt"/>
              <a:buAutoNum type="alphaLcPeriod"/>
            </a:pPr>
            <a:endParaRPr lang="en-GB" noProof="0">
              <a:latin typeface="Consolas" panose="020B0609020204030204" pitchFamily="49" charset="0"/>
            </a:endParaRPr>
          </a:p>
          <a:p>
            <a:pPr marL="538163" indent="-274638">
              <a:buFont typeface="+mj-lt"/>
              <a:buAutoNum type="alphaLcPeriod"/>
            </a:pPr>
            <a:r>
              <a:rPr lang="en-GB" noProof="0"/>
              <a:t>An error will occur.</a:t>
            </a:r>
          </a:p>
          <a:p>
            <a:pPr marL="538163" indent="-274638">
              <a:buFont typeface="+mj-lt"/>
              <a:buAutoNum type="alphaLcPeriod"/>
            </a:pPr>
            <a:r>
              <a:rPr lang="en-GB" noProof="0"/>
              <a:t>The chosen pet is Lassie.</a:t>
            </a:r>
          </a:p>
          <a:p>
            <a:pPr marL="538163" indent="-274638">
              <a:buFont typeface="+mj-lt"/>
              <a:buAutoNum type="alphaLcPeriod"/>
            </a:pPr>
            <a:r>
              <a:rPr lang="en-GB" noProof="0"/>
              <a:t>The chosen pet is  ("Gnasher", "Flipper", "Lassie").</a:t>
            </a:r>
          </a:p>
          <a:p>
            <a:pPr marL="538163" indent="-274638">
              <a:buFont typeface="+mj-lt"/>
              <a:buAutoNum type="alphaLcPeriod"/>
            </a:pPr>
            <a:r>
              <a:rPr lang="en-GB" noProof="0"/>
              <a:t>The chosen pet is Gnasher.</a:t>
            </a:r>
          </a:p>
        </p:txBody>
      </p:sp>
      <p:sp>
        <p:nvSpPr>
          <p:cNvPr id="4" name="Slide Number Placeholder 3">
            <a:extLst>
              <a:ext uri="{FF2B5EF4-FFF2-40B4-BE49-F238E27FC236}">
                <a16:creationId xmlns:a16="http://schemas.microsoft.com/office/drawing/2014/main" id="{76177F07-1E4F-4583-2665-5E570CBCDB01}"/>
              </a:ext>
            </a:extLst>
          </p:cNvPr>
          <p:cNvSpPr>
            <a:spLocks noGrp="1"/>
          </p:cNvSpPr>
          <p:nvPr>
            <p:ph type="sldNum" sz="quarter" idx="4294967295"/>
          </p:nvPr>
        </p:nvSpPr>
        <p:spPr>
          <a:xfrm>
            <a:off x="9448800" y="6399213"/>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3469444-D02B-D446-9CF8-19DEDDE073D1}" type="slidenum">
              <a:rPr kumimoji="0" lang="en-GB" sz="1800" b="0" i="0" u="none" strike="noStrike" kern="1200" cap="none" spc="0" normalizeH="0" baseline="0" noProof="0" smtClean="0">
                <a:ln>
                  <a:noFill/>
                </a:ln>
                <a:solidFill>
                  <a:srgbClr val="0D0D0D"/>
                </a:solidFill>
                <a:effectLst/>
                <a:uLnTx/>
                <a:uFillTx/>
                <a:latin typeface="Figtree"/>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42</a:t>
            </a:fld>
            <a:endParaRPr kumimoji="0" lang="en-GB" sz="1800" b="0" i="0" u="none" strike="noStrike" kern="1200" cap="none" spc="0" normalizeH="0" baseline="0" noProof="0">
              <a:ln>
                <a:noFill/>
              </a:ln>
              <a:solidFill>
                <a:srgbClr val="0D0D0D"/>
              </a:solidFill>
              <a:effectLst/>
              <a:uLnTx/>
              <a:uFillTx/>
              <a:latin typeface="Figtree"/>
              <a:ea typeface="+mn-ea"/>
              <a:cs typeface="+mn-cs"/>
            </a:endParaRPr>
          </a:p>
        </p:txBody>
      </p:sp>
      <p:sp>
        <p:nvSpPr>
          <p:cNvPr id="7" name="TextBox 3">
            <a:extLst>
              <a:ext uri="{FF2B5EF4-FFF2-40B4-BE49-F238E27FC236}">
                <a16:creationId xmlns:a16="http://schemas.microsoft.com/office/drawing/2014/main" id="{5324E368-CA71-E6B6-4BE5-C2F2A8EA6C42}"/>
              </a:ext>
            </a:extLst>
          </p:cNvPr>
          <p:cNvSpPr txBox="1">
            <a:spLocks noChangeArrowheads="1"/>
          </p:cNvSpPr>
          <p:nvPr/>
        </p:nvSpPr>
        <p:spPr bwMode="auto">
          <a:xfrm>
            <a:off x="808446" y="2085088"/>
            <a:ext cx="5287554" cy="1077218"/>
          </a:xfrm>
          <a:prstGeom prst="rect">
            <a:avLst/>
          </a:prstGeom>
          <a:solidFill>
            <a:schemeClr val="tx1"/>
          </a:solidFill>
          <a:ln w="9525">
            <a:solidFill>
              <a:schemeClr val="tx1"/>
            </a:solidFill>
            <a:miter lim="800000"/>
            <a:headEnd/>
            <a:tailEnd/>
          </a:ln>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def </a:t>
            </a:r>
            <a:r>
              <a:rPr kumimoji="0" lang="en-GB" sz="16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my_function</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a:t>
            </a:r>
            <a:r>
              <a:rPr kumimoji="0" lang="en-GB" sz="16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pos</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=0, *pets):</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  print("The chosen pet is " + pets[</a:t>
            </a:r>
            <a:r>
              <a:rPr kumimoji="0" lang="en-GB" sz="16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pos</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600" b="0" i="0" u="none" strike="noStrike" kern="1200" cap="none" spc="0" normalizeH="0" baseline="0" noProof="0" err="1">
                <a:ln>
                  <a:noFill/>
                </a:ln>
                <a:solidFill>
                  <a:prstClr val="white"/>
                </a:solidFill>
                <a:effectLst/>
                <a:uLnTx/>
                <a:uFillTx/>
                <a:latin typeface="Consolas" panose="020B0609020204030204" pitchFamily="49" charset="0"/>
                <a:ea typeface="+mn-ea"/>
                <a:cs typeface="Courier New" panose="02070309020205020404" pitchFamily="49" charset="0"/>
              </a:rPr>
              <a:t>my_function</a:t>
            </a:r>
            <a:r>
              <a:rPr kumimoji="0" lang="en-GB" sz="1600" b="0" i="0" u="none" strike="noStrike" kern="1200" cap="none" spc="0" normalizeH="0" baseline="0" noProof="0">
                <a:ln>
                  <a:noFill/>
                </a:ln>
                <a:solidFill>
                  <a:prstClr val="white"/>
                </a:solidFill>
                <a:effectLst/>
                <a:uLnTx/>
                <a:uFillTx/>
                <a:latin typeface="Consolas" panose="020B0609020204030204" pitchFamily="49" charset="0"/>
                <a:ea typeface="+mn-ea"/>
                <a:cs typeface="Courier New" panose="02070309020205020404" pitchFamily="49" charset="0"/>
              </a:rPr>
              <a:t>(2,"Gnasher", "Flipper", "Lassie")</a:t>
            </a:r>
          </a:p>
        </p:txBody>
      </p:sp>
    </p:spTree>
    <p:extLst>
      <p:ext uri="{BB962C8B-B14F-4D97-AF65-F5344CB8AC3E}">
        <p14:creationId xmlns:p14="http://schemas.microsoft.com/office/powerpoint/2010/main" val="20623801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59FC640-6065-07A0-8618-98D700379C7A}"/>
              </a:ext>
            </a:extLst>
          </p:cNvPr>
          <p:cNvSpPr>
            <a:spLocks noGrp="1"/>
          </p:cNvSpPr>
          <p:nvPr>
            <p:ph type="ctrTitle"/>
          </p:nvPr>
        </p:nvSpPr>
        <p:spPr/>
        <p:txBody>
          <a:bodyPr/>
          <a:lstStyle/>
          <a:p>
            <a:r>
              <a:rPr lang="en-GB" noProof="0"/>
              <a:t>Summary</a:t>
            </a:r>
          </a:p>
        </p:txBody>
      </p:sp>
      <p:sp>
        <p:nvSpPr>
          <p:cNvPr id="21507" name="Rectangle 3"/>
          <p:cNvSpPr>
            <a:spLocks noGrp="1" noChangeArrowheads="1"/>
          </p:cNvSpPr>
          <p:nvPr>
            <p:ph type="body" sz="quarter" idx="13"/>
          </p:nvPr>
        </p:nvSpPr>
        <p:spPr>
          <a:xfrm>
            <a:off x="443921" y="1442720"/>
            <a:ext cx="7673919" cy="4538980"/>
          </a:xfrm>
        </p:spPr>
        <p:txBody>
          <a:bodyPr/>
          <a:lstStyle/>
          <a:p>
            <a:pPr marR="0" lvl="0" algn="l" defTabSz="914400" rtl="0" eaLnBrk="1" fontAlgn="auto" latinLnBrk="0" hangingPunct="1">
              <a:lnSpc>
                <a:spcPct val="90000"/>
              </a:lnSpc>
              <a:spcBef>
                <a:spcPts val="1000"/>
              </a:spcBef>
              <a:spcAft>
                <a:spcPts val="0"/>
              </a:spcAft>
              <a:buClrTx/>
              <a:buSzTx/>
              <a:tabLst/>
              <a:defRPr/>
            </a:pPr>
            <a:r>
              <a:rPr kumimoji="0" lang="en-GB" b="1" i="0" u="none" strike="noStrike" kern="1200" cap="none" spc="0" normalizeH="0" baseline="0" noProof="0">
                <a:ln>
                  <a:noFill/>
                </a:ln>
                <a:solidFill>
                  <a:srgbClr val="0D0D0D"/>
                </a:solidFill>
                <a:effectLst/>
                <a:uLnTx/>
                <a:uFillTx/>
                <a:latin typeface="Figtree"/>
                <a:ea typeface="+mn-ea"/>
                <a:cs typeface="+mn-cs"/>
              </a:rPr>
              <a:t>A function is a defined object.</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i="0" u="none" strike="noStrike" kern="1200" cap="none" spc="0" normalizeH="0" baseline="0" noProof="0">
                <a:ln>
                  <a:noFill/>
                </a:ln>
                <a:solidFill>
                  <a:srgbClr val="0D0D0D"/>
                </a:solidFill>
                <a:effectLst/>
                <a:uLnTx/>
                <a:uFillTx/>
                <a:latin typeface="Figtree"/>
                <a:ea typeface="+mn-ea"/>
                <a:cs typeface="+mn-cs"/>
              </a:rPr>
              <a:t>Variables have local scope unless declared global.</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i="0" u="none" strike="noStrike" kern="1200" cap="none" spc="0" normalizeH="0" baseline="0" noProof="0">
                <a:ln>
                  <a:noFill/>
                </a:ln>
                <a:solidFill>
                  <a:srgbClr val="0D0D0D"/>
                </a:solidFill>
                <a:effectLst/>
                <a:uLnTx/>
                <a:uFillTx/>
                <a:latin typeface="Figtree"/>
                <a:ea typeface="+mn-ea"/>
                <a:cs typeface="+mn-cs"/>
              </a:rPr>
              <a:t>Functions can be nested within other functions.</a:t>
            </a:r>
          </a:p>
          <a:p>
            <a:pPr marR="0" lvl="0" algn="l" defTabSz="914400" rtl="0" eaLnBrk="1" fontAlgn="auto" latinLnBrk="0" hangingPunct="1">
              <a:lnSpc>
                <a:spcPct val="90000"/>
              </a:lnSpc>
              <a:spcBef>
                <a:spcPts val="1000"/>
              </a:spcBef>
              <a:spcAft>
                <a:spcPts val="0"/>
              </a:spcAft>
              <a:buClrTx/>
              <a:buSzTx/>
              <a:tabLst/>
              <a:defRPr/>
            </a:pPr>
            <a:r>
              <a:rPr kumimoji="0" lang="en-GB" b="1" i="0" u="none" strike="noStrike" kern="1200" cap="none" spc="0" normalizeH="0" baseline="0" noProof="0">
                <a:ln>
                  <a:noFill/>
                </a:ln>
                <a:solidFill>
                  <a:srgbClr val="0D0D0D"/>
                </a:solidFill>
                <a:effectLst/>
                <a:uLnTx/>
                <a:uFillTx/>
                <a:latin typeface="Figtree"/>
                <a:ea typeface="+mn-ea"/>
                <a:cs typeface="+mn-cs"/>
              </a:rPr>
              <a:t>Parameters are local variables.</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i="0" u="none" strike="noStrike" kern="1200" cap="none" spc="0" normalizeH="0" baseline="0" noProof="0">
                <a:ln>
                  <a:noFill/>
                </a:ln>
                <a:solidFill>
                  <a:srgbClr val="0D0D0D"/>
                </a:solidFill>
                <a:effectLst/>
                <a:uLnTx/>
                <a:uFillTx/>
                <a:latin typeface="Figtree"/>
                <a:ea typeface="+mn-ea"/>
                <a:cs typeface="+mn-cs"/>
              </a:rPr>
              <a:t>Defaults may be assigned (from the right).</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i="0" u="none" strike="noStrike" kern="1200" cap="none" spc="0" normalizeH="0" baseline="0" noProof="0">
                <a:ln>
                  <a:noFill/>
                </a:ln>
                <a:solidFill>
                  <a:srgbClr val="0D0D0D"/>
                </a:solidFill>
                <a:effectLst/>
                <a:uLnTx/>
                <a:uFillTx/>
                <a:latin typeface="Figtree"/>
                <a:ea typeface="+mn-ea"/>
                <a:cs typeface="+mn-cs"/>
              </a:rPr>
              <a:t>*args collects arguments into a tuple.</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i="0" u="none" strike="noStrike" kern="1200" cap="none" spc="0" normalizeH="0" baseline="0" noProof="0">
                <a:ln>
                  <a:noFill/>
                </a:ln>
                <a:solidFill>
                  <a:srgbClr val="0D0D0D"/>
                </a:solidFill>
                <a:effectLst/>
                <a:uLnTx/>
                <a:uFillTx/>
                <a:latin typeface="Figtree"/>
                <a:ea typeface="+mn-ea"/>
                <a:cs typeface="+mn-cs"/>
              </a:rPr>
              <a:t>**kwargs collects keyword arguments into a dictionary.</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i="0" u="none" strike="noStrike" kern="1200" cap="none" spc="0" normalizeH="0" baseline="0" noProof="0">
                <a:ln>
                  <a:noFill/>
                </a:ln>
                <a:solidFill>
                  <a:srgbClr val="0D0D0D"/>
                </a:solidFill>
                <a:effectLst/>
                <a:uLnTx/>
                <a:uFillTx/>
                <a:latin typeface="Figtree"/>
                <a:ea typeface="+mn-ea"/>
                <a:cs typeface="+mn-cs"/>
              </a:rPr>
              <a:t>A lone * forces the caller to use named parameters.</a:t>
            </a:r>
          </a:p>
          <a:p>
            <a:pPr marR="0" lvl="0" algn="l" defTabSz="914400" rtl="0" eaLnBrk="1" fontAlgn="auto" latinLnBrk="0" hangingPunct="1">
              <a:lnSpc>
                <a:spcPct val="90000"/>
              </a:lnSpc>
              <a:spcBef>
                <a:spcPts val="1000"/>
              </a:spcBef>
              <a:spcAft>
                <a:spcPts val="0"/>
              </a:spcAft>
              <a:buClrTx/>
              <a:buSzTx/>
              <a:tabLst/>
              <a:defRPr/>
            </a:pPr>
            <a:r>
              <a:rPr kumimoji="0" lang="en-GB" b="1" i="0" u="none" strike="noStrike" kern="1200" cap="none" spc="0" normalizeH="0" baseline="0" noProof="0">
                <a:ln>
                  <a:noFill/>
                </a:ln>
                <a:solidFill>
                  <a:srgbClr val="0D0D0D"/>
                </a:solidFill>
                <a:effectLst/>
                <a:uLnTx/>
                <a:uFillTx/>
                <a:latin typeface="Figtree"/>
                <a:ea typeface="+mn-ea"/>
                <a:cs typeface="+mn-cs"/>
              </a:rPr>
              <a:t>Functions can return any object.</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i="0" u="none" strike="noStrike" kern="1200" cap="none" spc="0" normalizeH="0" baseline="0" noProof="0">
                <a:ln>
                  <a:noFill/>
                </a:ln>
                <a:solidFill>
                  <a:srgbClr val="0D0D0D"/>
                </a:solidFill>
                <a:effectLst/>
                <a:uLnTx/>
                <a:uFillTx/>
                <a:latin typeface="Figtree"/>
                <a:ea typeface="+mn-ea"/>
                <a:cs typeface="+mn-cs"/>
              </a:rPr>
              <a:t>Including lists, dictionaries, or even other functions.</a:t>
            </a:r>
          </a:p>
          <a:p>
            <a:pPr marR="0" lvl="0" algn="l" defTabSz="914400" rtl="0" eaLnBrk="1" fontAlgn="auto" latinLnBrk="0" hangingPunct="1">
              <a:lnSpc>
                <a:spcPct val="90000"/>
              </a:lnSpc>
              <a:spcBef>
                <a:spcPts val="1000"/>
              </a:spcBef>
              <a:spcAft>
                <a:spcPts val="0"/>
              </a:spcAft>
              <a:buClrTx/>
              <a:buSzTx/>
              <a:tabLst/>
              <a:defRPr/>
            </a:pPr>
            <a:r>
              <a:rPr kumimoji="0" lang="en-GB" b="1" i="0" u="none" strike="noStrike" kern="1200" cap="none" spc="0" normalizeH="0" baseline="0" noProof="0">
                <a:ln>
                  <a:noFill/>
                </a:ln>
                <a:solidFill>
                  <a:srgbClr val="0D0D0D"/>
                </a:solidFill>
                <a:effectLst/>
                <a:uLnTx/>
                <a:uFillTx/>
                <a:latin typeface="Figtree"/>
                <a:ea typeface="+mn-ea"/>
                <a:cs typeface="+mn-cs"/>
              </a:rPr>
              <a:t>Additional features:</a:t>
            </a:r>
          </a:p>
          <a:p>
            <a:pPr marL="285750" indent="-285750">
              <a:buFont typeface="Arial" panose="020B0604020202020204" pitchFamily="34" charset="0"/>
              <a:buChar char="•"/>
              <a:defRPr/>
            </a:pPr>
            <a:r>
              <a:rPr kumimoji="0" lang="en-GB" i="0" u="none" strike="noStrike" kern="1200" cap="none" spc="0" normalizeH="0" baseline="0" noProof="0">
                <a:ln>
                  <a:noFill/>
                </a:ln>
                <a:solidFill>
                  <a:srgbClr val="0D0D0D"/>
                </a:solidFill>
                <a:effectLst/>
                <a:uLnTx/>
                <a:uFillTx/>
                <a:latin typeface="Figtree"/>
                <a:ea typeface="+mn-ea"/>
                <a:cs typeface="+mn-cs"/>
              </a:rPr>
              <a:t>A docstring documents the function.</a:t>
            </a:r>
          </a:p>
          <a:p>
            <a:pPr marL="285750" indent="-285750">
              <a:buFont typeface="Arial" panose="020B0604020202020204" pitchFamily="34" charset="0"/>
              <a:buChar char="•"/>
              <a:defRPr/>
            </a:pPr>
            <a:r>
              <a:rPr kumimoji="0" lang="en-GB" i="0" u="none" strike="noStrike" kern="1200" cap="none" spc="0" normalizeH="0" baseline="0" noProof="0">
                <a:ln>
                  <a:noFill/>
                </a:ln>
                <a:solidFill>
                  <a:srgbClr val="0D0D0D"/>
                </a:solidFill>
                <a:effectLst/>
                <a:uLnTx/>
                <a:uFillTx/>
                <a:latin typeface="Figtree"/>
                <a:ea typeface="+mn-ea"/>
                <a:cs typeface="+mn-cs"/>
              </a:rPr>
              <a:t>Short, inline, anon functions can be created using lambda.</a:t>
            </a:r>
          </a:p>
        </p:txBody>
      </p:sp>
      <p:sp>
        <p:nvSpPr>
          <p:cNvPr id="3" name="Slide Number Placeholder 2">
            <a:extLst>
              <a:ext uri="{FF2B5EF4-FFF2-40B4-BE49-F238E27FC236}">
                <a16:creationId xmlns:a16="http://schemas.microsoft.com/office/drawing/2014/main" id="{0F61EF09-C0D5-347E-1B3E-D6CE1B377D8B}"/>
              </a:ext>
            </a:extLst>
          </p:cNvPr>
          <p:cNvSpPr>
            <a:spLocks noGrp="1"/>
          </p:cNvSpPr>
          <p:nvPr>
            <p:ph type="sldNum" sz="quarter" idx="4294967295"/>
          </p:nvPr>
        </p:nvSpPr>
        <p:spPr>
          <a:xfrm>
            <a:off x="11407775" y="6511925"/>
            <a:ext cx="784225" cy="179388"/>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GB" sz="1800" b="0" i="0" u="none" strike="noStrike" kern="1200" cap="none" spc="0" normalizeH="0" baseline="0" noProof="0" smtClean="0">
                <a:ln>
                  <a:noFill/>
                </a:ln>
                <a:solidFill>
                  <a:srgbClr val="0D0D0D"/>
                </a:solidFill>
                <a:effectLst/>
                <a:uLnTx/>
                <a:uFillTx/>
                <a:latin typeface="Figtree"/>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43</a:t>
            </a:fld>
            <a:endParaRPr kumimoji="0" lang="en-GB" sz="1800" b="0" i="0" u="none" strike="noStrike" kern="1200" cap="none" spc="0" normalizeH="0" baseline="0" noProof="0">
              <a:ln>
                <a:noFill/>
              </a:ln>
              <a:solidFill>
                <a:srgbClr val="0D0D0D"/>
              </a:solidFill>
              <a:effectLst/>
              <a:uLnTx/>
              <a:uFillTx/>
              <a:latin typeface="Figtree"/>
              <a:ea typeface="+mn-ea"/>
              <a:cs typeface="+mn-cs"/>
            </a:endParaRPr>
          </a:p>
        </p:txBody>
      </p:sp>
    </p:spTree>
    <p:extLst>
      <p:ext uri="{BB962C8B-B14F-4D97-AF65-F5344CB8AC3E}">
        <p14:creationId xmlns:p14="http://schemas.microsoft.com/office/powerpoint/2010/main" val="4080638578"/>
      </p:ext>
    </p:extLst>
  </p:cSld>
  <p:clrMapOvr>
    <a:masterClrMapping/>
  </p:clrMapOvr>
</p:sld>
</file>

<file path=ppt/theme/theme1.xml><?xml version="1.0" encoding="utf-8"?>
<a:theme xmlns:a="http://schemas.openxmlformats.org/drawingml/2006/main" name="Divider Slides">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6B1516-6D1C-4FBD-AF93-6EEE726A80B9}"/>
    </a:ext>
  </a:extLst>
</a:theme>
</file>

<file path=ppt/theme/theme2.xml><?xml version="1.0" encoding="utf-8"?>
<a:theme xmlns:a="http://schemas.openxmlformats.org/drawingml/2006/main" name="Intro Purp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6B1516-6D1C-4FBD-AF93-6EEE726A80B9}"/>
    </a:ext>
  </a:extLst>
</a:theme>
</file>

<file path=ppt/theme/theme3.xml><?xml version="1.0" encoding="utf-8"?>
<a:theme xmlns:a="http://schemas.openxmlformats.org/drawingml/2006/main" name="Purpl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4.xml><?xml version="1.0" encoding="utf-8"?>
<a:theme xmlns:a="http://schemas.openxmlformats.org/drawingml/2006/main" name="Intro Black and Whit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6B1516-6D1C-4FBD-AF93-6EEE726A80B9}"/>
    </a:ext>
  </a:extLst>
</a:theme>
</file>

<file path=ppt/theme/theme5.xml><?xml version="1.0" encoding="utf-8"?>
<a:theme xmlns:a="http://schemas.openxmlformats.org/drawingml/2006/main" name="B/W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88ECE2E70AB8B46B2C449C81E540480" ma:contentTypeVersion="18" ma:contentTypeDescription="Create a new document." ma:contentTypeScope="" ma:versionID="d9ffd49c04fc9c0865ce7004c993e985">
  <xsd:schema xmlns:xsd="http://www.w3.org/2001/XMLSchema" xmlns:xs="http://www.w3.org/2001/XMLSchema" xmlns:p="http://schemas.microsoft.com/office/2006/metadata/properties" xmlns:ns2="04dd4f8b-4e55-4b0f-90ae-c416a13e2e63" xmlns:ns3="51b58b7f-359e-418a-8fc0-c5d77d026bdc" targetNamespace="http://schemas.microsoft.com/office/2006/metadata/properties" ma:root="true" ma:fieldsID="ccdc2107fd520bd49719624c78f55497" ns2:_="" ns3:_="">
    <xsd:import namespace="04dd4f8b-4e55-4b0f-90ae-c416a13e2e63"/>
    <xsd:import namespace="51b58b7f-359e-418a-8fc0-c5d77d026bd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DateTaken" minOccurs="0"/>
                <xsd:element ref="ns3:SharedWithUsers" minOccurs="0"/>
                <xsd:element ref="ns3:SharedWithDetails" minOccurs="0"/>
                <xsd:element ref="ns2:MediaServiceAutoKeyPoints" minOccurs="0"/>
                <xsd:element ref="ns2:MediaServiceKeyPoints" minOccurs="0"/>
                <xsd:element ref="ns2:MediaServiceOCR" minOccurs="0"/>
                <xsd:element ref="ns2:MediaServiceGenerationTime" minOccurs="0"/>
                <xsd:element ref="ns2:MediaServiceEventHashCode"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4dd4f8b-4e55-4b0f-90ae-c416a13e2e6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5f1f1f9-0179-4c93-b971-8e9741e045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1b58b7f-359e-418a-8fc0-c5d77d026bd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6cab36d1-5858-4ca2-a0c9-f8a3e3f82027}" ma:internalName="TaxCatchAll" ma:showField="CatchAllData" ma:web="51b58b7f-359e-418a-8fc0-c5d77d026bd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04dd4f8b-4e55-4b0f-90ae-c416a13e2e63">
      <Terms xmlns="http://schemas.microsoft.com/office/infopath/2007/PartnerControls"/>
    </lcf76f155ced4ddcb4097134ff3c332f>
    <TaxCatchAll xmlns="51b58b7f-359e-418a-8fc0-c5d77d026bdc"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37704EF-43E5-4C56-95EA-7B6DFD58E55B}">
  <ds:schemaRefs>
    <ds:schemaRef ds:uri="04dd4f8b-4e55-4b0f-90ae-c416a13e2e63"/>
    <ds:schemaRef ds:uri="51b58b7f-359e-418a-8fc0-c5d77d026bd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77E9909-5668-4811-A12F-940E02DBBE8E}">
  <ds:schemaRefs>
    <ds:schemaRef ds:uri="04dd4f8b-4e55-4b0f-90ae-c416a13e2e63"/>
    <ds:schemaRef ds:uri="51b58b7f-359e-418a-8fc0-c5d77d026bd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030D00D9-9079-440E-82F7-7FB939E7DEE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43</Slides>
  <Notes>42</Notes>
  <HiddenSlides>0</HiddenSlides>
  <ScaleCrop>false</ScaleCrop>
  <HeadingPairs>
    <vt:vector size="4" baseType="variant">
      <vt:variant>
        <vt:lpstr>Theme</vt:lpstr>
      </vt:variant>
      <vt:variant>
        <vt:i4>5</vt:i4>
      </vt:variant>
      <vt:variant>
        <vt:lpstr>Slide Titles</vt:lpstr>
      </vt:variant>
      <vt:variant>
        <vt:i4>43</vt:i4>
      </vt:variant>
    </vt:vector>
  </HeadingPairs>
  <TitlesOfParts>
    <vt:vector size="48" baseType="lpstr">
      <vt:lpstr>Divider Slides</vt:lpstr>
      <vt:lpstr>Intro Purple</vt:lpstr>
      <vt:lpstr>Purple Module</vt:lpstr>
      <vt:lpstr>Intro Black and White</vt:lpstr>
      <vt:lpstr>B/W Module</vt:lpstr>
      <vt:lpstr>Module: Flow control</vt:lpstr>
      <vt:lpstr>PowerPoint Presentation</vt:lpstr>
      <vt:lpstr>Python conditionals: If statement</vt:lpstr>
      <vt:lpstr>Python conditionals: Indentation</vt:lpstr>
      <vt:lpstr>Chained comparisons</vt:lpstr>
      <vt:lpstr>Sequence and collection tests</vt:lpstr>
      <vt:lpstr>Object types</vt:lpstr>
      <vt:lpstr>Note on exception handling</vt:lpstr>
      <vt:lpstr>Loops</vt:lpstr>
      <vt:lpstr>While: The conditional loop</vt:lpstr>
      <vt:lpstr>Loop control statements</vt:lpstr>
      <vt:lpstr>For: The iterator loop</vt:lpstr>
      <vt:lpstr>For: Iterate through files</vt:lpstr>
      <vt:lpstr>Enumerate</vt:lpstr>
      <vt:lpstr>For: Counting loop</vt:lpstr>
      <vt:lpstr>Conditional expression</vt:lpstr>
      <vt:lpstr>Review and lab</vt:lpstr>
      <vt:lpstr>Review questions</vt:lpstr>
      <vt:lpstr>Review questions </vt:lpstr>
      <vt:lpstr>Summary </vt:lpstr>
      <vt:lpstr>Module: Functions</vt:lpstr>
      <vt:lpstr>PowerPoint Presentation</vt:lpstr>
      <vt:lpstr>Functions: Introduction</vt:lpstr>
      <vt:lpstr>Functions: Example</vt:lpstr>
      <vt:lpstr>Python functions</vt:lpstr>
      <vt:lpstr>Function parameters </vt:lpstr>
      <vt:lpstr>Assigning default values to parameters </vt:lpstr>
      <vt:lpstr>Passing parameters: Review</vt:lpstr>
      <vt:lpstr>Enforcing named parameters</vt:lpstr>
      <vt:lpstr>Unpacking and variadic functions</vt:lpstr>
      <vt:lpstr>Returning objects from a function </vt:lpstr>
      <vt:lpstr>Function annotations</vt:lpstr>
      <vt:lpstr>Variables in functions</vt:lpstr>
      <vt:lpstr>Variables in nested functions</vt:lpstr>
      <vt:lpstr>Function and user documentation</vt:lpstr>
      <vt:lpstr>Lambda functions</vt:lpstr>
      <vt:lpstr>Lambda as a sort key</vt:lpstr>
      <vt:lpstr>Lambda in re.sub</vt:lpstr>
      <vt:lpstr>Review questions</vt:lpstr>
      <vt:lpstr>Review questions</vt:lpstr>
      <vt:lpstr>Review questions</vt:lpstr>
      <vt:lpstr>Review questions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Harrison, Jordan</dc:creator>
  <cp:revision>1</cp:revision>
  <dcterms:created xsi:type="dcterms:W3CDTF">2026-07-21T14:32:15Z</dcterms:created>
  <dcterms:modified xsi:type="dcterms:W3CDTF">2026-09-25T09:29:14Z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0x010100488ECE2E70AB8B46B2C449C81E540480</vt:lpwstr>
  </property>
  <property fmtid="{D5CDD505-2E9C-101B-9397-08002B2CF9AE}" pid="3" name="MediaServiceImageTags">
    <vt:lpwstr/>
  </property>
</Properties>
</file>