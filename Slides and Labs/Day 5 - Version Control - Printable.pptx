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2" r:id="rId4"/>
    <p:sldMasterId id="2147483799" r:id="rId5"/>
    <p:sldMasterId id="2147483846" r:id="rId6"/>
    <p:sldMasterId id="2147483809" r:id="rId7"/>
    <p:sldMasterId id="2147483908" r:id="rId8"/>
  </p:sldMasterIdLst>
  <p:notesMasterIdLst>
    <p:notesMasterId r:id="rId86"/>
  </p:notesMasterIdLst>
  <p:handoutMasterIdLst>
    <p:handoutMasterId r:id="rId87"/>
  </p:handoutMasterIdLst>
  <p:sldIdLst>
    <p:sldId id="298" r:id="rId9"/>
    <p:sldId id="337" r:id="rId10"/>
    <p:sldId id="299" r:id="rId11"/>
    <p:sldId id="379" r:id="rId12"/>
    <p:sldId id="380" r:id="rId13"/>
    <p:sldId id="381" r:id="rId14"/>
    <p:sldId id="382" r:id="rId15"/>
    <p:sldId id="383" r:id="rId16"/>
    <p:sldId id="384" r:id="rId17"/>
    <p:sldId id="386" r:id="rId18"/>
    <p:sldId id="387" r:id="rId19"/>
    <p:sldId id="388" r:id="rId20"/>
    <p:sldId id="389" r:id="rId21"/>
    <p:sldId id="390" r:id="rId22"/>
    <p:sldId id="391" r:id="rId23"/>
    <p:sldId id="392" r:id="rId24"/>
    <p:sldId id="393" r:id="rId25"/>
    <p:sldId id="394" r:id="rId26"/>
    <p:sldId id="395" r:id="rId27"/>
    <p:sldId id="396" r:id="rId28"/>
    <p:sldId id="397" r:id="rId29"/>
    <p:sldId id="398" r:id="rId30"/>
    <p:sldId id="399" r:id="rId31"/>
    <p:sldId id="400" r:id="rId32"/>
    <p:sldId id="401" r:id="rId33"/>
    <p:sldId id="402" r:id="rId34"/>
    <p:sldId id="403" r:id="rId35"/>
    <p:sldId id="452" r:id="rId36"/>
    <p:sldId id="404" r:id="rId37"/>
    <p:sldId id="405" r:id="rId38"/>
    <p:sldId id="406" r:id="rId39"/>
    <p:sldId id="407" r:id="rId40"/>
    <p:sldId id="408" r:id="rId41"/>
    <p:sldId id="409" r:id="rId42"/>
    <p:sldId id="410" r:id="rId43"/>
    <p:sldId id="411" r:id="rId44"/>
    <p:sldId id="412" r:id="rId45"/>
    <p:sldId id="413" r:id="rId46"/>
    <p:sldId id="414" r:id="rId47"/>
    <p:sldId id="415" r:id="rId48"/>
    <p:sldId id="416" r:id="rId49"/>
    <p:sldId id="417" r:id="rId50"/>
    <p:sldId id="418" r:id="rId51"/>
    <p:sldId id="419" r:id="rId52"/>
    <p:sldId id="420" r:id="rId53"/>
    <p:sldId id="421" r:id="rId54"/>
    <p:sldId id="422" r:id="rId55"/>
    <p:sldId id="423" r:id="rId56"/>
    <p:sldId id="424" r:id="rId57"/>
    <p:sldId id="425" r:id="rId58"/>
    <p:sldId id="426" r:id="rId59"/>
    <p:sldId id="427" r:id="rId60"/>
    <p:sldId id="428" r:id="rId61"/>
    <p:sldId id="429" r:id="rId62"/>
    <p:sldId id="430" r:id="rId63"/>
    <p:sldId id="431" r:id="rId64"/>
    <p:sldId id="432" r:id="rId65"/>
    <p:sldId id="433" r:id="rId66"/>
    <p:sldId id="434" r:id="rId67"/>
    <p:sldId id="435" r:id="rId68"/>
    <p:sldId id="436" r:id="rId69"/>
    <p:sldId id="437" r:id="rId70"/>
    <p:sldId id="438" r:id="rId71"/>
    <p:sldId id="439" r:id="rId72"/>
    <p:sldId id="453" r:id="rId73"/>
    <p:sldId id="440" r:id="rId74"/>
    <p:sldId id="441" r:id="rId75"/>
    <p:sldId id="442" r:id="rId76"/>
    <p:sldId id="443" r:id="rId77"/>
    <p:sldId id="444" r:id="rId78"/>
    <p:sldId id="445" r:id="rId79"/>
    <p:sldId id="446" r:id="rId80"/>
    <p:sldId id="447" r:id="rId81"/>
    <p:sldId id="448" r:id="rId82"/>
    <p:sldId id="449" r:id="rId83"/>
    <p:sldId id="450" r:id="rId84"/>
    <p:sldId id="451" r:id="rId85"/>
  </p:sldIdLst>
  <p:sldSz cx="12192000" cy="6858000"/>
  <p:notesSz cx="6858000" cy="9144000"/>
  <p:embeddedFontLst>
    <p:embeddedFont>
      <p:font typeface="Consolas" panose="020B0609020204030204" pitchFamily="49" charset="0"/>
      <p:regular r:id="rId88"/>
      <p:bold r:id="rId89"/>
      <p:italic r:id="rId90"/>
      <p:boldItalic r:id="rId91"/>
    </p:embeddedFont>
    <p:embeddedFont>
      <p:font typeface="Figtree" charset="0"/>
      <p:regular r:id="rId92"/>
      <p:bold r:id="rId93"/>
      <p:italic r:id="rId94"/>
      <p:boldItalic r:id="rId95"/>
    </p:embeddedFont>
    <p:embeddedFont>
      <p:font typeface="Figtree Light" charset="0"/>
      <p:regular r:id="rId96"/>
      <p:italic r:id="rId9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s" id="{A8F06CE1-BECE-433A-A682-4C071F90D966}">
          <p14:sldIdLst>
            <p14:sldId id="298"/>
          </p14:sldIdLst>
        </p14:section>
        <p14:section name="Introduction" id="{D71C3838-11FC-3F44-90EC-9E7C8FE30A48}">
          <p14:sldIdLst>
            <p14:sldId id="337"/>
          </p14:sldIdLst>
        </p14:section>
        <p14:section name="Content Slides" id="{05C53EB9-C633-4D6D-B3BC-F573E1DB951E}">
          <p14:sldIdLst>
            <p14:sldId id="299"/>
            <p14:sldId id="379"/>
            <p14:sldId id="380"/>
            <p14:sldId id="381"/>
            <p14:sldId id="382"/>
            <p14:sldId id="383"/>
            <p14:sldId id="384"/>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52"/>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53"/>
            <p14:sldId id="440"/>
            <p14:sldId id="441"/>
            <p14:sldId id="442"/>
            <p14:sldId id="443"/>
            <p14:sldId id="444"/>
            <p14:sldId id="445"/>
            <p14:sldId id="446"/>
            <p14:sldId id="447"/>
            <p14:sldId id="448"/>
            <p14:sldId id="449"/>
            <p14:sldId id="450"/>
            <p14:sldId id="45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2D2"/>
    <a:srgbClr val="D2EDE3"/>
    <a:srgbClr val="FFD3AC"/>
    <a:srgbClr val="DACEFF"/>
    <a:srgbClr val="FFBAC0"/>
    <a:srgbClr val="FFE98E"/>
    <a:srgbClr val="9EE5F2"/>
    <a:srgbClr val="5F5F5F"/>
    <a:srgbClr val="333333"/>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278911-993A-430A-B60F-70535B33E24A}" v="95" dt="2026-09-23T16:36:39.366"/>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96"/>
    <p:restoredTop sz="89225" autoAdjust="0"/>
  </p:normalViewPr>
  <p:slideViewPr>
    <p:cSldViewPr snapToGrid="0">
      <p:cViewPr varScale="1">
        <p:scale>
          <a:sx n="108" d="100"/>
          <a:sy n="108" d="100"/>
        </p:scale>
        <p:origin x="538" y="86"/>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varScale="1">
        <p:scale>
          <a:sx n="138" d="100"/>
          <a:sy n="138" d="100"/>
        </p:scale>
        <p:origin x="2736"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font" Target="fonts/font2.fntdata"/><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microsoft.com/office/2016/11/relationships/changesInfo" Target="changesInfos/changesInfo1.xml"/><Relationship Id="rId5" Type="http://schemas.openxmlformats.org/officeDocument/2006/relationships/slideMaster" Target="slideMasters/slideMaster2.xml"/><Relationship Id="rId90" Type="http://schemas.openxmlformats.org/officeDocument/2006/relationships/font" Target="fonts/font3.fntdata"/><Relationship Id="rId95" Type="http://schemas.openxmlformats.org/officeDocument/2006/relationships/font" Target="fonts/font8.fntdata"/><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103" Type="http://schemas.microsoft.com/office/2015/10/relationships/revisionInfo" Target="revisionInfo.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font" Target="fonts/font1.fntdata"/><Relationship Id="rId91" Type="http://schemas.openxmlformats.org/officeDocument/2006/relationships/font" Target="fonts/font4.fntdata"/><Relationship Id="rId96"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notesMaster" Target="notesMasters/notesMaster1.xml"/><Relationship Id="rId94" Type="http://schemas.openxmlformats.org/officeDocument/2006/relationships/font" Target="fonts/font7.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font" Target="fonts/font10.fntdata"/><Relationship Id="rId104" Type="http://schemas.microsoft.com/office/2018/10/relationships/authors" Target="authors.xml"/><Relationship Id="rId7" Type="http://schemas.openxmlformats.org/officeDocument/2006/relationships/slideMaster" Target="slideMasters/slideMaster4.xml"/><Relationship Id="rId71" Type="http://schemas.openxmlformats.org/officeDocument/2006/relationships/slide" Target="slides/slide63.xml"/><Relationship Id="rId92" Type="http://schemas.openxmlformats.org/officeDocument/2006/relationships/font" Target="fonts/font5.fntdata"/><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handoutMaster" Target="handoutMasters/handoutMaster1.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font" Target="fonts/font6.fntdata"/><Relationship Id="rId98" Type="http://schemas.openxmlformats.org/officeDocument/2006/relationships/presProps" Target="pres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EEEAA5E7-5892-4C22-B4B9-91834BD409A7}"/>
    <pc:docChg chg="undo redo custSel modSld">
      <pc:chgData name="Feist, Ella" userId="992bbaf2-811d-42cb-a4d6-e7fc45e325e8" providerId="ADAL" clId="{EEEAA5E7-5892-4C22-B4B9-91834BD409A7}" dt="2026-09-08T14:34:15.498" v="1457" actId="12"/>
      <pc:docMkLst>
        <pc:docMk/>
      </pc:docMkLst>
      <pc:sldChg chg="modSp mod">
        <pc:chgData name="Feist, Ella" userId="992bbaf2-811d-42cb-a4d6-e7fc45e325e8" providerId="ADAL" clId="{EEEAA5E7-5892-4C22-B4B9-91834BD409A7}" dt="2026-09-08T13:45:49.707" v="0" actId="20577"/>
        <pc:sldMkLst>
          <pc:docMk/>
          <pc:sldMk cId="1240141340" sldId="298"/>
        </pc:sldMkLst>
        <pc:spChg chg="mod">
          <ac:chgData name="Feist, Ella" userId="992bbaf2-811d-42cb-a4d6-e7fc45e325e8" providerId="ADAL" clId="{EEEAA5E7-5892-4C22-B4B9-91834BD409A7}" dt="2026-09-08T13:45:49.707" v="0" actId="20577"/>
          <ac:spMkLst>
            <pc:docMk/>
            <pc:sldMk cId="1240141340" sldId="298"/>
            <ac:spMk id="2" creationId="{81DBBEA1-EE2B-2986-44CE-2891957F2440}"/>
          </ac:spMkLst>
        </pc:spChg>
      </pc:sldChg>
      <pc:sldChg chg="modSp mod">
        <pc:chgData name="Feist, Ella" userId="992bbaf2-811d-42cb-a4d6-e7fc45e325e8" providerId="ADAL" clId="{EEEAA5E7-5892-4C22-B4B9-91834BD409A7}" dt="2026-09-08T13:46:31.100" v="16" actId="20577"/>
        <pc:sldMkLst>
          <pc:docMk/>
          <pc:sldMk cId="1003932267" sldId="299"/>
        </pc:sldMkLst>
        <pc:spChg chg="mod">
          <ac:chgData name="Feist, Ella" userId="992bbaf2-811d-42cb-a4d6-e7fc45e325e8" providerId="ADAL" clId="{EEEAA5E7-5892-4C22-B4B9-91834BD409A7}" dt="2026-09-08T13:46:29.813" v="15" actId="20577"/>
          <ac:spMkLst>
            <pc:docMk/>
            <pc:sldMk cId="1003932267" sldId="299"/>
            <ac:spMk id="2" creationId="{61E83FA9-00A5-EF19-E14A-10AA58F4C95E}"/>
          </ac:spMkLst>
        </pc:spChg>
        <pc:spChg chg="mod">
          <ac:chgData name="Feist, Ella" userId="992bbaf2-811d-42cb-a4d6-e7fc45e325e8" providerId="ADAL" clId="{EEEAA5E7-5892-4C22-B4B9-91834BD409A7}" dt="2026-09-08T13:46:31.100" v="16" actId="20577"/>
          <ac:spMkLst>
            <pc:docMk/>
            <pc:sldMk cId="1003932267" sldId="299"/>
            <ac:spMk id="3" creationId="{ACAD0123-8DC0-800E-9375-AF42693BBB79}"/>
          </ac:spMkLst>
        </pc:spChg>
      </pc:sldChg>
      <pc:sldChg chg="addSp delSp modSp mod chgLayout">
        <pc:chgData name="Feist, Ella" userId="992bbaf2-811d-42cb-a4d6-e7fc45e325e8" providerId="ADAL" clId="{EEEAA5E7-5892-4C22-B4B9-91834BD409A7}" dt="2026-09-08T13:46:25.940" v="14" actId="6549"/>
        <pc:sldMkLst>
          <pc:docMk/>
          <pc:sldMk cId="2494540819" sldId="337"/>
        </pc:sldMkLst>
        <pc:spChg chg="mod ord">
          <ac:chgData name="Feist, Ella" userId="992bbaf2-811d-42cb-a4d6-e7fc45e325e8" providerId="ADAL" clId="{EEEAA5E7-5892-4C22-B4B9-91834BD409A7}" dt="2026-09-08T13:46:25.940" v="14" actId="6549"/>
          <ac:spMkLst>
            <pc:docMk/>
            <pc:sldMk cId="2494540819" sldId="337"/>
            <ac:spMk id="3" creationId="{188A52B5-B7E6-175F-42D5-B63588E3E8FA}"/>
          </ac:spMkLst>
        </pc:spChg>
      </pc:sldChg>
      <pc:sldChg chg="addSp modSp mod">
        <pc:chgData name="Feist, Ella" userId="992bbaf2-811d-42cb-a4d6-e7fc45e325e8" providerId="ADAL" clId="{EEEAA5E7-5892-4C22-B4B9-91834BD409A7}" dt="2026-09-08T13:47:31.530" v="47" actId="20577"/>
        <pc:sldMkLst>
          <pc:docMk/>
          <pc:sldMk cId="3221071791" sldId="379"/>
        </pc:sldMkLst>
        <pc:spChg chg="add mod">
          <ac:chgData name="Feist, Ella" userId="992bbaf2-811d-42cb-a4d6-e7fc45e325e8" providerId="ADAL" clId="{EEEAA5E7-5892-4C22-B4B9-91834BD409A7}" dt="2026-09-08T13:46:36.630" v="17"/>
          <ac:spMkLst>
            <pc:docMk/>
            <pc:sldMk cId="3221071791" sldId="379"/>
            <ac:spMk id="2" creationId="{4A317D08-BB9B-9668-0B53-39C8EB1503AE}"/>
          </ac:spMkLst>
        </pc:spChg>
        <pc:spChg chg="mod">
          <ac:chgData name="Feist, Ella" userId="992bbaf2-811d-42cb-a4d6-e7fc45e325e8" providerId="ADAL" clId="{EEEAA5E7-5892-4C22-B4B9-91834BD409A7}" dt="2026-09-08T13:47:17.615" v="23" actId="20577"/>
          <ac:spMkLst>
            <pc:docMk/>
            <pc:sldMk cId="3221071791" sldId="379"/>
            <ac:spMk id="4" creationId="{88E2CDBA-2399-9BDF-1733-813D66DB5348}"/>
          </ac:spMkLst>
        </pc:spChg>
        <pc:spChg chg="mod">
          <ac:chgData name="Feist, Ella" userId="992bbaf2-811d-42cb-a4d6-e7fc45e325e8" providerId="ADAL" clId="{EEEAA5E7-5892-4C22-B4B9-91834BD409A7}" dt="2026-09-08T13:47:31.530" v="47" actId="20577"/>
          <ac:spMkLst>
            <pc:docMk/>
            <pc:sldMk cId="3221071791" sldId="379"/>
            <ac:spMk id="6" creationId="{4E08A49D-685A-9577-12E5-488CCB0FB5C1}"/>
          </ac:spMkLst>
        </pc:spChg>
      </pc:sldChg>
      <pc:sldChg chg="modSp mod">
        <pc:chgData name="Feist, Ella" userId="992bbaf2-811d-42cb-a4d6-e7fc45e325e8" providerId="ADAL" clId="{EEEAA5E7-5892-4C22-B4B9-91834BD409A7}" dt="2026-09-08T13:48:01.001" v="86" actId="20577"/>
        <pc:sldMkLst>
          <pc:docMk/>
          <pc:sldMk cId="141517939" sldId="380"/>
        </pc:sldMkLst>
        <pc:spChg chg="mod">
          <ac:chgData name="Feist, Ella" userId="992bbaf2-811d-42cb-a4d6-e7fc45e325e8" providerId="ADAL" clId="{EEEAA5E7-5892-4C22-B4B9-91834BD409A7}" dt="2026-09-08T13:48:01.001" v="86" actId="20577"/>
          <ac:spMkLst>
            <pc:docMk/>
            <pc:sldMk cId="141517939" sldId="380"/>
            <ac:spMk id="3" creationId="{91E6B04E-89E0-5027-DECA-9B60F8ED8883}"/>
          </ac:spMkLst>
        </pc:spChg>
        <pc:spChg chg="mod">
          <ac:chgData name="Feist, Ella" userId="992bbaf2-811d-42cb-a4d6-e7fc45e325e8" providerId="ADAL" clId="{EEEAA5E7-5892-4C22-B4B9-91834BD409A7}" dt="2026-09-08T13:47:36.440" v="48"/>
          <ac:spMkLst>
            <pc:docMk/>
            <pc:sldMk cId="141517939" sldId="380"/>
            <ac:spMk id="5" creationId="{887ECE58-B96E-8D6A-4BD7-1ED29CC1704B}"/>
          </ac:spMkLst>
        </pc:spChg>
      </pc:sldChg>
      <pc:sldChg chg="modSp mod">
        <pc:chgData name="Feist, Ella" userId="992bbaf2-811d-42cb-a4d6-e7fc45e325e8" providerId="ADAL" clId="{EEEAA5E7-5892-4C22-B4B9-91834BD409A7}" dt="2026-09-08T13:48:15.340" v="97" actId="20577"/>
        <pc:sldMkLst>
          <pc:docMk/>
          <pc:sldMk cId="343460374" sldId="381"/>
        </pc:sldMkLst>
        <pc:spChg chg="mod">
          <ac:chgData name="Feist, Ella" userId="992bbaf2-811d-42cb-a4d6-e7fc45e325e8" providerId="ADAL" clId="{EEEAA5E7-5892-4C22-B4B9-91834BD409A7}" dt="2026-09-08T13:48:06.585" v="87"/>
          <ac:spMkLst>
            <pc:docMk/>
            <pc:sldMk cId="343460374" sldId="381"/>
            <ac:spMk id="5" creationId="{D4146C62-6268-2FC8-735E-347AFE0ACEDC}"/>
          </ac:spMkLst>
        </pc:spChg>
        <pc:spChg chg="mod">
          <ac:chgData name="Feist, Ella" userId="992bbaf2-811d-42cb-a4d6-e7fc45e325e8" providerId="ADAL" clId="{EEEAA5E7-5892-4C22-B4B9-91834BD409A7}" dt="2026-09-08T13:48:15.340" v="97" actId="20577"/>
          <ac:spMkLst>
            <pc:docMk/>
            <pc:sldMk cId="343460374" sldId="381"/>
            <ac:spMk id="7" creationId="{2FF9F209-40D8-D19A-6C09-7CDBC6B91268}"/>
          </ac:spMkLst>
        </pc:spChg>
      </pc:sldChg>
      <pc:sldChg chg="modSp mod">
        <pc:chgData name="Feist, Ella" userId="992bbaf2-811d-42cb-a4d6-e7fc45e325e8" providerId="ADAL" clId="{EEEAA5E7-5892-4C22-B4B9-91834BD409A7}" dt="2026-09-08T13:48:30.644" v="105" actId="20577"/>
        <pc:sldMkLst>
          <pc:docMk/>
          <pc:sldMk cId="499904024" sldId="382"/>
        </pc:sldMkLst>
        <pc:spChg chg="mod">
          <ac:chgData name="Feist, Ella" userId="992bbaf2-811d-42cb-a4d6-e7fc45e325e8" providerId="ADAL" clId="{EEEAA5E7-5892-4C22-B4B9-91834BD409A7}" dt="2026-09-08T13:48:30.644" v="105" actId="20577"/>
          <ac:spMkLst>
            <pc:docMk/>
            <pc:sldMk cId="499904024" sldId="382"/>
            <ac:spMk id="3" creationId="{902923F8-D82A-6CF2-A7FE-48338570C60E}"/>
          </ac:spMkLst>
        </pc:spChg>
      </pc:sldChg>
      <pc:sldChg chg="modSp mod">
        <pc:chgData name="Feist, Ella" userId="992bbaf2-811d-42cb-a4d6-e7fc45e325e8" providerId="ADAL" clId="{EEEAA5E7-5892-4C22-B4B9-91834BD409A7}" dt="2026-09-08T13:48:56.365" v="121" actId="20577"/>
        <pc:sldMkLst>
          <pc:docMk/>
          <pc:sldMk cId="1531423517" sldId="383"/>
        </pc:sldMkLst>
        <pc:spChg chg="mod">
          <ac:chgData name="Feist, Ella" userId="992bbaf2-811d-42cb-a4d6-e7fc45e325e8" providerId="ADAL" clId="{EEEAA5E7-5892-4C22-B4B9-91834BD409A7}" dt="2026-09-08T13:48:56.365" v="121" actId="20577"/>
          <ac:spMkLst>
            <pc:docMk/>
            <pc:sldMk cId="1531423517" sldId="383"/>
            <ac:spMk id="3" creationId="{2A0F0FD5-2494-797F-42AA-7F6F348A378A}"/>
          </ac:spMkLst>
        </pc:spChg>
      </pc:sldChg>
      <pc:sldChg chg="modSp mod">
        <pc:chgData name="Feist, Ella" userId="992bbaf2-811d-42cb-a4d6-e7fc45e325e8" providerId="ADAL" clId="{EEEAA5E7-5892-4C22-B4B9-91834BD409A7}" dt="2026-09-08T13:49:26.319" v="138" actId="113"/>
        <pc:sldMkLst>
          <pc:docMk/>
          <pc:sldMk cId="2604529373" sldId="384"/>
        </pc:sldMkLst>
        <pc:spChg chg="mod">
          <ac:chgData name="Feist, Ella" userId="992bbaf2-811d-42cb-a4d6-e7fc45e325e8" providerId="ADAL" clId="{EEEAA5E7-5892-4C22-B4B9-91834BD409A7}" dt="2026-09-08T13:49:02.811" v="125" actId="20577"/>
          <ac:spMkLst>
            <pc:docMk/>
            <pc:sldMk cId="2604529373" sldId="384"/>
            <ac:spMk id="5" creationId="{67A8CE4A-5AED-3EA8-7D0E-0481F3981ECA}"/>
          </ac:spMkLst>
        </pc:spChg>
        <pc:spChg chg="mod">
          <ac:chgData name="Feist, Ella" userId="992bbaf2-811d-42cb-a4d6-e7fc45e325e8" providerId="ADAL" clId="{EEEAA5E7-5892-4C22-B4B9-91834BD409A7}" dt="2026-09-08T13:49:26.319" v="138" actId="113"/>
          <ac:spMkLst>
            <pc:docMk/>
            <pc:sldMk cId="2604529373" sldId="384"/>
            <ac:spMk id="7" creationId="{3F144D92-088E-3221-7D6E-1282CF487067}"/>
          </ac:spMkLst>
        </pc:spChg>
      </pc:sldChg>
      <pc:sldChg chg="modSp mod">
        <pc:chgData name="Feist, Ella" userId="992bbaf2-811d-42cb-a4d6-e7fc45e325e8" providerId="ADAL" clId="{EEEAA5E7-5892-4C22-B4B9-91834BD409A7}" dt="2026-09-08T13:49:53.147" v="165" actId="20577"/>
        <pc:sldMkLst>
          <pc:docMk/>
          <pc:sldMk cId="389519639" sldId="386"/>
        </pc:sldMkLst>
        <pc:spChg chg="mod">
          <ac:chgData name="Feist, Ella" userId="992bbaf2-811d-42cb-a4d6-e7fc45e325e8" providerId="ADAL" clId="{EEEAA5E7-5892-4C22-B4B9-91834BD409A7}" dt="2026-09-08T13:49:34.791" v="143" actId="20577"/>
          <ac:spMkLst>
            <pc:docMk/>
            <pc:sldMk cId="389519639" sldId="386"/>
            <ac:spMk id="2" creationId="{8FB2FE92-1D81-68A8-9FB5-7FD5C35FA589}"/>
          </ac:spMkLst>
        </pc:spChg>
        <pc:spChg chg="mod">
          <ac:chgData name="Feist, Ella" userId="992bbaf2-811d-42cb-a4d6-e7fc45e325e8" providerId="ADAL" clId="{EEEAA5E7-5892-4C22-B4B9-91834BD409A7}" dt="2026-09-08T13:49:53.147" v="165" actId="20577"/>
          <ac:spMkLst>
            <pc:docMk/>
            <pc:sldMk cId="389519639" sldId="386"/>
            <ac:spMk id="3" creationId="{B623F834-FC34-2BA2-016D-02DDFF3A86DB}"/>
          </ac:spMkLst>
        </pc:spChg>
        <pc:spChg chg="mod">
          <ac:chgData name="Feist, Ella" userId="992bbaf2-811d-42cb-a4d6-e7fc45e325e8" providerId="ADAL" clId="{EEEAA5E7-5892-4C22-B4B9-91834BD409A7}" dt="2026-09-08T13:49:44.658" v="161" actId="1035"/>
          <ac:spMkLst>
            <pc:docMk/>
            <pc:sldMk cId="389519639" sldId="386"/>
            <ac:spMk id="8" creationId="{C68E0B3D-1876-AE48-DDAF-D33BFB3CFAA1}"/>
          </ac:spMkLst>
        </pc:spChg>
      </pc:sldChg>
      <pc:sldChg chg="addSp delSp modSp mod chgLayout">
        <pc:chgData name="Feist, Ella" userId="992bbaf2-811d-42cb-a4d6-e7fc45e325e8" providerId="ADAL" clId="{EEEAA5E7-5892-4C22-B4B9-91834BD409A7}" dt="2026-09-08T13:50:06.131" v="172" actId="20577"/>
        <pc:sldMkLst>
          <pc:docMk/>
          <pc:sldMk cId="3409714577" sldId="387"/>
        </pc:sldMkLst>
        <pc:spChg chg="mod ord">
          <ac:chgData name="Feist, Ella" userId="992bbaf2-811d-42cb-a4d6-e7fc45e325e8" providerId="ADAL" clId="{EEEAA5E7-5892-4C22-B4B9-91834BD409A7}" dt="2026-09-08T13:49:59.251" v="166" actId="6264"/>
          <ac:spMkLst>
            <pc:docMk/>
            <pc:sldMk cId="3409714577" sldId="387"/>
            <ac:spMk id="2" creationId="{9C15353A-899B-4375-C2C0-65174B8B79D1}"/>
          </ac:spMkLst>
        </pc:spChg>
        <pc:spChg chg="mod ord">
          <ac:chgData name="Feist, Ella" userId="992bbaf2-811d-42cb-a4d6-e7fc45e325e8" providerId="ADAL" clId="{EEEAA5E7-5892-4C22-B4B9-91834BD409A7}" dt="2026-09-08T13:50:06.131" v="172" actId="20577"/>
          <ac:spMkLst>
            <pc:docMk/>
            <pc:sldMk cId="3409714577" sldId="387"/>
            <ac:spMk id="3" creationId="{66967DE4-0A05-A850-5E0F-319AE733F74E}"/>
          </ac:spMkLst>
        </pc:spChg>
      </pc:sldChg>
      <pc:sldChg chg="addSp modSp mod">
        <pc:chgData name="Feist, Ella" userId="992bbaf2-811d-42cb-a4d6-e7fc45e325e8" providerId="ADAL" clId="{EEEAA5E7-5892-4C22-B4B9-91834BD409A7}" dt="2026-09-08T13:50:27.796" v="196" actId="20577"/>
        <pc:sldMkLst>
          <pc:docMk/>
          <pc:sldMk cId="3994731856" sldId="388"/>
        </pc:sldMkLst>
        <pc:spChg chg="mod">
          <ac:chgData name="Feist, Ella" userId="992bbaf2-811d-42cb-a4d6-e7fc45e325e8" providerId="ADAL" clId="{EEEAA5E7-5892-4C22-B4B9-91834BD409A7}" dt="2026-09-08T13:50:11.394" v="176" actId="6549"/>
          <ac:spMkLst>
            <pc:docMk/>
            <pc:sldMk cId="3994731856" sldId="388"/>
            <ac:spMk id="2" creationId="{3A07E4C1-11F7-EBA7-98E9-1ED1E75A6B26}"/>
          </ac:spMkLst>
        </pc:spChg>
        <pc:spChg chg="mod">
          <ac:chgData name="Feist, Ella" userId="992bbaf2-811d-42cb-a4d6-e7fc45e325e8" providerId="ADAL" clId="{EEEAA5E7-5892-4C22-B4B9-91834BD409A7}" dt="2026-09-08T13:50:27.796" v="196" actId="20577"/>
          <ac:spMkLst>
            <pc:docMk/>
            <pc:sldMk cId="3994731856" sldId="388"/>
            <ac:spMk id="3" creationId="{045316F3-71B6-F717-4B54-2313DFB9E3F7}"/>
          </ac:spMkLst>
        </pc:spChg>
        <pc:spChg chg="mod">
          <ac:chgData name="Feist, Ella" userId="992bbaf2-811d-42cb-a4d6-e7fc45e325e8" providerId="ADAL" clId="{EEEAA5E7-5892-4C22-B4B9-91834BD409A7}" dt="2026-09-08T13:50:21.108" v="190" actId="1076"/>
          <ac:spMkLst>
            <pc:docMk/>
            <pc:sldMk cId="3994731856" sldId="388"/>
            <ac:spMk id="4" creationId="{C9AEB43B-D297-0B85-EA99-7225C31A9259}"/>
          </ac:spMkLst>
        </pc:spChg>
        <pc:spChg chg="add mod">
          <ac:chgData name="Feist, Ella" userId="992bbaf2-811d-42cb-a4d6-e7fc45e325e8" providerId="ADAL" clId="{EEEAA5E7-5892-4C22-B4B9-91834BD409A7}" dt="2026-09-08T13:46:41.200" v="18"/>
          <ac:spMkLst>
            <pc:docMk/>
            <pc:sldMk cId="3994731856" sldId="388"/>
            <ac:spMk id="6" creationId="{1A88F56B-D752-D6C2-FA48-0D687FA9CFDF}"/>
          </ac:spMkLst>
        </pc:spChg>
      </pc:sldChg>
      <pc:sldChg chg="modSp mod">
        <pc:chgData name="Feist, Ella" userId="992bbaf2-811d-42cb-a4d6-e7fc45e325e8" providerId="ADAL" clId="{EEEAA5E7-5892-4C22-B4B9-91834BD409A7}" dt="2026-09-08T13:51:01.937" v="208" actId="20577"/>
        <pc:sldMkLst>
          <pc:docMk/>
          <pc:sldMk cId="277880405" sldId="389"/>
        </pc:sldMkLst>
        <pc:graphicFrameChg chg="mod modGraphic">
          <ac:chgData name="Feist, Ella" userId="992bbaf2-811d-42cb-a4d6-e7fc45e325e8" providerId="ADAL" clId="{EEEAA5E7-5892-4C22-B4B9-91834BD409A7}" dt="2026-09-08T13:51:01.937" v="208" actId="20577"/>
          <ac:graphicFrameMkLst>
            <pc:docMk/>
            <pc:sldMk cId="277880405" sldId="389"/>
            <ac:graphicFrameMk id="8" creationId="{6A27526B-EC23-FC4A-C187-F3EEC4DAE602}"/>
          </ac:graphicFrameMkLst>
        </pc:graphicFrameChg>
      </pc:sldChg>
      <pc:sldChg chg="modSp mod">
        <pc:chgData name="Feist, Ella" userId="992bbaf2-811d-42cb-a4d6-e7fc45e325e8" providerId="ADAL" clId="{EEEAA5E7-5892-4C22-B4B9-91834BD409A7}" dt="2026-09-08T13:51:33.861" v="228" actId="20577"/>
        <pc:sldMkLst>
          <pc:docMk/>
          <pc:sldMk cId="1135238295" sldId="390"/>
        </pc:sldMkLst>
        <pc:spChg chg="mod">
          <ac:chgData name="Feist, Ella" userId="992bbaf2-811d-42cb-a4d6-e7fc45e325e8" providerId="ADAL" clId="{EEEAA5E7-5892-4C22-B4B9-91834BD409A7}" dt="2026-09-08T13:51:33.861" v="228" actId="20577"/>
          <ac:spMkLst>
            <pc:docMk/>
            <pc:sldMk cId="1135238295" sldId="390"/>
            <ac:spMk id="2" creationId="{D23ECCC3-912F-CAD9-85AC-4B849DEEACB6}"/>
          </ac:spMkLst>
        </pc:spChg>
        <pc:spChg chg="mod">
          <ac:chgData name="Feist, Ella" userId="992bbaf2-811d-42cb-a4d6-e7fc45e325e8" providerId="ADAL" clId="{EEEAA5E7-5892-4C22-B4B9-91834BD409A7}" dt="2026-09-08T13:51:27.291" v="225" actId="20577"/>
          <ac:spMkLst>
            <pc:docMk/>
            <pc:sldMk cId="1135238295" sldId="390"/>
            <ac:spMk id="3" creationId="{ED697883-99F6-1F18-1CC4-05166414006C}"/>
          </ac:spMkLst>
        </pc:spChg>
      </pc:sldChg>
      <pc:sldChg chg="addSp delSp modSp mod">
        <pc:chgData name="Feist, Ella" userId="992bbaf2-811d-42cb-a4d6-e7fc45e325e8" providerId="ADAL" clId="{EEEAA5E7-5892-4C22-B4B9-91834BD409A7}" dt="2026-09-08T13:51:31.019" v="227" actId="20577"/>
        <pc:sldMkLst>
          <pc:docMk/>
          <pc:sldMk cId="2708788606" sldId="391"/>
        </pc:sldMkLst>
        <pc:spChg chg="mod">
          <ac:chgData name="Feist, Ella" userId="992bbaf2-811d-42cb-a4d6-e7fc45e325e8" providerId="ADAL" clId="{EEEAA5E7-5892-4C22-B4B9-91834BD409A7}" dt="2026-09-08T13:51:31.019" v="227" actId="20577"/>
          <ac:spMkLst>
            <pc:docMk/>
            <pc:sldMk cId="2708788606" sldId="391"/>
            <ac:spMk id="2" creationId="{D24FA74F-9247-FB81-25E3-68CA8A52D1C1}"/>
          </ac:spMkLst>
        </pc:spChg>
        <pc:spChg chg="add mod">
          <ac:chgData name="Feist, Ella" userId="992bbaf2-811d-42cb-a4d6-e7fc45e325e8" providerId="ADAL" clId="{EEEAA5E7-5892-4C22-B4B9-91834BD409A7}" dt="2026-09-08T13:46:42.791" v="19"/>
          <ac:spMkLst>
            <pc:docMk/>
            <pc:sldMk cId="2708788606" sldId="391"/>
            <ac:spMk id="3" creationId="{0705B882-4D72-CFF5-25DB-F68C5B5052C3}"/>
          </ac:spMkLst>
        </pc:spChg>
      </pc:sldChg>
      <pc:sldChg chg="modSp mod">
        <pc:chgData name="Feist, Ella" userId="992bbaf2-811d-42cb-a4d6-e7fc45e325e8" providerId="ADAL" clId="{EEEAA5E7-5892-4C22-B4B9-91834BD409A7}" dt="2026-09-08T13:52:05.384" v="266"/>
        <pc:sldMkLst>
          <pc:docMk/>
          <pc:sldMk cId="3804892432" sldId="392"/>
        </pc:sldMkLst>
        <pc:spChg chg="mod">
          <ac:chgData name="Feist, Ella" userId="992bbaf2-811d-42cb-a4d6-e7fc45e325e8" providerId="ADAL" clId="{EEEAA5E7-5892-4C22-B4B9-91834BD409A7}" dt="2026-09-08T13:51:39.804" v="231" actId="20577"/>
          <ac:spMkLst>
            <pc:docMk/>
            <pc:sldMk cId="3804892432" sldId="392"/>
            <ac:spMk id="5" creationId="{9D08AF29-8C38-F081-BAA2-6BEF00EECDC8}"/>
          </ac:spMkLst>
        </pc:spChg>
        <pc:spChg chg="mod">
          <ac:chgData name="Feist, Ella" userId="992bbaf2-811d-42cb-a4d6-e7fc45e325e8" providerId="ADAL" clId="{EEEAA5E7-5892-4C22-B4B9-91834BD409A7}" dt="2026-09-08T13:52:05.384" v="266"/>
          <ac:spMkLst>
            <pc:docMk/>
            <pc:sldMk cId="3804892432" sldId="392"/>
            <ac:spMk id="6" creationId="{80A81185-77B1-4626-05D5-EAC369A07EE4}"/>
          </ac:spMkLst>
        </pc:spChg>
      </pc:sldChg>
      <pc:sldChg chg="addSp modSp mod">
        <pc:chgData name="Feist, Ella" userId="992bbaf2-811d-42cb-a4d6-e7fc45e325e8" providerId="ADAL" clId="{EEEAA5E7-5892-4C22-B4B9-91834BD409A7}" dt="2026-09-08T13:52:12.900" v="270" actId="12"/>
        <pc:sldMkLst>
          <pc:docMk/>
          <pc:sldMk cId="3608859155" sldId="393"/>
        </pc:sldMkLst>
        <pc:spChg chg="mod">
          <ac:chgData name="Feist, Ella" userId="992bbaf2-811d-42cb-a4d6-e7fc45e325e8" providerId="ADAL" clId="{EEEAA5E7-5892-4C22-B4B9-91834BD409A7}" dt="2026-09-08T13:52:12.900" v="270" actId="12"/>
          <ac:spMkLst>
            <pc:docMk/>
            <pc:sldMk cId="3608859155" sldId="393"/>
            <ac:spMk id="2" creationId="{1519B2E5-5F45-346C-849F-A9FB97A40D72}"/>
          </ac:spMkLst>
        </pc:spChg>
        <pc:spChg chg="add mod">
          <ac:chgData name="Feist, Ella" userId="992bbaf2-811d-42cb-a4d6-e7fc45e325e8" providerId="ADAL" clId="{EEEAA5E7-5892-4C22-B4B9-91834BD409A7}" dt="2026-09-08T13:46:44.854" v="20"/>
          <ac:spMkLst>
            <pc:docMk/>
            <pc:sldMk cId="3608859155" sldId="393"/>
            <ac:spMk id="4" creationId="{45E5F949-C14E-7BA6-FE1C-014CFD2CFD5A}"/>
          </ac:spMkLst>
        </pc:spChg>
      </pc:sldChg>
      <pc:sldChg chg="modSp mod">
        <pc:chgData name="Feist, Ella" userId="992bbaf2-811d-42cb-a4d6-e7fc45e325e8" providerId="ADAL" clId="{EEEAA5E7-5892-4C22-B4B9-91834BD409A7}" dt="2026-09-08T13:52:16.730" v="272" actId="20577"/>
        <pc:sldMkLst>
          <pc:docMk/>
          <pc:sldMk cId="619844413" sldId="394"/>
        </pc:sldMkLst>
        <pc:spChg chg="mod">
          <ac:chgData name="Feist, Ella" userId="992bbaf2-811d-42cb-a4d6-e7fc45e325e8" providerId="ADAL" clId="{EEEAA5E7-5892-4C22-B4B9-91834BD409A7}" dt="2026-09-08T13:52:15.645" v="271" actId="20577"/>
          <ac:spMkLst>
            <pc:docMk/>
            <pc:sldMk cId="619844413" sldId="394"/>
            <ac:spMk id="2" creationId="{55F9FD7F-859E-C1F8-F159-259946E29E7F}"/>
          </ac:spMkLst>
        </pc:spChg>
        <pc:spChg chg="mod">
          <ac:chgData name="Feist, Ella" userId="992bbaf2-811d-42cb-a4d6-e7fc45e325e8" providerId="ADAL" clId="{EEEAA5E7-5892-4C22-B4B9-91834BD409A7}" dt="2026-09-08T13:52:16.730" v="272" actId="20577"/>
          <ac:spMkLst>
            <pc:docMk/>
            <pc:sldMk cId="619844413" sldId="394"/>
            <ac:spMk id="3" creationId="{20E30EE9-A1FD-A42C-E1EA-9DF11B0C1433}"/>
          </ac:spMkLst>
        </pc:spChg>
      </pc:sldChg>
      <pc:sldChg chg="addSp modSp mod">
        <pc:chgData name="Feist, Ella" userId="992bbaf2-811d-42cb-a4d6-e7fc45e325e8" providerId="ADAL" clId="{EEEAA5E7-5892-4C22-B4B9-91834BD409A7}" dt="2026-09-08T13:52:50.971" v="287" actId="20577"/>
        <pc:sldMkLst>
          <pc:docMk/>
          <pc:sldMk cId="2329052595" sldId="395"/>
        </pc:sldMkLst>
        <pc:spChg chg="add mod">
          <ac:chgData name="Feist, Ella" userId="992bbaf2-811d-42cb-a4d6-e7fc45e325e8" providerId="ADAL" clId="{EEEAA5E7-5892-4C22-B4B9-91834BD409A7}" dt="2026-09-08T13:46:46.669" v="21"/>
          <ac:spMkLst>
            <pc:docMk/>
            <pc:sldMk cId="2329052595" sldId="395"/>
            <ac:spMk id="2" creationId="{241E7264-5FB0-4FD5-BAEA-F85DA4CB1C83}"/>
          </ac:spMkLst>
        </pc:spChg>
        <pc:spChg chg="mod">
          <ac:chgData name="Feist, Ella" userId="992bbaf2-811d-42cb-a4d6-e7fc45e325e8" providerId="ADAL" clId="{EEEAA5E7-5892-4C22-B4B9-91834BD409A7}" dt="2026-09-08T13:52:19.505" v="273" actId="20577"/>
          <ac:spMkLst>
            <pc:docMk/>
            <pc:sldMk cId="2329052595" sldId="395"/>
            <ac:spMk id="4" creationId="{7AEF9FD4-B1D4-6E3D-553E-AD686BC0773A}"/>
          </ac:spMkLst>
        </pc:spChg>
        <pc:spChg chg="mod">
          <ac:chgData name="Feist, Ella" userId="992bbaf2-811d-42cb-a4d6-e7fc45e325e8" providerId="ADAL" clId="{EEEAA5E7-5892-4C22-B4B9-91834BD409A7}" dt="2026-09-08T13:52:50.971" v="287" actId="20577"/>
          <ac:spMkLst>
            <pc:docMk/>
            <pc:sldMk cId="2329052595" sldId="395"/>
            <ac:spMk id="5" creationId="{4A8E2FA9-9E7F-7DB1-1E35-90EC2F058FBC}"/>
          </ac:spMkLst>
        </pc:spChg>
      </pc:sldChg>
      <pc:sldChg chg="modSp mod modNotesTx">
        <pc:chgData name="Feist, Ella" userId="992bbaf2-811d-42cb-a4d6-e7fc45e325e8" providerId="ADAL" clId="{EEEAA5E7-5892-4C22-B4B9-91834BD409A7}" dt="2026-09-08T13:53:13.652" v="308" actId="20577"/>
        <pc:sldMkLst>
          <pc:docMk/>
          <pc:sldMk cId="1868916001" sldId="396"/>
        </pc:sldMkLst>
        <pc:spChg chg="mod">
          <ac:chgData name="Feist, Ella" userId="992bbaf2-811d-42cb-a4d6-e7fc45e325e8" providerId="ADAL" clId="{EEEAA5E7-5892-4C22-B4B9-91834BD409A7}" dt="2026-09-08T13:53:03.296" v="299" actId="6549"/>
          <ac:spMkLst>
            <pc:docMk/>
            <pc:sldMk cId="1868916001" sldId="396"/>
            <ac:spMk id="2" creationId="{AE419172-2099-8289-46F4-C0CBEB628121}"/>
          </ac:spMkLst>
        </pc:spChg>
        <pc:spChg chg="mod">
          <ac:chgData name="Feist, Ella" userId="992bbaf2-811d-42cb-a4d6-e7fc45e325e8" providerId="ADAL" clId="{EEEAA5E7-5892-4C22-B4B9-91834BD409A7}" dt="2026-09-08T13:53:13.652" v="308" actId="20577"/>
          <ac:spMkLst>
            <pc:docMk/>
            <pc:sldMk cId="1868916001" sldId="396"/>
            <ac:spMk id="3" creationId="{AFFCCB1B-0F94-3CC2-CE2E-CE04E76FF061}"/>
          </ac:spMkLst>
        </pc:spChg>
      </pc:sldChg>
      <pc:sldChg chg="modSp mod">
        <pc:chgData name="Feist, Ella" userId="992bbaf2-811d-42cb-a4d6-e7fc45e325e8" providerId="ADAL" clId="{EEEAA5E7-5892-4C22-B4B9-91834BD409A7}" dt="2026-09-08T13:53:17.325" v="309" actId="20577"/>
        <pc:sldMkLst>
          <pc:docMk/>
          <pc:sldMk cId="1602460953" sldId="397"/>
        </pc:sldMkLst>
        <pc:spChg chg="mod">
          <ac:chgData name="Feist, Ella" userId="992bbaf2-811d-42cb-a4d6-e7fc45e325e8" providerId="ADAL" clId="{EEEAA5E7-5892-4C22-B4B9-91834BD409A7}" dt="2026-09-08T13:53:17.325" v="309" actId="20577"/>
          <ac:spMkLst>
            <pc:docMk/>
            <pc:sldMk cId="1602460953" sldId="397"/>
            <ac:spMk id="2" creationId="{23499862-F922-6CE1-8AE7-B48BC788E4AB}"/>
          </ac:spMkLst>
        </pc:spChg>
      </pc:sldChg>
      <pc:sldChg chg="modSp mod">
        <pc:chgData name="Feist, Ella" userId="992bbaf2-811d-42cb-a4d6-e7fc45e325e8" providerId="ADAL" clId="{EEEAA5E7-5892-4C22-B4B9-91834BD409A7}" dt="2026-09-08T13:53:30.370" v="317" actId="20577"/>
        <pc:sldMkLst>
          <pc:docMk/>
          <pc:sldMk cId="2665265919" sldId="398"/>
        </pc:sldMkLst>
        <pc:spChg chg="mod">
          <ac:chgData name="Feist, Ella" userId="992bbaf2-811d-42cb-a4d6-e7fc45e325e8" providerId="ADAL" clId="{EEEAA5E7-5892-4C22-B4B9-91834BD409A7}" dt="2026-09-08T13:53:23.016" v="310" actId="20577"/>
          <ac:spMkLst>
            <pc:docMk/>
            <pc:sldMk cId="2665265919" sldId="398"/>
            <ac:spMk id="5" creationId="{D2FBD94B-F273-287D-3E9A-ECB25FA1BA2F}"/>
          </ac:spMkLst>
        </pc:spChg>
        <pc:spChg chg="mod">
          <ac:chgData name="Feist, Ella" userId="992bbaf2-811d-42cb-a4d6-e7fc45e325e8" providerId="ADAL" clId="{EEEAA5E7-5892-4C22-B4B9-91834BD409A7}" dt="2026-09-08T13:53:30.370" v="317" actId="20577"/>
          <ac:spMkLst>
            <pc:docMk/>
            <pc:sldMk cId="2665265919" sldId="398"/>
            <ac:spMk id="6" creationId="{246BDB6D-1950-526F-E631-AD5CBC29A2ED}"/>
          </ac:spMkLst>
        </pc:spChg>
      </pc:sldChg>
      <pc:sldChg chg="modSp mod">
        <pc:chgData name="Feist, Ella" userId="992bbaf2-811d-42cb-a4d6-e7fc45e325e8" providerId="ADAL" clId="{EEEAA5E7-5892-4C22-B4B9-91834BD409A7}" dt="2026-09-08T13:53:57.386" v="332" actId="113"/>
        <pc:sldMkLst>
          <pc:docMk/>
          <pc:sldMk cId="2247101663" sldId="399"/>
        </pc:sldMkLst>
        <pc:spChg chg="mod">
          <ac:chgData name="Feist, Ella" userId="992bbaf2-811d-42cb-a4d6-e7fc45e325e8" providerId="ADAL" clId="{EEEAA5E7-5892-4C22-B4B9-91834BD409A7}" dt="2026-09-08T13:53:33.967" v="318"/>
          <ac:spMkLst>
            <pc:docMk/>
            <pc:sldMk cId="2247101663" sldId="399"/>
            <ac:spMk id="2" creationId="{A9AA3347-75D2-8558-10BE-E4AEE665487F}"/>
          </ac:spMkLst>
        </pc:spChg>
        <pc:spChg chg="mod">
          <ac:chgData name="Feist, Ella" userId="992bbaf2-811d-42cb-a4d6-e7fc45e325e8" providerId="ADAL" clId="{EEEAA5E7-5892-4C22-B4B9-91834BD409A7}" dt="2026-09-08T13:53:57.386" v="332" actId="113"/>
          <ac:spMkLst>
            <pc:docMk/>
            <pc:sldMk cId="2247101663" sldId="399"/>
            <ac:spMk id="3" creationId="{FD14F3E4-3411-9E26-C78E-7BFD66D68D8F}"/>
          </ac:spMkLst>
        </pc:spChg>
      </pc:sldChg>
      <pc:sldChg chg="delSp modSp mod">
        <pc:chgData name="Feist, Ella" userId="992bbaf2-811d-42cb-a4d6-e7fc45e325e8" providerId="ADAL" clId="{EEEAA5E7-5892-4C22-B4B9-91834BD409A7}" dt="2026-09-08T13:54:36.543" v="357" actId="20577"/>
        <pc:sldMkLst>
          <pc:docMk/>
          <pc:sldMk cId="3049731045" sldId="400"/>
        </pc:sldMkLst>
        <pc:spChg chg="mod">
          <ac:chgData name="Feist, Ella" userId="992bbaf2-811d-42cb-a4d6-e7fc45e325e8" providerId="ADAL" clId="{EEEAA5E7-5892-4C22-B4B9-91834BD409A7}" dt="2026-09-08T13:54:04.622" v="334" actId="20577"/>
          <ac:spMkLst>
            <pc:docMk/>
            <pc:sldMk cId="3049731045" sldId="400"/>
            <ac:spMk id="2" creationId="{572E0EE3-1D69-4F98-9909-3653ABC027B6}"/>
          </ac:spMkLst>
        </pc:spChg>
        <pc:spChg chg="mod">
          <ac:chgData name="Feist, Ella" userId="992bbaf2-811d-42cb-a4d6-e7fc45e325e8" providerId="ADAL" clId="{EEEAA5E7-5892-4C22-B4B9-91834BD409A7}" dt="2026-09-08T13:54:36.543" v="357" actId="20577"/>
          <ac:spMkLst>
            <pc:docMk/>
            <pc:sldMk cId="3049731045" sldId="400"/>
            <ac:spMk id="3" creationId="{B405B345-07FE-A374-CF3F-44DE5733854D}"/>
          </ac:spMkLst>
        </pc:spChg>
        <pc:spChg chg="mod">
          <ac:chgData name="Feist, Ella" userId="992bbaf2-811d-42cb-a4d6-e7fc45e325e8" providerId="ADAL" clId="{EEEAA5E7-5892-4C22-B4B9-91834BD409A7}" dt="2026-09-08T13:54:19.495" v="338" actId="14100"/>
          <ac:spMkLst>
            <pc:docMk/>
            <pc:sldMk cId="3049731045" sldId="400"/>
            <ac:spMk id="7" creationId="{48796A6D-8262-1859-2AD9-50589180FF62}"/>
          </ac:spMkLst>
        </pc:spChg>
        <pc:spChg chg="mod">
          <ac:chgData name="Feist, Ella" userId="992bbaf2-811d-42cb-a4d6-e7fc45e325e8" providerId="ADAL" clId="{EEEAA5E7-5892-4C22-B4B9-91834BD409A7}" dt="2026-09-08T13:54:19.495" v="338" actId="14100"/>
          <ac:spMkLst>
            <pc:docMk/>
            <pc:sldMk cId="3049731045" sldId="400"/>
            <ac:spMk id="9" creationId="{CAB5F5DC-F01D-F46A-7DEB-2E789497AEB9}"/>
          </ac:spMkLst>
        </pc:spChg>
        <pc:spChg chg="mod">
          <ac:chgData name="Feist, Ella" userId="992bbaf2-811d-42cb-a4d6-e7fc45e325e8" providerId="ADAL" clId="{EEEAA5E7-5892-4C22-B4B9-91834BD409A7}" dt="2026-09-08T13:54:19.495" v="338" actId="14100"/>
          <ac:spMkLst>
            <pc:docMk/>
            <pc:sldMk cId="3049731045" sldId="400"/>
            <ac:spMk id="11" creationId="{E1F6CB58-CB37-EAB2-2968-B2263C8F1EFC}"/>
          </ac:spMkLst>
        </pc:spChg>
      </pc:sldChg>
      <pc:sldChg chg="delSp modSp mod">
        <pc:chgData name="Feist, Ella" userId="992bbaf2-811d-42cb-a4d6-e7fc45e325e8" providerId="ADAL" clId="{EEEAA5E7-5892-4C22-B4B9-91834BD409A7}" dt="2026-09-08T13:54:52.018" v="361" actId="14100"/>
        <pc:sldMkLst>
          <pc:docMk/>
          <pc:sldMk cId="782496738" sldId="401"/>
        </pc:sldMkLst>
        <pc:spChg chg="mod">
          <ac:chgData name="Feist, Ella" userId="992bbaf2-811d-42cb-a4d6-e7fc45e325e8" providerId="ADAL" clId="{EEEAA5E7-5892-4C22-B4B9-91834BD409A7}" dt="2026-09-08T13:54:44.614" v="359" actId="1076"/>
          <ac:spMkLst>
            <pc:docMk/>
            <pc:sldMk cId="782496738" sldId="401"/>
            <ac:spMk id="7" creationId="{C025BB01-D4DE-8C9A-4406-DF6E0DF79A44}"/>
          </ac:spMkLst>
        </pc:spChg>
        <pc:spChg chg="mod">
          <ac:chgData name="Feist, Ella" userId="992bbaf2-811d-42cb-a4d6-e7fc45e325e8" providerId="ADAL" clId="{EEEAA5E7-5892-4C22-B4B9-91834BD409A7}" dt="2026-09-08T13:54:52.018" v="361" actId="14100"/>
          <ac:spMkLst>
            <pc:docMk/>
            <pc:sldMk cId="782496738" sldId="401"/>
            <ac:spMk id="9" creationId="{E61EDE01-B67B-37B5-4897-4AE595C962E1}"/>
          </ac:spMkLst>
        </pc:spChg>
      </pc:sldChg>
      <pc:sldChg chg="modSp mod modClrScheme chgLayout">
        <pc:chgData name="Feist, Ella" userId="992bbaf2-811d-42cb-a4d6-e7fc45e325e8" providerId="ADAL" clId="{EEEAA5E7-5892-4C22-B4B9-91834BD409A7}" dt="2026-09-08T14:03:25.678" v="384" actId="1076"/>
        <pc:sldMkLst>
          <pc:docMk/>
          <pc:sldMk cId="3855949609" sldId="402"/>
        </pc:sldMkLst>
        <pc:spChg chg="mod ord">
          <ac:chgData name="Feist, Ella" userId="992bbaf2-811d-42cb-a4d6-e7fc45e325e8" providerId="ADAL" clId="{EEEAA5E7-5892-4C22-B4B9-91834BD409A7}" dt="2026-09-08T14:03:22.007" v="383" actId="700"/>
          <ac:spMkLst>
            <pc:docMk/>
            <pc:sldMk cId="3855949609" sldId="402"/>
            <ac:spMk id="2" creationId="{F46ED8F4-3FC4-3A4A-17F7-ED07213E13A6}"/>
          </ac:spMkLst>
        </pc:spChg>
        <pc:spChg chg="mod ord">
          <ac:chgData name="Feist, Ella" userId="992bbaf2-811d-42cb-a4d6-e7fc45e325e8" providerId="ADAL" clId="{EEEAA5E7-5892-4C22-B4B9-91834BD409A7}" dt="2026-09-08T14:03:22.007" v="383" actId="700"/>
          <ac:spMkLst>
            <pc:docMk/>
            <pc:sldMk cId="3855949609" sldId="402"/>
            <ac:spMk id="3" creationId="{6A1A82CA-67BA-C5BF-6E02-ABDE6B941756}"/>
          </ac:spMkLst>
        </pc:spChg>
        <pc:spChg chg="mod ord">
          <ac:chgData name="Feist, Ella" userId="992bbaf2-811d-42cb-a4d6-e7fc45e325e8" providerId="ADAL" clId="{EEEAA5E7-5892-4C22-B4B9-91834BD409A7}" dt="2026-09-08T14:03:25.678" v="384" actId="1076"/>
          <ac:spMkLst>
            <pc:docMk/>
            <pc:sldMk cId="3855949609" sldId="402"/>
            <ac:spMk id="4" creationId="{3E391EB8-67A8-C941-1030-02FA2875BF4D}"/>
          </ac:spMkLst>
        </pc:spChg>
        <pc:spChg chg="mod ord">
          <ac:chgData name="Feist, Ella" userId="992bbaf2-811d-42cb-a4d6-e7fc45e325e8" providerId="ADAL" clId="{EEEAA5E7-5892-4C22-B4B9-91834BD409A7}" dt="2026-09-08T14:03:22.007" v="383" actId="700"/>
          <ac:spMkLst>
            <pc:docMk/>
            <pc:sldMk cId="3855949609" sldId="402"/>
            <ac:spMk id="5" creationId="{BB0CE123-9812-DB4E-6C87-3609DC9E3204}"/>
          </ac:spMkLst>
        </pc:spChg>
      </pc:sldChg>
      <pc:sldChg chg="modSp mod">
        <pc:chgData name="Feist, Ella" userId="992bbaf2-811d-42cb-a4d6-e7fc45e325e8" providerId="ADAL" clId="{EEEAA5E7-5892-4C22-B4B9-91834BD409A7}" dt="2026-09-08T14:03:45.788" v="392" actId="20577"/>
        <pc:sldMkLst>
          <pc:docMk/>
          <pc:sldMk cId="3453532727" sldId="403"/>
        </pc:sldMkLst>
        <pc:spChg chg="mod">
          <ac:chgData name="Feist, Ella" userId="992bbaf2-811d-42cb-a4d6-e7fc45e325e8" providerId="ADAL" clId="{EEEAA5E7-5892-4C22-B4B9-91834BD409A7}" dt="2026-09-08T14:03:14.567" v="382" actId="6549"/>
          <ac:spMkLst>
            <pc:docMk/>
            <pc:sldMk cId="3453532727" sldId="403"/>
            <ac:spMk id="2" creationId="{D187724F-9B36-D68C-7DF0-CEF430E75C21}"/>
          </ac:spMkLst>
        </pc:spChg>
        <pc:spChg chg="mod">
          <ac:chgData name="Feist, Ella" userId="992bbaf2-811d-42cb-a4d6-e7fc45e325e8" providerId="ADAL" clId="{EEEAA5E7-5892-4C22-B4B9-91834BD409A7}" dt="2026-09-08T14:03:45.788" v="392" actId="20577"/>
          <ac:spMkLst>
            <pc:docMk/>
            <pc:sldMk cId="3453532727" sldId="403"/>
            <ac:spMk id="3" creationId="{6BC91CF6-0328-E5AE-57C7-34430B683CAD}"/>
          </ac:spMkLst>
        </pc:spChg>
      </pc:sldChg>
      <pc:sldChg chg="modSp mod">
        <pc:chgData name="Feist, Ella" userId="992bbaf2-811d-42cb-a4d6-e7fc45e325e8" providerId="ADAL" clId="{EEEAA5E7-5892-4C22-B4B9-91834BD409A7}" dt="2026-09-08T14:04:38.499" v="410" actId="20577"/>
        <pc:sldMkLst>
          <pc:docMk/>
          <pc:sldMk cId="802167816" sldId="404"/>
        </pc:sldMkLst>
        <pc:spChg chg="mod">
          <ac:chgData name="Feist, Ella" userId="992bbaf2-811d-42cb-a4d6-e7fc45e325e8" providerId="ADAL" clId="{EEEAA5E7-5892-4C22-B4B9-91834BD409A7}" dt="2026-09-08T14:04:30.894" v="400"/>
          <ac:spMkLst>
            <pc:docMk/>
            <pc:sldMk cId="802167816" sldId="404"/>
            <ac:spMk id="2" creationId="{9B4F7C8C-7135-C9A1-4684-80ECA4B72774}"/>
          </ac:spMkLst>
        </pc:spChg>
        <pc:spChg chg="mod">
          <ac:chgData name="Feist, Ella" userId="992bbaf2-811d-42cb-a4d6-e7fc45e325e8" providerId="ADAL" clId="{EEEAA5E7-5892-4C22-B4B9-91834BD409A7}" dt="2026-09-08T14:04:38.499" v="410" actId="20577"/>
          <ac:spMkLst>
            <pc:docMk/>
            <pc:sldMk cId="802167816" sldId="404"/>
            <ac:spMk id="3" creationId="{525C423F-7666-439A-318B-FB9D7D7122A2}"/>
          </ac:spMkLst>
        </pc:spChg>
      </pc:sldChg>
      <pc:sldChg chg="addSp delSp modSp mod chgLayout">
        <pc:chgData name="Feist, Ella" userId="992bbaf2-811d-42cb-a4d6-e7fc45e325e8" providerId="ADAL" clId="{EEEAA5E7-5892-4C22-B4B9-91834BD409A7}" dt="2026-09-08T14:05:06.614" v="426" actId="6549"/>
        <pc:sldMkLst>
          <pc:docMk/>
          <pc:sldMk cId="3172992576" sldId="405"/>
        </pc:sldMkLst>
        <pc:spChg chg="mod ord">
          <ac:chgData name="Feist, Ella" userId="992bbaf2-811d-42cb-a4d6-e7fc45e325e8" providerId="ADAL" clId="{EEEAA5E7-5892-4C22-B4B9-91834BD409A7}" dt="2026-09-08T14:04:42.138" v="411" actId="6264"/>
          <ac:spMkLst>
            <pc:docMk/>
            <pc:sldMk cId="3172992576" sldId="405"/>
            <ac:spMk id="2" creationId="{63E604A1-073A-C63B-1D81-956015A52292}"/>
          </ac:spMkLst>
        </pc:spChg>
        <pc:spChg chg="mod ord">
          <ac:chgData name="Feist, Ella" userId="992bbaf2-811d-42cb-a4d6-e7fc45e325e8" providerId="ADAL" clId="{EEEAA5E7-5892-4C22-B4B9-91834BD409A7}" dt="2026-09-08T14:05:06.614" v="426" actId="6549"/>
          <ac:spMkLst>
            <pc:docMk/>
            <pc:sldMk cId="3172992576" sldId="405"/>
            <ac:spMk id="3" creationId="{03C746AA-049E-44F2-521E-4F6C0D726D85}"/>
          </ac:spMkLst>
        </pc:spChg>
        <pc:spChg chg="mod ord">
          <ac:chgData name="Feist, Ella" userId="992bbaf2-811d-42cb-a4d6-e7fc45e325e8" providerId="ADAL" clId="{EEEAA5E7-5892-4C22-B4B9-91834BD409A7}" dt="2026-09-08T14:04:42.138" v="411" actId="6264"/>
          <ac:spMkLst>
            <pc:docMk/>
            <pc:sldMk cId="3172992576" sldId="405"/>
            <ac:spMk id="4" creationId="{A703F1DD-55E1-AC16-6601-7E35E387E64C}"/>
          </ac:spMkLst>
        </pc:spChg>
      </pc:sldChg>
      <pc:sldChg chg="modSp mod">
        <pc:chgData name="Feist, Ella" userId="992bbaf2-811d-42cb-a4d6-e7fc45e325e8" providerId="ADAL" clId="{EEEAA5E7-5892-4C22-B4B9-91834BD409A7}" dt="2026-09-08T14:05:13.835" v="428" actId="20577"/>
        <pc:sldMkLst>
          <pc:docMk/>
          <pc:sldMk cId="3183447783" sldId="406"/>
        </pc:sldMkLst>
        <pc:spChg chg="mod">
          <ac:chgData name="Feist, Ella" userId="992bbaf2-811d-42cb-a4d6-e7fc45e325e8" providerId="ADAL" clId="{EEEAA5E7-5892-4C22-B4B9-91834BD409A7}" dt="2026-09-08T14:05:12.323" v="427" actId="20577"/>
          <ac:spMkLst>
            <pc:docMk/>
            <pc:sldMk cId="3183447783" sldId="406"/>
            <ac:spMk id="2" creationId="{7628D601-F2B9-C1D7-4D0A-E490CF128A58}"/>
          </ac:spMkLst>
        </pc:spChg>
        <pc:spChg chg="mod">
          <ac:chgData name="Feist, Ella" userId="992bbaf2-811d-42cb-a4d6-e7fc45e325e8" providerId="ADAL" clId="{EEEAA5E7-5892-4C22-B4B9-91834BD409A7}" dt="2026-09-08T14:05:13.835" v="428" actId="20577"/>
          <ac:spMkLst>
            <pc:docMk/>
            <pc:sldMk cId="3183447783" sldId="406"/>
            <ac:spMk id="3" creationId="{2D62A18D-67B5-CA83-5583-FB946690EFE3}"/>
          </ac:spMkLst>
        </pc:spChg>
      </pc:sldChg>
      <pc:sldChg chg="addSp modSp mod">
        <pc:chgData name="Feist, Ella" userId="992bbaf2-811d-42cb-a4d6-e7fc45e325e8" providerId="ADAL" clId="{EEEAA5E7-5892-4C22-B4B9-91834BD409A7}" dt="2026-09-08T14:05:31.274" v="439" actId="1076"/>
        <pc:sldMkLst>
          <pc:docMk/>
          <pc:sldMk cId="402140206" sldId="407"/>
        </pc:sldMkLst>
        <pc:spChg chg="add mod">
          <ac:chgData name="Feist, Ella" userId="992bbaf2-811d-42cb-a4d6-e7fc45e325e8" providerId="ADAL" clId="{EEEAA5E7-5892-4C22-B4B9-91834BD409A7}" dt="2026-09-08T13:46:52.739" v="22"/>
          <ac:spMkLst>
            <pc:docMk/>
            <pc:sldMk cId="402140206" sldId="407"/>
            <ac:spMk id="2" creationId="{1A69E5AC-0A3C-F5EA-18E5-286423311331}"/>
          </ac:spMkLst>
        </pc:spChg>
        <pc:spChg chg="mod">
          <ac:chgData name="Feist, Ella" userId="992bbaf2-811d-42cb-a4d6-e7fc45e325e8" providerId="ADAL" clId="{EEEAA5E7-5892-4C22-B4B9-91834BD409A7}" dt="2026-09-08T14:05:17.947" v="429" actId="20577"/>
          <ac:spMkLst>
            <pc:docMk/>
            <pc:sldMk cId="402140206" sldId="407"/>
            <ac:spMk id="4" creationId="{BA4A792C-DB6B-AC05-8E21-636E91452973}"/>
          </ac:spMkLst>
        </pc:spChg>
        <pc:spChg chg="mod">
          <ac:chgData name="Feist, Ella" userId="992bbaf2-811d-42cb-a4d6-e7fc45e325e8" providerId="ADAL" clId="{EEEAA5E7-5892-4C22-B4B9-91834BD409A7}" dt="2026-09-08T14:05:27.394" v="438" actId="20577"/>
          <ac:spMkLst>
            <pc:docMk/>
            <pc:sldMk cId="402140206" sldId="407"/>
            <ac:spMk id="5" creationId="{D6CE96FC-BBC6-63C0-089E-59B6DDADBC0C}"/>
          </ac:spMkLst>
        </pc:spChg>
        <pc:spChg chg="mod">
          <ac:chgData name="Feist, Ella" userId="992bbaf2-811d-42cb-a4d6-e7fc45e325e8" providerId="ADAL" clId="{EEEAA5E7-5892-4C22-B4B9-91834BD409A7}" dt="2026-09-08T14:05:31.274" v="439" actId="1076"/>
          <ac:spMkLst>
            <pc:docMk/>
            <pc:sldMk cId="402140206" sldId="407"/>
            <ac:spMk id="6" creationId="{0C712611-6F2F-09B5-DE55-13AE580035A6}"/>
          </ac:spMkLst>
        </pc:spChg>
      </pc:sldChg>
      <pc:sldChg chg="modSp mod">
        <pc:chgData name="Feist, Ella" userId="992bbaf2-811d-42cb-a4d6-e7fc45e325e8" providerId="ADAL" clId="{EEEAA5E7-5892-4C22-B4B9-91834BD409A7}" dt="2026-09-08T14:05:50.320" v="454" actId="20577"/>
        <pc:sldMkLst>
          <pc:docMk/>
          <pc:sldMk cId="3728872969" sldId="408"/>
        </pc:sldMkLst>
        <pc:spChg chg="mod">
          <ac:chgData name="Feist, Ella" userId="992bbaf2-811d-42cb-a4d6-e7fc45e325e8" providerId="ADAL" clId="{EEEAA5E7-5892-4C22-B4B9-91834BD409A7}" dt="2026-09-08T14:05:50.320" v="454" actId="20577"/>
          <ac:spMkLst>
            <pc:docMk/>
            <pc:sldMk cId="3728872969" sldId="408"/>
            <ac:spMk id="6" creationId="{16B00037-521F-0C1D-F785-8C75A4705DE4}"/>
          </ac:spMkLst>
        </pc:spChg>
      </pc:sldChg>
      <pc:sldChg chg="addSp delSp modSp mod">
        <pc:chgData name="Feist, Ella" userId="992bbaf2-811d-42cb-a4d6-e7fc45e325e8" providerId="ADAL" clId="{EEEAA5E7-5892-4C22-B4B9-91834BD409A7}" dt="2026-09-08T14:06:53.675" v="525" actId="1076"/>
        <pc:sldMkLst>
          <pc:docMk/>
          <pc:sldMk cId="4179957347" sldId="409"/>
        </pc:sldMkLst>
        <pc:spChg chg="mod">
          <ac:chgData name="Feist, Ella" userId="992bbaf2-811d-42cb-a4d6-e7fc45e325e8" providerId="ADAL" clId="{EEEAA5E7-5892-4C22-B4B9-91834BD409A7}" dt="2026-09-08T14:06:09.970" v="480" actId="20577"/>
          <ac:spMkLst>
            <pc:docMk/>
            <pc:sldMk cId="4179957347" sldId="409"/>
            <ac:spMk id="3" creationId="{53CE56BF-1C97-CD75-EC5D-153314BE9F0D}"/>
          </ac:spMkLst>
        </pc:spChg>
        <pc:graphicFrameChg chg="add mod">
          <ac:chgData name="Feist, Ella" userId="992bbaf2-811d-42cb-a4d6-e7fc45e325e8" providerId="ADAL" clId="{EEEAA5E7-5892-4C22-B4B9-91834BD409A7}" dt="2026-09-08T14:06:53.675" v="525" actId="1076"/>
          <ac:graphicFrameMkLst>
            <pc:docMk/>
            <pc:sldMk cId="4179957347" sldId="409"/>
            <ac:graphicFrameMk id="10" creationId="{6878BC01-459D-CBA0-4EDB-7289A417B1A7}"/>
          </ac:graphicFrameMkLst>
        </pc:graphicFrameChg>
      </pc:sldChg>
      <pc:sldChg chg="modSp mod">
        <pc:chgData name="Feist, Ella" userId="992bbaf2-811d-42cb-a4d6-e7fc45e325e8" providerId="ADAL" clId="{EEEAA5E7-5892-4C22-B4B9-91834BD409A7}" dt="2026-09-08T14:07:19.592" v="552" actId="20577"/>
        <pc:sldMkLst>
          <pc:docMk/>
          <pc:sldMk cId="1131792414" sldId="410"/>
        </pc:sldMkLst>
        <pc:spChg chg="mod">
          <ac:chgData name="Feist, Ella" userId="992bbaf2-811d-42cb-a4d6-e7fc45e325e8" providerId="ADAL" clId="{EEEAA5E7-5892-4C22-B4B9-91834BD409A7}" dt="2026-09-08T14:06:58.409" v="526" actId="20577"/>
          <ac:spMkLst>
            <pc:docMk/>
            <pc:sldMk cId="1131792414" sldId="410"/>
            <ac:spMk id="2" creationId="{73213FD3-CB54-C773-11AC-CE175EBA0A10}"/>
          </ac:spMkLst>
        </pc:spChg>
        <pc:spChg chg="mod">
          <ac:chgData name="Feist, Ella" userId="992bbaf2-811d-42cb-a4d6-e7fc45e325e8" providerId="ADAL" clId="{EEEAA5E7-5892-4C22-B4B9-91834BD409A7}" dt="2026-09-08T14:07:19.592" v="552" actId="20577"/>
          <ac:spMkLst>
            <pc:docMk/>
            <pc:sldMk cId="1131792414" sldId="410"/>
            <ac:spMk id="3" creationId="{0B467FEB-96CE-BD37-6298-88D019C34C0C}"/>
          </ac:spMkLst>
        </pc:spChg>
      </pc:sldChg>
      <pc:sldChg chg="modSp mod">
        <pc:chgData name="Feist, Ella" userId="992bbaf2-811d-42cb-a4d6-e7fc45e325e8" providerId="ADAL" clId="{EEEAA5E7-5892-4C22-B4B9-91834BD409A7}" dt="2026-09-08T14:07:44.740" v="573" actId="20577"/>
        <pc:sldMkLst>
          <pc:docMk/>
          <pc:sldMk cId="2246556248" sldId="411"/>
        </pc:sldMkLst>
        <pc:spChg chg="mod">
          <ac:chgData name="Feist, Ella" userId="992bbaf2-811d-42cb-a4d6-e7fc45e325e8" providerId="ADAL" clId="{EEEAA5E7-5892-4C22-B4B9-91834BD409A7}" dt="2026-09-08T14:07:23.993" v="553"/>
          <ac:spMkLst>
            <pc:docMk/>
            <pc:sldMk cId="2246556248" sldId="411"/>
            <ac:spMk id="2" creationId="{537DA778-D605-CA5E-4463-680FEE7C4039}"/>
          </ac:spMkLst>
        </pc:spChg>
        <pc:spChg chg="mod">
          <ac:chgData name="Feist, Ella" userId="992bbaf2-811d-42cb-a4d6-e7fc45e325e8" providerId="ADAL" clId="{EEEAA5E7-5892-4C22-B4B9-91834BD409A7}" dt="2026-09-08T14:07:44.740" v="573" actId="20577"/>
          <ac:spMkLst>
            <pc:docMk/>
            <pc:sldMk cId="2246556248" sldId="411"/>
            <ac:spMk id="3" creationId="{DE8DED76-60BC-0E07-D4AA-94C386632CFE}"/>
          </ac:spMkLst>
        </pc:spChg>
      </pc:sldChg>
      <pc:sldChg chg="modSp mod">
        <pc:chgData name="Feist, Ella" userId="992bbaf2-811d-42cb-a4d6-e7fc45e325e8" providerId="ADAL" clId="{EEEAA5E7-5892-4C22-B4B9-91834BD409A7}" dt="2026-09-08T14:08:18.411" v="591" actId="14100"/>
        <pc:sldMkLst>
          <pc:docMk/>
          <pc:sldMk cId="1465208016" sldId="412"/>
        </pc:sldMkLst>
        <pc:spChg chg="mod">
          <ac:chgData name="Feist, Ella" userId="992bbaf2-811d-42cb-a4d6-e7fc45e325e8" providerId="ADAL" clId="{EEEAA5E7-5892-4C22-B4B9-91834BD409A7}" dt="2026-09-08T14:07:49.822" v="574" actId="20577"/>
          <ac:spMkLst>
            <pc:docMk/>
            <pc:sldMk cId="1465208016" sldId="412"/>
            <ac:spMk id="2" creationId="{38AAA895-D6CA-DED2-D325-E97522CF57CC}"/>
          </ac:spMkLst>
        </pc:spChg>
        <pc:spChg chg="mod">
          <ac:chgData name="Feist, Ella" userId="992bbaf2-811d-42cb-a4d6-e7fc45e325e8" providerId="ADAL" clId="{EEEAA5E7-5892-4C22-B4B9-91834BD409A7}" dt="2026-09-08T14:08:18.411" v="591" actId="14100"/>
          <ac:spMkLst>
            <pc:docMk/>
            <pc:sldMk cId="1465208016" sldId="412"/>
            <ac:spMk id="3" creationId="{69A6665D-DB27-72EE-A453-ABC1AB43083A}"/>
          </ac:spMkLst>
        </pc:spChg>
      </pc:sldChg>
      <pc:sldChg chg="modSp mod">
        <pc:chgData name="Feist, Ella" userId="992bbaf2-811d-42cb-a4d6-e7fc45e325e8" providerId="ADAL" clId="{EEEAA5E7-5892-4C22-B4B9-91834BD409A7}" dt="2026-09-08T14:08:41.658" v="625" actId="1035"/>
        <pc:sldMkLst>
          <pc:docMk/>
          <pc:sldMk cId="4042514025" sldId="413"/>
        </pc:sldMkLst>
        <pc:spChg chg="mod">
          <ac:chgData name="Feist, Ella" userId="992bbaf2-811d-42cb-a4d6-e7fc45e325e8" providerId="ADAL" clId="{EEEAA5E7-5892-4C22-B4B9-91834BD409A7}" dt="2026-09-08T14:08:32.013" v="601" actId="20577"/>
          <ac:spMkLst>
            <pc:docMk/>
            <pc:sldMk cId="4042514025" sldId="413"/>
            <ac:spMk id="3" creationId="{689F2106-AA7D-20BC-F3AB-6B1D94F519FE}"/>
          </ac:spMkLst>
        </pc:spChg>
        <pc:spChg chg="mod">
          <ac:chgData name="Feist, Ella" userId="992bbaf2-811d-42cb-a4d6-e7fc45e325e8" providerId="ADAL" clId="{EEEAA5E7-5892-4C22-B4B9-91834BD409A7}" dt="2026-09-08T14:08:41.658" v="625" actId="1035"/>
          <ac:spMkLst>
            <pc:docMk/>
            <pc:sldMk cId="4042514025" sldId="413"/>
            <ac:spMk id="6" creationId="{57DA4D4C-812D-D767-F636-99E1F6CC7A5D}"/>
          </ac:spMkLst>
        </pc:spChg>
        <pc:spChg chg="mod">
          <ac:chgData name="Feist, Ella" userId="992bbaf2-811d-42cb-a4d6-e7fc45e325e8" providerId="ADAL" clId="{EEEAA5E7-5892-4C22-B4B9-91834BD409A7}" dt="2026-09-08T14:08:39.544" v="612" actId="1035"/>
          <ac:spMkLst>
            <pc:docMk/>
            <pc:sldMk cId="4042514025" sldId="413"/>
            <ac:spMk id="8" creationId="{3185CE2B-262F-74EE-658D-B97D0C2114F8}"/>
          </ac:spMkLst>
        </pc:spChg>
      </pc:sldChg>
      <pc:sldChg chg="modSp mod">
        <pc:chgData name="Feist, Ella" userId="992bbaf2-811d-42cb-a4d6-e7fc45e325e8" providerId="ADAL" clId="{EEEAA5E7-5892-4C22-B4B9-91834BD409A7}" dt="2026-09-08T14:09:08.084" v="646" actId="20577"/>
        <pc:sldMkLst>
          <pc:docMk/>
          <pc:sldMk cId="752625085" sldId="414"/>
        </pc:sldMkLst>
        <pc:spChg chg="mod">
          <ac:chgData name="Feist, Ella" userId="992bbaf2-811d-42cb-a4d6-e7fc45e325e8" providerId="ADAL" clId="{EEEAA5E7-5892-4C22-B4B9-91834BD409A7}" dt="2026-09-08T14:08:46.984" v="626"/>
          <ac:spMkLst>
            <pc:docMk/>
            <pc:sldMk cId="752625085" sldId="414"/>
            <ac:spMk id="2" creationId="{5C72084C-6135-9C80-96E1-F477E61D7CE1}"/>
          </ac:spMkLst>
        </pc:spChg>
        <pc:spChg chg="mod">
          <ac:chgData name="Feist, Ella" userId="992bbaf2-811d-42cb-a4d6-e7fc45e325e8" providerId="ADAL" clId="{EEEAA5E7-5892-4C22-B4B9-91834BD409A7}" dt="2026-09-08T14:09:08.084" v="646" actId="20577"/>
          <ac:spMkLst>
            <pc:docMk/>
            <pc:sldMk cId="752625085" sldId="414"/>
            <ac:spMk id="3" creationId="{591CBB28-1C69-A585-E8F1-A4646CCA4A34}"/>
          </ac:spMkLst>
        </pc:spChg>
        <pc:spChg chg="mod">
          <ac:chgData name="Feist, Ella" userId="992bbaf2-811d-42cb-a4d6-e7fc45e325e8" providerId="ADAL" clId="{EEEAA5E7-5892-4C22-B4B9-91834BD409A7}" dt="2026-09-08T14:09:00.299" v="637" actId="1076"/>
          <ac:spMkLst>
            <pc:docMk/>
            <pc:sldMk cId="752625085" sldId="414"/>
            <ac:spMk id="8" creationId="{94AEE70A-C71E-1088-DCD4-226703568BBC}"/>
          </ac:spMkLst>
        </pc:spChg>
        <pc:spChg chg="mod">
          <ac:chgData name="Feist, Ella" userId="992bbaf2-811d-42cb-a4d6-e7fc45e325e8" providerId="ADAL" clId="{EEEAA5E7-5892-4C22-B4B9-91834BD409A7}" dt="2026-09-08T14:09:02.817" v="638" actId="1076"/>
          <ac:spMkLst>
            <pc:docMk/>
            <pc:sldMk cId="752625085" sldId="414"/>
            <ac:spMk id="10" creationId="{82039C9B-43A7-79CD-4B8F-510A06150AB6}"/>
          </ac:spMkLst>
        </pc:spChg>
      </pc:sldChg>
      <pc:sldChg chg="modSp mod">
        <pc:chgData name="Feist, Ella" userId="992bbaf2-811d-42cb-a4d6-e7fc45e325e8" providerId="ADAL" clId="{EEEAA5E7-5892-4C22-B4B9-91834BD409A7}" dt="2026-09-08T14:09:41.392" v="676" actId="20577"/>
        <pc:sldMkLst>
          <pc:docMk/>
          <pc:sldMk cId="172492085" sldId="415"/>
        </pc:sldMkLst>
        <pc:spChg chg="mod">
          <ac:chgData name="Feist, Ella" userId="992bbaf2-811d-42cb-a4d6-e7fc45e325e8" providerId="ADAL" clId="{EEEAA5E7-5892-4C22-B4B9-91834BD409A7}" dt="2026-09-08T14:09:12.525" v="647" actId="20577"/>
          <ac:spMkLst>
            <pc:docMk/>
            <pc:sldMk cId="172492085" sldId="415"/>
            <ac:spMk id="2" creationId="{C3845C2C-8358-5832-1D5A-00B4EF2197A0}"/>
          </ac:spMkLst>
        </pc:spChg>
        <pc:spChg chg="mod">
          <ac:chgData name="Feist, Ella" userId="992bbaf2-811d-42cb-a4d6-e7fc45e325e8" providerId="ADAL" clId="{EEEAA5E7-5892-4C22-B4B9-91834BD409A7}" dt="2026-09-08T14:09:41.392" v="676" actId="20577"/>
          <ac:spMkLst>
            <pc:docMk/>
            <pc:sldMk cId="172492085" sldId="415"/>
            <ac:spMk id="3" creationId="{E5995EDD-A080-F153-D9A9-D46CC44E60FE}"/>
          </ac:spMkLst>
        </pc:spChg>
      </pc:sldChg>
      <pc:sldChg chg="modSp mod">
        <pc:chgData name="Feist, Ella" userId="992bbaf2-811d-42cb-a4d6-e7fc45e325e8" providerId="ADAL" clId="{EEEAA5E7-5892-4C22-B4B9-91834BD409A7}" dt="2026-09-08T14:09:58.010" v="691" actId="1036"/>
        <pc:sldMkLst>
          <pc:docMk/>
          <pc:sldMk cId="1284579871" sldId="416"/>
        </pc:sldMkLst>
        <pc:spChg chg="mod">
          <ac:chgData name="Feist, Ella" userId="992bbaf2-811d-42cb-a4d6-e7fc45e325e8" providerId="ADAL" clId="{EEEAA5E7-5892-4C22-B4B9-91834BD409A7}" dt="2026-09-08T14:09:47.992" v="678" actId="20577"/>
          <ac:spMkLst>
            <pc:docMk/>
            <pc:sldMk cId="1284579871" sldId="416"/>
            <ac:spMk id="2" creationId="{5E152F35-885D-07D0-C518-0B55EB2F8AF3}"/>
          </ac:spMkLst>
        </pc:spChg>
        <pc:spChg chg="mod">
          <ac:chgData name="Feist, Ella" userId="992bbaf2-811d-42cb-a4d6-e7fc45e325e8" providerId="ADAL" clId="{EEEAA5E7-5892-4C22-B4B9-91834BD409A7}" dt="2026-09-08T14:09:54.010" v="684" actId="20577"/>
          <ac:spMkLst>
            <pc:docMk/>
            <pc:sldMk cId="1284579871" sldId="416"/>
            <ac:spMk id="3" creationId="{61AA3606-207F-674D-C047-F0B21B135A4E}"/>
          </ac:spMkLst>
        </pc:spChg>
        <pc:spChg chg="mod">
          <ac:chgData name="Feist, Ella" userId="992bbaf2-811d-42cb-a4d6-e7fc45e325e8" providerId="ADAL" clId="{EEEAA5E7-5892-4C22-B4B9-91834BD409A7}" dt="2026-09-08T14:09:58.010" v="691" actId="1036"/>
          <ac:spMkLst>
            <pc:docMk/>
            <pc:sldMk cId="1284579871" sldId="416"/>
            <ac:spMk id="6" creationId="{0AB42E3A-1A64-5197-4CDF-1716D32EDC8A}"/>
          </ac:spMkLst>
        </pc:spChg>
        <pc:spChg chg="mod">
          <ac:chgData name="Feist, Ella" userId="992bbaf2-811d-42cb-a4d6-e7fc45e325e8" providerId="ADAL" clId="{EEEAA5E7-5892-4C22-B4B9-91834BD409A7}" dt="2026-09-08T14:09:58.010" v="691" actId="1036"/>
          <ac:spMkLst>
            <pc:docMk/>
            <pc:sldMk cId="1284579871" sldId="416"/>
            <ac:spMk id="8" creationId="{B6EE3D87-079A-0DC5-61D8-02921A8C962F}"/>
          </ac:spMkLst>
        </pc:spChg>
        <pc:spChg chg="mod">
          <ac:chgData name="Feist, Ella" userId="992bbaf2-811d-42cb-a4d6-e7fc45e325e8" providerId="ADAL" clId="{EEEAA5E7-5892-4C22-B4B9-91834BD409A7}" dt="2026-09-08T14:09:58.010" v="691" actId="1036"/>
          <ac:spMkLst>
            <pc:docMk/>
            <pc:sldMk cId="1284579871" sldId="416"/>
            <ac:spMk id="10" creationId="{40974DFD-D394-DB02-2352-C60978440395}"/>
          </ac:spMkLst>
        </pc:spChg>
      </pc:sldChg>
      <pc:sldChg chg="modSp mod">
        <pc:chgData name="Feist, Ella" userId="992bbaf2-811d-42cb-a4d6-e7fc45e325e8" providerId="ADAL" clId="{EEEAA5E7-5892-4C22-B4B9-91834BD409A7}" dt="2026-09-08T14:10:48.537" v="722" actId="20577"/>
        <pc:sldMkLst>
          <pc:docMk/>
          <pc:sldMk cId="3364796723" sldId="417"/>
        </pc:sldMkLst>
        <pc:spChg chg="mod">
          <ac:chgData name="Feist, Ella" userId="992bbaf2-811d-42cb-a4d6-e7fc45e325e8" providerId="ADAL" clId="{EEEAA5E7-5892-4C22-B4B9-91834BD409A7}" dt="2026-09-08T14:10:03.290" v="693" actId="20577"/>
          <ac:spMkLst>
            <pc:docMk/>
            <pc:sldMk cId="3364796723" sldId="417"/>
            <ac:spMk id="2" creationId="{A1B4CF55-D6BA-71F5-46FB-B61A02C2C886}"/>
          </ac:spMkLst>
        </pc:spChg>
        <pc:spChg chg="mod">
          <ac:chgData name="Feist, Ella" userId="992bbaf2-811d-42cb-a4d6-e7fc45e325e8" providerId="ADAL" clId="{EEEAA5E7-5892-4C22-B4B9-91834BD409A7}" dt="2026-09-08T14:10:48.537" v="722" actId="20577"/>
          <ac:spMkLst>
            <pc:docMk/>
            <pc:sldMk cId="3364796723" sldId="417"/>
            <ac:spMk id="3" creationId="{2FA0F973-398F-ECC5-345F-A42D48E5E909}"/>
          </ac:spMkLst>
        </pc:spChg>
        <pc:spChg chg="mod">
          <ac:chgData name="Feist, Ella" userId="992bbaf2-811d-42cb-a4d6-e7fc45e325e8" providerId="ADAL" clId="{EEEAA5E7-5892-4C22-B4B9-91834BD409A7}" dt="2026-09-08T14:10:23.349" v="700" actId="1076"/>
          <ac:spMkLst>
            <pc:docMk/>
            <pc:sldMk cId="3364796723" sldId="417"/>
            <ac:spMk id="6" creationId="{312370B1-3821-89CD-B6B6-76DF570DD152}"/>
          </ac:spMkLst>
        </pc:spChg>
        <pc:spChg chg="mod">
          <ac:chgData name="Feist, Ella" userId="992bbaf2-811d-42cb-a4d6-e7fc45e325e8" providerId="ADAL" clId="{EEEAA5E7-5892-4C22-B4B9-91834BD409A7}" dt="2026-09-08T14:10:36.907" v="708" actId="1076"/>
          <ac:spMkLst>
            <pc:docMk/>
            <pc:sldMk cId="3364796723" sldId="417"/>
            <ac:spMk id="8" creationId="{DFCF1661-6F0A-7C40-3126-B78BA83DDFB7}"/>
          </ac:spMkLst>
        </pc:spChg>
        <pc:spChg chg="mod">
          <ac:chgData name="Feist, Ella" userId="992bbaf2-811d-42cb-a4d6-e7fc45e325e8" providerId="ADAL" clId="{EEEAA5E7-5892-4C22-B4B9-91834BD409A7}" dt="2026-09-08T14:10:45.754" v="718" actId="1076"/>
          <ac:spMkLst>
            <pc:docMk/>
            <pc:sldMk cId="3364796723" sldId="417"/>
            <ac:spMk id="10" creationId="{EDC42F9C-9EB8-D073-4968-6EE1FEB0F2DC}"/>
          </ac:spMkLst>
        </pc:spChg>
      </pc:sldChg>
      <pc:sldChg chg="addSp delSp modSp mod chgLayout">
        <pc:chgData name="Feist, Ella" userId="992bbaf2-811d-42cb-a4d6-e7fc45e325e8" providerId="ADAL" clId="{EEEAA5E7-5892-4C22-B4B9-91834BD409A7}" dt="2026-09-08T14:11:12.063" v="750" actId="20577"/>
        <pc:sldMkLst>
          <pc:docMk/>
          <pc:sldMk cId="763749980" sldId="418"/>
        </pc:sldMkLst>
        <pc:spChg chg="mod ord">
          <ac:chgData name="Feist, Ella" userId="992bbaf2-811d-42cb-a4d6-e7fc45e325e8" providerId="ADAL" clId="{EEEAA5E7-5892-4C22-B4B9-91834BD409A7}" dt="2026-09-08T14:11:01.646" v="736" actId="20577"/>
          <ac:spMkLst>
            <pc:docMk/>
            <pc:sldMk cId="763749980" sldId="418"/>
            <ac:spMk id="2" creationId="{03DDA579-4C4E-9A10-7312-7AD2C562E465}"/>
          </ac:spMkLst>
        </pc:spChg>
        <pc:spChg chg="mod ord">
          <ac:chgData name="Feist, Ella" userId="992bbaf2-811d-42cb-a4d6-e7fc45e325e8" providerId="ADAL" clId="{EEEAA5E7-5892-4C22-B4B9-91834BD409A7}" dt="2026-09-08T14:11:12.063" v="750" actId="20577"/>
          <ac:spMkLst>
            <pc:docMk/>
            <pc:sldMk cId="763749980" sldId="418"/>
            <ac:spMk id="3" creationId="{F2F76F7B-931D-DDAD-475C-F76AD8AE2175}"/>
          </ac:spMkLst>
        </pc:spChg>
        <pc:spChg chg="mod ord">
          <ac:chgData name="Feist, Ella" userId="992bbaf2-811d-42cb-a4d6-e7fc45e325e8" providerId="ADAL" clId="{EEEAA5E7-5892-4C22-B4B9-91834BD409A7}" dt="2026-09-08T14:10:52.173" v="723" actId="6264"/>
          <ac:spMkLst>
            <pc:docMk/>
            <pc:sldMk cId="763749980" sldId="418"/>
            <ac:spMk id="4" creationId="{F1DCAFF0-96C5-1C5B-49F2-EE42396237EC}"/>
          </ac:spMkLst>
        </pc:spChg>
      </pc:sldChg>
      <pc:sldChg chg="addSp delSp modSp mod chgLayout">
        <pc:chgData name="Feist, Ella" userId="992bbaf2-811d-42cb-a4d6-e7fc45e325e8" providerId="ADAL" clId="{EEEAA5E7-5892-4C22-B4B9-91834BD409A7}" dt="2026-09-08T14:18:32.717" v="791" actId="20577"/>
        <pc:sldMkLst>
          <pc:docMk/>
          <pc:sldMk cId="4246058730" sldId="419"/>
        </pc:sldMkLst>
        <pc:spChg chg="mod ord">
          <ac:chgData name="Feist, Ella" userId="992bbaf2-811d-42cb-a4d6-e7fc45e325e8" providerId="ADAL" clId="{EEEAA5E7-5892-4C22-B4B9-91834BD409A7}" dt="2026-09-08T14:18:03.447" v="757" actId="6549"/>
          <ac:spMkLst>
            <pc:docMk/>
            <pc:sldMk cId="4246058730" sldId="419"/>
            <ac:spMk id="2" creationId="{BC83ABE3-1637-C21D-5536-604435DCD4A8}"/>
          </ac:spMkLst>
        </pc:spChg>
        <pc:spChg chg="mod ord">
          <ac:chgData name="Feist, Ella" userId="992bbaf2-811d-42cb-a4d6-e7fc45e325e8" providerId="ADAL" clId="{EEEAA5E7-5892-4C22-B4B9-91834BD409A7}" dt="2026-09-08T14:18:32.717" v="791" actId="20577"/>
          <ac:spMkLst>
            <pc:docMk/>
            <pc:sldMk cId="4246058730" sldId="419"/>
            <ac:spMk id="3" creationId="{5BB4F00C-331A-3634-03E4-6D0AB08D0F48}"/>
          </ac:spMkLst>
        </pc:spChg>
        <pc:spChg chg="mod ord">
          <ac:chgData name="Feist, Ella" userId="992bbaf2-811d-42cb-a4d6-e7fc45e325e8" providerId="ADAL" clId="{EEEAA5E7-5892-4C22-B4B9-91834BD409A7}" dt="2026-09-08T14:17:57.080" v="751" actId="6264"/>
          <ac:spMkLst>
            <pc:docMk/>
            <pc:sldMk cId="4246058730" sldId="419"/>
            <ac:spMk id="4" creationId="{6E66E580-578A-0DD2-103C-6F0D104440BF}"/>
          </ac:spMkLst>
        </pc:spChg>
      </pc:sldChg>
      <pc:sldChg chg="addSp delSp modSp mod chgLayout">
        <pc:chgData name="Feist, Ella" userId="992bbaf2-811d-42cb-a4d6-e7fc45e325e8" providerId="ADAL" clId="{EEEAA5E7-5892-4C22-B4B9-91834BD409A7}" dt="2026-09-08T14:18:49.931" v="804" actId="20577"/>
        <pc:sldMkLst>
          <pc:docMk/>
          <pc:sldMk cId="618830558" sldId="420"/>
        </pc:sldMkLst>
        <pc:spChg chg="mod ord">
          <ac:chgData name="Feist, Ella" userId="992bbaf2-811d-42cb-a4d6-e7fc45e325e8" providerId="ADAL" clId="{EEEAA5E7-5892-4C22-B4B9-91834BD409A7}" dt="2026-09-08T14:18:42.732" v="794" actId="6264"/>
          <ac:spMkLst>
            <pc:docMk/>
            <pc:sldMk cId="618830558" sldId="420"/>
            <ac:spMk id="2" creationId="{15FDC1CF-4FBD-074B-D8B6-792ED7E83DD6}"/>
          </ac:spMkLst>
        </pc:spChg>
        <pc:spChg chg="mod ord">
          <ac:chgData name="Feist, Ella" userId="992bbaf2-811d-42cb-a4d6-e7fc45e325e8" providerId="ADAL" clId="{EEEAA5E7-5892-4C22-B4B9-91834BD409A7}" dt="2026-09-08T14:18:49.931" v="804" actId="20577"/>
          <ac:spMkLst>
            <pc:docMk/>
            <pc:sldMk cId="618830558" sldId="420"/>
            <ac:spMk id="3" creationId="{BB2B9FB4-7789-E43E-4AA1-4E09964C3CEE}"/>
          </ac:spMkLst>
        </pc:spChg>
        <pc:spChg chg="mod ord">
          <ac:chgData name="Feist, Ella" userId="992bbaf2-811d-42cb-a4d6-e7fc45e325e8" providerId="ADAL" clId="{EEEAA5E7-5892-4C22-B4B9-91834BD409A7}" dt="2026-09-08T14:18:42.732" v="794" actId="6264"/>
          <ac:spMkLst>
            <pc:docMk/>
            <pc:sldMk cId="618830558" sldId="420"/>
            <ac:spMk id="4" creationId="{BDBAC214-6F22-6438-F6EF-C16035EACC94}"/>
          </ac:spMkLst>
        </pc:spChg>
      </pc:sldChg>
      <pc:sldChg chg="addSp delSp modSp mod chgLayout">
        <pc:chgData name="Feist, Ella" userId="992bbaf2-811d-42cb-a4d6-e7fc45e325e8" providerId="ADAL" clId="{EEEAA5E7-5892-4C22-B4B9-91834BD409A7}" dt="2026-09-08T14:18:55.686" v="807" actId="12"/>
        <pc:sldMkLst>
          <pc:docMk/>
          <pc:sldMk cId="252083207" sldId="421"/>
        </pc:sldMkLst>
        <pc:spChg chg="mod ord">
          <ac:chgData name="Feist, Ella" userId="992bbaf2-811d-42cb-a4d6-e7fc45e325e8" providerId="ADAL" clId="{EEEAA5E7-5892-4C22-B4B9-91834BD409A7}" dt="2026-09-08T14:18:52.314" v="805" actId="6264"/>
          <ac:spMkLst>
            <pc:docMk/>
            <pc:sldMk cId="252083207" sldId="421"/>
            <ac:spMk id="2" creationId="{C1D753EA-4FFE-1406-C7CD-B703FF55968E}"/>
          </ac:spMkLst>
        </pc:spChg>
        <pc:spChg chg="mod ord">
          <ac:chgData name="Feist, Ella" userId="992bbaf2-811d-42cb-a4d6-e7fc45e325e8" providerId="ADAL" clId="{EEEAA5E7-5892-4C22-B4B9-91834BD409A7}" dt="2026-09-08T14:18:55.686" v="807" actId="12"/>
          <ac:spMkLst>
            <pc:docMk/>
            <pc:sldMk cId="252083207" sldId="421"/>
            <ac:spMk id="3" creationId="{F7A2B9F8-78CC-FE5E-B34C-72F90DA3000D}"/>
          </ac:spMkLst>
        </pc:spChg>
        <pc:spChg chg="mod ord">
          <ac:chgData name="Feist, Ella" userId="992bbaf2-811d-42cb-a4d6-e7fc45e325e8" providerId="ADAL" clId="{EEEAA5E7-5892-4C22-B4B9-91834BD409A7}" dt="2026-09-08T14:18:52.314" v="805" actId="6264"/>
          <ac:spMkLst>
            <pc:docMk/>
            <pc:sldMk cId="252083207" sldId="421"/>
            <ac:spMk id="4" creationId="{CFD97368-0A3B-1874-01B8-87DBF149CC4E}"/>
          </ac:spMkLst>
        </pc:spChg>
      </pc:sldChg>
      <pc:sldChg chg="modSp mod">
        <pc:chgData name="Feist, Ella" userId="992bbaf2-811d-42cb-a4d6-e7fc45e325e8" providerId="ADAL" clId="{EEEAA5E7-5892-4C22-B4B9-91834BD409A7}" dt="2026-09-08T14:19:00.144" v="810" actId="20577"/>
        <pc:sldMkLst>
          <pc:docMk/>
          <pc:sldMk cId="2871644453" sldId="422"/>
        </pc:sldMkLst>
        <pc:spChg chg="mod">
          <ac:chgData name="Feist, Ella" userId="992bbaf2-811d-42cb-a4d6-e7fc45e325e8" providerId="ADAL" clId="{EEEAA5E7-5892-4C22-B4B9-91834BD409A7}" dt="2026-09-08T14:19:00.144" v="810" actId="20577"/>
          <ac:spMkLst>
            <pc:docMk/>
            <pc:sldMk cId="2871644453" sldId="422"/>
            <ac:spMk id="3" creationId="{C397158B-BCA1-076C-698C-415181BA1608}"/>
          </ac:spMkLst>
        </pc:spChg>
      </pc:sldChg>
      <pc:sldChg chg="modSp mod">
        <pc:chgData name="Feist, Ella" userId="992bbaf2-811d-42cb-a4d6-e7fc45e325e8" providerId="ADAL" clId="{EEEAA5E7-5892-4C22-B4B9-91834BD409A7}" dt="2026-09-08T14:20:50.549" v="845" actId="14100"/>
        <pc:sldMkLst>
          <pc:docMk/>
          <pc:sldMk cId="3628579351" sldId="423"/>
        </pc:sldMkLst>
        <pc:spChg chg="mod">
          <ac:chgData name="Feist, Ella" userId="992bbaf2-811d-42cb-a4d6-e7fc45e325e8" providerId="ADAL" clId="{EEEAA5E7-5892-4C22-B4B9-91834BD409A7}" dt="2026-09-08T14:20:25.495" v="816" actId="20577"/>
          <ac:spMkLst>
            <pc:docMk/>
            <pc:sldMk cId="3628579351" sldId="423"/>
            <ac:spMk id="2" creationId="{30182153-8CA1-6B86-076B-E9F9CE4E3AC9}"/>
          </ac:spMkLst>
        </pc:spChg>
        <pc:spChg chg="mod">
          <ac:chgData name="Feist, Ella" userId="992bbaf2-811d-42cb-a4d6-e7fc45e325e8" providerId="ADAL" clId="{EEEAA5E7-5892-4C22-B4B9-91834BD409A7}" dt="2026-09-08T14:20:47.619" v="844" actId="20577"/>
          <ac:spMkLst>
            <pc:docMk/>
            <pc:sldMk cId="3628579351" sldId="423"/>
            <ac:spMk id="3" creationId="{E6B0A458-AF4F-84B7-DCDC-D849F1DB958B}"/>
          </ac:spMkLst>
        </pc:spChg>
        <pc:picChg chg="mod">
          <ac:chgData name="Feist, Ella" userId="992bbaf2-811d-42cb-a4d6-e7fc45e325e8" providerId="ADAL" clId="{EEEAA5E7-5892-4C22-B4B9-91834BD409A7}" dt="2026-09-08T14:20:50.549" v="845" actId="14100"/>
          <ac:picMkLst>
            <pc:docMk/>
            <pc:sldMk cId="3628579351" sldId="423"/>
            <ac:picMk id="7" creationId="{35D4BA10-203B-28B5-77BC-4D0196D223C2}"/>
          </ac:picMkLst>
        </pc:picChg>
      </pc:sldChg>
      <pc:sldChg chg="addSp delSp modSp mod chgLayout">
        <pc:chgData name="Feist, Ella" userId="992bbaf2-811d-42cb-a4d6-e7fc45e325e8" providerId="ADAL" clId="{EEEAA5E7-5892-4C22-B4B9-91834BD409A7}" dt="2026-09-08T14:21:46.188" v="899" actId="20577"/>
        <pc:sldMkLst>
          <pc:docMk/>
          <pc:sldMk cId="1859493244" sldId="424"/>
        </pc:sldMkLst>
        <pc:spChg chg="mod ord">
          <ac:chgData name="Feist, Ella" userId="992bbaf2-811d-42cb-a4d6-e7fc45e325e8" providerId="ADAL" clId="{EEEAA5E7-5892-4C22-B4B9-91834BD409A7}" dt="2026-09-08T14:21:10.086" v="856" actId="6264"/>
          <ac:spMkLst>
            <pc:docMk/>
            <pc:sldMk cId="1859493244" sldId="424"/>
            <ac:spMk id="2" creationId="{B990D75F-D6C7-97EC-5D2A-AA918094A171}"/>
          </ac:spMkLst>
        </pc:spChg>
        <pc:spChg chg="mod ord">
          <ac:chgData name="Feist, Ella" userId="992bbaf2-811d-42cb-a4d6-e7fc45e325e8" providerId="ADAL" clId="{EEEAA5E7-5892-4C22-B4B9-91834BD409A7}" dt="2026-09-08T14:21:46.188" v="899" actId="20577"/>
          <ac:spMkLst>
            <pc:docMk/>
            <pc:sldMk cId="1859493244" sldId="424"/>
            <ac:spMk id="3" creationId="{D20C3ADF-0F84-B7B3-0508-7402F5EFDE0F}"/>
          </ac:spMkLst>
        </pc:spChg>
        <pc:spChg chg="mod ord">
          <ac:chgData name="Feist, Ella" userId="992bbaf2-811d-42cb-a4d6-e7fc45e325e8" providerId="ADAL" clId="{EEEAA5E7-5892-4C22-B4B9-91834BD409A7}" dt="2026-09-08T14:21:10.086" v="856" actId="6264"/>
          <ac:spMkLst>
            <pc:docMk/>
            <pc:sldMk cId="1859493244" sldId="424"/>
            <ac:spMk id="4" creationId="{FCFF1BB1-AE08-F622-DB15-AB3BFF48D7A0}"/>
          </ac:spMkLst>
        </pc:spChg>
      </pc:sldChg>
      <pc:sldChg chg="delSp modSp mod">
        <pc:chgData name="Feist, Ella" userId="992bbaf2-811d-42cb-a4d6-e7fc45e325e8" providerId="ADAL" clId="{EEEAA5E7-5892-4C22-B4B9-91834BD409A7}" dt="2026-09-08T14:23:11.111" v="955"/>
        <pc:sldMkLst>
          <pc:docMk/>
          <pc:sldMk cId="2683549536" sldId="425"/>
        </pc:sldMkLst>
        <pc:spChg chg="mod">
          <ac:chgData name="Feist, Ella" userId="992bbaf2-811d-42cb-a4d6-e7fc45e325e8" providerId="ADAL" clId="{EEEAA5E7-5892-4C22-B4B9-91834BD409A7}" dt="2026-09-08T14:23:06.681" v="954"/>
          <ac:spMkLst>
            <pc:docMk/>
            <pc:sldMk cId="2683549536" sldId="425"/>
            <ac:spMk id="3" creationId="{3F843544-929B-646A-1247-02E13BA1F7CE}"/>
          </ac:spMkLst>
        </pc:spChg>
        <pc:spChg chg="mod">
          <ac:chgData name="Feist, Ella" userId="992bbaf2-811d-42cb-a4d6-e7fc45e325e8" providerId="ADAL" clId="{EEEAA5E7-5892-4C22-B4B9-91834BD409A7}" dt="2026-09-08T14:22:26.176" v="923"/>
          <ac:spMkLst>
            <pc:docMk/>
            <pc:sldMk cId="2683549536" sldId="425"/>
            <ac:spMk id="9" creationId="{78576887-6323-0CE9-DF63-5FC78C6FAAB3}"/>
          </ac:spMkLst>
        </pc:spChg>
        <pc:spChg chg="mod">
          <ac:chgData name="Feist, Ella" userId="992bbaf2-811d-42cb-a4d6-e7fc45e325e8" providerId="ADAL" clId="{EEEAA5E7-5892-4C22-B4B9-91834BD409A7}" dt="2026-09-08T14:22:28.243" v="924" actId="20577"/>
          <ac:spMkLst>
            <pc:docMk/>
            <pc:sldMk cId="2683549536" sldId="425"/>
            <ac:spMk id="10" creationId="{53A7CAB0-B9BA-7505-EDF1-77458B81E203}"/>
          </ac:spMkLst>
        </pc:spChg>
        <pc:spChg chg="mod">
          <ac:chgData name="Feist, Ella" userId="992bbaf2-811d-42cb-a4d6-e7fc45e325e8" providerId="ADAL" clId="{EEEAA5E7-5892-4C22-B4B9-91834BD409A7}" dt="2026-09-08T14:23:11.111" v="955"/>
          <ac:spMkLst>
            <pc:docMk/>
            <pc:sldMk cId="2683549536" sldId="425"/>
            <ac:spMk id="12" creationId="{E07A0568-731D-C38E-BDC7-D50A1A2B0442}"/>
          </ac:spMkLst>
        </pc:spChg>
        <pc:grpChg chg="mod">
          <ac:chgData name="Feist, Ella" userId="992bbaf2-811d-42cb-a4d6-e7fc45e325e8" providerId="ADAL" clId="{EEEAA5E7-5892-4C22-B4B9-91834BD409A7}" dt="2026-09-08T14:22:26.176" v="923"/>
          <ac:grpSpMkLst>
            <pc:docMk/>
            <pc:sldMk cId="2683549536" sldId="425"/>
            <ac:grpSpMk id="11" creationId="{262DEBA1-1612-F113-CAE8-D5632DC8844A}"/>
          </ac:grpSpMkLst>
        </pc:grpChg>
      </pc:sldChg>
      <pc:sldChg chg="modSp mod">
        <pc:chgData name="Feist, Ella" userId="992bbaf2-811d-42cb-a4d6-e7fc45e325e8" providerId="ADAL" clId="{EEEAA5E7-5892-4C22-B4B9-91834BD409A7}" dt="2026-09-08T14:22:57.478" v="952" actId="20577"/>
        <pc:sldMkLst>
          <pc:docMk/>
          <pc:sldMk cId="1686670155" sldId="426"/>
        </pc:sldMkLst>
        <pc:spChg chg="mod">
          <ac:chgData name="Feist, Ella" userId="992bbaf2-811d-42cb-a4d6-e7fc45e325e8" providerId="ADAL" clId="{EEEAA5E7-5892-4C22-B4B9-91834BD409A7}" dt="2026-09-08T14:22:33.317" v="925" actId="20577"/>
          <ac:spMkLst>
            <pc:docMk/>
            <pc:sldMk cId="1686670155" sldId="426"/>
            <ac:spMk id="2" creationId="{2B0EC456-A52E-438F-DDE5-A2C9F5EAA509}"/>
          </ac:spMkLst>
        </pc:spChg>
        <pc:spChg chg="mod">
          <ac:chgData name="Feist, Ella" userId="992bbaf2-811d-42cb-a4d6-e7fc45e325e8" providerId="ADAL" clId="{EEEAA5E7-5892-4C22-B4B9-91834BD409A7}" dt="2026-09-08T14:22:57.478" v="952" actId="20577"/>
          <ac:spMkLst>
            <pc:docMk/>
            <pc:sldMk cId="1686670155" sldId="426"/>
            <ac:spMk id="3" creationId="{9C2FB341-E47C-437B-5876-46BC1918F683}"/>
          </ac:spMkLst>
        </pc:spChg>
        <pc:spChg chg="mod">
          <ac:chgData name="Feist, Ella" userId="992bbaf2-811d-42cb-a4d6-e7fc45e325e8" providerId="ADAL" clId="{EEEAA5E7-5892-4C22-B4B9-91834BD409A7}" dt="2026-09-08T14:22:52.261" v="940" actId="1076"/>
          <ac:spMkLst>
            <pc:docMk/>
            <pc:sldMk cId="1686670155" sldId="426"/>
            <ac:spMk id="5" creationId="{95A48CD5-6655-21A0-0D22-42829649F938}"/>
          </ac:spMkLst>
        </pc:spChg>
        <pc:spChg chg="mod">
          <ac:chgData name="Feist, Ella" userId="992bbaf2-811d-42cb-a4d6-e7fc45e325e8" providerId="ADAL" clId="{EEEAA5E7-5892-4C22-B4B9-91834BD409A7}" dt="2026-09-08T14:22:55.294" v="947" actId="1036"/>
          <ac:spMkLst>
            <pc:docMk/>
            <pc:sldMk cId="1686670155" sldId="426"/>
            <ac:spMk id="6" creationId="{DCA3D96D-351F-196E-4B19-74E50DBB184F}"/>
          </ac:spMkLst>
        </pc:spChg>
      </pc:sldChg>
      <pc:sldChg chg="addSp delSp modSp mod modAnim">
        <pc:chgData name="Feist, Ella" userId="992bbaf2-811d-42cb-a4d6-e7fc45e325e8" providerId="ADAL" clId="{EEEAA5E7-5892-4C22-B4B9-91834BD409A7}" dt="2026-09-08T14:23:56.195" v="975" actId="478"/>
        <pc:sldMkLst>
          <pc:docMk/>
          <pc:sldMk cId="3431493396" sldId="427"/>
        </pc:sldMkLst>
        <pc:spChg chg="mod">
          <ac:chgData name="Feist, Ella" userId="992bbaf2-811d-42cb-a4d6-e7fc45e325e8" providerId="ADAL" clId="{EEEAA5E7-5892-4C22-B4B9-91834BD409A7}" dt="2026-09-08T14:23:30.393" v="969" actId="20577"/>
          <ac:spMkLst>
            <pc:docMk/>
            <pc:sldMk cId="3431493396" sldId="427"/>
            <ac:spMk id="3" creationId="{F52DF9DD-280A-2307-A6F4-CB54F518208C}"/>
          </ac:spMkLst>
        </pc:spChg>
        <pc:spChg chg="add mod">
          <ac:chgData name="Feist, Ella" userId="992bbaf2-811d-42cb-a4d6-e7fc45e325e8" providerId="ADAL" clId="{EEEAA5E7-5892-4C22-B4B9-91834BD409A7}" dt="2026-09-08T14:23:38.210" v="971"/>
          <ac:spMkLst>
            <pc:docMk/>
            <pc:sldMk cId="3431493396" sldId="427"/>
            <ac:spMk id="7" creationId="{808D9D0F-4764-9197-AFE9-956696AA14DE}"/>
          </ac:spMkLst>
        </pc:spChg>
        <pc:spChg chg="mod">
          <ac:chgData name="Feist, Ella" userId="992bbaf2-811d-42cb-a4d6-e7fc45e325e8" providerId="ADAL" clId="{EEEAA5E7-5892-4C22-B4B9-91834BD409A7}" dt="2026-09-08T14:23:38.210" v="971"/>
          <ac:spMkLst>
            <pc:docMk/>
            <pc:sldMk cId="3431493396" sldId="427"/>
            <ac:spMk id="10" creationId="{4193CFDF-08D0-3AE6-9370-CE906B5EAF27}"/>
          </ac:spMkLst>
        </pc:spChg>
        <pc:grpChg chg="add mod">
          <ac:chgData name="Feist, Ella" userId="992bbaf2-811d-42cb-a4d6-e7fc45e325e8" providerId="ADAL" clId="{EEEAA5E7-5892-4C22-B4B9-91834BD409A7}" dt="2026-09-08T14:23:38.210" v="971"/>
          <ac:grpSpMkLst>
            <pc:docMk/>
            <pc:sldMk cId="3431493396" sldId="427"/>
            <ac:grpSpMk id="9" creationId="{B6040107-8021-BFC7-EE34-5AC25D8B6AA6}"/>
          </ac:grpSpMkLst>
        </pc:grpChg>
        <pc:graphicFrameChg chg="add mod">
          <ac:chgData name="Feist, Ella" userId="992bbaf2-811d-42cb-a4d6-e7fc45e325e8" providerId="ADAL" clId="{EEEAA5E7-5892-4C22-B4B9-91834BD409A7}" dt="2026-09-08T14:23:38.210" v="971"/>
          <ac:graphicFrameMkLst>
            <pc:docMk/>
            <pc:sldMk cId="3431493396" sldId="427"/>
            <ac:graphicFrameMk id="2" creationId="{155516B9-001E-930B-75DE-72E2B27C1E37}"/>
          </ac:graphicFrameMkLst>
        </pc:graphicFrameChg>
        <pc:cxnChg chg="mod">
          <ac:chgData name="Feist, Ella" userId="992bbaf2-811d-42cb-a4d6-e7fc45e325e8" providerId="ADAL" clId="{EEEAA5E7-5892-4C22-B4B9-91834BD409A7}" dt="2026-09-08T14:23:38.210" v="971"/>
          <ac:cxnSpMkLst>
            <pc:docMk/>
            <pc:sldMk cId="3431493396" sldId="427"/>
            <ac:cxnSpMk id="11" creationId="{4958B1D5-6197-E2D8-1DC6-80F57AF53E89}"/>
          </ac:cxnSpMkLst>
        </pc:cxnChg>
      </pc:sldChg>
      <pc:sldChg chg="modSp mod">
        <pc:chgData name="Feist, Ella" userId="992bbaf2-811d-42cb-a4d6-e7fc45e325e8" providerId="ADAL" clId="{EEEAA5E7-5892-4C22-B4B9-91834BD409A7}" dt="2026-09-08T14:24:14.404" v="987" actId="20577"/>
        <pc:sldMkLst>
          <pc:docMk/>
          <pc:sldMk cId="637924174" sldId="428"/>
        </pc:sldMkLst>
        <pc:spChg chg="mod">
          <ac:chgData name="Feist, Ella" userId="992bbaf2-811d-42cb-a4d6-e7fc45e325e8" providerId="ADAL" clId="{EEEAA5E7-5892-4C22-B4B9-91834BD409A7}" dt="2026-09-08T14:24:14.404" v="987" actId="20577"/>
          <ac:spMkLst>
            <pc:docMk/>
            <pc:sldMk cId="637924174" sldId="428"/>
            <ac:spMk id="3" creationId="{D1570404-1C75-EC10-CAC4-65B2797940EC}"/>
          </ac:spMkLst>
        </pc:spChg>
      </pc:sldChg>
      <pc:sldChg chg="modSp mod">
        <pc:chgData name="Feist, Ella" userId="992bbaf2-811d-42cb-a4d6-e7fc45e325e8" providerId="ADAL" clId="{EEEAA5E7-5892-4C22-B4B9-91834BD409A7}" dt="2026-09-08T14:24:33.835" v="1019" actId="1035"/>
        <pc:sldMkLst>
          <pc:docMk/>
          <pc:sldMk cId="618171298" sldId="429"/>
        </pc:sldMkLst>
        <pc:spChg chg="mod">
          <ac:chgData name="Feist, Ella" userId="992bbaf2-811d-42cb-a4d6-e7fc45e325e8" providerId="ADAL" clId="{EEEAA5E7-5892-4C22-B4B9-91834BD409A7}" dt="2026-09-08T14:24:24.221" v="994" actId="20577"/>
          <ac:spMkLst>
            <pc:docMk/>
            <pc:sldMk cId="618171298" sldId="429"/>
            <ac:spMk id="3" creationId="{11E073FF-33CE-3F09-470D-17783B632A8B}"/>
          </ac:spMkLst>
        </pc:spChg>
        <pc:spChg chg="mod">
          <ac:chgData name="Feist, Ella" userId="992bbaf2-811d-42cb-a4d6-e7fc45e325e8" providerId="ADAL" clId="{EEEAA5E7-5892-4C22-B4B9-91834BD409A7}" dt="2026-09-08T14:24:33.835" v="1019" actId="1035"/>
          <ac:spMkLst>
            <pc:docMk/>
            <pc:sldMk cId="618171298" sldId="429"/>
            <ac:spMk id="6" creationId="{DA92E193-1820-F439-B6B1-C6226AEA4DD5}"/>
          </ac:spMkLst>
        </pc:spChg>
        <pc:spChg chg="mod">
          <ac:chgData name="Feist, Ella" userId="992bbaf2-811d-42cb-a4d6-e7fc45e325e8" providerId="ADAL" clId="{EEEAA5E7-5892-4C22-B4B9-91834BD409A7}" dt="2026-09-08T14:24:30.591" v="1007" actId="1036"/>
          <ac:spMkLst>
            <pc:docMk/>
            <pc:sldMk cId="618171298" sldId="429"/>
            <ac:spMk id="8" creationId="{9B5978FB-065E-A748-74DE-060A2EC056B0}"/>
          </ac:spMkLst>
        </pc:spChg>
        <pc:spChg chg="mod">
          <ac:chgData name="Feist, Ella" userId="992bbaf2-811d-42cb-a4d6-e7fc45e325e8" providerId="ADAL" clId="{EEEAA5E7-5892-4C22-B4B9-91834BD409A7}" dt="2026-09-08T14:24:28.354" v="1002" actId="1035"/>
          <ac:spMkLst>
            <pc:docMk/>
            <pc:sldMk cId="618171298" sldId="429"/>
            <ac:spMk id="10" creationId="{4DAFEF53-F090-5054-FD7A-2CD8DA64A346}"/>
          </ac:spMkLst>
        </pc:spChg>
      </pc:sldChg>
      <pc:sldChg chg="modSp mod">
        <pc:chgData name="Feist, Ella" userId="992bbaf2-811d-42cb-a4d6-e7fc45e325e8" providerId="ADAL" clId="{EEEAA5E7-5892-4C22-B4B9-91834BD409A7}" dt="2026-09-08T14:25:19.167" v="1043" actId="20577"/>
        <pc:sldMkLst>
          <pc:docMk/>
          <pc:sldMk cId="3871794982" sldId="430"/>
        </pc:sldMkLst>
        <pc:spChg chg="mod">
          <ac:chgData name="Feist, Ella" userId="992bbaf2-811d-42cb-a4d6-e7fc45e325e8" providerId="ADAL" clId="{EEEAA5E7-5892-4C22-B4B9-91834BD409A7}" dt="2026-09-08T14:25:19.167" v="1043" actId="20577"/>
          <ac:spMkLst>
            <pc:docMk/>
            <pc:sldMk cId="3871794982" sldId="430"/>
            <ac:spMk id="3" creationId="{8DFD36EE-32F1-F761-61B8-3F930C046136}"/>
          </ac:spMkLst>
        </pc:spChg>
        <pc:spChg chg="mod">
          <ac:chgData name="Feist, Ella" userId="992bbaf2-811d-42cb-a4d6-e7fc45e325e8" providerId="ADAL" clId="{EEEAA5E7-5892-4C22-B4B9-91834BD409A7}" dt="2026-09-08T14:24:58.566" v="1032" actId="1076"/>
          <ac:spMkLst>
            <pc:docMk/>
            <pc:sldMk cId="3871794982" sldId="430"/>
            <ac:spMk id="8" creationId="{4CEA2672-274A-A4B0-7DBA-6809868A9C12}"/>
          </ac:spMkLst>
        </pc:spChg>
        <pc:spChg chg="mod">
          <ac:chgData name="Feist, Ella" userId="992bbaf2-811d-42cb-a4d6-e7fc45e325e8" providerId="ADAL" clId="{EEEAA5E7-5892-4C22-B4B9-91834BD409A7}" dt="2026-09-08T14:24:41.019" v="1022" actId="20577"/>
          <ac:spMkLst>
            <pc:docMk/>
            <pc:sldMk cId="3871794982" sldId="430"/>
            <ac:spMk id="9" creationId="{180A255B-33DA-3E63-EFA0-F1B60FA8976B}"/>
          </ac:spMkLst>
        </pc:spChg>
      </pc:sldChg>
      <pc:sldChg chg="addSp delSp modSp mod chgLayout">
        <pc:chgData name="Feist, Ella" userId="992bbaf2-811d-42cb-a4d6-e7fc45e325e8" providerId="ADAL" clId="{EEEAA5E7-5892-4C22-B4B9-91834BD409A7}" dt="2026-09-08T14:25:55.703" v="1074" actId="313"/>
        <pc:sldMkLst>
          <pc:docMk/>
          <pc:sldMk cId="3675027959" sldId="431"/>
        </pc:sldMkLst>
        <pc:spChg chg="mod ord">
          <ac:chgData name="Feist, Ella" userId="992bbaf2-811d-42cb-a4d6-e7fc45e325e8" providerId="ADAL" clId="{EEEAA5E7-5892-4C22-B4B9-91834BD409A7}" dt="2026-09-08T14:25:30.422" v="1052" actId="6264"/>
          <ac:spMkLst>
            <pc:docMk/>
            <pc:sldMk cId="3675027959" sldId="431"/>
            <ac:spMk id="2" creationId="{CDB12157-F1AE-5037-8547-28CB1DB75260}"/>
          </ac:spMkLst>
        </pc:spChg>
        <pc:spChg chg="mod ord">
          <ac:chgData name="Feist, Ella" userId="992bbaf2-811d-42cb-a4d6-e7fc45e325e8" providerId="ADAL" clId="{EEEAA5E7-5892-4C22-B4B9-91834BD409A7}" dt="2026-09-08T14:25:55.703" v="1074" actId="313"/>
          <ac:spMkLst>
            <pc:docMk/>
            <pc:sldMk cId="3675027959" sldId="431"/>
            <ac:spMk id="3" creationId="{50BCBC4D-17E6-E4B6-F97F-B440915CDF2E}"/>
          </ac:spMkLst>
        </pc:spChg>
        <pc:spChg chg="mod ord">
          <ac:chgData name="Feist, Ella" userId="992bbaf2-811d-42cb-a4d6-e7fc45e325e8" providerId="ADAL" clId="{EEEAA5E7-5892-4C22-B4B9-91834BD409A7}" dt="2026-09-08T14:25:30.422" v="1052" actId="6264"/>
          <ac:spMkLst>
            <pc:docMk/>
            <pc:sldMk cId="3675027959" sldId="431"/>
            <ac:spMk id="5" creationId="{F0E95DB3-B126-FC53-E170-FA975F11B341}"/>
          </ac:spMkLst>
        </pc:spChg>
        <pc:picChg chg="mod ord">
          <ac:chgData name="Feist, Ella" userId="992bbaf2-811d-42cb-a4d6-e7fc45e325e8" providerId="ADAL" clId="{EEEAA5E7-5892-4C22-B4B9-91834BD409A7}" dt="2026-09-08T14:25:34.766" v="1053" actId="14100"/>
          <ac:picMkLst>
            <pc:docMk/>
            <pc:sldMk cId="3675027959" sldId="431"/>
            <ac:picMk id="7" creationId="{358F6CBC-77A0-F633-AC51-7B529E1B6FE2}"/>
          </ac:picMkLst>
        </pc:picChg>
      </pc:sldChg>
      <pc:sldChg chg="addSp delSp modSp mod chgLayout">
        <pc:chgData name="Feist, Ella" userId="992bbaf2-811d-42cb-a4d6-e7fc45e325e8" providerId="ADAL" clId="{EEEAA5E7-5892-4C22-B4B9-91834BD409A7}" dt="2026-09-08T14:26:29.252" v="1112" actId="20577"/>
        <pc:sldMkLst>
          <pc:docMk/>
          <pc:sldMk cId="426030404" sldId="432"/>
        </pc:sldMkLst>
        <pc:spChg chg="mod ord">
          <ac:chgData name="Feist, Ella" userId="992bbaf2-811d-42cb-a4d6-e7fc45e325e8" providerId="ADAL" clId="{EEEAA5E7-5892-4C22-B4B9-91834BD409A7}" dt="2026-09-08T14:26:05.153" v="1079" actId="6264"/>
          <ac:spMkLst>
            <pc:docMk/>
            <pc:sldMk cId="426030404" sldId="432"/>
            <ac:spMk id="2" creationId="{CCD4A18B-3C0F-DF41-A9C0-8F544542A132}"/>
          </ac:spMkLst>
        </pc:spChg>
        <pc:spChg chg="mod ord">
          <ac:chgData name="Feist, Ella" userId="992bbaf2-811d-42cb-a4d6-e7fc45e325e8" providerId="ADAL" clId="{EEEAA5E7-5892-4C22-B4B9-91834BD409A7}" dt="2026-09-08T14:26:29.252" v="1112" actId="20577"/>
          <ac:spMkLst>
            <pc:docMk/>
            <pc:sldMk cId="426030404" sldId="432"/>
            <ac:spMk id="3" creationId="{D25FA8FC-EE79-2D80-E850-57C16DDC3ACC}"/>
          </ac:spMkLst>
        </pc:spChg>
        <pc:spChg chg="mod ord">
          <ac:chgData name="Feist, Ella" userId="992bbaf2-811d-42cb-a4d6-e7fc45e325e8" providerId="ADAL" clId="{EEEAA5E7-5892-4C22-B4B9-91834BD409A7}" dt="2026-09-08T14:26:05.153" v="1079" actId="6264"/>
          <ac:spMkLst>
            <pc:docMk/>
            <pc:sldMk cId="426030404" sldId="432"/>
            <ac:spMk id="4" creationId="{B0AE2B22-FACB-B3D8-8CE0-E4FF45E5D4DB}"/>
          </ac:spMkLst>
        </pc:spChg>
      </pc:sldChg>
      <pc:sldChg chg="modSp mod">
        <pc:chgData name="Feist, Ella" userId="992bbaf2-811d-42cb-a4d6-e7fc45e325e8" providerId="ADAL" clId="{EEEAA5E7-5892-4C22-B4B9-91834BD409A7}" dt="2026-09-08T14:26:57.132" v="1139" actId="20577"/>
        <pc:sldMkLst>
          <pc:docMk/>
          <pc:sldMk cId="2627807491" sldId="433"/>
        </pc:sldMkLst>
        <pc:spChg chg="mod">
          <ac:chgData name="Feist, Ella" userId="992bbaf2-811d-42cb-a4d6-e7fc45e325e8" providerId="ADAL" clId="{EEEAA5E7-5892-4C22-B4B9-91834BD409A7}" dt="2026-09-08T14:26:38.616" v="1117" actId="20577"/>
          <ac:spMkLst>
            <pc:docMk/>
            <pc:sldMk cId="2627807491" sldId="433"/>
            <ac:spMk id="2" creationId="{C6B81F3A-1411-5BF7-AF46-E75DA54C48D5}"/>
          </ac:spMkLst>
        </pc:spChg>
        <pc:spChg chg="mod">
          <ac:chgData name="Feist, Ella" userId="992bbaf2-811d-42cb-a4d6-e7fc45e325e8" providerId="ADAL" clId="{EEEAA5E7-5892-4C22-B4B9-91834BD409A7}" dt="2026-09-08T14:26:57.132" v="1139" actId="20577"/>
          <ac:spMkLst>
            <pc:docMk/>
            <pc:sldMk cId="2627807491" sldId="433"/>
            <ac:spMk id="3" creationId="{BBD93D1F-E19C-C6A4-01EF-06912900D7F8}"/>
          </ac:spMkLst>
        </pc:spChg>
        <pc:spChg chg="mod">
          <ac:chgData name="Feist, Ella" userId="992bbaf2-811d-42cb-a4d6-e7fc45e325e8" providerId="ADAL" clId="{EEEAA5E7-5892-4C22-B4B9-91834BD409A7}" dt="2026-09-08T14:26:48.122" v="1131" actId="1076"/>
          <ac:spMkLst>
            <pc:docMk/>
            <pc:sldMk cId="2627807491" sldId="433"/>
            <ac:spMk id="8" creationId="{0DE53696-40CA-80F5-3D62-0747BA6A2CD3}"/>
          </ac:spMkLst>
        </pc:spChg>
      </pc:sldChg>
      <pc:sldChg chg="modSp mod">
        <pc:chgData name="Feist, Ella" userId="992bbaf2-811d-42cb-a4d6-e7fc45e325e8" providerId="ADAL" clId="{EEEAA5E7-5892-4C22-B4B9-91834BD409A7}" dt="2026-09-08T14:27:24.626" v="1168" actId="1076"/>
        <pc:sldMkLst>
          <pc:docMk/>
          <pc:sldMk cId="3744382806" sldId="434"/>
        </pc:sldMkLst>
        <pc:spChg chg="mod">
          <ac:chgData name="Feist, Ella" userId="992bbaf2-811d-42cb-a4d6-e7fc45e325e8" providerId="ADAL" clId="{EEEAA5E7-5892-4C22-B4B9-91834BD409A7}" dt="2026-09-08T14:27:00.690" v="1140" actId="20577"/>
          <ac:spMkLst>
            <pc:docMk/>
            <pc:sldMk cId="3744382806" sldId="434"/>
            <ac:spMk id="2" creationId="{E158AB50-B60F-8B5F-A833-70A0674509EC}"/>
          </ac:spMkLst>
        </pc:spChg>
        <pc:spChg chg="mod">
          <ac:chgData name="Feist, Ella" userId="992bbaf2-811d-42cb-a4d6-e7fc45e325e8" providerId="ADAL" clId="{EEEAA5E7-5892-4C22-B4B9-91834BD409A7}" dt="2026-09-08T14:27:20.423" v="1167" actId="20577"/>
          <ac:spMkLst>
            <pc:docMk/>
            <pc:sldMk cId="3744382806" sldId="434"/>
            <ac:spMk id="3" creationId="{38CE114F-69BB-7272-3BC6-CF8AF521DBD9}"/>
          </ac:spMkLst>
        </pc:spChg>
        <pc:spChg chg="mod">
          <ac:chgData name="Feist, Ella" userId="992bbaf2-811d-42cb-a4d6-e7fc45e325e8" providerId="ADAL" clId="{EEEAA5E7-5892-4C22-B4B9-91834BD409A7}" dt="2026-09-08T14:27:24.626" v="1168" actId="1076"/>
          <ac:spMkLst>
            <pc:docMk/>
            <pc:sldMk cId="3744382806" sldId="434"/>
            <ac:spMk id="6" creationId="{E0CC5B71-648C-9EAE-22B1-735A32F84A08}"/>
          </ac:spMkLst>
        </pc:spChg>
      </pc:sldChg>
      <pc:sldChg chg="modSp mod">
        <pc:chgData name="Feist, Ella" userId="992bbaf2-811d-42cb-a4d6-e7fc45e325e8" providerId="ADAL" clId="{EEEAA5E7-5892-4C22-B4B9-91834BD409A7}" dt="2026-09-08T14:27:34.844" v="1176" actId="20577"/>
        <pc:sldMkLst>
          <pc:docMk/>
          <pc:sldMk cId="878299450" sldId="435"/>
        </pc:sldMkLst>
        <pc:spChg chg="mod">
          <ac:chgData name="Feist, Ella" userId="992bbaf2-811d-42cb-a4d6-e7fc45e325e8" providerId="ADAL" clId="{EEEAA5E7-5892-4C22-B4B9-91834BD409A7}" dt="2026-09-08T14:27:34.844" v="1176" actId="20577"/>
          <ac:spMkLst>
            <pc:docMk/>
            <pc:sldMk cId="878299450" sldId="435"/>
            <ac:spMk id="3" creationId="{BA686267-2FFA-0D54-947D-620F077F2032}"/>
          </ac:spMkLst>
        </pc:spChg>
      </pc:sldChg>
      <pc:sldChg chg="modSp mod">
        <pc:chgData name="Feist, Ella" userId="992bbaf2-811d-42cb-a4d6-e7fc45e325e8" providerId="ADAL" clId="{EEEAA5E7-5892-4C22-B4B9-91834BD409A7}" dt="2026-09-08T14:28:14.218" v="1205" actId="113"/>
        <pc:sldMkLst>
          <pc:docMk/>
          <pc:sldMk cId="4386564" sldId="436"/>
        </pc:sldMkLst>
        <pc:spChg chg="mod">
          <ac:chgData name="Feist, Ella" userId="992bbaf2-811d-42cb-a4d6-e7fc45e325e8" providerId="ADAL" clId="{EEEAA5E7-5892-4C22-B4B9-91834BD409A7}" dt="2026-09-08T14:27:48.426" v="1180" actId="6549"/>
          <ac:spMkLst>
            <pc:docMk/>
            <pc:sldMk cId="4386564" sldId="436"/>
            <ac:spMk id="2" creationId="{2788695C-59A4-2465-7666-2E46AC3DD8B1}"/>
          </ac:spMkLst>
        </pc:spChg>
        <pc:spChg chg="mod">
          <ac:chgData name="Feist, Ella" userId="992bbaf2-811d-42cb-a4d6-e7fc45e325e8" providerId="ADAL" clId="{EEEAA5E7-5892-4C22-B4B9-91834BD409A7}" dt="2026-09-08T14:28:14.218" v="1205" actId="113"/>
          <ac:spMkLst>
            <pc:docMk/>
            <pc:sldMk cId="4386564" sldId="436"/>
            <ac:spMk id="3" creationId="{0B3A61EB-F325-769D-3025-5C334F94CF3D}"/>
          </ac:spMkLst>
        </pc:spChg>
        <pc:spChg chg="mod">
          <ac:chgData name="Feist, Ella" userId="992bbaf2-811d-42cb-a4d6-e7fc45e325e8" providerId="ADAL" clId="{EEEAA5E7-5892-4C22-B4B9-91834BD409A7}" dt="2026-09-08T14:27:52.283" v="1181" actId="1076"/>
          <ac:spMkLst>
            <pc:docMk/>
            <pc:sldMk cId="4386564" sldId="436"/>
            <ac:spMk id="5" creationId="{2A473E09-41B4-2721-EE69-8DBF53A2A483}"/>
          </ac:spMkLst>
        </pc:spChg>
      </pc:sldChg>
      <pc:sldChg chg="modSp mod">
        <pc:chgData name="Feist, Ella" userId="992bbaf2-811d-42cb-a4d6-e7fc45e325e8" providerId="ADAL" clId="{EEEAA5E7-5892-4C22-B4B9-91834BD409A7}" dt="2026-09-08T14:28:43.263" v="1226" actId="20577"/>
        <pc:sldMkLst>
          <pc:docMk/>
          <pc:sldMk cId="958879459" sldId="437"/>
        </pc:sldMkLst>
        <pc:spChg chg="mod">
          <ac:chgData name="Feist, Ella" userId="992bbaf2-811d-42cb-a4d6-e7fc45e325e8" providerId="ADAL" clId="{EEEAA5E7-5892-4C22-B4B9-91834BD409A7}" dt="2026-09-08T14:28:19.004" v="1206" actId="20577"/>
          <ac:spMkLst>
            <pc:docMk/>
            <pc:sldMk cId="958879459" sldId="437"/>
            <ac:spMk id="2" creationId="{77857816-89F4-F1DE-B878-2483C51AB8B9}"/>
          </ac:spMkLst>
        </pc:spChg>
        <pc:spChg chg="mod">
          <ac:chgData name="Feist, Ella" userId="992bbaf2-811d-42cb-a4d6-e7fc45e325e8" providerId="ADAL" clId="{EEEAA5E7-5892-4C22-B4B9-91834BD409A7}" dt="2026-09-08T14:28:43.263" v="1226" actId="20577"/>
          <ac:spMkLst>
            <pc:docMk/>
            <pc:sldMk cId="958879459" sldId="437"/>
            <ac:spMk id="3" creationId="{A9304DA3-903F-9DD7-7EB0-80FC59A3AB1A}"/>
          </ac:spMkLst>
        </pc:spChg>
        <pc:spChg chg="mod">
          <ac:chgData name="Feist, Ella" userId="992bbaf2-811d-42cb-a4d6-e7fc45e325e8" providerId="ADAL" clId="{EEEAA5E7-5892-4C22-B4B9-91834BD409A7}" dt="2026-09-08T14:28:30.539" v="1214" actId="1076"/>
          <ac:spMkLst>
            <pc:docMk/>
            <pc:sldMk cId="958879459" sldId="437"/>
            <ac:spMk id="6" creationId="{C4DACDAD-8FEF-A2FF-2DFE-B0C0D9F16C71}"/>
          </ac:spMkLst>
        </pc:spChg>
        <pc:spChg chg="mod">
          <ac:chgData name="Feist, Ella" userId="992bbaf2-811d-42cb-a4d6-e7fc45e325e8" providerId="ADAL" clId="{EEEAA5E7-5892-4C22-B4B9-91834BD409A7}" dt="2026-09-08T14:28:34.880" v="1215" actId="1076"/>
          <ac:spMkLst>
            <pc:docMk/>
            <pc:sldMk cId="958879459" sldId="437"/>
            <ac:spMk id="8" creationId="{3BD551A6-8184-6FC9-E742-C76D1A735AF9}"/>
          </ac:spMkLst>
        </pc:spChg>
      </pc:sldChg>
      <pc:sldChg chg="addSp delSp modSp mod chgLayout">
        <pc:chgData name="Feist, Ella" userId="992bbaf2-811d-42cb-a4d6-e7fc45e325e8" providerId="ADAL" clId="{EEEAA5E7-5892-4C22-B4B9-91834BD409A7}" dt="2026-09-08T14:29:11.045" v="1242" actId="20577"/>
        <pc:sldMkLst>
          <pc:docMk/>
          <pc:sldMk cId="3942044025" sldId="438"/>
        </pc:sldMkLst>
        <pc:spChg chg="mod ord">
          <ac:chgData name="Feist, Ella" userId="992bbaf2-811d-42cb-a4d6-e7fc45e325e8" providerId="ADAL" clId="{EEEAA5E7-5892-4C22-B4B9-91834BD409A7}" dt="2026-09-08T14:29:02.086" v="1233"/>
          <ac:spMkLst>
            <pc:docMk/>
            <pc:sldMk cId="3942044025" sldId="438"/>
            <ac:spMk id="2" creationId="{8B8542AB-7136-86E0-8757-3E21D778CA85}"/>
          </ac:spMkLst>
        </pc:spChg>
        <pc:spChg chg="add mod">
          <ac:chgData name="Feist, Ella" userId="992bbaf2-811d-42cb-a4d6-e7fc45e325e8" providerId="ADAL" clId="{EEEAA5E7-5892-4C22-B4B9-91834BD409A7}" dt="2026-09-08T14:29:11.045" v="1242" actId="20577"/>
          <ac:spMkLst>
            <pc:docMk/>
            <pc:sldMk cId="3942044025" sldId="438"/>
            <ac:spMk id="7" creationId="{AA233C9E-28B7-6B8C-D05F-FB39433E54D3}"/>
          </ac:spMkLst>
        </pc:spChg>
      </pc:sldChg>
      <pc:sldChg chg="modSp mod">
        <pc:chgData name="Feist, Ella" userId="992bbaf2-811d-42cb-a4d6-e7fc45e325e8" providerId="ADAL" clId="{EEEAA5E7-5892-4C22-B4B9-91834BD409A7}" dt="2026-09-08T14:29:23.854" v="1250" actId="20577"/>
        <pc:sldMkLst>
          <pc:docMk/>
          <pc:sldMk cId="3102683582" sldId="439"/>
        </pc:sldMkLst>
        <pc:spChg chg="mod">
          <ac:chgData name="Feist, Ella" userId="992bbaf2-811d-42cb-a4d6-e7fc45e325e8" providerId="ADAL" clId="{EEEAA5E7-5892-4C22-B4B9-91834BD409A7}" dt="2026-09-08T14:29:16.443" v="1243"/>
          <ac:spMkLst>
            <pc:docMk/>
            <pc:sldMk cId="3102683582" sldId="439"/>
            <ac:spMk id="2" creationId="{B657EA36-0251-3523-BD35-F6F2EC98D24C}"/>
          </ac:spMkLst>
        </pc:spChg>
        <pc:spChg chg="mod">
          <ac:chgData name="Feist, Ella" userId="992bbaf2-811d-42cb-a4d6-e7fc45e325e8" providerId="ADAL" clId="{EEEAA5E7-5892-4C22-B4B9-91834BD409A7}" dt="2026-09-08T14:29:23.854" v="1250" actId="20577"/>
          <ac:spMkLst>
            <pc:docMk/>
            <pc:sldMk cId="3102683582" sldId="439"/>
            <ac:spMk id="3" creationId="{F9CFAC9B-8FFF-4ED4-3456-609F026700F8}"/>
          </ac:spMkLst>
        </pc:spChg>
      </pc:sldChg>
      <pc:sldChg chg="modSp mod">
        <pc:chgData name="Feist, Ella" userId="992bbaf2-811d-42cb-a4d6-e7fc45e325e8" providerId="ADAL" clId="{EEEAA5E7-5892-4C22-B4B9-91834BD409A7}" dt="2026-09-08T14:29:49.362" v="1264" actId="20577"/>
        <pc:sldMkLst>
          <pc:docMk/>
          <pc:sldMk cId="1189467372" sldId="440"/>
        </pc:sldMkLst>
        <pc:spChg chg="mod">
          <ac:chgData name="Feist, Ella" userId="992bbaf2-811d-42cb-a4d6-e7fc45e325e8" providerId="ADAL" clId="{EEEAA5E7-5892-4C22-B4B9-91834BD409A7}" dt="2026-09-08T14:29:49.362" v="1264" actId="20577"/>
          <ac:spMkLst>
            <pc:docMk/>
            <pc:sldMk cId="1189467372" sldId="440"/>
            <ac:spMk id="3" creationId="{31A15BCA-8089-AEBB-931E-5E8887685829}"/>
          </ac:spMkLst>
        </pc:spChg>
      </pc:sldChg>
      <pc:sldChg chg="modSp mod">
        <pc:chgData name="Feist, Ella" userId="992bbaf2-811d-42cb-a4d6-e7fc45e325e8" providerId="ADAL" clId="{EEEAA5E7-5892-4C22-B4B9-91834BD409A7}" dt="2026-09-08T14:30:27.376" v="1301" actId="20577"/>
        <pc:sldMkLst>
          <pc:docMk/>
          <pc:sldMk cId="2476809127" sldId="441"/>
        </pc:sldMkLst>
        <pc:spChg chg="mod">
          <ac:chgData name="Feist, Ella" userId="992bbaf2-811d-42cb-a4d6-e7fc45e325e8" providerId="ADAL" clId="{EEEAA5E7-5892-4C22-B4B9-91834BD409A7}" dt="2026-09-08T14:30:27.376" v="1301" actId="20577"/>
          <ac:spMkLst>
            <pc:docMk/>
            <pc:sldMk cId="2476809127" sldId="441"/>
            <ac:spMk id="3" creationId="{1F90F43C-D24F-A317-D374-4FC766B516E0}"/>
          </ac:spMkLst>
        </pc:spChg>
        <pc:spChg chg="mod">
          <ac:chgData name="Feist, Ella" userId="992bbaf2-811d-42cb-a4d6-e7fc45e325e8" providerId="ADAL" clId="{EEEAA5E7-5892-4C22-B4B9-91834BD409A7}" dt="2026-09-08T14:30:26.110" v="1300" actId="1076"/>
          <ac:spMkLst>
            <pc:docMk/>
            <pc:sldMk cId="2476809127" sldId="441"/>
            <ac:spMk id="6" creationId="{69C1C8B1-9846-ECA3-32FE-885127299C61}"/>
          </ac:spMkLst>
        </pc:spChg>
      </pc:sldChg>
      <pc:sldChg chg="delSp modSp mod">
        <pc:chgData name="Feist, Ella" userId="992bbaf2-811d-42cb-a4d6-e7fc45e325e8" providerId="ADAL" clId="{EEEAA5E7-5892-4C22-B4B9-91834BD409A7}" dt="2026-09-08T14:31:20.868" v="1337" actId="948"/>
        <pc:sldMkLst>
          <pc:docMk/>
          <pc:sldMk cId="838589073" sldId="442"/>
        </pc:sldMkLst>
        <pc:spChg chg="mod">
          <ac:chgData name="Feist, Ella" userId="992bbaf2-811d-42cb-a4d6-e7fc45e325e8" providerId="ADAL" clId="{EEEAA5E7-5892-4C22-B4B9-91834BD409A7}" dt="2026-09-08T14:30:30.917" v="1302" actId="20577"/>
          <ac:spMkLst>
            <pc:docMk/>
            <pc:sldMk cId="838589073" sldId="442"/>
            <ac:spMk id="2" creationId="{3CCC40E1-4D3C-4177-7F13-6F7BDCCD6FCF}"/>
          </ac:spMkLst>
        </pc:spChg>
        <pc:spChg chg="mod">
          <ac:chgData name="Feist, Ella" userId="992bbaf2-811d-42cb-a4d6-e7fc45e325e8" providerId="ADAL" clId="{EEEAA5E7-5892-4C22-B4B9-91834BD409A7}" dt="2026-09-08T14:31:20.868" v="1337" actId="948"/>
          <ac:spMkLst>
            <pc:docMk/>
            <pc:sldMk cId="838589073" sldId="442"/>
            <ac:spMk id="3" creationId="{A8492A63-7C08-1624-013B-24B5F97D0F3C}"/>
          </ac:spMkLst>
        </pc:spChg>
        <pc:picChg chg="mod">
          <ac:chgData name="Feist, Ella" userId="992bbaf2-811d-42cb-a4d6-e7fc45e325e8" providerId="ADAL" clId="{EEEAA5E7-5892-4C22-B4B9-91834BD409A7}" dt="2026-09-08T14:30:36.219" v="1304" actId="1076"/>
          <ac:picMkLst>
            <pc:docMk/>
            <pc:sldMk cId="838589073" sldId="442"/>
            <ac:picMk id="7" creationId="{355F36E6-0038-827C-9152-17C698DF9D9B}"/>
          </ac:picMkLst>
        </pc:picChg>
        <pc:picChg chg="mod">
          <ac:chgData name="Feist, Ella" userId="992bbaf2-811d-42cb-a4d6-e7fc45e325e8" providerId="ADAL" clId="{EEEAA5E7-5892-4C22-B4B9-91834BD409A7}" dt="2026-09-08T14:30:38.461" v="1305" actId="1076"/>
          <ac:picMkLst>
            <pc:docMk/>
            <pc:sldMk cId="838589073" sldId="442"/>
            <ac:picMk id="9" creationId="{82E68852-742E-64DE-5D68-6F60758ED29E}"/>
          </ac:picMkLst>
        </pc:picChg>
      </pc:sldChg>
      <pc:sldChg chg="modSp mod">
        <pc:chgData name="Feist, Ella" userId="992bbaf2-811d-42cb-a4d6-e7fc45e325e8" providerId="ADAL" clId="{EEEAA5E7-5892-4C22-B4B9-91834BD409A7}" dt="2026-09-08T14:31:35.593" v="1346" actId="1076"/>
        <pc:sldMkLst>
          <pc:docMk/>
          <pc:sldMk cId="2160715078" sldId="443"/>
        </pc:sldMkLst>
        <pc:spChg chg="mod">
          <ac:chgData name="Feist, Ella" userId="992bbaf2-811d-42cb-a4d6-e7fc45e325e8" providerId="ADAL" clId="{EEEAA5E7-5892-4C22-B4B9-91834BD409A7}" dt="2026-09-08T14:31:24.670" v="1338" actId="20577"/>
          <ac:spMkLst>
            <pc:docMk/>
            <pc:sldMk cId="2160715078" sldId="443"/>
            <ac:spMk id="2" creationId="{492D9DAB-8C3A-0EF3-6185-4E8EFF78AA3C}"/>
          </ac:spMkLst>
        </pc:spChg>
        <pc:spChg chg="mod">
          <ac:chgData name="Feist, Ella" userId="992bbaf2-811d-42cb-a4d6-e7fc45e325e8" providerId="ADAL" clId="{EEEAA5E7-5892-4C22-B4B9-91834BD409A7}" dt="2026-09-08T14:31:29.261" v="1344" actId="20577"/>
          <ac:spMkLst>
            <pc:docMk/>
            <pc:sldMk cId="2160715078" sldId="443"/>
            <ac:spMk id="3" creationId="{4F0C63E6-0C31-E02A-F457-F3CDAE0853E3}"/>
          </ac:spMkLst>
        </pc:spChg>
        <pc:spChg chg="mod">
          <ac:chgData name="Feist, Ella" userId="992bbaf2-811d-42cb-a4d6-e7fc45e325e8" providerId="ADAL" clId="{EEEAA5E7-5892-4C22-B4B9-91834BD409A7}" dt="2026-09-08T14:31:32.423" v="1345" actId="1076"/>
          <ac:spMkLst>
            <pc:docMk/>
            <pc:sldMk cId="2160715078" sldId="443"/>
            <ac:spMk id="11" creationId="{AAD41854-7538-CC4D-2237-88B7EC997C54}"/>
          </ac:spMkLst>
        </pc:spChg>
        <pc:spChg chg="mod">
          <ac:chgData name="Feist, Ella" userId="992bbaf2-811d-42cb-a4d6-e7fc45e325e8" providerId="ADAL" clId="{EEEAA5E7-5892-4C22-B4B9-91834BD409A7}" dt="2026-09-08T14:31:35.593" v="1346" actId="1076"/>
          <ac:spMkLst>
            <pc:docMk/>
            <pc:sldMk cId="2160715078" sldId="443"/>
            <ac:spMk id="13" creationId="{AEBEA4D8-D3B5-0333-8BE0-F935C6DAE398}"/>
          </ac:spMkLst>
        </pc:spChg>
      </pc:sldChg>
      <pc:sldChg chg="modSp mod">
        <pc:chgData name="Feist, Ella" userId="992bbaf2-811d-42cb-a4d6-e7fc45e325e8" providerId="ADAL" clId="{EEEAA5E7-5892-4C22-B4B9-91834BD409A7}" dt="2026-09-08T14:32:10.156" v="1377" actId="1076"/>
        <pc:sldMkLst>
          <pc:docMk/>
          <pc:sldMk cId="2595479788" sldId="444"/>
        </pc:sldMkLst>
        <pc:spChg chg="mod">
          <ac:chgData name="Feist, Ella" userId="992bbaf2-811d-42cb-a4d6-e7fc45e325e8" providerId="ADAL" clId="{EEEAA5E7-5892-4C22-B4B9-91834BD409A7}" dt="2026-09-08T14:31:40.623" v="1347"/>
          <ac:spMkLst>
            <pc:docMk/>
            <pc:sldMk cId="2595479788" sldId="444"/>
            <ac:spMk id="2" creationId="{CAEE34BE-DDE1-FC68-B514-38B97D37CD93}"/>
          </ac:spMkLst>
        </pc:spChg>
        <pc:spChg chg="mod">
          <ac:chgData name="Feist, Ella" userId="992bbaf2-811d-42cb-a4d6-e7fc45e325e8" providerId="ADAL" clId="{EEEAA5E7-5892-4C22-B4B9-91834BD409A7}" dt="2026-09-08T14:32:00.817" v="1372" actId="20577"/>
          <ac:spMkLst>
            <pc:docMk/>
            <pc:sldMk cId="2595479788" sldId="444"/>
            <ac:spMk id="3" creationId="{9DC053BC-B23C-63A5-CF01-919ED2B734AA}"/>
          </ac:spMkLst>
        </pc:spChg>
        <pc:spChg chg="mod">
          <ac:chgData name="Feist, Ella" userId="992bbaf2-811d-42cb-a4d6-e7fc45e325e8" providerId="ADAL" clId="{EEEAA5E7-5892-4C22-B4B9-91834BD409A7}" dt="2026-09-08T14:32:04.858" v="1376" actId="1036"/>
          <ac:spMkLst>
            <pc:docMk/>
            <pc:sldMk cId="2595479788" sldId="444"/>
            <ac:spMk id="6" creationId="{C200F39B-730C-2A7A-61D4-875DE77C892E}"/>
          </ac:spMkLst>
        </pc:spChg>
        <pc:spChg chg="mod">
          <ac:chgData name="Feist, Ella" userId="992bbaf2-811d-42cb-a4d6-e7fc45e325e8" providerId="ADAL" clId="{EEEAA5E7-5892-4C22-B4B9-91834BD409A7}" dt="2026-09-08T14:32:10.156" v="1377" actId="1076"/>
          <ac:spMkLst>
            <pc:docMk/>
            <pc:sldMk cId="2595479788" sldId="444"/>
            <ac:spMk id="8" creationId="{CFF2F281-078B-F82E-ECBE-E7FFF4516B8B}"/>
          </ac:spMkLst>
        </pc:spChg>
      </pc:sldChg>
      <pc:sldChg chg="modSp mod">
        <pc:chgData name="Feist, Ella" userId="992bbaf2-811d-42cb-a4d6-e7fc45e325e8" providerId="ADAL" clId="{EEEAA5E7-5892-4C22-B4B9-91834BD409A7}" dt="2026-09-08T14:32:20.324" v="1380" actId="1076"/>
        <pc:sldMkLst>
          <pc:docMk/>
          <pc:sldMk cId="2615833361" sldId="445"/>
        </pc:sldMkLst>
        <pc:spChg chg="mod">
          <ac:chgData name="Feist, Ella" userId="992bbaf2-811d-42cb-a4d6-e7fc45e325e8" providerId="ADAL" clId="{EEEAA5E7-5892-4C22-B4B9-91834BD409A7}" dt="2026-09-08T14:32:14.018" v="1378"/>
          <ac:spMkLst>
            <pc:docMk/>
            <pc:sldMk cId="2615833361" sldId="445"/>
            <ac:spMk id="2" creationId="{F3FB2F5A-714C-84D7-44B7-BC622361559B}"/>
          </ac:spMkLst>
        </pc:spChg>
        <pc:spChg chg="mod">
          <ac:chgData name="Feist, Ella" userId="992bbaf2-811d-42cb-a4d6-e7fc45e325e8" providerId="ADAL" clId="{EEEAA5E7-5892-4C22-B4B9-91834BD409A7}" dt="2026-09-08T14:32:17.363" v="1379" actId="1076"/>
          <ac:spMkLst>
            <pc:docMk/>
            <pc:sldMk cId="2615833361" sldId="445"/>
            <ac:spMk id="6" creationId="{6295C971-0A1C-EAA8-7F32-D7A82E042C89}"/>
          </ac:spMkLst>
        </pc:spChg>
        <pc:spChg chg="mod">
          <ac:chgData name="Feist, Ella" userId="992bbaf2-811d-42cb-a4d6-e7fc45e325e8" providerId="ADAL" clId="{EEEAA5E7-5892-4C22-B4B9-91834BD409A7}" dt="2026-09-08T14:32:20.324" v="1380" actId="1076"/>
          <ac:spMkLst>
            <pc:docMk/>
            <pc:sldMk cId="2615833361" sldId="445"/>
            <ac:spMk id="8" creationId="{1129D1C3-FC1C-DC15-3633-90C10495EA18}"/>
          </ac:spMkLst>
        </pc:spChg>
      </pc:sldChg>
      <pc:sldChg chg="modSp mod">
        <pc:chgData name="Feist, Ella" userId="992bbaf2-811d-42cb-a4d6-e7fc45e325e8" providerId="ADAL" clId="{EEEAA5E7-5892-4C22-B4B9-91834BD409A7}" dt="2026-09-08T14:32:44.363" v="1397" actId="20577"/>
        <pc:sldMkLst>
          <pc:docMk/>
          <pc:sldMk cId="2656231763" sldId="446"/>
        </pc:sldMkLst>
        <pc:spChg chg="mod">
          <ac:chgData name="Feist, Ella" userId="992bbaf2-811d-42cb-a4d6-e7fc45e325e8" providerId="ADAL" clId="{EEEAA5E7-5892-4C22-B4B9-91834BD409A7}" dt="2026-09-08T14:32:24.170" v="1381" actId="20577"/>
          <ac:spMkLst>
            <pc:docMk/>
            <pc:sldMk cId="2656231763" sldId="446"/>
            <ac:spMk id="2" creationId="{9ACACFD7-9F46-1D7B-947C-AFA21B84B8F4}"/>
          </ac:spMkLst>
        </pc:spChg>
        <pc:spChg chg="mod">
          <ac:chgData name="Feist, Ella" userId="992bbaf2-811d-42cb-a4d6-e7fc45e325e8" providerId="ADAL" clId="{EEEAA5E7-5892-4C22-B4B9-91834BD409A7}" dt="2026-09-08T14:32:44.363" v="1397" actId="20577"/>
          <ac:spMkLst>
            <pc:docMk/>
            <pc:sldMk cId="2656231763" sldId="446"/>
            <ac:spMk id="3" creationId="{23B0E2B6-97F7-56F5-9C14-1D343A4E0454}"/>
          </ac:spMkLst>
        </pc:spChg>
        <pc:spChg chg="mod">
          <ac:chgData name="Feist, Ella" userId="992bbaf2-811d-42cb-a4d6-e7fc45e325e8" providerId="ADAL" clId="{EEEAA5E7-5892-4C22-B4B9-91834BD409A7}" dt="2026-09-08T14:32:40.688" v="1391" actId="1076"/>
          <ac:spMkLst>
            <pc:docMk/>
            <pc:sldMk cId="2656231763" sldId="446"/>
            <ac:spMk id="6" creationId="{F764ACFA-684E-F000-93AC-372959360256}"/>
          </ac:spMkLst>
        </pc:spChg>
      </pc:sldChg>
      <pc:sldChg chg="modSp mod">
        <pc:chgData name="Feist, Ella" userId="992bbaf2-811d-42cb-a4d6-e7fc45e325e8" providerId="ADAL" clId="{EEEAA5E7-5892-4C22-B4B9-91834BD409A7}" dt="2026-09-08T14:32:56.798" v="1407" actId="20577"/>
        <pc:sldMkLst>
          <pc:docMk/>
          <pc:sldMk cId="3763663097" sldId="447"/>
        </pc:sldMkLst>
        <pc:spChg chg="mod">
          <ac:chgData name="Feist, Ella" userId="992bbaf2-811d-42cb-a4d6-e7fc45e325e8" providerId="ADAL" clId="{EEEAA5E7-5892-4C22-B4B9-91834BD409A7}" dt="2026-09-08T14:32:47.676" v="1398" actId="20577"/>
          <ac:spMkLst>
            <pc:docMk/>
            <pc:sldMk cId="3763663097" sldId="447"/>
            <ac:spMk id="2" creationId="{FF5A65C7-0B7F-48AB-A9D9-D6353FFC5327}"/>
          </ac:spMkLst>
        </pc:spChg>
        <pc:spChg chg="mod">
          <ac:chgData name="Feist, Ella" userId="992bbaf2-811d-42cb-a4d6-e7fc45e325e8" providerId="ADAL" clId="{EEEAA5E7-5892-4C22-B4B9-91834BD409A7}" dt="2026-09-08T14:32:56.798" v="1407" actId="20577"/>
          <ac:spMkLst>
            <pc:docMk/>
            <pc:sldMk cId="3763663097" sldId="447"/>
            <ac:spMk id="3" creationId="{DCF40A62-3803-78FC-DF82-006CC9495EF0}"/>
          </ac:spMkLst>
        </pc:spChg>
      </pc:sldChg>
      <pc:sldChg chg="modSp mod">
        <pc:chgData name="Feist, Ella" userId="992bbaf2-811d-42cb-a4d6-e7fc45e325e8" providerId="ADAL" clId="{EEEAA5E7-5892-4C22-B4B9-91834BD409A7}" dt="2026-09-08T14:33:15.012" v="1420" actId="1076"/>
        <pc:sldMkLst>
          <pc:docMk/>
          <pc:sldMk cId="1169584922" sldId="448"/>
        </pc:sldMkLst>
        <pc:spChg chg="mod">
          <ac:chgData name="Feist, Ella" userId="992bbaf2-811d-42cb-a4d6-e7fc45e325e8" providerId="ADAL" clId="{EEEAA5E7-5892-4C22-B4B9-91834BD409A7}" dt="2026-09-08T14:33:00.844" v="1408" actId="20577"/>
          <ac:spMkLst>
            <pc:docMk/>
            <pc:sldMk cId="1169584922" sldId="448"/>
            <ac:spMk id="2" creationId="{F420DD8E-2F4C-4582-6724-37E1938C5403}"/>
          </ac:spMkLst>
        </pc:spChg>
        <pc:spChg chg="mod">
          <ac:chgData name="Feist, Ella" userId="992bbaf2-811d-42cb-a4d6-e7fc45e325e8" providerId="ADAL" clId="{EEEAA5E7-5892-4C22-B4B9-91834BD409A7}" dt="2026-09-08T14:33:08.291" v="1419" actId="20577"/>
          <ac:spMkLst>
            <pc:docMk/>
            <pc:sldMk cId="1169584922" sldId="448"/>
            <ac:spMk id="3" creationId="{33D55A17-F808-057B-B8DB-6DF40847E63E}"/>
          </ac:spMkLst>
        </pc:spChg>
        <pc:spChg chg="mod">
          <ac:chgData name="Feist, Ella" userId="992bbaf2-811d-42cb-a4d6-e7fc45e325e8" providerId="ADAL" clId="{EEEAA5E7-5892-4C22-B4B9-91834BD409A7}" dt="2026-09-08T14:33:15.012" v="1420" actId="1076"/>
          <ac:spMkLst>
            <pc:docMk/>
            <pc:sldMk cId="1169584922" sldId="448"/>
            <ac:spMk id="4" creationId="{F97890ED-D3EA-9290-7249-714BAC366781}"/>
          </ac:spMkLst>
        </pc:spChg>
      </pc:sldChg>
      <pc:sldChg chg="modSp mod">
        <pc:chgData name="Feist, Ella" userId="992bbaf2-811d-42cb-a4d6-e7fc45e325e8" providerId="ADAL" clId="{EEEAA5E7-5892-4C22-B4B9-91834BD409A7}" dt="2026-09-08T14:33:28.217" v="1431" actId="20577"/>
        <pc:sldMkLst>
          <pc:docMk/>
          <pc:sldMk cId="3653160889" sldId="449"/>
        </pc:sldMkLst>
        <pc:spChg chg="mod">
          <ac:chgData name="Feist, Ella" userId="992bbaf2-811d-42cb-a4d6-e7fc45e325e8" providerId="ADAL" clId="{EEEAA5E7-5892-4C22-B4B9-91834BD409A7}" dt="2026-09-08T14:33:18.544" v="1421" actId="20577"/>
          <ac:spMkLst>
            <pc:docMk/>
            <pc:sldMk cId="3653160889" sldId="449"/>
            <ac:spMk id="2" creationId="{64A3724D-513A-60B9-8BAF-7416D2F645B6}"/>
          </ac:spMkLst>
        </pc:spChg>
        <pc:spChg chg="mod">
          <ac:chgData name="Feist, Ella" userId="992bbaf2-811d-42cb-a4d6-e7fc45e325e8" providerId="ADAL" clId="{EEEAA5E7-5892-4C22-B4B9-91834BD409A7}" dt="2026-09-08T14:33:28.217" v="1431" actId="20577"/>
          <ac:spMkLst>
            <pc:docMk/>
            <pc:sldMk cId="3653160889" sldId="449"/>
            <ac:spMk id="3" creationId="{6FC56B25-6C17-51E8-DE1B-7DDCD0BE9E0D}"/>
          </ac:spMkLst>
        </pc:spChg>
      </pc:sldChg>
      <pc:sldChg chg="addSp modSp mod modClrScheme chgLayout">
        <pc:chgData name="Feist, Ella" userId="992bbaf2-811d-42cb-a4d6-e7fc45e325e8" providerId="ADAL" clId="{EEEAA5E7-5892-4C22-B4B9-91834BD409A7}" dt="2026-09-08T14:34:11.623" v="1455" actId="20577"/>
        <pc:sldMkLst>
          <pc:docMk/>
          <pc:sldMk cId="2431579203" sldId="450"/>
        </pc:sldMkLst>
        <pc:spChg chg="mod ord">
          <ac:chgData name="Feist, Ella" userId="992bbaf2-811d-42cb-a4d6-e7fc45e325e8" providerId="ADAL" clId="{EEEAA5E7-5892-4C22-B4B9-91834BD409A7}" dt="2026-09-08T14:33:36.602" v="1433" actId="700"/>
          <ac:spMkLst>
            <pc:docMk/>
            <pc:sldMk cId="2431579203" sldId="450"/>
            <ac:spMk id="2" creationId="{56F63AD7-6837-E21A-8D03-4D915B329CCF}"/>
          </ac:spMkLst>
        </pc:spChg>
        <pc:spChg chg="mod ord">
          <ac:chgData name="Feist, Ella" userId="992bbaf2-811d-42cb-a4d6-e7fc45e325e8" providerId="ADAL" clId="{EEEAA5E7-5892-4C22-B4B9-91834BD409A7}" dt="2026-09-08T14:33:59.715" v="1445" actId="20577"/>
          <ac:spMkLst>
            <pc:docMk/>
            <pc:sldMk cId="2431579203" sldId="450"/>
            <ac:spMk id="3" creationId="{A3701413-886E-5B6F-3095-7C021B173230}"/>
          </ac:spMkLst>
        </pc:spChg>
        <pc:spChg chg="mod ord">
          <ac:chgData name="Feist, Ella" userId="992bbaf2-811d-42cb-a4d6-e7fc45e325e8" providerId="ADAL" clId="{EEEAA5E7-5892-4C22-B4B9-91834BD409A7}" dt="2026-09-08T14:33:36.602" v="1433" actId="700"/>
          <ac:spMkLst>
            <pc:docMk/>
            <pc:sldMk cId="2431579203" sldId="450"/>
            <ac:spMk id="4" creationId="{7F6E181A-E22D-85A9-6A4B-5F470787D86C}"/>
          </ac:spMkLst>
        </pc:spChg>
        <pc:spChg chg="add mod ord">
          <ac:chgData name="Feist, Ella" userId="992bbaf2-811d-42cb-a4d6-e7fc45e325e8" providerId="ADAL" clId="{EEEAA5E7-5892-4C22-B4B9-91834BD409A7}" dt="2026-09-08T14:34:11.623" v="1455" actId="20577"/>
          <ac:spMkLst>
            <pc:docMk/>
            <pc:sldMk cId="2431579203" sldId="450"/>
            <ac:spMk id="5" creationId="{82044681-69D7-16D3-67E0-0077BDBF2839}"/>
          </ac:spMkLst>
        </pc:spChg>
      </pc:sldChg>
      <pc:sldChg chg="modSp mod">
        <pc:chgData name="Feist, Ella" userId="992bbaf2-811d-42cb-a4d6-e7fc45e325e8" providerId="ADAL" clId="{EEEAA5E7-5892-4C22-B4B9-91834BD409A7}" dt="2026-09-08T14:34:15.498" v="1457" actId="12"/>
        <pc:sldMkLst>
          <pc:docMk/>
          <pc:sldMk cId="1778156076" sldId="451"/>
        </pc:sldMkLst>
        <pc:spChg chg="mod">
          <ac:chgData name="Feist, Ella" userId="992bbaf2-811d-42cb-a4d6-e7fc45e325e8" providerId="ADAL" clId="{EEEAA5E7-5892-4C22-B4B9-91834BD409A7}" dt="2026-09-08T14:34:15.498" v="1457" actId="12"/>
          <ac:spMkLst>
            <pc:docMk/>
            <pc:sldMk cId="1778156076" sldId="451"/>
            <ac:spMk id="3" creationId="{77E8D3BB-711F-233F-6438-D49F6ABD2453}"/>
          </ac:spMkLst>
        </pc:spChg>
      </pc:sldChg>
      <pc:sldChg chg="modSp mod">
        <pc:chgData name="Feist, Ella" userId="992bbaf2-811d-42cb-a4d6-e7fc45e325e8" providerId="ADAL" clId="{EEEAA5E7-5892-4C22-B4B9-91834BD409A7}" dt="2026-09-08T14:04:23.900" v="398" actId="20577"/>
        <pc:sldMkLst>
          <pc:docMk/>
          <pc:sldMk cId="1854810256" sldId="452"/>
        </pc:sldMkLst>
        <pc:spChg chg="mod">
          <ac:chgData name="Feist, Ella" userId="992bbaf2-811d-42cb-a4d6-e7fc45e325e8" providerId="ADAL" clId="{EEEAA5E7-5892-4C22-B4B9-91834BD409A7}" dt="2026-09-08T14:04:23.900" v="398" actId="20577"/>
          <ac:spMkLst>
            <pc:docMk/>
            <pc:sldMk cId="1854810256" sldId="452"/>
            <ac:spMk id="3" creationId="{2C11769A-8FFA-BA55-F814-84E8AA17F25F}"/>
          </ac:spMkLst>
        </pc:spChg>
      </pc:sldChg>
      <pc:sldChg chg="modSp mod">
        <pc:chgData name="Feist, Ella" userId="992bbaf2-811d-42cb-a4d6-e7fc45e325e8" providerId="ADAL" clId="{EEEAA5E7-5892-4C22-B4B9-91834BD409A7}" dt="2026-09-08T14:29:29.452" v="1251" actId="20577"/>
        <pc:sldMkLst>
          <pc:docMk/>
          <pc:sldMk cId="3762669456" sldId="453"/>
        </pc:sldMkLst>
        <pc:spChg chg="mod">
          <ac:chgData name="Feist, Ella" userId="992bbaf2-811d-42cb-a4d6-e7fc45e325e8" providerId="ADAL" clId="{EEEAA5E7-5892-4C22-B4B9-91834BD409A7}" dt="2026-09-08T14:29:29.452" v="1251" actId="20577"/>
          <ac:spMkLst>
            <pc:docMk/>
            <pc:sldMk cId="3762669456" sldId="453"/>
            <ac:spMk id="3" creationId="{61E02CCB-1311-2BA9-392B-F94B42A15863}"/>
          </ac:spMkLst>
        </pc:spChg>
      </pc:sldChg>
    </pc:docChg>
  </pc:docChgLst>
  <pc:docChgLst>
    <pc:chgData name="Mike Howell" userId="ba8173ce-ad65-4ee7-895b-751ee0876514" providerId="ADAL" clId="{22582F28-1372-429E-8890-95665847F34B}"/>
    <pc:docChg chg="undo custSel modSld modMainMaster">
      <pc:chgData name="Mike Howell" userId="ba8173ce-ad65-4ee7-895b-751ee0876514" providerId="ADAL" clId="{22582F28-1372-429E-8890-95665847F34B}" dt="2026-09-23T16:36:39.366" v="107"/>
      <pc:docMkLst>
        <pc:docMk/>
      </pc:docMkLst>
      <pc:sldChg chg="addSp delSp modSp mod setBg">
        <pc:chgData name="Mike Howell" userId="ba8173ce-ad65-4ee7-895b-751ee0876514" providerId="ADAL" clId="{22582F28-1372-429E-8890-95665847F34B}" dt="2026-09-23T16:35:52.164" v="104" actId="207"/>
        <pc:sldMkLst>
          <pc:docMk/>
          <pc:sldMk cId="1240141340" sldId="298"/>
        </pc:sldMkLst>
        <pc:spChg chg="mod">
          <ac:chgData name="Mike Howell" userId="ba8173ce-ad65-4ee7-895b-751ee0876514" providerId="ADAL" clId="{22582F28-1372-429E-8890-95665847F34B}" dt="2026-09-23T16:35:52.164" v="104" actId="207"/>
          <ac:spMkLst>
            <pc:docMk/>
            <pc:sldMk cId="1240141340" sldId="298"/>
            <ac:spMk id="2" creationId="{81DBBEA1-EE2B-2986-44CE-2891957F2440}"/>
          </ac:spMkLst>
        </pc:spChg>
        <pc:spChg chg="del">
          <ac:chgData name="Mike Howell" userId="ba8173ce-ad65-4ee7-895b-751ee0876514" providerId="ADAL" clId="{22582F28-1372-429E-8890-95665847F34B}" dt="2026-09-23T16:07:11.015" v="0" actId="478"/>
          <ac:spMkLst>
            <pc:docMk/>
            <pc:sldMk cId="1240141340" sldId="298"/>
            <ac:spMk id="3" creationId="{2C09D1CC-ADAC-1659-10D9-37738043BA2C}"/>
          </ac:spMkLst>
        </pc:spChg>
        <pc:spChg chg="add mod">
          <ac:chgData name="Mike Howell" userId="ba8173ce-ad65-4ee7-895b-751ee0876514" providerId="ADAL" clId="{22582F28-1372-429E-8890-95665847F34B}" dt="2026-09-23T16:35:52.164" v="104" actId="207"/>
          <ac:spMkLst>
            <pc:docMk/>
            <pc:sldMk cId="1240141340" sldId="298"/>
            <ac:spMk id="5" creationId="{11869C16-2090-9AEF-03B7-02E651E4E307}"/>
          </ac:spMkLst>
        </pc:spChg>
      </pc:sldChg>
      <pc:sldChg chg="addSp delSp modSp mod setBg">
        <pc:chgData name="Mike Howell" userId="ba8173ce-ad65-4ee7-895b-751ee0876514" providerId="ADAL" clId="{22582F28-1372-429E-8890-95665847F34B}" dt="2026-09-23T16:35:56.310" v="105"/>
        <pc:sldMkLst>
          <pc:docMk/>
          <pc:sldMk cId="2494540819" sldId="337"/>
        </pc:sldMkLst>
        <pc:spChg chg="add del">
          <ac:chgData name="Mike Howell" userId="ba8173ce-ad65-4ee7-895b-751ee0876514" providerId="ADAL" clId="{22582F28-1372-429E-8890-95665847F34B}" dt="2026-09-23T16:14:26.071" v="7" actId="478"/>
          <ac:spMkLst>
            <pc:docMk/>
            <pc:sldMk cId="2494540819" sldId="337"/>
            <ac:spMk id="3" creationId="{188A52B5-B7E6-175F-42D5-B63588E3E8FA}"/>
          </ac:spMkLst>
        </pc:spChg>
        <pc:spChg chg="add del mod">
          <ac:chgData name="Mike Howell" userId="ba8173ce-ad65-4ee7-895b-751ee0876514" providerId="ADAL" clId="{22582F28-1372-429E-8890-95665847F34B}" dt="2026-09-23T16:14:26.071" v="7" actId="478"/>
          <ac:spMkLst>
            <pc:docMk/>
            <pc:sldMk cId="2494540819" sldId="337"/>
            <ac:spMk id="4" creationId="{6C625DF6-964D-52E0-BF7F-46BC28B33848}"/>
          </ac:spMkLst>
        </pc:spChg>
      </pc:sldChg>
      <pc:sldChg chg="modSp mod setBg">
        <pc:chgData name="Mike Howell" userId="ba8173ce-ad65-4ee7-895b-751ee0876514" providerId="ADAL" clId="{22582F28-1372-429E-8890-95665847F34B}" dt="2026-09-23T16:15:59.485" v="29"/>
        <pc:sldMkLst>
          <pc:docMk/>
          <pc:sldMk cId="3221071791" sldId="379"/>
        </pc:sldMkLst>
        <pc:spChg chg="mod">
          <ac:chgData name="Mike Howell" userId="ba8173ce-ad65-4ee7-895b-751ee0876514" providerId="ADAL" clId="{22582F28-1372-429E-8890-95665847F34B}" dt="2026-09-23T16:14:09.859" v="5" actId="6549"/>
          <ac:spMkLst>
            <pc:docMk/>
            <pc:sldMk cId="3221071791" sldId="379"/>
            <ac:spMk id="6" creationId="{4E08A49D-685A-9577-12E5-488CCB0FB5C1}"/>
          </ac:spMkLst>
        </pc:spChg>
      </pc:sldChg>
      <pc:sldChg chg="setBg">
        <pc:chgData name="Mike Howell" userId="ba8173ce-ad65-4ee7-895b-751ee0876514" providerId="ADAL" clId="{22582F28-1372-429E-8890-95665847F34B}" dt="2026-09-23T16:16:03.566" v="30"/>
        <pc:sldMkLst>
          <pc:docMk/>
          <pc:sldMk cId="141517939" sldId="380"/>
        </pc:sldMkLst>
      </pc:sldChg>
      <pc:sldChg chg="setBg">
        <pc:chgData name="Mike Howell" userId="ba8173ce-ad65-4ee7-895b-751ee0876514" providerId="ADAL" clId="{22582F28-1372-429E-8890-95665847F34B}" dt="2026-09-23T16:22:32.945" v="31"/>
        <pc:sldMkLst>
          <pc:docMk/>
          <pc:sldMk cId="343460374" sldId="381"/>
        </pc:sldMkLst>
      </pc:sldChg>
      <pc:sldChg chg="modSp mod setBg">
        <pc:chgData name="Mike Howell" userId="ba8173ce-ad65-4ee7-895b-751ee0876514" providerId="ADAL" clId="{22582F28-1372-429E-8890-95665847F34B}" dt="2026-09-23T16:36:06.476" v="106"/>
        <pc:sldMkLst>
          <pc:docMk/>
          <pc:sldMk cId="499904024" sldId="382"/>
        </pc:sldMkLst>
        <pc:spChg chg="mod">
          <ac:chgData name="Mike Howell" userId="ba8173ce-ad65-4ee7-895b-751ee0876514" providerId="ADAL" clId="{22582F28-1372-429E-8890-95665847F34B}" dt="2026-09-23T16:22:36.193" v="32" actId="207"/>
          <ac:spMkLst>
            <pc:docMk/>
            <pc:sldMk cId="499904024" sldId="382"/>
            <ac:spMk id="3" creationId="{902923F8-D82A-6CF2-A7FE-48338570C60E}"/>
          </ac:spMkLst>
        </pc:spChg>
      </pc:sldChg>
      <pc:sldChg chg="setBg">
        <pc:chgData name="Mike Howell" userId="ba8173ce-ad65-4ee7-895b-751ee0876514" providerId="ADAL" clId="{22582F28-1372-429E-8890-95665847F34B}" dt="2026-09-23T16:22:42.761" v="34"/>
        <pc:sldMkLst>
          <pc:docMk/>
          <pc:sldMk cId="1531423517" sldId="383"/>
        </pc:sldMkLst>
      </pc:sldChg>
      <pc:sldChg chg="setBg">
        <pc:chgData name="Mike Howell" userId="ba8173ce-ad65-4ee7-895b-751ee0876514" providerId="ADAL" clId="{22582F28-1372-429E-8890-95665847F34B}" dt="2026-09-23T16:22:45.771" v="35"/>
        <pc:sldMkLst>
          <pc:docMk/>
          <pc:sldMk cId="2604529373" sldId="384"/>
        </pc:sldMkLst>
      </pc:sldChg>
      <pc:sldChg chg="setBg">
        <pc:chgData name="Mike Howell" userId="ba8173ce-ad65-4ee7-895b-751ee0876514" providerId="ADAL" clId="{22582F28-1372-429E-8890-95665847F34B}" dt="2026-09-23T16:22:53.050" v="37"/>
        <pc:sldMkLst>
          <pc:docMk/>
          <pc:sldMk cId="389519639" sldId="386"/>
        </pc:sldMkLst>
      </pc:sldChg>
      <pc:sldChg chg="setBg">
        <pc:chgData name="Mike Howell" userId="ba8173ce-ad65-4ee7-895b-751ee0876514" providerId="ADAL" clId="{22582F28-1372-429E-8890-95665847F34B}" dt="2026-09-23T16:22:49.299" v="36"/>
        <pc:sldMkLst>
          <pc:docMk/>
          <pc:sldMk cId="3409714577" sldId="387"/>
        </pc:sldMkLst>
      </pc:sldChg>
      <pc:sldChg chg="setBg">
        <pc:chgData name="Mike Howell" userId="ba8173ce-ad65-4ee7-895b-751ee0876514" providerId="ADAL" clId="{22582F28-1372-429E-8890-95665847F34B}" dt="2026-09-23T16:23:01.025" v="38"/>
        <pc:sldMkLst>
          <pc:docMk/>
          <pc:sldMk cId="3994731856" sldId="388"/>
        </pc:sldMkLst>
      </pc:sldChg>
      <pc:sldChg chg="setBg">
        <pc:chgData name="Mike Howell" userId="ba8173ce-ad65-4ee7-895b-751ee0876514" providerId="ADAL" clId="{22582F28-1372-429E-8890-95665847F34B}" dt="2026-09-23T16:23:05.154" v="39"/>
        <pc:sldMkLst>
          <pc:docMk/>
          <pc:sldMk cId="277880405" sldId="389"/>
        </pc:sldMkLst>
      </pc:sldChg>
      <pc:sldChg chg="setBg">
        <pc:chgData name="Mike Howell" userId="ba8173ce-ad65-4ee7-895b-751ee0876514" providerId="ADAL" clId="{22582F28-1372-429E-8890-95665847F34B}" dt="2026-09-23T16:27:18.459" v="40"/>
        <pc:sldMkLst>
          <pc:docMk/>
          <pc:sldMk cId="1135238295" sldId="390"/>
        </pc:sldMkLst>
      </pc:sldChg>
      <pc:sldChg chg="setBg">
        <pc:chgData name="Mike Howell" userId="ba8173ce-ad65-4ee7-895b-751ee0876514" providerId="ADAL" clId="{22582F28-1372-429E-8890-95665847F34B}" dt="2026-09-23T16:27:20.667" v="41"/>
        <pc:sldMkLst>
          <pc:docMk/>
          <pc:sldMk cId="2708788606" sldId="391"/>
        </pc:sldMkLst>
      </pc:sldChg>
      <pc:sldChg chg="setBg">
        <pc:chgData name="Mike Howell" userId="ba8173ce-ad65-4ee7-895b-751ee0876514" providerId="ADAL" clId="{22582F28-1372-429E-8890-95665847F34B}" dt="2026-09-23T16:27:22.771" v="42"/>
        <pc:sldMkLst>
          <pc:docMk/>
          <pc:sldMk cId="3804892432" sldId="392"/>
        </pc:sldMkLst>
      </pc:sldChg>
      <pc:sldChg chg="setBg">
        <pc:chgData name="Mike Howell" userId="ba8173ce-ad65-4ee7-895b-751ee0876514" providerId="ADAL" clId="{22582F28-1372-429E-8890-95665847F34B}" dt="2026-09-23T16:27:25.091" v="43"/>
        <pc:sldMkLst>
          <pc:docMk/>
          <pc:sldMk cId="3608859155" sldId="393"/>
        </pc:sldMkLst>
      </pc:sldChg>
      <pc:sldChg chg="setBg">
        <pc:chgData name="Mike Howell" userId="ba8173ce-ad65-4ee7-895b-751ee0876514" providerId="ADAL" clId="{22582F28-1372-429E-8890-95665847F34B}" dt="2026-09-23T16:27:29.739" v="45"/>
        <pc:sldMkLst>
          <pc:docMk/>
          <pc:sldMk cId="619844413" sldId="394"/>
        </pc:sldMkLst>
      </pc:sldChg>
      <pc:sldChg chg="setBg">
        <pc:chgData name="Mike Howell" userId="ba8173ce-ad65-4ee7-895b-751ee0876514" providerId="ADAL" clId="{22582F28-1372-429E-8890-95665847F34B}" dt="2026-09-23T16:27:32.476" v="46"/>
        <pc:sldMkLst>
          <pc:docMk/>
          <pc:sldMk cId="2329052595" sldId="395"/>
        </pc:sldMkLst>
      </pc:sldChg>
      <pc:sldChg chg="setBg">
        <pc:chgData name="Mike Howell" userId="ba8173ce-ad65-4ee7-895b-751ee0876514" providerId="ADAL" clId="{22582F28-1372-429E-8890-95665847F34B}" dt="2026-09-23T16:27:35.883" v="47"/>
        <pc:sldMkLst>
          <pc:docMk/>
          <pc:sldMk cId="1868916001" sldId="396"/>
        </pc:sldMkLst>
      </pc:sldChg>
      <pc:sldChg chg="setBg">
        <pc:chgData name="Mike Howell" userId="ba8173ce-ad65-4ee7-895b-751ee0876514" providerId="ADAL" clId="{22582F28-1372-429E-8890-95665847F34B}" dt="2026-09-23T16:27:39.691" v="48"/>
        <pc:sldMkLst>
          <pc:docMk/>
          <pc:sldMk cId="1602460953" sldId="397"/>
        </pc:sldMkLst>
      </pc:sldChg>
      <pc:sldChg chg="setBg">
        <pc:chgData name="Mike Howell" userId="ba8173ce-ad65-4ee7-895b-751ee0876514" providerId="ADAL" clId="{22582F28-1372-429E-8890-95665847F34B}" dt="2026-09-23T16:36:39.366" v="107"/>
        <pc:sldMkLst>
          <pc:docMk/>
          <pc:sldMk cId="2665265919" sldId="398"/>
        </pc:sldMkLst>
      </pc:sldChg>
      <pc:sldChg chg="setBg">
        <pc:chgData name="Mike Howell" userId="ba8173ce-ad65-4ee7-895b-751ee0876514" providerId="ADAL" clId="{22582F28-1372-429E-8890-95665847F34B}" dt="2026-09-23T16:27:45.827" v="51"/>
        <pc:sldMkLst>
          <pc:docMk/>
          <pc:sldMk cId="2247101663" sldId="399"/>
        </pc:sldMkLst>
      </pc:sldChg>
      <pc:sldChg chg="setBg">
        <pc:chgData name="Mike Howell" userId="ba8173ce-ad65-4ee7-895b-751ee0876514" providerId="ADAL" clId="{22582F28-1372-429E-8890-95665847F34B}" dt="2026-09-23T16:27:48.843" v="52"/>
        <pc:sldMkLst>
          <pc:docMk/>
          <pc:sldMk cId="3049731045" sldId="400"/>
        </pc:sldMkLst>
      </pc:sldChg>
      <pc:sldChg chg="setBg">
        <pc:chgData name="Mike Howell" userId="ba8173ce-ad65-4ee7-895b-751ee0876514" providerId="ADAL" clId="{22582F28-1372-429E-8890-95665847F34B}" dt="2026-09-23T16:27:52.140" v="53"/>
        <pc:sldMkLst>
          <pc:docMk/>
          <pc:sldMk cId="782496738" sldId="401"/>
        </pc:sldMkLst>
      </pc:sldChg>
      <pc:sldChg chg="setBg">
        <pc:chgData name="Mike Howell" userId="ba8173ce-ad65-4ee7-895b-751ee0876514" providerId="ADAL" clId="{22582F28-1372-429E-8890-95665847F34B}" dt="2026-09-23T16:27:54.604" v="54"/>
        <pc:sldMkLst>
          <pc:docMk/>
          <pc:sldMk cId="3855949609" sldId="402"/>
        </pc:sldMkLst>
      </pc:sldChg>
      <pc:sldChg chg="setBg">
        <pc:chgData name="Mike Howell" userId="ba8173ce-ad65-4ee7-895b-751ee0876514" providerId="ADAL" clId="{22582F28-1372-429E-8890-95665847F34B}" dt="2026-09-23T16:27:57.244" v="55"/>
        <pc:sldMkLst>
          <pc:docMk/>
          <pc:sldMk cId="3453532727" sldId="403"/>
        </pc:sldMkLst>
      </pc:sldChg>
      <pc:sldChg chg="setBg">
        <pc:chgData name="Mike Howell" userId="ba8173ce-ad65-4ee7-895b-751ee0876514" providerId="ADAL" clId="{22582F28-1372-429E-8890-95665847F34B}" dt="2026-09-23T16:28:01.843" v="57"/>
        <pc:sldMkLst>
          <pc:docMk/>
          <pc:sldMk cId="802167816" sldId="404"/>
        </pc:sldMkLst>
      </pc:sldChg>
      <pc:sldChg chg="setBg">
        <pc:chgData name="Mike Howell" userId="ba8173ce-ad65-4ee7-895b-751ee0876514" providerId="ADAL" clId="{22582F28-1372-429E-8890-95665847F34B}" dt="2026-09-23T16:28:04.779" v="58"/>
        <pc:sldMkLst>
          <pc:docMk/>
          <pc:sldMk cId="3172992576" sldId="405"/>
        </pc:sldMkLst>
      </pc:sldChg>
      <pc:sldChg chg="setBg">
        <pc:chgData name="Mike Howell" userId="ba8173ce-ad65-4ee7-895b-751ee0876514" providerId="ADAL" clId="{22582F28-1372-429E-8890-95665847F34B}" dt="2026-09-23T16:28:07.716" v="59"/>
        <pc:sldMkLst>
          <pc:docMk/>
          <pc:sldMk cId="402140206" sldId="407"/>
        </pc:sldMkLst>
      </pc:sldChg>
      <pc:sldChg chg="setBg">
        <pc:chgData name="Mike Howell" userId="ba8173ce-ad65-4ee7-895b-751ee0876514" providerId="ADAL" clId="{22582F28-1372-429E-8890-95665847F34B}" dt="2026-09-23T16:28:10.107" v="60"/>
        <pc:sldMkLst>
          <pc:docMk/>
          <pc:sldMk cId="3728872969" sldId="408"/>
        </pc:sldMkLst>
      </pc:sldChg>
      <pc:sldChg chg="setBg">
        <pc:chgData name="Mike Howell" userId="ba8173ce-ad65-4ee7-895b-751ee0876514" providerId="ADAL" clId="{22582F28-1372-429E-8890-95665847F34B}" dt="2026-09-23T16:28:16.011" v="61"/>
        <pc:sldMkLst>
          <pc:docMk/>
          <pc:sldMk cId="4179957347" sldId="409"/>
        </pc:sldMkLst>
      </pc:sldChg>
      <pc:sldChg chg="setBg">
        <pc:chgData name="Mike Howell" userId="ba8173ce-ad65-4ee7-895b-751ee0876514" providerId="ADAL" clId="{22582F28-1372-429E-8890-95665847F34B}" dt="2026-09-23T16:28:19.180" v="62"/>
        <pc:sldMkLst>
          <pc:docMk/>
          <pc:sldMk cId="1131792414" sldId="410"/>
        </pc:sldMkLst>
      </pc:sldChg>
      <pc:sldChg chg="setBg">
        <pc:chgData name="Mike Howell" userId="ba8173ce-ad65-4ee7-895b-751ee0876514" providerId="ADAL" clId="{22582F28-1372-429E-8890-95665847F34B}" dt="2026-09-23T16:29:09.372" v="63"/>
        <pc:sldMkLst>
          <pc:docMk/>
          <pc:sldMk cId="2246556248" sldId="411"/>
        </pc:sldMkLst>
      </pc:sldChg>
      <pc:sldChg chg="setBg">
        <pc:chgData name="Mike Howell" userId="ba8173ce-ad65-4ee7-895b-751ee0876514" providerId="ADAL" clId="{22582F28-1372-429E-8890-95665847F34B}" dt="2026-09-23T16:29:15.900" v="65"/>
        <pc:sldMkLst>
          <pc:docMk/>
          <pc:sldMk cId="1465208016" sldId="412"/>
        </pc:sldMkLst>
      </pc:sldChg>
      <pc:sldChg chg="setBg">
        <pc:chgData name="Mike Howell" userId="ba8173ce-ad65-4ee7-895b-751ee0876514" providerId="ADAL" clId="{22582F28-1372-429E-8890-95665847F34B}" dt="2026-09-23T16:29:12.413" v="64"/>
        <pc:sldMkLst>
          <pc:docMk/>
          <pc:sldMk cId="4042514025" sldId="413"/>
        </pc:sldMkLst>
      </pc:sldChg>
      <pc:sldChg chg="setBg">
        <pc:chgData name="Mike Howell" userId="ba8173ce-ad65-4ee7-895b-751ee0876514" providerId="ADAL" clId="{22582F28-1372-429E-8890-95665847F34B}" dt="2026-09-23T16:29:18.219" v="66"/>
        <pc:sldMkLst>
          <pc:docMk/>
          <pc:sldMk cId="752625085" sldId="414"/>
        </pc:sldMkLst>
      </pc:sldChg>
      <pc:sldChg chg="setBg">
        <pc:chgData name="Mike Howell" userId="ba8173ce-ad65-4ee7-895b-751ee0876514" providerId="ADAL" clId="{22582F28-1372-429E-8890-95665847F34B}" dt="2026-09-23T16:29:20.645" v="67"/>
        <pc:sldMkLst>
          <pc:docMk/>
          <pc:sldMk cId="172492085" sldId="415"/>
        </pc:sldMkLst>
      </pc:sldChg>
      <pc:sldChg chg="setBg">
        <pc:chgData name="Mike Howell" userId="ba8173ce-ad65-4ee7-895b-751ee0876514" providerId="ADAL" clId="{22582F28-1372-429E-8890-95665847F34B}" dt="2026-09-23T16:29:24.476" v="68"/>
        <pc:sldMkLst>
          <pc:docMk/>
          <pc:sldMk cId="1284579871" sldId="416"/>
        </pc:sldMkLst>
      </pc:sldChg>
      <pc:sldChg chg="setBg">
        <pc:chgData name="Mike Howell" userId="ba8173ce-ad65-4ee7-895b-751ee0876514" providerId="ADAL" clId="{22582F28-1372-429E-8890-95665847F34B}" dt="2026-09-23T16:29:29.093" v="69"/>
        <pc:sldMkLst>
          <pc:docMk/>
          <pc:sldMk cId="3364796723" sldId="417"/>
        </pc:sldMkLst>
      </pc:sldChg>
      <pc:sldChg chg="setBg">
        <pc:chgData name="Mike Howell" userId="ba8173ce-ad65-4ee7-895b-751ee0876514" providerId="ADAL" clId="{22582F28-1372-429E-8890-95665847F34B}" dt="2026-09-23T16:29:31.397" v="70"/>
        <pc:sldMkLst>
          <pc:docMk/>
          <pc:sldMk cId="763749980" sldId="418"/>
        </pc:sldMkLst>
      </pc:sldChg>
      <pc:sldChg chg="setBg">
        <pc:chgData name="Mike Howell" userId="ba8173ce-ad65-4ee7-895b-751ee0876514" providerId="ADAL" clId="{22582F28-1372-429E-8890-95665847F34B}" dt="2026-09-23T16:29:34.613" v="71"/>
        <pc:sldMkLst>
          <pc:docMk/>
          <pc:sldMk cId="4246058730" sldId="419"/>
        </pc:sldMkLst>
      </pc:sldChg>
      <pc:sldChg chg="setBg">
        <pc:chgData name="Mike Howell" userId="ba8173ce-ad65-4ee7-895b-751ee0876514" providerId="ADAL" clId="{22582F28-1372-429E-8890-95665847F34B}" dt="2026-09-23T16:29:37.747" v="72"/>
        <pc:sldMkLst>
          <pc:docMk/>
          <pc:sldMk cId="618830558" sldId="420"/>
        </pc:sldMkLst>
      </pc:sldChg>
      <pc:sldChg chg="setBg">
        <pc:chgData name="Mike Howell" userId="ba8173ce-ad65-4ee7-895b-751ee0876514" providerId="ADAL" clId="{22582F28-1372-429E-8890-95665847F34B}" dt="2026-09-23T16:29:39.979" v="73"/>
        <pc:sldMkLst>
          <pc:docMk/>
          <pc:sldMk cId="252083207" sldId="421"/>
        </pc:sldMkLst>
      </pc:sldChg>
      <pc:sldChg chg="setBg">
        <pc:chgData name="Mike Howell" userId="ba8173ce-ad65-4ee7-895b-751ee0876514" providerId="ADAL" clId="{22582F28-1372-429E-8890-95665847F34B}" dt="2026-09-23T16:32:26.132" v="74"/>
        <pc:sldMkLst>
          <pc:docMk/>
          <pc:sldMk cId="3628579351" sldId="423"/>
        </pc:sldMkLst>
      </pc:sldChg>
      <pc:sldChg chg="setBg">
        <pc:chgData name="Mike Howell" userId="ba8173ce-ad65-4ee7-895b-751ee0876514" providerId="ADAL" clId="{22582F28-1372-429E-8890-95665847F34B}" dt="2026-09-23T16:32:29.092" v="75"/>
        <pc:sldMkLst>
          <pc:docMk/>
          <pc:sldMk cId="1859493244" sldId="424"/>
        </pc:sldMkLst>
      </pc:sldChg>
      <pc:sldChg chg="setBg">
        <pc:chgData name="Mike Howell" userId="ba8173ce-ad65-4ee7-895b-751ee0876514" providerId="ADAL" clId="{22582F28-1372-429E-8890-95665847F34B}" dt="2026-09-23T16:32:31.509" v="76"/>
        <pc:sldMkLst>
          <pc:docMk/>
          <pc:sldMk cId="2683549536" sldId="425"/>
        </pc:sldMkLst>
      </pc:sldChg>
      <pc:sldChg chg="setBg">
        <pc:chgData name="Mike Howell" userId="ba8173ce-ad65-4ee7-895b-751ee0876514" providerId="ADAL" clId="{22582F28-1372-429E-8890-95665847F34B}" dt="2026-09-23T16:32:49.565" v="78"/>
        <pc:sldMkLst>
          <pc:docMk/>
          <pc:sldMk cId="1686670155" sldId="426"/>
        </pc:sldMkLst>
      </pc:sldChg>
      <pc:sldChg chg="setBg">
        <pc:chgData name="Mike Howell" userId="ba8173ce-ad65-4ee7-895b-751ee0876514" providerId="ADAL" clId="{22582F28-1372-429E-8890-95665847F34B}" dt="2026-09-23T16:32:46.093" v="77"/>
        <pc:sldMkLst>
          <pc:docMk/>
          <pc:sldMk cId="3431493396" sldId="427"/>
        </pc:sldMkLst>
      </pc:sldChg>
      <pc:sldChg chg="setBg">
        <pc:chgData name="Mike Howell" userId="ba8173ce-ad65-4ee7-895b-751ee0876514" providerId="ADAL" clId="{22582F28-1372-429E-8890-95665847F34B}" dt="2026-09-23T16:32:52.702" v="79"/>
        <pc:sldMkLst>
          <pc:docMk/>
          <pc:sldMk cId="637924174" sldId="428"/>
        </pc:sldMkLst>
      </pc:sldChg>
      <pc:sldChg chg="setBg">
        <pc:chgData name="Mike Howell" userId="ba8173ce-ad65-4ee7-895b-751ee0876514" providerId="ADAL" clId="{22582F28-1372-429E-8890-95665847F34B}" dt="2026-09-23T16:32:55.325" v="80"/>
        <pc:sldMkLst>
          <pc:docMk/>
          <pc:sldMk cId="618171298" sldId="429"/>
        </pc:sldMkLst>
      </pc:sldChg>
      <pc:sldChg chg="setBg">
        <pc:chgData name="Mike Howell" userId="ba8173ce-ad65-4ee7-895b-751ee0876514" providerId="ADAL" clId="{22582F28-1372-429E-8890-95665847F34B}" dt="2026-09-23T16:32:57.997" v="81"/>
        <pc:sldMkLst>
          <pc:docMk/>
          <pc:sldMk cId="3871794982" sldId="430"/>
        </pc:sldMkLst>
      </pc:sldChg>
      <pc:sldChg chg="setBg">
        <pc:chgData name="Mike Howell" userId="ba8173ce-ad65-4ee7-895b-751ee0876514" providerId="ADAL" clId="{22582F28-1372-429E-8890-95665847F34B}" dt="2026-09-23T16:33:01.137" v="82"/>
        <pc:sldMkLst>
          <pc:docMk/>
          <pc:sldMk cId="3675027959" sldId="431"/>
        </pc:sldMkLst>
      </pc:sldChg>
      <pc:sldChg chg="setBg">
        <pc:chgData name="Mike Howell" userId="ba8173ce-ad65-4ee7-895b-751ee0876514" providerId="ADAL" clId="{22582F28-1372-429E-8890-95665847F34B}" dt="2026-09-23T16:33:03.597" v="83"/>
        <pc:sldMkLst>
          <pc:docMk/>
          <pc:sldMk cId="426030404" sldId="432"/>
        </pc:sldMkLst>
      </pc:sldChg>
      <pc:sldChg chg="setBg">
        <pc:chgData name="Mike Howell" userId="ba8173ce-ad65-4ee7-895b-751ee0876514" providerId="ADAL" clId="{22582F28-1372-429E-8890-95665847F34B}" dt="2026-09-23T16:33:06.558" v="84"/>
        <pc:sldMkLst>
          <pc:docMk/>
          <pc:sldMk cId="2627807491" sldId="433"/>
        </pc:sldMkLst>
      </pc:sldChg>
      <pc:sldChg chg="setBg">
        <pc:chgData name="Mike Howell" userId="ba8173ce-ad65-4ee7-895b-751ee0876514" providerId="ADAL" clId="{22582F28-1372-429E-8890-95665847F34B}" dt="2026-09-23T16:33:09.325" v="85"/>
        <pc:sldMkLst>
          <pc:docMk/>
          <pc:sldMk cId="3744382806" sldId="434"/>
        </pc:sldMkLst>
      </pc:sldChg>
      <pc:sldChg chg="setBg">
        <pc:chgData name="Mike Howell" userId="ba8173ce-ad65-4ee7-895b-751ee0876514" providerId="ADAL" clId="{22582F28-1372-429E-8890-95665847F34B}" dt="2026-09-23T16:33:12.862" v="86"/>
        <pc:sldMkLst>
          <pc:docMk/>
          <pc:sldMk cId="878299450" sldId="435"/>
        </pc:sldMkLst>
      </pc:sldChg>
      <pc:sldChg chg="setBg">
        <pc:chgData name="Mike Howell" userId="ba8173ce-ad65-4ee7-895b-751ee0876514" providerId="ADAL" clId="{22582F28-1372-429E-8890-95665847F34B}" dt="2026-09-23T16:33:14.965" v="87"/>
        <pc:sldMkLst>
          <pc:docMk/>
          <pc:sldMk cId="4386564" sldId="436"/>
        </pc:sldMkLst>
      </pc:sldChg>
      <pc:sldChg chg="setBg">
        <pc:chgData name="Mike Howell" userId="ba8173ce-ad65-4ee7-895b-751ee0876514" providerId="ADAL" clId="{22582F28-1372-429E-8890-95665847F34B}" dt="2026-09-23T16:33:17.110" v="88"/>
        <pc:sldMkLst>
          <pc:docMk/>
          <pc:sldMk cId="958879459" sldId="437"/>
        </pc:sldMkLst>
      </pc:sldChg>
      <pc:sldChg chg="setBg">
        <pc:chgData name="Mike Howell" userId="ba8173ce-ad65-4ee7-895b-751ee0876514" providerId="ADAL" clId="{22582F28-1372-429E-8890-95665847F34B}" dt="2026-09-23T16:33:21.309" v="89"/>
        <pc:sldMkLst>
          <pc:docMk/>
          <pc:sldMk cId="3942044025" sldId="438"/>
        </pc:sldMkLst>
      </pc:sldChg>
      <pc:sldChg chg="setBg">
        <pc:chgData name="Mike Howell" userId="ba8173ce-ad65-4ee7-895b-751ee0876514" providerId="ADAL" clId="{22582F28-1372-429E-8890-95665847F34B}" dt="2026-09-23T16:33:25.222" v="90"/>
        <pc:sldMkLst>
          <pc:docMk/>
          <pc:sldMk cId="3102683582" sldId="439"/>
        </pc:sldMkLst>
      </pc:sldChg>
      <pc:sldChg chg="setBg">
        <pc:chgData name="Mike Howell" userId="ba8173ce-ad65-4ee7-895b-751ee0876514" providerId="ADAL" clId="{22582F28-1372-429E-8890-95665847F34B}" dt="2026-09-23T16:33:31.333" v="91"/>
        <pc:sldMkLst>
          <pc:docMk/>
          <pc:sldMk cId="1189467372" sldId="440"/>
        </pc:sldMkLst>
      </pc:sldChg>
      <pc:sldChg chg="setBg">
        <pc:chgData name="Mike Howell" userId="ba8173ce-ad65-4ee7-895b-751ee0876514" providerId="ADAL" clId="{22582F28-1372-429E-8890-95665847F34B}" dt="2026-09-23T16:34:54.574" v="92"/>
        <pc:sldMkLst>
          <pc:docMk/>
          <pc:sldMk cId="2476809127" sldId="441"/>
        </pc:sldMkLst>
      </pc:sldChg>
      <pc:sldChg chg="setBg">
        <pc:chgData name="Mike Howell" userId="ba8173ce-ad65-4ee7-895b-751ee0876514" providerId="ADAL" clId="{22582F28-1372-429E-8890-95665847F34B}" dt="2026-09-23T16:34:56.774" v="93"/>
        <pc:sldMkLst>
          <pc:docMk/>
          <pc:sldMk cId="838589073" sldId="442"/>
        </pc:sldMkLst>
      </pc:sldChg>
      <pc:sldChg chg="setBg">
        <pc:chgData name="Mike Howell" userId="ba8173ce-ad65-4ee7-895b-751ee0876514" providerId="ADAL" clId="{22582F28-1372-429E-8890-95665847F34B}" dt="2026-09-23T16:35:02.511" v="94"/>
        <pc:sldMkLst>
          <pc:docMk/>
          <pc:sldMk cId="2160715078" sldId="443"/>
        </pc:sldMkLst>
      </pc:sldChg>
      <pc:sldChg chg="setBg">
        <pc:chgData name="Mike Howell" userId="ba8173ce-ad65-4ee7-895b-751ee0876514" providerId="ADAL" clId="{22582F28-1372-429E-8890-95665847F34B}" dt="2026-09-23T16:35:05.093" v="95"/>
        <pc:sldMkLst>
          <pc:docMk/>
          <pc:sldMk cId="2595479788" sldId="444"/>
        </pc:sldMkLst>
      </pc:sldChg>
      <pc:sldChg chg="setBg">
        <pc:chgData name="Mike Howell" userId="ba8173ce-ad65-4ee7-895b-751ee0876514" providerId="ADAL" clId="{22582F28-1372-429E-8890-95665847F34B}" dt="2026-09-23T16:35:07.518" v="96"/>
        <pc:sldMkLst>
          <pc:docMk/>
          <pc:sldMk cId="2615833361" sldId="445"/>
        </pc:sldMkLst>
      </pc:sldChg>
      <pc:sldChg chg="setBg">
        <pc:chgData name="Mike Howell" userId="ba8173ce-ad65-4ee7-895b-751ee0876514" providerId="ADAL" clId="{22582F28-1372-429E-8890-95665847F34B}" dt="2026-09-23T16:35:10.086" v="97"/>
        <pc:sldMkLst>
          <pc:docMk/>
          <pc:sldMk cId="2656231763" sldId="446"/>
        </pc:sldMkLst>
      </pc:sldChg>
      <pc:sldChg chg="setBg">
        <pc:chgData name="Mike Howell" userId="ba8173ce-ad65-4ee7-895b-751ee0876514" providerId="ADAL" clId="{22582F28-1372-429E-8890-95665847F34B}" dt="2026-09-23T16:35:20.998" v="98"/>
        <pc:sldMkLst>
          <pc:docMk/>
          <pc:sldMk cId="3763663097" sldId="447"/>
        </pc:sldMkLst>
      </pc:sldChg>
      <pc:sldChg chg="setBg">
        <pc:chgData name="Mike Howell" userId="ba8173ce-ad65-4ee7-895b-751ee0876514" providerId="ADAL" clId="{22582F28-1372-429E-8890-95665847F34B}" dt="2026-09-23T16:35:23.418" v="99"/>
        <pc:sldMkLst>
          <pc:docMk/>
          <pc:sldMk cId="1169584922" sldId="448"/>
        </pc:sldMkLst>
      </pc:sldChg>
      <pc:sldChg chg="setBg">
        <pc:chgData name="Mike Howell" userId="ba8173ce-ad65-4ee7-895b-751ee0876514" providerId="ADAL" clId="{22582F28-1372-429E-8890-95665847F34B}" dt="2026-09-23T16:35:25.870" v="100"/>
        <pc:sldMkLst>
          <pc:docMk/>
          <pc:sldMk cId="3653160889" sldId="449"/>
        </pc:sldMkLst>
      </pc:sldChg>
      <pc:sldChg chg="setBg">
        <pc:chgData name="Mike Howell" userId="ba8173ce-ad65-4ee7-895b-751ee0876514" providerId="ADAL" clId="{22582F28-1372-429E-8890-95665847F34B}" dt="2026-09-23T16:35:28.216" v="101"/>
        <pc:sldMkLst>
          <pc:docMk/>
          <pc:sldMk cId="2431579203" sldId="450"/>
        </pc:sldMkLst>
      </pc:sldChg>
      <pc:sldChg chg="setBg">
        <pc:chgData name="Mike Howell" userId="ba8173ce-ad65-4ee7-895b-751ee0876514" providerId="ADAL" clId="{22582F28-1372-429E-8890-95665847F34B}" dt="2026-09-23T16:35:30.630" v="102"/>
        <pc:sldMkLst>
          <pc:docMk/>
          <pc:sldMk cId="1778156076" sldId="451"/>
        </pc:sldMkLst>
      </pc:sldChg>
      <pc:sldChg chg="setBg">
        <pc:chgData name="Mike Howell" userId="ba8173ce-ad65-4ee7-895b-751ee0876514" providerId="ADAL" clId="{22582F28-1372-429E-8890-95665847F34B}" dt="2026-09-23T16:27:59.404" v="56"/>
        <pc:sldMkLst>
          <pc:docMk/>
          <pc:sldMk cId="1854810256" sldId="452"/>
        </pc:sldMkLst>
      </pc:sldChg>
      <pc:sldMasterChg chg="modSldLayout">
        <pc:chgData name="Mike Howell" userId="ba8173ce-ad65-4ee7-895b-751ee0876514" providerId="ADAL" clId="{22582F28-1372-429E-8890-95665847F34B}" dt="2026-09-23T16:15:01.702" v="14"/>
        <pc:sldMasterMkLst>
          <pc:docMk/>
          <pc:sldMasterMk cId="312371936" sldId="2147483682"/>
        </pc:sldMasterMkLst>
        <pc:sldLayoutChg chg="addSp delSp modSp mod setBg">
          <pc:chgData name="Mike Howell" userId="ba8173ce-ad65-4ee7-895b-751ee0876514" providerId="ADAL" clId="{22582F28-1372-429E-8890-95665847F34B}" dt="2026-09-23T16:15:01.702" v="14"/>
          <pc:sldLayoutMkLst>
            <pc:docMk/>
            <pc:sldMasterMk cId="312371936" sldId="2147483682"/>
            <pc:sldLayoutMk cId="23220345" sldId="2147483946"/>
          </pc:sldLayoutMkLst>
          <pc:spChg chg="add del mod">
            <ac:chgData name="Mike Howell" userId="ba8173ce-ad65-4ee7-895b-751ee0876514" providerId="ADAL" clId="{22582F28-1372-429E-8890-95665847F34B}" dt="2026-09-23T16:14:52.528" v="10"/>
            <ac:spMkLst>
              <pc:docMk/>
              <pc:sldMasterMk cId="312371936" sldId="2147483682"/>
              <pc:sldLayoutMk cId="23220345" sldId="2147483946"/>
              <ac:spMk id="4" creationId="{E268AD43-CD62-0F94-F737-1A98ABEBA742}"/>
            </ac:spMkLst>
          </pc:spChg>
          <pc:spChg chg="add del mod">
            <ac:chgData name="Mike Howell" userId="ba8173ce-ad65-4ee7-895b-751ee0876514" providerId="ADAL" clId="{22582F28-1372-429E-8890-95665847F34B}" dt="2026-09-23T16:14:54.600" v="13"/>
            <ac:spMkLst>
              <pc:docMk/>
              <pc:sldMasterMk cId="312371936" sldId="2147483682"/>
              <pc:sldLayoutMk cId="23220345" sldId="2147483946"/>
              <ac:spMk id="6" creationId="{395893CE-01A1-64BE-8C16-5B5AA4F209A9}"/>
            </ac:spMkLst>
          </pc:spChg>
        </pc:sldLayoutChg>
      </pc:sldMasterChg>
      <pc:sldMasterChg chg="modSldLayout">
        <pc:chgData name="Mike Howell" userId="ba8173ce-ad65-4ee7-895b-751ee0876514" providerId="ADAL" clId="{22582F28-1372-429E-8890-95665847F34B}" dt="2026-09-23T16:15:33.335" v="27"/>
        <pc:sldMasterMkLst>
          <pc:docMk/>
          <pc:sldMasterMk cId="1433300368" sldId="2147483799"/>
        </pc:sldMasterMkLst>
        <pc:sldLayoutChg chg="setBg">
          <pc:chgData name="Mike Howell" userId="ba8173ce-ad65-4ee7-895b-751ee0876514" providerId="ADAL" clId="{22582F28-1372-429E-8890-95665847F34B}" dt="2026-09-23T16:15:33.335" v="27"/>
          <pc:sldLayoutMkLst>
            <pc:docMk/>
            <pc:sldMasterMk cId="1433300368" sldId="2147483799"/>
            <pc:sldLayoutMk cId="2170948158" sldId="2147483808"/>
          </pc:sldLayoutMkLst>
        </pc:sldLayoutChg>
      </pc:sldMasterChg>
      <pc:sldMasterChg chg="modSldLayout">
        <pc:chgData name="Mike Howell" userId="ba8173ce-ad65-4ee7-895b-751ee0876514" providerId="ADAL" clId="{22582F28-1372-429E-8890-95665847F34B}" dt="2026-09-23T16:15:15.942" v="15"/>
        <pc:sldMasterMkLst>
          <pc:docMk/>
          <pc:sldMasterMk cId="1256176808" sldId="2147483846"/>
        </pc:sldMasterMkLst>
        <pc:sldLayoutChg chg="setBg">
          <pc:chgData name="Mike Howell" userId="ba8173ce-ad65-4ee7-895b-751ee0876514" providerId="ADAL" clId="{22582F28-1372-429E-8890-95665847F34B}" dt="2026-09-23T16:15:15.942" v="15"/>
          <pc:sldLayoutMkLst>
            <pc:docMk/>
            <pc:sldMasterMk cId="1256176808" sldId="2147483846"/>
            <pc:sldLayoutMk cId="1930662052" sldId="2147483847"/>
          </pc:sldLayoutMkLst>
        </pc:sldLayoutChg>
        <pc:sldLayoutChg chg="addSp delSp modSp mod">
          <pc:chgData name="Mike Howell" userId="ba8173ce-ad65-4ee7-895b-751ee0876514" providerId="ADAL" clId="{22582F28-1372-429E-8890-95665847F34B}" dt="2026-09-23T16:13:31.767" v="3"/>
          <pc:sldLayoutMkLst>
            <pc:docMk/>
            <pc:sldMasterMk cId="1256176808" sldId="2147483846"/>
            <pc:sldLayoutMk cId="2862166332" sldId="2147483848"/>
          </pc:sldLayoutMkLst>
          <pc:spChg chg="add del mod">
            <ac:chgData name="Mike Howell" userId="ba8173ce-ad65-4ee7-895b-751ee0876514" providerId="ADAL" clId="{22582F28-1372-429E-8890-95665847F34B}" dt="2026-09-23T16:13:31.767" v="3"/>
            <ac:spMkLst>
              <pc:docMk/>
              <pc:sldMasterMk cId="1256176808" sldId="2147483846"/>
              <pc:sldLayoutMk cId="2862166332" sldId="2147483848"/>
              <ac:spMk id="3" creationId="{5FD64E84-92B8-BA55-840C-02B0FAB72370}"/>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59F6E5-A0BC-44DC-AA3A-61172C6EBCE4}" type="doc">
      <dgm:prSet loTypeId="urn:microsoft.com/office/officeart/2011/layout/CircleProcess" loCatId="process" qsTypeId="urn:microsoft.com/office/officeart/2005/8/quickstyle/simple1" qsCatId="simple" csTypeId="urn:microsoft.com/office/officeart/2005/8/colors/colorful1" csCatId="colorful" phldr="1"/>
      <dgm:spPr/>
      <dgm:t>
        <a:bodyPr/>
        <a:lstStyle/>
        <a:p>
          <a:endParaRPr lang="en-US"/>
        </a:p>
      </dgm:t>
    </dgm:pt>
    <dgm:pt modelId="{CD4E33BD-44A8-4793-9531-F1248B47DE7B}">
      <dgm:prSet phldrT="[Text]" phldr="0"/>
      <dgm:spPr/>
      <dgm:t>
        <a:bodyPr/>
        <a:lstStyle/>
        <a:p>
          <a:r>
            <a:rPr lang="en-GB" dirty="0"/>
            <a:t>Working area</a:t>
          </a:r>
          <a:endParaRPr lang="en-US" dirty="0"/>
        </a:p>
      </dgm:t>
    </dgm:pt>
    <dgm:pt modelId="{081799D5-C7DC-4F80-B4E8-40E842FA9034}" type="parTrans" cxnId="{B6869D34-FD16-4472-9F85-1CC3680A7A8D}">
      <dgm:prSet/>
      <dgm:spPr/>
      <dgm:t>
        <a:bodyPr/>
        <a:lstStyle/>
        <a:p>
          <a:endParaRPr lang="en-US"/>
        </a:p>
      </dgm:t>
    </dgm:pt>
    <dgm:pt modelId="{8033E2B4-2BB3-4CE8-839F-209C89EEB7B9}" type="sibTrans" cxnId="{B6869D34-FD16-4472-9F85-1CC3680A7A8D}">
      <dgm:prSet/>
      <dgm:spPr/>
      <dgm:t>
        <a:bodyPr/>
        <a:lstStyle/>
        <a:p>
          <a:endParaRPr lang="en-US"/>
        </a:p>
      </dgm:t>
    </dgm:pt>
    <dgm:pt modelId="{FCCD97EB-3C0E-41E9-81C2-0A82A6B5B140}">
      <dgm:prSet phldrT="[Text]" phldr="0"/>
      <dgm:spPr/>
      <dgm:t>
        <a:bodyPr/>
        <a:lstStyle/>
        <a:p>
          <a:r>
            <a:rPr lang="en-GB" dirty="0"/>
            <a:t>Staging area</a:t>
          </a:r>
          <a:endParaRPr lang="en-US" dirty="0"/>
        </a:p>
      </dgm:t>
    </dgm:pt>
    <dgm:pt modelId="{CD88E02A-742C-4373-ABB7-F80B2554EFAA}" type="parTrans" cxnId="{2B73E00B-D0B8-4FD1-B670-32E52F1C3B24}">
      <dgm:prSet/>
      <dgm:spPr/>
      <dgm:t>
        <a:bodyPr/>
        <a:lstStyle/>
        <a:p>
          <a:endParaRPr lang="en-US"/>
        </a:p>
      </dgm:t>
    </dgm:pt>
    <dgm:pt modelId="{14A3AF49-90B9-488D-8EBA-DC9A7D9DAD7E}" type="sibTrans" cxnId="{2B73E00B-D0B8-4FD1-B670-32E52F1C3B24}">
      <dgm:prSet/>
      <dgm:spPr/>
      <dgm:t>
        <a:bodyPr/>
        <a:lstStyle/>
        <a:p>
          <a:endParaRPr lang="en-US"/>
        </a:p>
      </dgm:t>
    </dgm:pt>
    <dgm:pt modelId="{CF605C1B-1912-48B3-8B1E-EAF5FC14D71E}">
      <dgm:prSet phldrT="[Text]" phldr="0"/>
      <dgm:spPr/>
      <dgm:t>
        <a:bodyPr/>
        <a:lstStyle/>
        <a:p>
          <a:r>
            <a:rPr lang="en-GB"/>
            <a:t>Commit history</a:t>
          </a:r>
          <a:endParaRPr lang="en-US" dirty="0"/>
        </a:p>
      </dgm:t>
    </dgm:pt>
    <dgm:pt modelId="{4BBFAAF1-E698-4D8B-ADA5-FCEA07BB9386}" type="parTrans" cxnId="{0210DA95-AEA5-438E-8774-1F300195518F}">
      <dgm:prSet/>
      <dgm:spPr/>
      <dgm:t>
        <a:bodyPr/>
        <a:lstStyle/>
        <a:p>
          <a:endParaRPr lang="en-US"/>
        </a:p>
      </dgm:t>
    </dgm:pt>
    <dgm:pt modelId="{78C5A8AE-7414-4CAC-91CC-33667BE6ACED}" type="sibTrans" cxnId="{0210DA95-AEA5-438E-8774-1F300195518F}">
      <dgm:prSet/>
      <dgm:spPr/>
      <dgm:t>
        <a:bodyPr/>
        <a:lstStyle/>
        <a:p>
          <a:endParaRPr lang="en-US"/>
        </a:p>
      </dgm:t>
    </dgm:pt>
    <dgm:pt modelId="{08E1F636-3404-40B0-98D6-EE87D7BBFAB2}" type="pres">
      <dgm:prSet presAssocID="{6559F6E5-A0BC-44DC-AA3A-61172C6EBCE4}" presName="Name0" presStyleCnt="0">
        <dgm:presLayoutVars>
          <dgm:chMax val="11"/>
          <dgm:chPref val="11"/>
          <dgm:dir/>
          <dgm:resizeHandles/>
        </dgm:presLayoutVars>
      </dgm:prSet>
      <dgm:spPr/>
    </dgm:pt>
    <dgm:pt modelId="{58256FC2-E581-4D55-B312-FAAF48563FCB}" type="pres">
      <dgm:prSet presAssocID="{CF605C1B-1912-48B3-8B1E-EAF5FC14D71E}" presName="Accent3" presStyleCnt="0"/>
      <dgm:spPr/>
    </dgm:pt>
    <dgm:pt modelId="{B11AAFFE-0DC5-4F18-A4B1-EDDA3EED53B0}" type="pres">
      <dgm:prSet presAssocID="{CF605C1B-1912-48B3-8B1E-EAF5FC14D71E}" presName="Accent" presStyleLbl="node1" presStyleIdx="0" presStyleCnt="3"/>
      <dgm:spPr/>
    </dgm:pt>
    <dgm:pt modelId="{09A09872-A21A-4652-8099-ABA664E4F334}" type="pres">
      <dgm:prSet presAssocID="{CF605C1B-1912-48B3-8B1E-EAF5FC14D71E}" presName="ParentBackground3" presStyleCnt="0"/>
      <dgm:spPr/>
    </dgm:pt>
    <dgm:pt modelId="{EC56AF4B-C634-498C-AB31-43E2281E5D7A}" type="pres">
      <dgm:prSet presAssocID="{CF605C1B-1912-48B3-8B1E-EAF5FC14D71E}" presName="ParentBackground" presStyleLbl="fgAcc1" presStyleIdx="0" presStyleCnt="3"/>
      <dgm:spPr/>
    </dgm:pt>
    <dgm:pt modelId="{130C2F25-C364-4E67-8871-A54B53DFB29A}" type="pres">
      <dgm:prSet presAssocID="{CF605C1B-1912-48B3-8B1E-EAF5FC14D71E}" presName="Parent3" presStyleLbl="revTx" presStyleIdx="0" presStyleCnt="0">
        <dgm:presLayoutVars>
          <dgm:chMax val="1"/>
          <dgm:chPref val="1"/>
          <dgm:bulletEnabled val="1"/>
        </dgm:presLayoutVars>
      </dgm:prSet>
      <dgm:spPr/>
    </dgm:pt>
    <dgm:pt modelId="{F61E8AF0-D2D2-4D8C-B862-1A677CC609F9}" type="pres">
      <dgm:prSet presAssocID="{FCCD97EB-3C0E-41E9-81C2-0A82A6B5B140}" presName="Accent2" presStyleCnt="0"/>
      <dgm:spPr/>
    </dgm:pt>
    <dgm:pt modelId="{444B5CC6-1690-4953-BF63-BA32DF800D90}" type="pres">
      <dgm:prSet presAssocID="{FCCD97EB-3C0E-41E9-81C2-0A82A6B5B140}" presName="Accent" presStyleLbl="node1" presStyleIdx="1" presStyleCnt="3"/>
      <dgm:spPr/>
    </dgm:pt>
    <dgm:pt modelId="{DF5D733F-1C71-4E06-837F-468FDE69161F}" type="pres">
      <dgm:prSet presAssocID="{FCCD97EB-3C0E-41E9-81C2-0A82A6B5B140}" presName="ParentBackground2" presStyleCnt="0"/>
      <dgm:spPr/>
    </dgm:pt>
    <dgm:pt modelId="{8ABF666B-30C6-4A10-83FA-861DD782F159}" type="pres">
      <dgm:prSet presAssocID="{FCCD97EB-3C0E-41E9-81C2-0A82A6B5B140}" presName="ParentBackground" presStyleLbl="fgAcc1" presStyleIdx="1" presStyleCnt="3"/>
      <dgm:spPr/>
    </dgm:pt>
    <dgm:pt modelId="{EF343430-D25D-4A11-BF08-9F8FFC70FF71}" type="pres">
      <dgm:prSet presAssocID="{FCCD97EB-3C0E-41E9-81C2-0A82A6B5B140}" presName="Parent2" presStyleLbl="revTx" presStyleIdx="0" presStyleCnt="0">
        <dgm:presLayoutVars>
          <dgm:chMax val="1"/>
          <dgm:chPref val="1"/>
          <dgm:bulletEnabled val="1"/>
        </dgm:presLayoutVars>
      </dgm:prSet>
      <dgm:spPr/>
    </dgm:pt>
    <dgm:pt modelId="{92D250D5-BF4A-479D-8453-56A3D85C186C}" type="pres">
      <dgm:prSet presAssocID="{CD4E33BD-44A8-4793-9531-F1248B47DE7B}" presName="Accent1" presStyleCnt="0"/>
      <dgm:spPr/>
    </dgm:pt>
    <dgm:pt modelId="{393AD3E6-C3F3-4D53-BB2A-5E21B707D6CB}" type="pres">
      <dgm:prSet presAssocID="{CD4E33BD-44A8-4793-9531-F1248B47DE7B}" presName="Accent" presStyleLbl="node1" presStyleIdx="2" presStyleCnt="3"/>
      <dgm:spPr/>
    </dgm:pt>
    <dgm:pt modelId="{E70FB599-CA5A-493F-BF1E-941E4745D2DE}" type="pres">
      <dgm:prSet presAssocID="{CD4E33BD-44A8-4793-9531-F1248B47DE7B}" presName="ParentBackground1" presStyleCnt="0"/>
      <dgm:spPr/>
    </dgm:pt>
    <dgm:pt modelId="{960D400F-9946-4EED-8738-C7F60743DA64}" type="pres">
      <dgm:prSet presAssocID="{CD4E33BD-44A8-4793-9531-F1248B47DE7B}" presName="ParentBackground" presStyleLbl="fgAcc1" presStyleIdx="2" presStyleCnt="3"/>
      <dgm:spPr/>
    </dgm:pt>
    <dgm:pt modelId="{C5282F0F-D4E9-4CFC-AD41-CF75EAC8C9B5}" type="pres">
      <dgm:prSet presAssocID="{CD4E33BD-44A8-4793-9531-F1248B47DE7B}" presName="Parent1" presStyleLbl="revTx" presStyleIdx="0" presStyleCnt="0">
        <dgm:presLayoutVars>
          <dgm:chMax val="1"/>
          <dgm:chPref val="1"/>
          <dgm:bulletEnabled val="1"/>
        </dgm:presLayoutVars>
      </dgm:prSet>
      <dgm:spPr/>
    </dgm:pt>
  </dgm:ptLst>
  <dgm:cxnLst>
    <dgm:cxn modelId="{35F4430A-AD1F-4A5E-9589-95654F19AA8B}" type="presOf" srcId="{6559F6E5-A0BC-44DC-AA3A-61172C6EBCE4}" destId="{08E1F636-3404-40B0-98D6-EE87D7BBFAB2}" srcOrd="0" destOrd="0" presId="urn:microsoft.com/office/officeart/2011/layout/CircleProcess"/>
    <dgm:cxn modelId="{2B73E00B-D0B8-4FD1-B670-32E52F1C3B24}" srcId="{6559F6E5-A0BC-44DC-AA3A-61172C6EBCE4}" destId="{FCCD97EB-3C0E-41E9-81C2-0A82A6B5B140}" srcOrd="1" destOrd="0" parTransId="{CD88E02A-742C-4373-ABB7-F80B2554EFAA}" sibTransId="{14A3AF49-90B9-488D-8EBA-DC9A7D9DAD7E}"/>
    <dgm:cxn modelId="{B6869D34-FD16-4472-9F85-1CC3680A7A8D}" srcId="{6559F6E5-A0BC-44DC-AA3A-61172C6EBCE4}" destId="{CD4E33BD-44A8-4793-9531-F1248B47DE7B}" srcOrd="0" destOrd="0" parTransId="{081799D5-C7DC-4F80-B4E8-40E842FA9034}" sibTransId="{8033E2B4-2BB3-4CE8-839F-209C89EEB7B9}"/>
    <dgm:cxn modelId="{FB327135-A979-4DE8-A599-5DB7D5B41A84}" type="presOf" srcId="{CF605C1B-1912-48B3-8B1E-EAF5FC14D71E}" destId="{130C2F25-C364-4E67-8871-A54B53DFB29A}" srcOrd="1" destOrd="0" presId="urn:microsoft.com/office/officeart/2011/layout/CircleProcess"/>
    <dgm:cxn modelId="{CCACA736-C9F9-40DE-8FB9-11B402AB0C5B}" type="presOf" srcId="{CF605C1B-1912-48B3-8B1E-EAF5FC14D71E}" destId="{EC56AF4B-C634-498C-AB31-43E2281E5D7A}" srcOrd="0" destOrd="0" presId="urn:microsoft.com/office/officeart/2011/layout/CircleProcess"/>
    <dgm:cxn modelId="{E0666442-C536-4A07-A9DC-308704BF665C}" type="presOf" srcId="{CD4E33BD-44A8-4793-9531-F1248B47DE7B}" destId="{C5282F0F-D4E9-4CFC-AD41-CF75EAC8C9B5}" srcOrd="1" destOrd="0" presId="urn:microsoft.com/office/officeart/2011/layout/CircleProcess"/>
    <dgm:cxn modelId="{0210DA95-AEA5-438E-8774-1F300195518F}" srcId="{6559F6E5-A0BC-44DC-AA3A-61172C6EBCE4}" destId="{CF605C1B-1912-48B3-8B1E-EAF5FC14D71E}" srcOrd="2" destOrd="0" parTransId="{4BBFAAF1-E698-4D8B-ADA5-FCEA07BB9386}" sibTransId="{78C5A8AE-7414-4CAC-91CC-33667BE6ACED}"/>
    <dgm:cxn modelId="{AD2A85C1-C663-49D7-9CA4-863491FCFC87}" type="presOf" srcId="{CD4E33BD-44A8-4793-9531-F1248B47DE7B}" destId="{960D400F-9946-4EED-8738-C7F60743DA64}" srcOrd="0" destOrd="0" presId="urn:microsoft.com/office/officeart/2011/layout/CircleProcess"/>
    <dgm:cxn modelId="{77EC27CF-7946-43CC-BE19-05C559E736DB}" type="presOf" srcId="{FCCD97EB-3C0E-41E9-81C2-0A82A6B5B140}" destId="{EF343430-D25D-4A11-BF08-9F8FFC70FF71}" srcOrd="1" destOrd="0" presId="urn:microsoft.com/office/officeart/2011/layout/CircleProcess"/>
    <dgm:cxn modelId="{7C78E2E8-4AAF-4404-8B76-0B60C5B5A217}" type="presOf" srcId="{FCCD97EB-3C0E-41E9-81C2-0A82A6B5B140}" destId="{8ABF666B-30C6-4A10-83FA-861DD782F159}" srcOrd="0" destOrd="0" presId="urn:microsoft.com/office/officeart/2011/layout/CircleProcess"/>
    <dgm:cxn modelId="{C24AB881-184A-4EF7-AB78-9F8C6007B213}" type="presParOf" srcId="{08E1F636-3404-40B0-98D6-EE87D7BBFAB2}" destId="{58256FC2-E581-4D55-B312-FAAF48563FCB}" srcOrd="0" destOrd="0" presId="urn:microsoft.com/office/officeart/2011/layout/CircleProcess"/>
    <dgm:cxn modelId="{192FD733-23B9-40B7-A194-3B36BA9F6FE8}" type="presParOf" srcId="{58256FC2-E581-4D55-B312-FAAF48563FCB}" destId="{B11AAFFE-0DC5-4F18-A4B1-EDDA3EED53B0}" srcOrd="0" destOrd="0" presId="urn:microsoft.com/office/officeart/2011/layout/CircleProcess"/>
    <dgm:cxn modelId="{D3B665AD-68A4-4020-BDF7-95D2A488A4F3}" type="presParOf" srcId="{08E1F636-3404-40B0-98D6-EE87D7BBFAB2}" destId="{09A09872-A21A-4652-8099-ABA664E4F334}" srcOrd="1" destOrd="0" presId="urn:microsoft.com/office/officeart/2011/layout/CircleProcess"/>
    <dgm:cxn modelId="{57035660-4BCC-4B35-A0F5-3C9A40CDF609}" type="presParOf" srcId="{09A09872-A21A-4652-8099-ABA664E4F334}" destId="{EC56AF4B-C634-498C-AB31-43E2281E5D7A}" srcOrd="0" destOrd="0" presId="urn:microsoft.com/office/officeart/2011/layout/CircleProcess"/>
    <dgm:cxn modelId="{195D9E77-8CA4-4DBD-B3C1-E32845759791}" type="presParOf" srcId="{08E1F636-3404-40B0-98D6-EE87D7BBFAB2}" destId="{130C2F25-C364-4E67-8871-A54B53DFB29A}" srcOrd="2" destOrd="0" presId="urn:microsoft.com/office/officeart/2011/layout/CircleProcess"/>
    <dgm:cxn modelId="{3E477B85-3CB4-429D-B792-0FF71AC3254A}" type="presParOf" srcId="{08E1F636-3404-40B0-98D6-EE87D7BBFAB2}" destId="{F61E8AF0-D2D2-4D8C-B862-1A677CC609F9}" srcOrd="3" destOrd="0" presId="urn:microsoft.com/office/officeart/2011/layout/CircleProcess"/>
    <dgm:cxn modelId="{A48826E3-2EA5-4B83-A835-20B51EAB3B77}" type="presParOf" srcId="{F61E8AF0-D2D2-4D8C-B862-1A677CC609F9}" destId="{444B5CC6-1690-4953-BF63-BA32DF800D90}" srcOrd="0" destOrd="0" presId="urn:microsoft.com/office/officeart/2011/layout/CircleProcess"/>
    <dgm:cxn modelId="{63289662-C534-48AD-9061-50DC32B7793A}" type="presParOf" srcId="{08E1F636-3404-40B0-98D6-EE87D7BBFAB2}" destId="{DF5D733F-1C71-4E06-837F-468FDE69161F}" srcOrd="4" destOrd="0" presId="urn:microsoft.com/office/officeart/2011/layout/CircleProcess"/>
    <dgm:cxn modelId="{2BE795A5-2274-48B2-A72B-7E90D156ACF7}" type="presParOf" srcId="{DF5D733F-1C71-4E06-837F-468FDE69161F}" destId="{8ABF666B-30C6-4A10-83FA-861DD782F159}" srcOrd="0" destOrd="0" presId="urn:microsoft.com/office/officeart/2011/layout/CircleProcess"/>
    <dgm:cxn modelId="{FBC49622-7255-44A4-97D4-9AFEDE89EDC4}" type="presParOf" srcId="{08E1F636-3404-40B0-98D6-EE87D7BBFAB2}" destId="{EF343430-D25D-4A11-BF08-9F8FFC70FF71}" srcOrd="5" destOrd="0" presId="urn:microsoft.com/office/officeart/2011/layout/CircleProcess"/>
    <dgm:cxn modelId="{165AF61C-CB88-4DD7-8B97-708538C9E550}" type="presParOf" srcId="{08E1F636-3404-40B0-98D6-EE87D7BBFAB2}" destId="{92D250D5-BF4A-479D-8453-56A3D85C186C}" srcOrd="6" destOrd="0" presId="urn:microsoft.com/office/officeart/2011/layout/CircleProcess"/>
    <dgm:cxn modelId="{E83CE572-4E5F-44BD-89AC-D0C427E55CC7}" type="presParOf" srcId="{92D250D5-BF4A-479D-8453-56A3D85C186C}" destId="{393AD3E6-C3F3-4D53-BB2A-5E21B707D6CB}" srcOrd="0" destOrd="0" presId="urn:microsoft.com/office/officeart/2011/layout/CircleProcess"/>
    <dgm:cxn modelId="{FB00F8DD-22A5-4AF6-921A-1F8B9FD1E670}" type="presParOf" srcId="{08E1F636-3404-40B0-98D6-EE87D7BBFAB2}" destId="{E70FB599-CA5A-493F-BF1E-941E4745D2DE}" srcOrd="7" destOrd="0" presId="urn:microsoft.com/office/officeart/2011/layout/CircleProcess"/>
    <dgm:cxn modelId="{5A0FCD2D-AAE6-43F2-BF68-4CA0B55597CB}" type="presParOf" srcId="{E70FB599-CA5A-493F-BF1E-941E4745D2DE}" destId="{960D400F-9946-4EED-8738-C7F60743DA64}" srcOrd="0" destOrd="0" presId="urn:microsoft.com/office/officeart/2011/layout/CircleProcess"/>
    <dgm:cxn modelId="{B1C958FC-DFB2-40CC-8282-78427084F0B1}" type="presParOf" srcId="{08E1F636-3404-40B0-98D6-EE87D7BBFAB2}" destId="{C5282F0F-D4E9-4CFC-AD41-CF75EAC8C9B5}" srcOrd="8"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FC422C-9223-4CC4-83C7-13FDCB2BABA9}" type="doc">
      <dgm:prSet loTypeId="urn:microsoft.com/office/officeart/2011/layout/CircleProcess" loCatId="process" qsTypeId="urn:microsoft.com/office/officeart/2005/8/quickstyle/simple1" qsCatId="simple" csTypeId="urn:microsoft.com/office/officeart/2005/8/colors/colorful2" csCatId="colorful" phldr="1"/>
      <dgm:spPr/>
      <dgm:t>
        <a:bodyPr/>
        <a:lstStyle/>
        <a:p>
          <a:endParaRPr lang="en-GB"/>
        </a:p>
      </dgm:t>
    </dgm:pt>
    <dgm:pt modelId="{847A3536-B935-412C-AF33-7A89D98834C4}">
      <dgm:prSet phldrT="[Text]"/>
      <dgm:spPr/>
      <dgm:t>
        <a:bodyPr/>
        <a:lstStyle/>
        <a:p>
          <a:r>
            <a:rPr lang="en-GB" dirty="0"/>
            <a:t>Comm2</a:t>
          </a:r>
        </a:p>
      </dgm:t>
    </dgm:pt>
    <dgm:pt modelId="{26FDBA71-DFE2-44E1-BA87-D4AE94BAB5CD}" type="parTrans" cxnId="{245646D8-2C2B-4465-B563-C81F85F1C61D}">
      <dgm:prSet/>
      <dgm:spPr/>
      <dgm:t>
        <a:bodyPr/>
        <a:lstStyle/>
        <a:p>
          <a:endParaRPr lang="en-GB"/>
        </a:p>
      </dgm:t>
    </dgm:pt>
    <dgm:pt modelId="{4B1F7E87-0830-4CD2-B785-313E146BDC3C}" type="sibTrans" cxnId="{245646D8-2C2B-4465-B563-C81F85F1C61D}">
      <dgm:prSet/>
      <dgm:spPr/>
      <dgm:t>
        <a:bodyPr/>
        <a:lstStyle/>
        <a:p>
          <a:endParaRPr lang="en-GB"/>
        </a:p>
      </dgm:t>
    </dgm:pt>
    <dgm:pt modelId="{42A3189D-2EBE-44CA-B943-EB1C9F197E35}">
      <dgm:prSet phldrT="[Text]"/>
      <dgm:spPr/>
      <dgm:t>
        <a:bodyPr/>
        <a:lstStyle/>
        <a:p>
          <a:r>
            <a:rPr lang="en-GB" dirty="0"/>
            <a:t>Comm1</a:t>
          </a:r>
        </a:p>
      </dgm:t>
    </dgm:pt>
    <dgm:pt modelId="{D6ABF86B-C96D-46F2-A2D5-CF540E53F7FA}" type="parTrans" cxnId="{B510436E-9E5A-4A96-A3A8-C1385AD971C2}">
      <dgm:prSet/>
      <dgm:spPr/>
      <dgm:t>
        <a:bodyPr/>
        <a:lstStyle/>
        <a:p>
          <a:endParaRPr lang="en-GB"/>
        </a:p>
      </dgm:t>
    </dgm:pt>
    <dgm:pt modelId="{B99D36E7-7BB7-4AD8-8CC1-9438EF58A8E2}" type="sibTrans" cxnId="{B510436E-9E5A-4A96-A3A8-C1385AD971C2}">
      <dgm:prSet/>
      <dgm:spPr/>
      <dgm:t>
        <a:bodyPr/>
        <a:lstStyle/>
        <a:p>
          <a:endParaRPr lang="en-GB"/>
        </a:p>
      </dgm:t>
    </dgm:pt>
    <dgm:pt modelId="{67DA6FA3-9222-446E-8864-09A0692B8B77}">
      <dgm:prSet phldrT="[Text]"/>
      <dgm:spPr/>
      <dgm:t>
        <a:bodyPr/>
        <a:lstStyle/>
        <a:p>
          <a:r>
            <a:rPr lang="en-GB" dirty="0"/>
            <a:t>Comm3</a:t>
          </a:r>
        </a:p>
      </dgm:t>
    </dgm:pt>
    <dgm:pt modelId="{70C7DEF6-47EC-4E41-9BFA-ABFAA01A6F67}" type="parTrans" cxnId="{85221566-7855-4366-95B0-911D1305B378}">
      <dgm:prSet/>
      <dgm:spPr/>
      <dgm:t>
        <a:bodyPr/>
        <a:lstStyle/>
        <a:p>
          <a:endParaRPr lang="en-GB"/>
        </a:p>
      </dgm:t>
    </dgm:pt>
    <dgm:pt modelId="{2E52DF1F-8C38-4F2C-BA5A-F28AF1FF6530}" type="sibTrans" cxnId="{85221566-7855-4366-95B0-911D1305B378}">
      <dgm:prSet/>
      <dgm:spPr/>
      <dgm:t>
        <a:bodyPr/>
        <a:lstStyle/>
        <a:p>
          <a:endParaRPr lang="en-GB"/>
        </a:p>
      </dgm:t>
    </dgm:pt>
    <dgm:pt modelId="{D01681F1-BD8B-4B27-A344-FB75758D275F}">
      <dgm:prSet phldrT="[Text]"/>
      <dgm:spPr/>
      <dgm:t>
        <a:bodyPr/>
        <a:lstStyle/>
        <a:p>
          <a:r>
            <a:rPr lang="en-GB" dirty="0"/>
            <a:t>Comm0</a:t>
          </a:r>
        </a:p>
      </dgm:t>
    </dgm:pt>
    <dgm:pt modelId="{21EF2E64-87D9-4886-A087-90173546D863}" type="parTrans" cxnId="{5AA2D715-FCDC-4FB1-BFEF-F6C28CC68957}">
      <dgm:prSet/>
      <dgm:spPr/>
      <dgm:t>
        <a:bodyPr/>
        <a:lstStyle/>
        <a:p>
          <a:endParaRPr lang="en-GB"/>
        </a:p>
      </dgm:t>
    </dgm:pt>
    <dgm:pt modelId="{643D5D27-A816-411D-9042-577ACB903E51}" type="sibTrans" cxnId="{5AA2D715-FCDC-4FB1-BFEF-F6C28CC68957}">
      <dgm:prSet/>
      <dgm:spPr/>
      <dgm:t>
        <a:bodyPr/>
        <a:lstStyle/>
        <a:p>
          <a:endParaRPr lang="en-GB"/>
        </a:p>
      </dgm:t>
    </dgm:pt>
    <dgm:pt modelId="{36172D5E-DE77-41D3-8146-6D319B22B5CB}" type="pres">
      <dgm:prSet presAssocID="{85FC422C-9223-4CC4-83C7-13FDCB2BABA9}" presName="Name0" presStyleCnt="0">
        <dgm:presLayoutVars>
          <dgm:chMax val="11"/>
          <dgm:chPref val="11"/>
          <dgm:dir/>
          <dgm:resizeHandles/>
        </dgm:presLayoutVars>
      </dgm:prSet>
      <dgm:spPr/>
    </dgm:pt>
    <dgm:pt modelId="{E4962EEF-F0B0-4D41-9A6B-9181A7A00612}" type="pres">
      <dgm:prSet presAssocID="{D01681F1-BD8B-4B27-A344-FB75758D275F}" presName="Accent4" presStyleCnt="0"/>
      <dgm:spPr/>
    </dgm:pt>
    <dgm:pt modelId="{C8AA9083-6DBF-4064-B33D-A21E78AEB038}" type="pres">
      <dgm:prSet presAssocID="{D01681F1-BD8B-4B27-A344-FB75758D275F}" presName="Accent" presStyleLbl="node1" presStyleIdx="0" presStyleCnt="4"/>
      <dgm:spPr/>
    </dgm:pt>
    <dgm:pt modelId="{BF6D7C0D-B2ED-43AF-9372-DB37A31529E5}" type="pres">
      <dgm:prSet presAssocID="{D01681F1-BD8B-4B27-A344-FB75758D275F}" presName="ParentBackground4" presStyleCnt="0"/>
      <dgm:spPr/>
    </dgm:pt>
    <dgm:pt modelId="{B0E0B1C2-5995-4F50-94B1-0FF4EA941DED}" type="pres">
      <dgm:prSet presAssocID="{D01681F1-BD8B-4B27-A344-FB75758D275F}" presName="ParentBackground" presStyleLbl="fgAcc1" presStyleIdx="0" presStyleCnt="4"/>
      <dgm:spPr/>
    </dgm:pt>
    <dgm:pt modelId="{0B33AA37-12B2-4F8D-93C3-10660545F4C5}" type="pres">
      <dgm:prSet presAssocID="{D01681F1-BD8B-4B27-A344-FB75758D275F}" presName="Parent4" presStyleLbl="revTx" presStyleIdx="0" presStyleCnt="0">
        <dgm:presLayoutVars>
          <dgm:chMax val="1"/>
          <dgm:chPref val="1"/>
          <dgm:bulletEnabled val="1"/>
        </dgm:presLayoutVars>
      </dgm:prSet>
      <dgm:spPr/>
    </dgm:pt>
    <dgm:pt modelId="{8CAE9674-3F1F-472C-AD52-25FA8B8418CB}" type="pres">
      <dgm:prSet presAssocID="{42A3189D-2EBE-44CA-B943-EB1C9F197E35}" presName="Accent3" presStyleCnt="0"/>
      <dgm:spPr/>
    </dgm:pt>
    <dgm:pt modelId="{6AC9528F-1A78-48C4-9AD1-AE8DEDBA5774}" type="pres">
      <dgm:prSet presAssocID="{42A3189D-2EBE-44CA-B943-EB1C9F197E35}" presName="Accent" presStyleLbl="node1" presStyleIdx="1" presStyleCnt="4"/>
      <dgm:spPr/>
    </dgm:pt>
    <dgm:pt modelId="{37BDEE95-E7A9-49C4-A1CA-9734FF2D2B49}" type="pres">
      <dgm:prSet presAssocID="{42A3189D-2EBE-44CA-B943-EB1C9F197E35}" presName="ParentBackground3" presStyleCnt="0"/>
      <dgm:spPr/>
    </dgm:pt>
    <dgm:pt modelId="{70E629EB-017B-4CB5-B52E-173ECF4358FF}" type="pres">
      <dgm:prSet presAssocID="{42A3189D-2EBE-44CA-B943-EB1C9F197E35}" presName="ParentBackground" presStyleLbl="fgAcc1" presStyleIdx="1" presStyleCnt="4"/>
      <dgm:spPr/>
    </dgm:pt>
    <dgm:pt modelId="{48213B0F-6A5A-495C-8C5B-14B8E91335FE}" type="pres">
      <dgm:prSet presAssocID="{42A3189D-2EBE-44CA-B943-EB1C9F197E35}" presName="Parent3" presStyleLbl="revTx" presStyleIdx="0" presStyleCnt="0">
        <dgm:presLayoutVars>
          <dgm:chMax val="1"/>
          <dgm:chPref val="1"/>
          <dgm:bulletEnabled val="1"/>
        </dgm:presLayoutVars>
      </dgm:prSet>
      <dgm:spPr/>
    </dgm:pt>
    <dgm:pt modelId="{7B619CDF-4EC2-4E99-BEC2-76D3EEB30857}" type="pres">
      <dgm:prSet presAssocID="{847A3536-B935-412C-AF33-7A89D98834C4}" presName="Accent2" presStyleCnt="0"/>
      <dgm:spPr/>
    </dgm:pt>
    <dgm:pt modelId="{673D20E2-21CB-4309-BD0F-B2BDF2886DFF}" type="pres">
      <dgm:prSet presAssocID="{847A3536-B935-412C-AF33-7A89D98834C4}" presName="Accent" presStyleLbl="node1" presStyleIdx="2" presStyleCnt="4"/>
      <dgm:spPr/>
    </dgm:pt>
    <dgm:pt modelId="{9CB4C2D8-9940-46D9-8E6C-CB9FDFD4F716}" type="pres">
      <dgm:prSet presAssocID="{847A3536-B935-412C-AF33-7A89D98834C4}" presName="ParentBackground2" presStyleCnt="0"/>
      <dgm:spPr/>
    </dgm:pt>
    <dgm:pt modelId="{87A8EEC4-64D1-480C-8DE6-F82388AFB434}" type="pres">
      <dgm:prSet presAssocID="{847A3536-B935-412C-AF33-7A89D98834C4}" presName="ParentBackground" presStyleLbl="fgAcc1" presStyleIdx="2" presStyleCnt="4"/>
      <dgm:spPr/>
    </dgm:pt>
    <dgm:pt modelId="{6CE1A4C8-B441-46D3-9209-BF6DD83FFA5C}" type="pres">
      <dgm:prSet presAssocID="{847A3536-B935-412C-AF33-7A89D98834C4}" presName="Parent2" presStyleLbl="revTx" presStyleIdx="0" presStyleCnt="0">
        <dgm:presLayoutVars>
          <dgm:chMax val="1"/>
          <dgm:chPref val="1"/>
          <dgm:bulletEnabled val="1"/>
        </dgm:presLayoutVars>
      </dgm:prSet>
      <dgm:spPr/>
    </dgm:pt>
    <dgm:pt modelId="{89426133-6B3D-47F8-93E4-96CD7942BB50}" type="pres">
      <dgm:prSet presAssocID="{67DA6FA3-9222-446E-8864-09A0692B8B77}" presName="Accent1" presStyleCnt="0"/>
      <dgm:spPr/>
    </dgm:pt>
    <dgm:pt modelId="{346A078A-5399-49FF-B4AE-6F263EAA26B6}" type="pres">
      <dgm:prSet presAssocID="{67DA6FA3-9222-446E-8864-09A0692B8B77}" presName="Accent" presStyleLbl="node1" presStyleIdx="3" presStyleCnt="4"/>
      <dgm:spPr/>
    </dgm:pt>
    <dgm:pt modelId="{DFEEF261-F73A-4370-A9C0-C9FA3CA945C8}" type="pres">
      <dgm:prSet presAssocID="{67DA6FA3-9222-446E-8864-09A0692B8B77}" presName="ParentBackground1" presStyleCnt="0"/>
      <dgm:spPr/>
    </dgm:pt>
    <dgm:pt modelId="{CF0714FF-D2AC-42D7-937F-FD3AA6C44BED}" type="pres">
      <dgm:prSet presAssocID="{67DA6FA3-9222-446E-8864-09A0692B8B77}" presName="ParentBackground" presStyleLbl="fgAcc1" presStyleIdx="3" presStyleCnt="4" custLinFactNeighborX="-46"/>
      <dgm:spPr/>
    </dgm:pt>
    <dgm:pt modelId="{4C1B8450-03E3-496D-BBA3-246679807D80}" type="pres">
      <dgm:prSet presAssocID="{67DA6FA3-9222-446E-8864-09A0692B8B77}" presName="Parent1" presStyleLbl="revTx" presStyleIdx="0" presStyleCnt="0">
        <dgm:presLayoutVars>
          <dgm:chMax val="1"/>
          <dgm:chPref val="1"/>
          <dgm:bulletEnabled val="1"/>
        </dgm:presLayoutVars>
      </dgm:prSet>
      <dgm:spPr/>
    </dgm:pt>
  </dgm:ptLst>
  <dgm:cxnLst>
    <dgm:cxn modelId="{5AA2D715-FCDC-4FB1-BFEF-F6C28CC68957}" srcId="{85FC422C-9223-4CC4-83C7-13FDCB2BABA9}" destId="{D01681F1-BD8B-4B27-A344-FB75758D275F}" srcOrd="3" destOrd="0" parTransId="{21EF2E64-87D9-4886-A087-90173546D863}" sibTransId="{643D5D27-A816-411D-9042-577ACB903E51}"/>
    <dgm:cxn modelId="{349F6661-AD6A-45DF-951D-B1E4E09BB347}" type="presOf" srcId="{D01681F1-BD8B-4B27-A344-FB75758D275F}" destId="{0B33AA37-12B2-4F8D-93C3-10660545F4C5}" srcOrd="1" destOrd="0" presId="urn:microsoft.com/office/officeart/2011/layout/CircleProcess"/>
    <dgm:cxn modelId="{85221566-7855-4366-95B0-911D1305B378}" srcId="{85FC422C-9223-4CC4-83C7-13FDCB2BABA9}" destId="{67DA6FA3-9222-446E-8864-09A0692B8B77}" srcOrd="0" destOrd="0" parTransId="{70C7DEF6-47EC-4E41-9BFA-ABFAA01A6F67}" sibTransId="{2E52DF1F-8C38-4F2C-BA5A-F28AF1FF6530}"/>
    <dgm:cxn modelId="{B510436E-9E5A-4A96-A3A8-C1385AD971C2}" srcId="{85FC422C-9223-4CC4-83C7-13FDCB2BABA9}" destId="{42A3189D-2EBE-44CA-B943-EB1C9F197E35}" srcOrd="2" destOrd="0" parTransId="{D6ABF86B-C96D-46F2-A2D5-CF540E53F7FA}" sibTransId="{B99D36E7-7BB7-4AD8-8CC1-9438EF58A8E2}"/>
    <dgm:cxn modelId="{C6B8AA70-7A4D-4208-A01A-8CF3C50A878C}" type="presOf" srcId="{85FC422C-9223-4CC4-83C7-13FDCB2BABA9}" destId="{36172D5E-DE77-41D3-8146-6D319B22B5CB}" srcOrd="0" destOrd="0" presId="urn:microsoft.com/office/officeart/2011/layout/CircleProcess"/>
    <dgm:cxn modelId="{65EF1D54-6A95-41C4-B5B3-A9E698A6902C}" type="presOf" srcId="{67DA6FA3-9222-446E-8864-09A0692B8B77}" destId="{4C1B8450-03E3-496D-BBA3-246679807D80}" srcOrd="1" destOrd="0" presId="urn:microsoft.com/office/officeart/2011/layout/CircleProcess"/>
    <dgm:cxn modelId="{F697A67D-7990-4378-BF6A-D1E0D96AE065}" type="presOf" srcId="{847A3536-B935-412C-AF33-7A89D98834C4}" destId="{87A8EEC4-64D1-480C-8DE6-F82388AFB434}" srcOrd="0" destOrd="0" presId="urn:microsoft.com/office/officeart/2011/layout/CircleProcess"/>
    <dgm:cxn modelId="{6B6D6F88-A713-4F0D-8609-04474EDE9759}" type="presOf" srcId="{67DA6FA3-9222-446E-8864-09A0692B8B77}" destId="{CF0714FF-D2AC-42D7-937F-FD3AA6C44BED}" srcOrd="0" destOrd="0" presId="urn:microsoft.com/office/officeart/2011/layout/CircleProcess"/>
    <dgm:cxn modelId="{1CD303B5-0AC1-40BB-970A-1645D5203AF7}" type="presOf" srcId="{42A3189D-2EBE-44CA-B943-EB1C9F197E35}" destId="{70E629EB-017B-4CB5-B52E-173ECF4358FF}" srcOrd="0" destOrd="0" presId="urn:microsoft.com/office/officeart/2011/layout/CircleProcess"/>
    <dgm:cxn modelId="{35CAFBB6-DBA0-4A7E-8C46-EF0D49CE8A24}" type="presOf" srcId="{847A3536-B935-412C-AF33-7A89D98834C4}" destId="{6CE1A4C8-B441-46D3-9209-BF6DD83FFA5C}" srcOrd="1" destOrd="0" presId="urn:microsoft.com/office/officeart/2011/layout/CircleProcess"/>
    <dgm:cxn modelId="{ED5B47BF-F6E7-4531-ADDC-4F0B40117C0C}" type="presOf" srcId="{42A3189D-2EBE-44CA-B943-EB1C9F197E35}" destId="{48213B0F-6A5A-495C-8C5B-14B8E91335FE}" srcOrd="1" destOrd="0" presId="urn:microsoft.com/office/officeart/2011/layout/CircleProcess"/>
    <dgm:cxn modelId="{D6A91AD4-5A5C-4731-8B93-B24F147BC0DF}" type="presOf" srcId="{D01681F1-BD8B-4B27-A344-FB75758D275F}" destId="{B0E0B1C2-5995-4F50-94B1-0FF4EA941DED}" srcOrd="0" destOrd="0" presId="urn:microsoft.com/office/officeart/2011/layout/CircleProcess"/>
    <dgm:cxn modelId="{245646D8-2C2B-4465-B563-C81F85F1C61D}" srcId="{85FC422C-9223-4CC4-83C7-13FDCB2BABA9}" destId="{847A3536-B935-412C-AF33-7A89D98834C4}" srcOrd="1" destOrd="0" parTransId="{26FDBA71-DFE2-44E1-BA87-D4AE94BAB5CD}" sibTransId="{4B1F7E87-0830-4CD2-B785-313E146BDC3C}"/>
    <dgm:cxn modelId="{EA9E6A49-EE16-46AC-A0A9-EBB28F9D4217}" type="presParOf" srcId="{36172D5E-DE77-41D3-8146-6D319B22B5CB}" destId="{E4962EEF-F0B0-4D41-9A6B-9181A7A00612}" srcOrd="0" destOrd="0" presId="urn:microsoft.com/office/officeart/2011/layout/CircleProcess"/>
    <dgm:cxn modelId="{C7054C16-C49B-4183-A25E-DFA6C8CFE860}" type="presParOf" srcId="{E4962EEF-F0B0-4D41-9A6B-9181A7A00612}" destId="{C8AA9083-6DBF-4064-B33D-A21E78AEB038}" srcOrd="0" destOrd="0" presId="urn:microsoft.com/office/officeart/2011/layout/CircleProcess"/>
    <dgm:cxn modelId="{D2738B07-6954-400C-AA29-3EA591A6E651}" type="presParOf" srcId="{36172D5E-DE77-41D3-8146-6D319B22B5CB}" destId="{BF6D7C0D-B2ED-43AF-9372-DB37A31529E5}" srcOrd="1" destOrd="0" presId="urn:microsoft.com/office/officeart/2011/layout/CircleProcess"/>
    <dgm:cxn modelId="{5769A4B7-FAF7-4BA1-9405-53DBD0782A63}" type="presParOf" srcId="{BF6D7C0D-B2ED-43AF-9372-DB37A31529E5}" destId="{B0E0B1C2-5995-4F50-94B1-0FF4EA941DED}" srcOrd="0" destOrd="0" presId="urn:microsoft.com/office/officeart/2011/layout/CircleProcess"/>
    <dgm:cxn modelId="{400ADD49-2E03-44C7-B8BB-CA27B63364F6}" type="presParOf" srcId="{36172D5E-DE77-41D3-8146-6D319B22B5CB}" destId="{0B33AA37-12B2-4F8D-93C3-10660545F4C5}" srcOrd="2" destOrd="0" presId="urn:microsoft.com/office/officeart/2011/layout/CircleProcess"/>
    <dgm:cxn modelId="{3A3EB550-47FC-4CE5-B46C-DD05259236DC}" type="presParOf" srcId="{36172D5E-DE77-41D3-8146-6D319B22B5CB}" destId="{8CAE9674-3F1F-472C-AD52-25FA8B8418CB}" srcOrd="3" destOrd="0" presId="urn:microsoft.com/office/officeart/2011/layout/CircleProcess"/>
    <dgm:cxn modelId="{B9CA89C5-15E0-4442-B46C-DBAA38D8CECE}" type="presParOf" srcId="{8CAE9674-3F1F-472C-AD52-25FA8B8418CB}" destId="{6AC9528F-1A78-48C4-9AD1-AE8DEDBA5774}" srcOrd="0" destOrd="0" presId="urn:microsoft.com/office/officeart/2011/layout/CircleProcess"/>
    <dgm:cxn modelId="{7D27DF25-9EA8-4569-BF93-0B698BD3928C}" type="presParOf" srcId="{36172D5E-DE77-41D3-8146-6D319B22B5CB}" destId="{37BDEE95-E7A9-49C4-A1CA-9734FF2D2B49}" srcOrd="4" destOrd="0" presId="urn:microsoft.com/office/officeart/2011/layout/CircleProcess"/>
    <dgm:cxn modelId="{FA72E826-65E4-46A1-9BCF-065629CE7EA4}" type="presParOf" srcId="{37BDEE95-E7A9-49C4-A1CA-9734FF2D2B49}" destId="{70E629EB-017B-4CB5-B52E-173ECF4358FF}" srcOrd="0" destOrd="0" presId="urn:microsoft.com/office/officeart/2011/layout/CircleProcess"/>
    <dgm:cxn modelId="{738D0E67-2074-419E-9F5A-096DF4677305}" type="presParOf" srcId="{36172D5E-DE77-41D3-8146-6D319B22B5CB}" destId="{48213B0F-6A5A-495C-8C5B-14B8E91335FE}" srcOrd="5" destOrd="0" presId="urn:microsoft.com/office/officeart/2011/layout/CircleProcess"/>
    <dgm:cxn modelId="{90541F96-67F6-49C9-A49C-2DA4BB895010}" type="presParOf" srcId="{36172D5E-DE77-41D3-8146-6D319B22B5CB}" destId="{7B619CDF-4EC2-4E99-BEC2-76D3EEB30857}" srcOrd="6" destOrd="0" presId="urn:microsoft.com/office/officeart/2011/layout/CircleProcess"/>
    <dgm:cxn modelId="{3B36F8AE-DFDC-4EA8-9DF8-C6E855F243C5}" type="presParOf" srcId="{7B619CDF-4EC2-4E99-BEC2-76D3EEB30857}" destId="{673D20E2-21CB-4309-BD0F-B2BDF2886DFF}" srcOrd="0" destOrd="0" presId="urn:microsoft.com/office/officeart/2011/layout/CircleProcess"/>
    <dgm:cxn modelId="{5E1AEB8F-93CC-4111-9F3C-D8113BFF8712}" type="presParOf" srcId="{36172D5E-DE77-41D3-8146-6D319B22B5CB}" destId="{9CB4C2D8-9940-46D9-8E6C-CB9FDFD4F716}" srcOrd="7" destOrd="0" presId="urn:microsoft.com/office/officeart/2011/layout/CircleProcess"/>
    <dgm:cxn modelId="{8E584D26-FA74-493F-992F-D5D73CB1901A}" type="presParOf" srcId="{9CB4C2D8-9940-46D9-8E6C-CB9FDFD4F716}" destId="{87A8EEC4-64D1-480C-8DE6-F82388AFB434}" srcOrd="0" destOrd="0" presId="urn:microsoft.com/office/officeart/2011/layout/CircleProcess"/>
    <dgm:cxn modelId="{1C3FECF7-CA0C-40B0-B29A-3D939C3AAAAD}" type="presParOf" srcId="{36172D5E-DE77-41D3-8146-6D319B22B5CB}" destId="{6CE1A4C8-B441-46D3-9209-BF6DD83FFA5C}" srcOrd="8" destOrd="0" presId="urn:microsoft.com/office/officeart/2011/layout/CircleProcess"/>
    <dgm:cxn modelId="{A15524C7-9391-40AB-9D82-560EF9ED99AB}" type="presParOf" srcId="{36172D5E-DE77-41D3-8146-6D319B22B5CB}" destId="{89426133-6B3D-47F8-93E4-96CD7942BB50}" srcOrd="9" destOrd="0" presId="urn:microsoft.com/office/officeart/2011/layout/CircleProcess"/>
    <dgm:cxn modelId="{ADF7BA33-3F4A-418B-A098-E3689D83534A}" type="presParOf" srcId="{89426133-6B3D-47F8-93E4-96CD7942BB50}" destId="{346A078A-5399-49FF-B4AE-6F263EAA26B6}" srcOrd="0" destOrd="0" presId="urn:microsoft.com/office/officeart/2011/layout/CircleProcess"/>
    <dgm:cxn modelId="{29294D5C-6CA5-4DFA-B892-338B036E0466}" type="presParOf" srcId="{36172D5E-DE77-41D3-8146-6D319B22B5CB}" destId="{DFEEF261-F73A-4370-A9C0-C9FA3CA945C8}" srcOrd="10" destOrd="0" presId="urn:microsoft.com/office/officeart/2011/layout/CircleProcess"/>
    <dgm:cxn modelId="{06ADAD8D-41CF-4E96-B03C-F202DF0D561E}" type="presParOf" srcId="{DFEEF261-F73A-4370-A9C0-C9FA3CA945C8}" destId="{CF0714FF-D2AC-42D7-937F-FD3AA6C44BED}" srcOrd="0" destOrd="0" presId="urn:microsoft.com/office/officeart/2011/layout/CircleProcess"/>
    <dgm:cxn modelId="{E1E15DFE-0945-4548-9E00-B1832C5805BE}" type="presParOf" srcId="{36172D5E-DE77-41D3-8146-6D319B22B5CB}" destId="{4C1B8450-03E3-496D-BBA3-246679807D80}" srcOrd="11"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5FC422C-9223-4CC4-83C7-13FDCB2BABA9}" type="doc">
      <dgm:prSet loTypeId="urn:microsoft.com/office/officeart/2011/layout/CircleProcess" loCatId="process" qsTypeId="urn:microsoft.com/office/officeart/2005/8/quickstyle/simple1" qsCatId="simple" csTypeId="urn:microsoft.com/office/officeart/2005/8/colors/colorful2" csCatId="colorful" phldr="1"/>
      <dgm:spPr/>
      <dgm:t>
        <a:bodyPr/>
        <a:lstStyle/>
        <a:p>
          <a:endParaRPr lang="en-GB"/>
        </a:p>
      </dgm:t>
    </dgm:pt>
    <dgm:pt modelId="{847A3536-B935-412C-AF33-7A89D98834C4}">
      <dgm:prSet phldrT="[Text]"/>
      <dgm:spPr/>
      <dgm:t>
        <a:bodyPr/>
        <a:lstStyle/>
        <a:p>
          <a:r>
            <a:rPr lang="en-GB" dirty="0"/>
            <a:t>Comm2</a:t>
          </a:r>
        </a:p>
      </dgm:t>
    </dgm:pt>
    <dgm:pt modelId="{26FDBA71-DFE2-44E1-BA87-D4AE94BAB5CD}" type="parTrans" cxnId="{245646D8-2C2B-4465-B563-C81F85F1C61D}">
      <dgm:prSet/>
      <dgm:spPr/>
      <dgm:t>
        <a:bodyPr/>
        <a:lstStyle/>
        <a:p>
          <a:endParaRPr lang="en-GB"/>
        </a:p>
      </dgm:t>
    </dgm:pt>
    <dgm:pt modelId="{4B1F7E87-0830-4CD2-B785-313E146BDC3C}" type="sibTrans" cxnId="{245646D8-2C2B-4465-B563-C81F85F1C61D}">
      <dgm:prSet/>
      <dgm:spPr/>
      <dgm:t>
        <a:bodyPr/>
        <a:lstStyle/>
        <a:p>
          <a:endParaRPr lang="en-GB"/>
        </a:p>
      </dgm:t>
    </dgm:pt>
    <dgm:pt modelId="{42A3189D-2EBE-44CA-B943-EB1C9F197E35}">
      <dgm:prSet phldrT="[Text]"/>
      <dgm:spPr/>
      <dgm:t>
        <a:bodyPr/>
        <a:lstStyle/>
        <a:p>
          <a:r>
            <a:rPr lang="en-GB" dirty="0"/>
            <a:t>Comm1</a:t>
          </a:r>
        </a:p>
      </dgm:t>
    </dgm:pt>
    <dgm:pt modelId="{D6ABF86B-C96D-46F2-A2D5-CF540E53F7FA}" type="parTrans" cxnId="{B510436E-9E5A-4A96-A3A8-C1385AD971C2}">
      <dgm:prSet/>
      <dgm:spPr/>
      <dgm:t>
        <a:bodyPr/>
        <a:lstStyle/>
        <a:p>
          <a:endParaRPr lang="en-GB"/>
        </a:p>
      </dgm:t>
    </dgm:pt>
    <dgm:pt modelId="{B99D36E7-7BB7-4AD8-8CC1-9438EF58A8E2}" type="sibTrans" cxnId="{B510436E-9E5A-4A96-A3A8-C1385AD971C2}">
      <dgm:prSet/>
      <dgm:spPr/>
      <dgm:t>
        <a:bodyPr/>
        <a:lstStyle/>
        <a:p>
          <a:endParaRPr lang="en-GB"/>
        </a:p>
      </dgm:t>
    </dgm:pt>
    <dgm:pt modelId="{67DA6FA3-9222-446E-8864-09A0692B8B77}">
      <dgm:prSet phldrT="[Text]"/>
      <dgm:spPr/>
      <dgm:t>
        <a:bodyPr/>
        <a:lstStyle/>
        <a:p>
          <a:r>
            <a:rPr lang="en-GB" dirty="0"/>
            <a:t>Comm3</a:t>
          </a:r>
        </a:p>
      </dgm:t>
    </dgm:pt>
    <dgm:pt modelId="{70C7DEF6-47EC-4E41-9BFA-ABFAA01A6F67}" type="parTrans" cxnId="{85221566-7855-4366-95B0-911D1305B378}">
      <dgm:prSet/>
      <dgm:spPr/>
      <dgm:t>
        <a:bodyPr/>
        <a:lstStyle/>
        <a:p>
          <a:endParaRPr lang="en-GB"/>
        </a:p>
      </dgm:t>
    </dgm:pt>
    <dgm:pt modelId="{2E52DF1F-8C38-4F2C-BA5A-F28AF1FF6530}" type="sibTrans" cxnId="{85221566-7855-4366-95B0-911D1305B378}">
      <dgm:prSet/>
      <dgm:spPr/>
      <dgm:t>
        <a:bodyPr/>
        <a:lstStyle/>
        <a:p>
          <a:endParaRPr lang="en-GB"/>
        </a:p>
      </dgm:t>
    </dgm:pt>
    <dgm:pt modelId="{D01681F1-BD8B-4B27-A344-FB75758D275F}">
      <dgm:prSet phldrT="[Text]"/>
      <dgm:spPr/>
      <dgm:t>
        <a:bodyPr/>
        <a:lstStyle/>
        <a:p>
          <a:r>
            <a:rPr lang="en-GB" dirty="0"/>
            <a:t>Comm0</a:t>
          </a:r>
        </a:p>
      </dgm:t>
    </dgm:pt>
    <dgm:pt modelId="{21EF2E64-87D9-4886-A087-90173546D863}" type="parTrans" cxnId="{5AA2D715-FCDC-4FB1-BFEF-F6C28CC68957}">
      <dgm:prSet/>
      <dgm:spPr/>
      <dgm:t>
        <a:bodyPr/>
        <a:lstStyle/>
        <a:p>
          <a:endParaRPr lang="en-GB"/>
        </a:p>
      </dgm:t>
    </dgm:pt>
    <dgm:pt modelId="{643D5D27-A816-411D-9042-577ACB903E51}" type="sibTrans" cxnId="{5AA2D715-FCDC-4FB1-BFEF-F6C28CC68957}">
      <dgm:prSet/>
      <dgm:spPr/>
      <dgm:t>
        <a:bodyPr/>
        <a:lstStyle/>
        <a:p>
          <a:endParaRPr lang="en-GB"/>
        </a:p>
      </dgm:t>
    </dgm:pt>
    <dgm:pt modelId="{36172D5E-DE77-41D3-8146-6D319B22B5CB}" type="pres">
      <dgm:prSet presAssocID="{85FC422C-9223-4CC4-83C7-13FDCB2BABA9}" presName="Name0" presStyleCnt="0">
        <dgm:presLayoutVars>
          <dgm:chMax val="11"/>
          <dgm:chPref val="11"/>
          <dgm:dir/>
          <dgm:resizeHandles/>
        </dgm:presLayoutVars>
      </dgm:prSet>
      <dgm:spPr/>
    </dgm:pt>
    <dgm:pt modelId="{E4962EEF-F0B0-4D41-9A6B-9181A7A00612}" type="pres">
      <dgm:prSet presAssocID="{D01681F1-BD8B-4B27-A344-FB75758D275F}" presName="Accent4" presStyleCnt="0"/>
      <dgm:spPr/>
    </dgm:pt>
    <dgm:pt modelId="{C8AA9083-6DBF-4064-B33D-A21E78AEB038}" type="pres">
      <dgm:prSet presAssocID="{D01681F1-BD8B-4B27-A344-FB75758D275F}" presName="Accent" presStyleLbl="node1" presStyleIdx="0" presStyleCnt="4"/>
      <dgm:spPr/>
    </dgm:pt>
    <dgm:pt modelId="{BF6D7C0D-B2ED-43AF-9372-DB37A31529E5}" type="pres">
      <dgm:prSet presAssocID="{D01681F1-BD8B-4B27-A344-FB75758D275F}" presName="ParentBackground4" presStyleCnt="0"/>
      <dgm:spPr/>
    </dgm:pt>
    <dgm:pt modelId="{B0E0B1C2-5995-4F50-94B1-0FF4EA941DED}" type="pres">
      <dgm:prSet presAssocID="{D01681F1-BD8B-4B27-A344-FB75758D275F}" presName="ParentBackground" presStyleLbl="fgAcc1" presStyleIdx="0" presStyleCnt="4"/>
      <dgm:spPr/>
    </dgm:pt>
    <dgm:pt modelId="{0B33AA37-12B2-4F8D-93C3-10660545F4C5}" type="pres">
      <dgm:prSet presAssocID="{D01681F1-BD8B-4B27-A344-FB75758D275F}" presName="Parent4" presStyleLbl="revTx" presStyleIdx="0" presStyleCnt="0">
        <dgm:presLayoutVars>
          <dgm:chMax val="1"/>
          <dgm:chPref val="1"/>
          <dgm:bulletEnabled val="1"/>
        </dgm:presLayoutVars>
      </dgm:prSet>
      <dgm:spPr/>
    </dgm:pt>
    <dgm:pt modelId="{8CAE9674-3F1F-472C-AD52-25FA8B8418CB}" type="pres">
      <dgm:prSet presAssocID="{42A3189D-2EBE-44CA-B943-EB1C9F197E35}" presName="Accent3" presStyleCnt="0"/>
      <dgm:spPr/>
    </dgm:pt>
    <dgm:pt modelId="{6AC9528F-1A78-48C4-9AD1-AE8DEDBA5774}" type="pres">
      <dgm:prSet presAssocID="{42A3189D-2EBE-44CA-B943-EB1C9F197E35}" presName="Accent" presStyleLbl="node1" presStyleIdx="1" presStyleCnt="4"/>
      <dgm:spPr/>
    </dgm:pt>
    <dgm:pt modelId="{37BDEE95-E7A9-49C4-A1CA-9734FF2D2B49}" type="pres">
      <dgm:prSet presAssocID="{42A3189D-2EBE-44CA-B943-EB1C9F197E35}" presName="ParentBackground3" presStyleCnt="0"/>
      <dgm:spPr/>
    </dgm:pt>
    <dgm:pt modelId="{70E629EB-017B-4CB5-B52E-173ECF4358FF}" type="pres">
      <dgm:prSet presAssocID="{42A3189D-2EBE-44CA-B943-EB1C9F197E35}" presName="ParentBackground" presStyleLbl="fgAcc1" presStyleIdx="1" presStyleCnt="4"/>
      <dgm:spPr/>
    </dgm:pt>
    <dgm:pt modelId="{48213B0F-6A5A-495C-8C5B-14B8E91335FE}" type="pres">
      <dgm:prSet presAssocID="{42A3189D-2EBE-44CA-B943-EB1C9F197E35}" presName="Parent3" presStyleLbl="revTx" presStyleIdx="0" presStyleCnt="0">
        <dgm:presLayoutVars>
          <dgm:chMax val="1"/>
          <dgm:chPref val="1"/>
          <dgm:bulletEnabled val="1"/>
        </dgm:presLayoutVars>
      </dgm:prSet>
      <dgm:spPr/>
    </dgm:pt>
    <dgm:pt modelId="{7B619CDF-4EC2-4E99-BEC2-76D3EEB30857}" type="pres">
      <dgm:prSet presAssocID="{847A3536-B935-412C-AF33-7A89D98834C4}" presName="Accent2" presStyleCnt="0"/>
      <dgm:spPr/>
    </dgm:pt>
    <dgm:pt modelId="{673D20E2-21CB-4309-BD0F-B2BDF2886DFF}" type="pres">
      <dgm:prSet presAssocID="{847A3536-B935-412C-AF33-7A89D98834C4}" presName="Accent" presStyleLbl="node1" presStyleIdx="2" presStyleCnt="4"/>
      <dgm:spPr/>
    </dgm:pt>
    <dgm:pt modelId="{9CB4C2D8-9940-46D9-8E6C-CB9FDFD4F716}" type="pres">
      <dgm:prSet presAssocID="{847A3536-B935-412C-AF33-7A89D98834C4}" presName="ParentBackground2" presStyleCnt="0"/>
      <dgm:spPr/>
    </dgm:pt>
    <dgm:pt modelId="{87A8EEC4-64D1-480C-8DE6-F82388AFB434}" type="pres">
      <dgm:prSet presAssocID="{847A3536-B935-412C-AF33-7A89D98834C4}" presName="ParentBackground" presStyleLbl="fgAcc1" presStyleIdx="2" presStyleCnt="4"/>
      <dgm:spPr/>
    </dgm:pt>
    <dgm:pt modelId="{6CE1A4C8-B441-46D3-9209-BF6DD83FFA5C}" type="pres">
      <dgm:prSet presAssocID="{847A3536-B935-412C-AF33-7A89D98834C4}" presName="Parent2" presStyleLbl="revTx" presStyleIdx="0" presStyleCnt="0">
        <dgm:presLayoutVars>
          <dgm:chMax val="1"/>
          <dgm:chPref val="1"/>
          <dgm:bulletEnabled val="1"/>
        </dgm:presLayoutVars>
      </dgm:prSet>
      <dgm:spPr/>
    </dgm:pt>
    <dgm:pt modelId="{89426133-6B3D-47F8-93E4-96CD7942BB50}" type="pres">
      <dgm:prSet presAssocID="{67DA6FA3-9222-446E-8864-09A0692B8B77}" presName="Accent1" presStyleCnt="0"/>
      <dgm:spPr/>
    </dgm:pt>
    <dgm:pt modelId="{346A078A-5399-49FF-B4AE-6F263EAA26B6}" type="pres">
      <dgm:prSet presAssocID="{67DA6FA3-9222-446E-8864-09A0692B8B77}" presName="Accent" presStyleLbl="node1" presStyleIdx="3" presStyleCnt="4"/>
      <dgm:spPr/>
    </dgm:pt>
    <dgm:pt modelId="{DFEEF261-F73A-4370-A9C0-C9FA3CA945C8}" type="pres">
      <dgm:prSet presAssocID="{67DA6FA3-9222-446E-8864-09A0692B8B77}" presName="ParentBackground1" presStyleCnt="0"/>
      <dgm:spPr/>
    </dgm:pt>
    <dgm:pt modelId="{CF0714FF-D2AC-42D7-937F-FD3AA6C44BED}" type="pres">
      <dgm:prSet presAssocID="{67DA6FA3-9222-446E-8864-09A0692B8B77}" presName="ParentBackground" presStyleLbl="fgAcc1" presStyleIdx="3" presStyleCnt="4" custLinFactNeighborX="-46"/>
      <dgm:spPr/>
    </dgm:pt>
    <dgm:pt modelId="{4C1B8450-03E3-496D-BBA3-246679807D80}" type="pres">
      <dgm:prSet presAssocID="{67DA6FA3-9222-446E-8864-09A0692B8B77}" presName="Parent1" presStyleLbl="revTx" presStyleIdx="0" presStyleCnt="0">
        <dgm:presLayoutVars>
          <dgm:chMax val="1"/>
          <dgm:chPref val="1"/>
          <dgm:bulletEnabled val="1"/>
        </dgm:presLayoutVars>
      </dgm:prSet>
      <dgm:spPr/>
    </dgm:pt>
  </dgm:ptLst>
  <dgm:cxnLst>
    <dgm:cxn modelId="{5AA2D715-FCDC-4FB1-BFEF-F6C28CC68957}" srcId="{85FC422C-9223-4CC4-83C7-13FDCB2BABA9}" destId="{D01681F1-BD8B-4B27-A344-FB75758D275F}" srcOrd="3" destOrd="0" parTransId="{21EF2E64-87D9-4886-A087-90173546D863}" sibTransId="{643D5D27-A816-411D-9042-577ACB903E51}"/>
    <dgm:cxn modelId="{349F6661-AD6A-45DF-951D-B1E4E09BB347}" type="presOf" srcId="{D01681F1-BD8B-4B27-A344-FB75758D275F}" destId="{0B33AA37-12B2-4F8D-93C3-10660545F4C5}" srcOrd="1" destOrd="0" presId="urn:microsoft.com/office/officeart/2011/layout/CircleProcess"/>
    <dgm:cxn modelId="{85221566-7855-4366-95B0-911D1305B378}" srcId="{85FC422C-9223-4CC4-83C7-13FDCB2BABA9}" destId="{67DA6FA3-9222-446E-8864-09A0692B8B77}" srcOrd="0" destOrd="0" parTransId="{70C7DEF6-47EC-4E41-9BFA-ABFAA01A6F67}" sibTransId="{2E52DF1F-8C38-4F2C-BA5A-F28AF1FF6530}"/>
    <dgm:cxn modelId="{B510436E-9E5A-4A96-A3A8-C1385AD971C2}" srcId="{85FC422C-9223-4CC4-83C7-13FDCB2BABA9}" destId="{42A3189D-2EBE-44CA-B943-EB1C9F197E35}" srcOrd="2" destOrd="0" parTransId="{D6ABF86B-C96D-46F2-A2D5-CF540E53F7FA}" sibTransId="{B99D36E7-7BB7-4AD8-8CC1-9438EF58A8E2}"/>
    <dgm:cxn modelId="{C6B8AA70-7A4D-4208-A01A-8CF3C50A878C}" type="presOf" srcId="{85FC422C-9223-4CC4-83C7-13FDCB2BABA9}" destId="{36172D5E-DE77-41D3-8146-6D319B22B5CB}" srcOrd="0" destOrd="0" presId="urn:microsoft.com/office/officeart/2011/layout/CircleProcess"/>
    <dgm:cxn modelId="{65EF1D54-6A95-41C4-B5B3-A9E698A6902C}" type="presOf" srcId="{67DA6FA3-9222-446E-8864-09A0692B8B77}" destId="{4C1B8450-03E3-496D-BBA3-246679807D80}" srcOrd="1" destOrd="0" presId="urn:microsoft.com/office/officeart/2011/layout/CircleProcess"/>
    <dgm:cxn modelId="{F697A67D-7990-4378-BF6A-D1E0D96AE065}" type="presOf" srcId="{847A3536-B935-412C-AF33-7A89D98834C4}" destId="{87A8EEC4-64D1-480C-8DE6-F82388AFB434}" srcOrd="0" destOrd="0" presId="urn:microsoft.com/office/officeart/2011/layout/CircleProcess"/>
    <dgm:cxn modelId="{6B6D6F88-A713-4F0D-8609-04474EDE9759}" type="presOf" srcId="{67DA6FA3-9222-446E-8864-09A0692B8B77}" destId="{CF0714FF-D2AC-42D7-937F-FD3AA6C44BED}" srcOrd="0" destOrd="0" presId="urn:microsoft.com/office/officeart/2011/layout/CircleProcess"/>
    <dgm:cxn modelId="{1CD303B5-0AC1-40BB-970A-1645D5203AF7}" type="presOf" srcId="{42A3189D-2EBE-44CA-B943-EB1C9F197E35}" destId="{70E629EB-017B-4CB5-B52E-173ECF4358FF}" srcOrd="0" destOrd="0" presId="urn:microsoft.com/office/officeart/2011/layout/CircleProcess"/>
    <dgm:cxn modelId="{35CAFBB6-DBA0-4A7E-8C46-EF0D49CE8A24}" type="presOf" srcId="{847A3536-B935-412C-AF33-7A89D98834C4}" destId="{6CE1A4C8-B441-46D3-9209-BF6DD83FFA5C}" srcOrd="1" destOrd="0" presId="urn:microsoft.com/office/officeart/2011/layout/CircleProcess"/>
    <dgm:cxn modelId="{ED5B47BF-F6E7-4531-ADDC-4F0B40117C0C}" type="presOf" srcId="{42A3189D-2EBE-44CA-B943-EB1C9F197E35}" destId="{48213B0F-6A5A-495C-8C5B-14B8E91335FE}" srcOrd="1" destOrd="0" presId="urn:microsoft.com/office/officeart/2011/layout/CircleProcess"/>
    <dgm:cxn modelId="{D6A91AD4-5A5C-4731-8B93-B24F147BC0DF}" type="presOf" srcId="{D01681F1-BD8B-4B27-A344-FB75758D275F}" destId="{B0E0B1C2-5995-4F50-94B1-0FF4EA941DED}" srcOrd="0" destOrd="0" presId="urn:microsoft.com/office/officeart/2011/layout/CircleProcess"/>
    <dgm:cxn modelId="{245646D8-2C2B-4465-B563-C81F85F1C61D}" srcId="{85FC422C-9223-4CC4-83C7-13FDCB2BABA9}" destId="{847A3536-B935-412C-AF33-7A89D98834C4}" srcOrd="1" destOrd="0" parTransId="{26FDBA71-DFE2-44E1-BA87-D4AE94BAB5CD}" sibTransId="{4B1F7E87-0830-4CD2-B785-313E146BDC3C}"/>
    <dgm:cxn modelId="{EA9E6A49-EE16-46AC-A0A9-EBB28F9D4217}" type="presParOf" srcId="{36172D5E-DE77-41D3-8146-6D319B22B5CB}" destId="{E4962EEF-F0B0-4D41-9A6B-9181A7A00612}" srcOrd="0" destOrd="0" presId="urn:microsoft.com/office/officeart/2011/layout/CircleProcess"/>
    <dgm:cxn modelId="{C7054C16-C49B-4183-A25E-DFA6C8CFE860}" type="presParOf" srcId="{E4962EEF-F0B0-4D41-9A6B-9181A7A00612}" destId="{C8AA9083-6DBF-4064-B33D-A21E78AEB038}" srcOrd="0" destOrd="0" presId="urn:microsoft.com/office/officeart/2011/layout/CircleProcess"/>
    <dgm:cxn modelId="{D2738B07-6954-400C-AA29-3EA591A6E651}" type="presParOf" srcId="{36172D5E-DE77-41D3-8146-6D319B22B5CB}" destId="{BF6D7C0D-B2ED-43AF-9372-DB37A31529E5}" srcOrd="1" destOrd="0" presId="urn:microsoft.com/office/officeart/2011/layout/CircleProcess"/>
    <dgm:cxn modelId="{5769A4B7-FAF7-4BA1-9405-53DBD0782A63}" type="presParOf" srcId="{BF6D7C0D-B2ED-43AF-9372-DB37A31529E5}" destId="{B0E0B1C2-5995-4F50-94B1-0FF4EA941DED}" srcOrd="0" destOrd="0" presId="urn:microsoft.com/office/officeart/2011/layout/CircleProcess"/>
    <dgm:cxn modelId="{400ADD49-2E03-44C7-B8BB-CA27B63364F6}" type="presParOf" srcId="{36172D5E-DE77-41D3-8146-6D319B22B5CB}" destId="{0B33AA37-12B2-4F8D-93C3-10660545F4C5}" srcOrd="2" destOrd="0" presId="urn:microsoft.com/office/officeart/2011/layout/CircleProcess"/>
    <dgm:cxn modelId="{3A3EB550-47FC-4CE5-B46C-DD05259236DC}" type="presParOf" srcId="{36172D5E-DE77-41D3-8146-6D319B22B5CB}" destId="{8CAE9674-3F1F-472C-AD52-25FA8B8418CB}" srcOrd="3" destOrd="0" presId="urn:microsoft.com/office/officeart/2011/layout/CircleProcess"/>
    <dgm:cxn modelId="{B9CA89C5-15E0-4442-B46C-DBAA38D8CECE}" type="presParOf" srcId="{8CAE9674-3F1F-472C-AD52-25FA8B8418CB}" destId="{6AC9528F-1A78-48C4-9AD1-AE8DEDBA5774}" srcOrd="0" destOrd="0" presId="urn:microsoft.com/office/officeart/2011/layout/CircleProcess"/>
    <dgm:cxn modelId="{7D27DF25-9EA8-4569-BF93-0B698BD3928C}" type="presParOf" srcId="{36172D5E-DE77-41D3-8146-6D319B22B5CB}" destId="{37BDEE95-E7A9-49C4-A1CA-9734FF2D2B49}" srcOrd="4" destOrd="0" presId="urn:microsoft.com/office/officeart/2011/layout/CircleProcess"/>
    <dgm:cxn modelId="{FA72E826-65E4-46A1-9BCF-065629CE7EA4}" type="presParOf" srcId="{37BDEE95-E7A9-49C4-A1CA-9734FF2D2B49}" destId="{70E629EB-017B-4CB5-B52E-173ECF4358FF}" srcOrd="0" destOrd="0" presId="urn:microsoft.com/office/officeart/2011/layout/CircleProcess"/>
    <dgm:cxn modelId="{738D0E67-2074-419E-9F5A-096DF4677305}" type="presParOf" srcId="{36172D5E-DE77-41D3-8146-6D319B22B5CB}" destId="{48213B0F-6A5A-495C-8C5B-14B8E91335FE}" srcOrd="5" destOrd="0" presId="urn:microsoft.com/office/officeart/2011/layout/CircleProcess"/>
    <dgm:cxn modelId="{90541F96-67F6-49C9-A49C-2DA4BB895010}" type="presParOf" srcId="{36172D5E-DE77-41D3-8146-6D319B22B5CB}" destId="{7B619CDF-4EC2-4E99-BEC2-76D3EEB30857}" srcOrd="6" destOrd="0" presId="urn:microsoft.com/office/officeart/2011/layout/CircleProcess"/>
    <dgm:cxn modelId="{3B36F8AE-DFDC-4EA8-9DF8-C6E855F243C5}" type="presParOf" srcId="{7B619CDF-4EC2-4E99-BEC2-76D3EEB30857}" destId="{673D20E2-21CB-4309-BD0F-B2BDF2886DFF}" srcOrd="0" destOrd="0" presId="urn:microsoft.com/office/officeart/2011/layout/CircleProcess"/>
    <dgm:cxn modelId="{5E1AEB8F-93CC-4111-9F3C-D8113BFF8712}" type="presParOf" srcId="{36172D5E-DE77-41D3-8146-6D319B22B5CB}" destId="{9CB4C2D8-9940-46D9-8E6C-CB9FDFD4F716}" srcOrd="7" destOrd="0" presId="urn:microsoft.com/office/officeart/2011/layout/CircleProcess"/>
    <dgm:cxn modelId="{8E584D26-FA74-493F-992F-D5D73CB1901A}" type="presParOf" srcId="{9CB4C2D8-9940-46D9-8E6C-CB9FDFD4F716}" destId="{87A8EEC4-64D1-480C-8DE6-F82388AFB434}" srcOrd="0" destOrd="0" presId="urn:microsoft.com/office/officeart/2011/layout/CircleProcess"/>
    <dgm:cxn modelId="{1C3FECF7-CA0C-40B0-B29A-3D939C3AAAAD}" type="presParOf" srcId="{36172D5E-DE77-41D3-8146-6D319B22B5CB}" destId="{6CE1A4C8-B441-46D3-9209-BF6DD83FFA5C}" srcOrd="8" destOrd="0" presId="urn:microsoft.com/office/officeart/2011/layout/CircleProcess"/>
    <dgm:cxn modelId="{A15524C7-9391-40AB-9D82-560EF9ED99AB}" type="presParOf" srcId="{36172D5E-DE77-41D3-8146-6D319B22B5CB}" destId="{89426133-6B3D-47F8-93E4-96CD7942BB50}" srcOrd="9" destOrd="0" presId="urn:microsoft.com/office/officeart/2011/layout/CircleProcess"/>
    <dgm:cxn modelId="{ADF7BA33-3F4A-418B-A098-E3689D83534A}" type="presParOf" srcId="{89426133-6B3D-47F8-93E4-96CD7942BB50}" destId="{346A078A-5399-49FF-B4AE-6F263EAA26B6}" srcOrd="0" destOrd="0" presId="urn:microsoft.com/office/officeart/2011/layout/CircleProcess"/>
    <dgm:cxn modelId="{29294D5C-6CA5-4DFA-B892-338B036E0466}" type="presParOf" srcId="{36172D5E-DE77-41D3-8146-6D319B22B5CB}" destId="{DFEEF261-F73A-4370-A9C0-C9FA3CA945C8}" srcOrd="10" destOrd="0" presId="urn:microsoft.com/office/officeart/2011/layout/CircleProcess"/>
    <dgm:cxn modelId="{06ADAD8D-41CF-4E96-B03C-F202DF0D561E}" type="presParOf" srcId="{DFEEF261-F73A-4370-A9C0-C9FA3CA945C8}" destId="{CF0714FF-D2AC-42D7-937F-FD3AA6C44BED}" srcOrd="0" destOrd="0" presId="urn:microsoft.com/office/officeart/2011/layout/CircleProcess"/>
    <dgm:cxn modelId="{E1E15DFE-0945-4548-9E00-B1832C5805BE}" type="presParOf" srcId="{36172D5E-DE77-41D3-8146-6D319B22B5CB}" destId="{4C1B8450-03E3-496D-BBA3-246679807D80}" srcOrd="11"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1AAFFE-0DC5-4F18-A4B1-EDDA3EED53B0}">
      <dsp:nvSpPr>
        <dsp:cNvPr id="0" name=""/>
        <dsp:cNvSpPr/>
      </dsp:nvSpPr>
      <dsp:spPr>
        <a:xfrm>
          <a:off x="3828861" y="1338965"/>
          <a:ext cx="1670216" cy="1670525"/>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56AF4B-C634-498C-AB31-43E2281E5D7A}">
      <dsp:nvSpPr>
        <dsp:cNvPr id="0" name=""/>
        <dsp:cNvSpPr/>
      </dsp:nvSpPr>
      <dsp:spPr>
        <a:xfrm>
          <a:off x="3884317" y="1394659"/>
          <a:ext cx="1559303" cy="1559137"/>
        </a:xfrm>
        <a:prstGeom prst="ellips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a:t>Commit history</a:t>
          </a:r>
          <a:endParaRPr lang="en-US" sz="2200" kern="1200" dirty="0"/>
        </a:p>
      </dsp:txBody>
      <dsp:txXfrm>
        <a:off x="4107230" y="1617434"/>
        <a:ext cx="1113477" cy="1113586"/>
      </dsp:txXfrm>
    </dsp:sp>
    <dsp:sp modelId="{444B5CC6-1690-4953-BF63-BA32DF800D90}">
      <dsp:nvSpPr>
        <dsp:cNvPr id="0" name=""/>
        <dsp:cNvSpPr/>
      </dsp:nvSpPr>
      <dsp:spPr>
        <a:xfrm rot="2700000">
          <a:off x="2104655" y="1340984"/>
          <a:ext cx="1666193" cy="1666193"/>
        </a:xfrm>
        <a:prstGeom prst="teardrop">
          <a:avLst>
            <a:gd name="adj" fmla="val 10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BF666B-30C6-4A10-83FA-861DD782F159}">
      <dsp:nvSpPr>
        <dsp:cNvPr id="0" name=""/>
        <dsp:cNvSpPr/>
      </dsp:nvSpPr>
      <dsp:spPr>
        <a:xfrm>
          <a:off x="2158100" y="1394659"/>
          <a:ext cx="1559303" cy="1559137"/>
        </a:xfrm>
        <a:prstGeom prst="ellipse">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dirty="0"/>
            <a:t>Staging area</a:t>
          </a:r>
          <a:endParaRPr lang="en-US" sz="2200" kern="1200" dirty="0"/>
        </a:p>
      </dsp:txBody>
      <dsp:txXfrm>
        <a:off x="2381013" y="1617434"/>
        <a:ext cx="1113477" cy="1113586"/>
      </dsp:txXfrm>
    </dsp:sp>
    <dsp:sp modelId="{393AD3E6-C3F3-4D53-BB2A-5E21B707D6CB}">
      <dsp:nvSpPr>
        <dsp:cNvPr id="0" name=""/>
        <dsp:cNvSpPr/>
      </dsp:nvSpPr>
      <dsp:spPr>
        <a:xfrm rot="2700000">
          <a:off x="378438" y="1340984"/>
          <a:ext cx="1666193" cy="1666193"/>
        </a:xfrm>
        <a:prstGeom prst="teardrop">
          <a:avLst>
            <a:gd name="adj" fmla="val 10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0D400F-9946-4EED-8738-C7F60743DA64}">
      <dsp:nvSpPr>
        <dsp:cNvPr id="0" name=""/>
        <dsp:cNvSpPr/>
      </dsp:nvSpPr>
      <dsp:spPr>
        <a:xfrm>
          <a:off x="431883" y="1394659"/>
          <a:ext cx="1559303" cy="1559137"/>
        </a:xfrm>
        <a:prstGeom prst="ellipse">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dirty="0"/>
            <a:t>Working area</a:t>
          </a:r>
          <a:endParaRPr lang="en-US" sz="2200" kern="1200" dirty="0"/>
        </a:p>
      </dsp:txBody>
      <dsp:txXfrm>
        <a:off x="654796" y="1617434"/>
        <a:ext cx="1113477" cy="1113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A9083-6DBF-4064-B33D-A21E78AEB038}">
      <dsp:nvSpPr>
        <dsp:cNvPr id="0" name=""/>
        <dsp:cNvSpPr/>
      </dsp:nvSpPr>
      <dsp:spPr>
        <a:xfrm>
          <a:off x="4655468" y="1335447"/>
          <a:ext cx="1393279" cy="1393350"/>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E0B1C2-5995-4F50-94B1-0FF4EA941DED}">
      <dsp:nvSpPr>
        <dsp:cNvPr id="0" name=""/>
        <dsp:cNvSpPr/>
      </dsp:nvSpPr>
      <dsp:spPr>
        <a:xfrm>
          <a:off x="4702070" y="1381900"/>
          <a:ext cx="1300672" cy="1300443"/>
        </a:xfrm>
        <a:prstGeom prst="ellips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Comm0</a:t>
          </a:r>
        </a:p>
      </dsp:txBody>
      <dsp:txXfrm>
        <a:off x="4887881" y="1567712"/>
        <a:ext cx="929051" cy="928818"/>
      </dsp:txXfrm>
    </dsp:sp>
    <dsp:sp modelId="{6AC9528F-1A78-48C4-9AD1-AE8DEDBA5774}">
      <dsp:nvSpPr>
        <dsp:cNvPr id="0" name=""/>
        <dsp:cNvSpPr/>
      </dsp:nvSpPr>
      <dsp:spPr>
        <a:xfrm rot="2700000">
          <a:off x="3209601" y="1335349"/>
          <a:ext cx="1393301" cy="1393301"/>
        </a:xfrm>
        <a:prstGeom prst="teardrop">
          <a:avLst>
            <a:gd name="adj" fmla="val 100000"/>
          </a:avLst>
        </a:prstGeom>
        <a:solidFill>
          <a:schemeClr val="accent2">
            <a:hueOff val="4529159"/>
            <a:satOff val="-3705"/>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E629EB-017B-4CB5-B52E-173ECF4358FF}">
      <dsp:nvSpPr>
        <dsp:cNvPr id="0" name=""/>
        <dsp:cNvSpPr/>
      </dsp:nvSpPr>
      <dsp:spPr>
        <a:xfrm>
          <a:off x="3262189" y="1381900"/>
          <a:ext cx="1300672" cy="1300443"/>
        </a:xfrm>
        <a:prstGeom prst="ellipse">
          <a:avLst/>
        </a:prstGeom>
        <a:solidFill>
          <a:schemeClr val="lt1">
            <a:alpha val="90000"/>
            <a:hueOff val="0"/>
            <a:satOff val="0"/>
            <a:lumOff val="0"/>
            <a:alphaOff val="0"/>
          </a:schemeClr>
        </a:solidFill>
        <a:ln w="19050" cap="flat" cmpd="sng" algn="ctr">
          <a:solidFill>
            <a:schemeClr val="accent2">
              <a:hueOff val="4529159"/>
              <a:satOff val="-3705"/>
              <a:lumOff val="130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Comm1</a:t>
          </a:r>
        </a:p>
      </dsp:txBody>
      <dsp:txXfrm>
        <a:off x="3448000" y="1567712"/>
        <a:ext cx="929051" cy="928818"/>
      </dsp:txXfrm>
    </dsp:sp>
    <dsp:sp modelId="{673D20E2-21CB-4309-BD0F-B2BDF2886DFF}">
      <dsp:nvSpPr>
        <dsp:cNvPr id="0" name=""/>
        <dsp:cNvSpPr/>
      </dsp:nvSpPr>
      <dsp:spPr>
        <a:xfrm rot="2700000">
          <a:off x="1775695" y="1335349"/>
          <a:ext cx="1393301" cy="1393301"/>
        </a:xfrm>
        <a:prstGeom prst="teardrop">
          <a:avLst>
            <a:gd name="adj" fmla="val 100000"/>
          </a:avLst>
        </a:prstGeom>
        <a:solidFill>
          <a:schemeClr val="accent2">
            <a:hueOff val="9058317"/>
            <a:satOff val="-7411"/>
            <a:lumOff val="26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A8EEC4-64D1-480C-8DE6-F82388AFB434}">
      <dsp:nvSpPr>
        <dsp:cNvPr id="0" name=""/>
        <dsp:cNvSpPr/>
      </dsp:nvSpPr>
      <dsp:spPr>
        <a:xfrm>
          <a:off x="1822308" y="1381900"/>
          <a:ext cx="1300672" cy="1300443"/>
        </a:xfrm>
        <a:prstGeom prst="ellipse">
          <a:avLst/>
        </a:prstGeom>
        <a:solidFill>
          <a:schemeClr val="lt1">
            <a:alpha val="90000"/>
            <a:hueOff val="0"/>
            <a:satOff val="0"/>
            <a:lumOff val="0"/>
            <a:alphaOff val="0"/>
          </a:schemeClr>
        </a:solidFill>
        <a:ln w="19050" cap="flat" cmpd="sng" algn="ctr">
          <a:solidFill>
            <a:schemeClr val="accent2">
              <a:hueOff val="9058317"/>
              <a:satOff val="-7411"/>
              <a:lumOff val="26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Comm2</a:t>
          </a:r>
        </a:p>
      </dsp:txBody>
      <dsp:txXfrm>
        <a:off x="2008119" y="1567712"/>
        <a:ext cx="929051" cy="928818"/>
      </dsp:txXfrm>
    </dsp:sp>
    <dsp:sp modelId="{346A078A-5399-49FF-B4AE-6F263EAA26B6}">
      <dsp:nvSpPr>
        <dsp:cNvPr id="0" name=""/>
        <dsp:cNvSpPr/>
      </dsp:nvSpPr>
      <dsp:spPr>
        <a:xfrm rot="2700000">
          <a:off x="335814" y="1335349"/>
          <a:ext cx="1393301" cy="1393301"/>
        </a:xfrm>
        <a:prstGeom prst="teardrop">
          <a:avLst>
            <a:gd name="adj" fmla="val 100000"/>
          </a:avLst>
        </a:prstGeom>
        <a:solidFill>
          <a:schemeClr val="accent2">
            <a:hueOff val="13587476"/>
            <a:satOff val="-11116"/>
            <a:lumOff val="3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0714FF-D2AC-42D7-937F-FD3AA6C44BED}">
      <dsp:nvSpPr>
        <dsp:cNvPr id="0" name=""/>
        <dsp:cNvSpPr/>
      </dsp:nvSpPr>
      <dsp:spPr>
        <a:xfrm>
          <a:off x="381829" y="1381900"/>
          <a:ext cx="1300672" cy="1300443"/>
        </a:xfrm>
        <a:prstGeom prst="ellipse">
          <a:avLst/>
        </a:prstGeom>
        <a:solidFill>
          <a:schemeClr val="lt1">
            <a:alpha val="90000"/>
            <a:hueOff val="0"/>
            <a:satOff val="0"/>
            <a:lumOff val="0"/>
            <a:alphaOff val="0"/>
          </a:schemeClr>
        </a:solidFill>
        <a:ln w="19050" cap="flat" cmpd="sng" algn="ctr">
          <a:solidFill>
            <a:schemeClr val="accent2">
              <a:hueOff val="13587476"/>
              <a:satOff val="-11116"/>
              <a:lumOff val="392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Comm3</a:t>
          </a:r>
        </a:p>
      </dsp:txBody>
      <dsp:txXfrm>
        <a:off x="567639" y="1567712"/>
        <a:ext cx="929051" cy="9288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A9083-6DBF-4064-B33D-A21E78AEB038}">
      <dsp:nvSpPr>
        <dsp:cNvPr id="0" name=""/>
        <dsp:cNvSpPr/>
      </dsp:nvSpPr>
      <dsp:spPr>
        <a:xfrm>
          <a:off x="4655468" y="1335447"/>
          <a:ext cx="1393279" cy="1393350"/>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E0B1C2-5995-4F50-94B1-0FF4EA941DED}">
      <dsp:nvSpPr>
        <dsp:cNvPr id="0" name=""/>
        <dsp:cNvSpPr/>
      </dsp:nvSpPr>
      <dsp:spPr>
        <a:xfrm>
          <a:off x="4702070" y="1381900"/>
          <a:ext cx="1300672" cy="1300443"/>
        </a:xfrm>
        <a:prstGeom prst="ellips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Comm0</a:t>
          </a:r>
        </a:p>
      </dsp:txBody>
      <dsp:txXfrm>
        <a:off x="4887881" y="1567712"/>
        <a:ext cx="929051" cy="928818"/>
      </dsp:txXfrm>
    </dsp:sp>
    <dsp:sp modelId="{6AC9528F-1A78-48C4-9AD1-AE8DEDBA5774}">
      <dsp:nvSpPr>
        <dsp:cNvPr id="0" name=""/>
        <dsp:cNvSpPr/>
      </dsp:nvSpPr>
      <dsp:spPr>
        <a:xfrm rot="2700000">
          <a:off x="3209601" y="1335349"/>
          <a:ext cx="1393301" cy="1393301"/>
        </a:xfrm>
        <a:prstGeom prst="teardrop">
          <a:avLst>
            <a:gd name="adj" fmla="val 100000"/>
          </a:avLst>
        </a:prstGeom>
        <a:solidFill>
          <a:schemeClr val="accent2">
            <a:hueOff val="4529159"/>
            <a:satOff val="-3705"/>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E629EB-017B-4CB5-B52E-173ECF4358FF}">
      <dsp:nvSpPr>
        <dsp:cNvPr id="0" name=""/>
        <dsp:cNvSpPr/>
      </dsp:nvSpPr>
      <dsp:spPr>
        <a:xfrm>
          <a:off x="3262189" y="1381900"/>
          <a:ext cx="1300672" cy="1300443"/>
        </a:xfrm>
        <a:prstGeom prst="ellipse">
          <a:avLst/>
        </a:prstGeom>
        <a:solidFill>
          <a:schemeClr val="lt1">
            <a:alpha val="90000"/>
            <a:hueOff val="0"/>
            <a:satOff val="0"/>
            <a:lumOff val="0"/>
            <a:alphaOff val="0"/>
          </a:schemeClr>
        </a:solidFill>
        <a:ln w="19050" cap="flat" cmpd="sng" algn="ctr">
          <a:solidFill>
            <a:schemeClr val="accent2">
              <a:hueOff val="4529159"/>
              <a:satOff val="-3705"/>
              <a:lumOff val="130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Comm1</a:t>
          </a:r>
        </a:p>
      </dsp:txBody>
      <dsp:txXfrm>
        <a:off x="3448000" y="1567712"/>
        <a:ext cx="929051" cy="928818"/>
      </dsp:txXfrm>
    </dsp:sp>
    <dsp:sp modelId="{673D20E2-21CB-4309-BD0F-B2BDF2886DFF}">
      <dsp:nvSpPr>
        <dsp:cNvPr id="0" name=""/>
        <dsp:cNvSpPr/>
      </dsp:nvSpPr>
      <dsp:spPr>
        <a:xfrm rot="2700000">
          <a:off x="1775695" y="1335349"/>
          <a:ext cx="1393301" cy="1393301"/>
        </a:xfrm>
        <a:prstGeom prst="teardrop">
          <a:avLst>
            <a:gd name="adj" fmla="val 100000"/>
          </a:avLst>
        </a:prstGeom>
        <a:solidFill>
          <a:schemeClr val="accent2">
            <a:hueOff val="9058317"/>
            <a:satOff val="-7411"/>
            <a:lumOff val="26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A8EEC4-64D1-480C-8DE6-F82388AFB434}">
      <dsp:nvSpPr>
        <dsp:cNvPr id="0" name=""/>
        <dsp:cNvSpPr/>
      </dsp:nvSpPr>
      <dsp:spPr>
        <a:xfrm>
          <a:off x="1822308" y="1381900"/>
          <a:ext cx="1300672" cy="1300443"/>
        </a:xfrm>
        <a:prstGeom prst="ellipse">
          <a:avLst/>
        </a:prstGeom>
        <a:solidFill>
          <a:schemeClr val="lt1">
            <a:alpha val="90000"/>
            <a:hueOff val="0"/>
            <a:satOff val="0"/>
            <a:lumOff val="0"/>
            <a:alphaOff val="0"/>
          </a:schemeClr>
        </a:solidFill>
        <a:ln w="19050" cap="flat" cmpd="sng" algn="ctr">
          <a:solidFill>
            <a:schemeClr val="accent2">
              <a:hueOff val="9058317"/>
              <a:satOff val="-7411"/>
              <a:lumOff val="26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Comm2</a:t>
          </a:r>
        </a:p>
      </dsp:txBody>
      <dsp:txXfrm>
        <a:off x="2008119" y="1567712"/>
        <a:ext cx="929051" cy="928818"/>
      </dsp:txXfrm>
    </dsp:sp>
    <dsp:sp modelId="{346A078A-5399-49FF-B4AE-6F263EAA26B6}">
      <dsp:nvSpPr>
        <dsp:cNvPr id="0" name=""/>
        <dsp:cNvSpPr/>
      </dsp:nvSpPr>
      <dsp:spPr>
        <a:xfrm rot="2700000">
          <a:off x="335814" y="1335349"/>
          <a:ext cx="1393301" cy="1393301"/>
        </a:xfrm>
        <a:prstGeom prst="teardrop">
          <a:avLst>
            <a:gd name="adj" fmla="val 100000"/>
          </a:avLst>
        </a:prstGeom>
        <a:solidFill>
          <a:schemeClr val="accent2">
            <a:hueOff val="13587476"/>
            <a:satOff val="-11116"/>
            <a:lumOff val="3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0714FF-D2AC-42D7-937F-FD3AA6C44BED}">
      <dsp:nvSpPr>
        <dsp:cNvPr id="0" name=""/>
        <dsp:cNvSpPr/>
      </dsp:nvSpPr>
      <dsp:spPr>
        <a:xfrm>
          <a:off x="381829" y="1381900"/>
          <a:ext cx="1300672" cy="1300443"/>
        </a:xfrm>
        <a:prstGeom prst="ellipse">
          <a:avLst/>
        </a:prstGeom>
        <a:solidFill>
          <a:schemeClr val="lt1">
            <a:alpha val="90000"/>
            <a:hueOff val="0"/>
            <a:satOff val="0"/>
            <a:lumOff val="0"/>
            <a:alphaOff val="0"/>
          </a:schemeClr>
        </a:solidFill>
        <a:ln w="19050" cap="flat" cmpd="sng" algn="ctr">
          <a:solidFill>
            <a:schemeClr val="accent2">
              <a:hueOff val="13587476"/>
              <a:satOff val="-11116"/>
              <a:lumOff val="392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dirty="0"/>
            <a:t>Comm3</a:t>
          </a:r>
        </a:p>
      </dsp:txBody>
      <dsp:txXfrm>
        <a:off x="567639" y="1567712"/>
        <a:ext cx="929051" cy="928818"/>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001010-5018-3D3C-F75A-C9382986DF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D348306-4297-B984-0E2B-9A5B1F9DCC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174C7-A8E2-4557-92FA-12B8230C467B}" type="datetimeFigureOut">
              <a:rPr lang="en-GB" smtClean="0"/>
              <a:t>23/09/2026</a:t>
            </a:fld>
            <a:endParaRPr lang="en-GB"/>
          </a:p>
        </p:txBody>
      </p:sp>
      <p:sp>
        <p:nvSpPr>
          <p:cNvPr id="4" name="Footer Placeholder 3">
            <a:extLst>
              <a:ext uri="{FF2B5EF4-FFF2-40B4-BE49-F238E27FC236}">
                <a16:creationId xmlns:a16="http://schemas.microsoft.com/office/drawing/2014/main" id="{8B95E848-799D-2AE2-D2C8-4DB237CA9E4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F196393-2A32-320B-C479-57F633CAA3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3592BF-4E91-4829-84C6-17D0EDD7297F}" type="slidenum">
              <a:rPr lang="en-GB" smtClean="0"/>
              <a:t>‹#›</a:t>
            </a:fld>
            <a:endParaRPr lang="en-GB"/>
          </a:p>
        </p:txBody>
      </p:sp>
    </p:spTree>
    <p:extLst>
      <p:ext uri="{BB962C8B-B14F-4D97-AF65-F5344CB8AC3E}">
        <p14:creationId xmlns:p14="http://schemas.microsoft.com/office/powerpoint/2010/main" val="1393608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23/09/2026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www.atlassian.com/git/tutorials/using-branches"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874981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2</a:t>
            </a:fld>
            <a:endParaRPr lang="en-GB"/>
          </a:p>
        </p:txBody>
      </p:sp>
    </p:spTree>
    <p:extLst>
      <p:ext uri="{BB962C8B-B14F-4D97-AF65-F5344CB8AC3E}">
        <p14:creationId xmlns:p14="http://schemas.microsoft.com/office/powerpoint/2010/main" val="3259763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Command line:	</a:t>
            </a:r>
          </a:p>
          <a:p>
            <a:r>
              <a:rPr lang="en-GB" dirty="0"/>
              <a:t>	git clone &lt;&lt;repo&gt;&gt; - check the repository</a:t>
            </a:r>
            <a:r>
              <a:rPr lang="en-GB" baseline="0" dirty="0"/>
              <a:t> out to your machine</a:t>
            </a:r>
          </a:p>
          <a:p>
            <a:r>
              <a:rPr lang="en-GB" baseline="0" dirty="0"/>
              <a:t>	git add &lt;&lt;file&gt;&gt; - add a file</a:t>
            </a:r>
          </a:p>
          <a:p>
            <a:r>
              <a:rPr lang="en-GB" baseline="0" dirty="0"/>
              <a:t>	git commit –m “message”</a:t>
            </a:r>
          </a:p>
          <a:p>
            <a:r>
              <a:rPr lang="en-GB" baseline="0" dirty="0"/>
              <a:t>	git push</a:t>
            </a:r>
          </a:p>
          <a:p>
            <a:r>
              <a:rPr lang="en-GB" baseline="0" dirty="0"/>
              <a:t>	git pull</a:t>
            </a:r>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9</a:t>
            </a:fld>
            <a:endParaRPr lang="en-GB"/>
          </a:p>
        </p:txBody>
      </p:sp>
    </p:spTree>
    <p:extLst>
      <p:ext uri="{BB962C8B-B14F-4D97-AF65-F5344CB8AC3E}">
        <p14:creationId xmlns:p14="http://schemas.microsoft.com/office/powerpoint/2010/main" val="2463751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Git config user.name</a:t>
            </a:r>
          </a:p>
          <a:p>
            <a:r>
              <a:rPr lang="en-GB" dirty="0"/>
              <a:t>Git config </a:t>
            </a:r>
            <a:r>
              <a:rPr lang="en-GB" dirty="0" err="1"/>
              <a:t>user.email</a:t>
            </a:r>
            <a:endParaRPr lang="en-GB" dirty="0"/>
          </a:p>
          <a:p>
            <a:endParaRPr lang="en-GB" dirty="0"/>
          </a:p>
          <a:p>
            <a:r>
              <a:rPr lang="en-GB" dirty="0"/>
              <a:t>--global is the user settings</a:t>
            </a:r>
          </a:p>
          <a:p>
            <a:r>
              <a:rPr lang="en-GB" dirty="0"/>
              <a:t>--system is for ALL users of the PC</a:t>
            </a:r>
          </a:p>
          <a:p>
            <a:r>
              <a:rPr lang="en-GB" dirty="0"/>
              <a:t>Without a switch it’s a project level config setting</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10</a:t>
            </a:fld>
            <a:endParaRPr lang="en-GB"/>
          </a:p>
        </p:txBody>
      </p:sp>
    </p:spTree>
    <p:extLst>
      <p:ext uri="{BB962C8B-B14F-4D97-AF65-F5344CB8AC3E}">
        <p14:creationId xmlns:p14="http://schemas.microsoft.com/office/powerpoint/2010/main" val="3067471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US" sz="1200" kern="1200" dirty="0">
                <a:solidFill>
                  <a:schemeClr val="tx1"/>
                </a:solidFill>
                <a:effectLst/>
                <a:latin typeface="Arial" pitchFamily="34" charset="0"/>
                <a:ea typeface="+mn-ea"/>
                <a:cs typeface="Arial" pitchFamily="34" charset="0"/>
              </a:rPr>
              <a:t>The -p switch</a:t>
            </a:r>
            <a:r>
              <a:rPr lang="en-US" sz="1200" kern="1200" baseline="0" dirty="0">
                <a:solidFill>
                  <a:schemeClr val="tx1"/>
                </a:solidFill>
                <a:effectLst/>
                <a:latin typeface="Arial" pitchFamily="34" charset="0"/>
                <a:ea typeface="+mn-ea"/>
                <a:cs typeface="Arial" pitchFamily="34" charset="0"/>
              </a:rPr>
              <a:t> </a:t>
            </a:r>
            <a:r>
              <a:rPr lang="en-US" sz="1200" kern="1200" dirty="0">
                <a:solidFill>
                  <a:schemeClr val="tx1"/>
                </a:solidFill>
                <a:effectLst/>
                <a:latin typeface="Arial" pitchFamily="34" charset="0"/>
                <a:ea typeface="+mn-ea"/>
                <a:cs typeface="Arial" pitchFamily="34" charset="0"/>
              </a:rPr>
              <a:t>paginates the output if needed. </a:t>
            </a:r>
            <a:endParaRPr lang="en-US" dirty="0"/>
          </a:p>
          <a:p>
            <a:endParaRPr lang="en-US"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12</a:t>
            </a:fld>
            <a:endParaRPr lang="en-GB"/>
          </a:p>
        </p:txBody>
      </p:sp>
    </p:spTree>
    <p:extLst>
      <p:ext uri="{BB962C8B-B14F-4D97-AF65-F5344CB8AC3E}">
        <p14:creationId xmlns:p14="http://schemas.microsoft.com/office/powerpoint/2010/main" val="282559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Spacebar to continue</a:t>
            </a:r>
          </a:p>
          <a:p>
            <a:r>
              <a:rPr lang="en-GB" dirty="0"/>
              <a:t>F for forward</a:t>
            </a:r>
          </a:p>
          <a:p>
            <a:r>
              <a:rPr lang="en-GB" dirty="0"/>
              <a:t>B for back</a:t>
            </a:r>
          </a:p>
          <a:p>
            <a:r>
              <a:rPr lang="en-GB" dirty="0"/>
              <a:t>Q for quit</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15</a:t>
            </a:fld>
            <a:endParaRPr lang="en-GB"/>
          </a:p>
        </p:txBody>
      </p:sp>
    </p:spTree>
    <p:extLst>
      <p:ext uri="{BB962C8B-B14F-4D97-AF65-F5344CB8AC3E}">
        <p14:creationId xmlns:p14="http://schemas.microsoft.com/office/powerpoint/2010/main" val="2397735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Git inti (initialisation) command tells git to get ready to start watching a directory for any changes made.</a:t>
            </a:r>
          </a:p>
          <a:p>
            <a:endParaRPr lang="en-GB" dirty="0"/>
          </a:p>
          <a:p>
            <a:r>
              <a:rPr lang="en-GB" dirty="0"/>
              <a:t>Git stores all of its information in a subdirectory called .git</a:t>
            </a:r>
          </a:p>
          <a:p>
            <a:endParaRPr lang="en-GB" dirty="0"/>
          </a:p>
          <a:p>
            <a:r>
              <a:rPr lang="en-GB" dirty="0"/>
              <a:t>In </a:t>
            </a:r>
            <a:r>
              <a:rPr lang="en-GB" dirty="0" err="1"/>
              <a:t>gitbash</a:t>
            </a:r>
            <a:r>
              <a:rPr lang="en-GB" dirty="0"/>
              <a:t> type ls</a:t>
            </a:r>
          </a:p>
          <a:p>
            <a:r>
              <a:rPr lang="en-GB" dirty="0"/>
              <a:t>It will not show hidden (dot) folders and files</a:t>
            </a:r>
          </a:p>
          <a:p>
            <a:r>
              <a:rPr lang="en-GB" dirty="0"/>
              <a:t>Type: ls –la</a:t>
            </a:r>
          </a:p>
          <a:p>
            <a:r>
              <a:rPr lang="en-GB" dirty="0"/>
              <a:t>This will show you the hidden folders</a:t>
            </a:r>
          </a:p>
          <a:p>
            <a:r>
              <a:rPr lang="en-GB" dirty="0"/>
              <a:t>To see inside the .git folder from where you are type:</a:t>
            </a:r>
          </a:p>
          <a:p>
            <a:r>
              <a:rPr lang="en-GB" dirty="0"/>
              <a:t>Ls –la .git</a:t>
            </a:r>
          </a:p>
          <a:p>
            <a:r>
              <a:rPr lang="en-GB" dirty="0"/>
              <a:t>Don’t edit stuff in here directly</a:t>
            </a:r>
          </a:p>
          <a:p>
            <a:r>
              <a:rPr lang="en-GB" dirty="0"/>
              <a:t>This is git’s workspace</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20</a:t>
            </a:fld>
            <a:endParaRPr lang="en-GB"/>
          </a:p>
        </p:txBody>
      </p:sp>
    </p:spTree>
    <p:extLst>
      <p:ext uri="{BB962C8B-B14F-4D97-AF65-F5344CB8AC3E}">
        <p14:creationId xmlns:p14="http://schemas.microsoft.com/office/powerpoint/2010/main" val="1397593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sz="1200" b="0" i="0" kern="1200" dirty="0">
                <a:solidFill>
                  <a:schemeClr val="tx1"/>
                </a:solidFill>
                <a:effectLst/>
                <a:latin typeface="Arial" pitchFamily="34" charset="0"/>
                <a:ea typeface="+mn-ea"/>
                <a:cs typeface="Arial" pitchFamily="34" charset="0"/>
              </a:rPr>
              <a:t>The main tool you use to determine which files are in which state is the git status command. If you run this command directly after a clone, you should see something like this:</a:t>
            </a:r>
          </a:p>
          <a:p>
            <a:endParaRPr lang="en-GB" dirty="0">
              <a:latin typeface="Courier New" panose="02070309020205020404" pitchFamily="49" charset="0"/>
              <a:cs typeface="Courier New" panose="02070309020205020404" pitchFamily="49" charset="0"/>
            </a:endParaRPr>
          </a:p>
          <a:p>
            <a:r>
              <a:rPr lang="en-GB" dirty="0">
                <a:latin typeface="Courier New" panose="02070309020205020404" pitchFamily="49" charset="0"/>
                <a:cs typeface="Courier New" panose="02070309020205020404" pitchFamily="49" charset="0"/>
              </a:rPr>
              <a:t>$ git status </a:t>
            </a:r>
          </a:p>
          <a:p>
            <a:r>
              <a:rPr lang="en-GB" dirty="0">
                <a:latin typeface="Courier New" panose="02070309020205020404" pitchFamily="49" charset="0"/>
                <a:cs typeface="Courier New" panose="02070309020205020404" pitchFamily="49" charset="0"/>
              </a:rPr>
              <a:t>On </a:t>
            </a:r>
            <a:r>
              <a:rPr lang="en-GB">
                <a:latin typeface="Courier New" panose="02070309020205020404" pitchFamily="49" charset="0"/>
                <a:cs typeface="Courier New" panose="02070309020205020404" pitchFamily="49" charset="0"/>
              </a:rPr>
              <a:t>branch main </a:t>
            </a:r>
            <a:r>
              <a:rPr lang="en-GB" dirty="0">
                <a:latin typeface="Courier New" panose="02070309020205020404" pitchFamily="49" charset="0"/>
                <a:cs typeface="Courier New" panose="02070309020205020404" pitchFamily="49" charset="0"/>
              </a:rPr>
              <a:t>nothing to commit, working directory clean</a:t>
            </a:r>
          </a:p>
          <a:p>
            <a:endParaRPr lang="en-GB" dirty="0">
              <a:latin typeface="Courier New" panose="02070309020205020404" pitchFamily="49" charset="0"/>
              <a:cs typeface="Courier New" panose="02070309020205020404" pitchFamily="49" charset="0"/>
            </a:endParaRPr>
          </a:p>
          <a:p>
            <a:r>
              <a:rPr lang="en-GB" dirty="0">
                <a:latin typeface="Courier New" panose="02070309020205020404" pitchFamily="49" charset="0"/>
                <a:cs typeface="Courier New" panose="02070309020205020404" pitchFamily="49" charset="0"/>
              </a:rPr>
              <a:t>Git has 3 trees that form its architecture: working tree, staging, and (committed) repository</a:t>
            </a:r>
          </a:p>
          <a:p>
            <a:r>
              <a:rPr lang="en-GB" dirty="0">
                <a:latin typeface="Courier New" panose="02070309020205020404" pitchFamily="49" charset="0"/>
                <a:cs typeface="Courier New" panose="02070309020205020404" pitchFamily="49" charset="0"/>
              </a:rPr>
              <a:t>We can work on 10 files in our working directory, choose to stage only 5 of them and commit those 5 as a single change set</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23</a:t>
            </a:fld>
            <a:endParaRPr lang="en-GB"/>
          </a:p>
        </p:txBody>
      </p:sp>
    </p:spTree>
    <p:extLst>
      <p:ext uri="{BB962C8B-B14F-4D97-AF65-F5344CB8AC3E}">
        <p14:creationId xmlns:p14="http://schemas.microsoft.com/office/powerpoint/2010/main" val="1834242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Git log shows the commit ids (a 40 digit hex number or SHA that uniquely represents that change set)</a:t>
            </a:r>
          </a:p>
          <a:p>
            <a:r>
              <a:rPr lang="en-GB" dirty="0"/>
              <a:t>--stats shows the number of insertions an deletions</a:t>
            </a:r>
          </a:p>
          <a:p>
            <a:endParaRPr lang="en-GB" dirty="0"/>
          </a:p>
          <a:p>
            <a:r>
              <a:rPr lang="en-GB" dirty="0"/>
              <a:t>Git log –n 3 shows thee last 3 commits</a:t>
            </a:r>
          </a:p>
          <a:p>
            <a:endParaRPr lang="en-GB" dirty="0"/>
          </a:p>
          <a:p>
            <a:r>
              <a:rPr lang="en-GB" dirty="0"/>
              <a:t>Git log –since=2019-02-10</a:t>
            </a:r>
          </a:p>
          <a:p>
            <a:r>
              <a:rPr lang="en-GB" dirty="0"/>
              <a:t>Git log –until=2019-02-11</a:t>
            </a:r>
          </a:p>
          <a:p>
            <a:r>
              <a:rPr lang="en-GB" dirty="0"/>
              <a:t>Git log –author=“Victoria” // just put in part of the authors name and it should work</a:t>
            </a:r>
          </a:p>
          <a:p>
            <a:r>
              <a:rPr lang="en-GB" dirty="0"/>
              <a:t>Git log –grep=“initial”</a:t>
            </a:r>
          </a:p>
          <a:p>
            <a:endParaRPr lang="en-GB" dirty="0"/>
          </a:p>
          <a:p>
            <a:r>
              <a:rPr lang="en-GB" dirty="0"/>
              <a:t>The commit contains the id, the author and date, the changes and the parent id of the change set</a:t>
            </a:r>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24</a:t>
            </a:fld>
            <a:endParaRPr lang="en-GB"/>
          </a:p>
        </p:txBody>
      </p:sp>
    </p:spTree>
    <p:extLst>
      <p:ext uri="{BB962C8B-B14F-4D97-AF65-F5344CB8AC3E}">
        <p14:creationId xmlns:p14="http://schemas.microsoft.com/office/powerpoint/2010/main" val="3791993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git add</a:t>
            </a:r>
            <a:r>
              <a:rPr lang="en-GB" baseline="0" dirty="0"/>
              <a:t> . (note the dot) - will walk through all sub folders and add to staging</a:t>
            </a:r>
          </a:p>
          <a:p>
            <a:endParaRPr lang="en-GB" dirty="0"/>
          </a:p>
          <a:p>
            <a:r>
              <a:rPr lang="en-GB" dirty="0"/>
              <a:t>	</a:t>
            </a:r>
          </a:p>
        </p:txBody>
      </p:sp>
      <p:sp>
        <p:nvSpPr>
          <p:cNvPr id="4" name="Slide Number Placeholder 3"/>
          <p:cNvSpPr>
            <a:spLocks noGrp="1"/>
          </p:cNvSpPr>
          <p:nvPr>
            <p:ph type="sldNum" sz="quarter" idx="5"/>
          </p:nvPr>
        </p:nvSpPr>
        <p:spPr/>
        <p:txBody>
          <a:bodyPr/>
          <a:lstStyle/>
          <a:p>
            <a:fld id="{35BE1F5F-BEC2-48D5-A890-C07C79853E26}" type="slidenum">
              <a:rPr lang="en-GB" smtClean="0"/>
              <a:t>25</a:t>
            </a:fld>
            <a:endParaRPr lang="en-GB"/>
          </a:p>
        </p:txBody>
      </p:sp>
    </p:spTree>
    <p:extLst>
      <p:ext uri="{BB962C8B-B14F-4D97-AF65-F5344CB8AC3E}">
        <p14:creationId xmlns:p14="http://schemas.microsoft.com/office/powerpoint/2010/main" val="9111004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meaningful, structured commit messages. Perhaps include tracking numbers, bug report info. Make sure they are detailed enough as to be useful.</a:t>
            </a:r>
          </a:p>
          <a:p>
            <a:r>
              <a:rPr lang="en-GB" dirty="0"/>
              <a:t>Avoid ambiguous comments such as “Bug fixed”</a:t>
            </a:r>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26</a:t>
            </a:fld>
            <a:endParaRPr lang="en-GB"/>
          </a:p>
        </p:txBody>
      </p:sp>
    </p:spTree>
    <p:extLst>
      <p:ext uri="{BB962C8B-B14F-4D97-AF65-F5344CB8AC3E}">
        <p14:creationId xmlns:p14="http://schemas.microsoft.com/office/powerpoint/2010/main" val="4160914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A commit message is a short description of the changes you've made to your code. A good commit message should be clear, concise, and explain what was changed. Using action words such as Add, Fix, Update, or Remove helps others quickly understand the purpose of the commit. Avoid vague messages like 'stuff changed' or 'update' because they don't provide useful information when reviewing a project's history</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28</a:t>
            </a:fld>
            <a:endParaRPr lang="en-GB"/>
          </a:p>
        </p:txBody>
      </p:sp>
    </p:spTree>
    <p:extLst>
      <p:ext uri="{BB962C8B-B14F-4D97-AF65-F5344CB8AC3E}">
        <p14:creationId xmlns:p14="http://schemas.microsoft.com/office/powerpoint/2010/main" val="2822213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 – git maintains a reference pointer called HEAD. It points to a specific commit in the repository</a:t>
            </a:r>
          </a:p>
          <a:p>
            <a:r>
              <a:rPr lang="en-GB" dirty="0"/>
              <a:t>Head always points to the tip of the current branch in our repository (not the working directory or the staging area)</a:t>
            </a:r>
          </a:p>
          <a:p>
            <a:endParaRPr lang="en-GB" dirty="0"/>
          </a:p>
          <a:p>
            <a:r>
              <a:rPr lang="en-GB" dirty="0"/>
              <a:t>If we checkout a branch our head now points to its tip. Think of the head pointer as being the place where our next commit will be recorded</a:t>
            </a:r>
          </a:p>
          <a:p>
            <a:r>
              <a:rPr lang="en-GB" dirty="0"/>
              <a:t>When you type in git log it’s the same as typing in git log HEAD</a:t>
            </a:r>
          </a:p>
          <a:p>
            <a:endParaRPr lang="en-GB" dirty="0"/>
          </a:p>
          <a:p>
            <a:r>
              <a:rPr lang="en-GB" dirty="0"/>
              <a:t>Git diff will show us the differences between the repository (HEAD) and our working directory </a:t>
            </a:r>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29</a:t>
            </a:fld>
            <a:endParaRPr lang="en-GB"/>
          </a:p>
        </p:txBody>
      </p:sp>
    </p:spTree>
    <p:extLst>
      <p:ext uri="{BB962C8B-B14F-4D97-AF65-F5344CB8AC3E}">
        <p14:creationId xmlns:p14="http://schemas.microsoft.com/office/powerpoint/2010/main" val="135032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Understanding file difference and hunks:</a:t>
            </a:r>
          </a:p>
          <a:p>
            <a:pPr lvl="1"/>
            <a:r>
              <a:rPr lang="en-GB" dirty="0"/>
              <a:t>Working with the diff command</a:t>
            </a:r>
          </a:p>
          <a:p>
            <a:endParaRPr lang="en-GB" dirty="0"/>
          </a:p>
          <a:p>
            <a:r>
              <a:rPr lang="en-GB" b="1" dirty="0"/>
              <a:t>Checking out and deleting files:</a:t>
            </a:r>
          </a:p>
          <a:p>
            <a:pPr lvl="1"/>
            <a:r>
              <a:rPr lang="en-GB" dirty="0"/>
              <a:t>Executing Dry Runs</a:t>
            </a:r>
          </a:p>
          <a:p>
            <a:pPr lvl="1"/>
            <a:endParaRPr lang="en-GB" dirty="0"/>
          </a:p>
          <a:p>
            <a:pPr marL="0" lvl="1" indent="0">
              <a:buNone/>
            </a:pPr>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31</a:t>
            </a:fld>
            <a:endParaRPr lang="en-GB"/>
          </a:p>
        </p:txBody>
      </p:sp>
    </p:spTree>
    <p:extLst>
      <p:ext uri="{BB962C8B-B14F-4D97-AF65-F5344CB8AC3E}">
        <p14:creationId xmlns:p14="http://schemas.microsoft.com/office/powerpoint/2010/main" val="2520686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Specifically</a:t>
            </a:r>
            <a:r>
              <a:rPr lang="en-GB" baseline="0" dirty="0"/>
              <a:t> the hunk is saying:</a:t>
            </a:r>
          </a:p>
          <a:p>
            <a:endParaRPr lang="en-GB" baseline="0" dirty="0"/>
          </a:p>
          <a:p>
            <a:pPr marL="171450" indent="-171450">
              <a:buFont typeface="Arial" panose="020B0604020202020204" pitchFamily="34" charset="0"/>
              <a:buChar char="•"/>
            </a:pPr>
            <a:r>
              <a:rPr lang="en-GB" baseline="0" dirty="0"/>
              <a:t>Take the original file at the first line </a:t>
            </a:r>
            <a:r>
              <a:rPr lang="en-GB" i="1" baseline="0" dirty="0"/>
              <a:t>-1</a:t>
            </a:r>
          </a:p>
          <a:p>
            <a:pPr marL="171450" indent="-171450">
              <a:buFont typeface="Arial" panose="020B0604020202020204" pitchFamily="34" charset="0"/>
              <a:buChar char="•"/>
            </a:pPr>
            <a:r>
              <a:rPr lang="en-GB" i="0" dirty="0"/>
              <a:t>Then</a:t>
            </a:r>
            <a:r>
              <a:rPr lang="en-GB" i="0" baseline="0" dirty="0"/>
              <a:t> apply the following two lines (+1,2)</a:t>
            </a:r>
          </a:p>
          <a:p>
            <a:pPr marL="171450" indent="-171450">
              <a:buFont typeface="Arial" panose="020B0604020202020204" pitchFamily="34" charset="0"/>
              <a:buChar char="•"/>
            </a:pPr>
            <a:r>
              <a:rPr lang="en-GB" i="0" dirty="0"/>
              <a:t>The + shows it to be a pre-append</a:t>
            </a:r>
          </a:p>
          <a:p>
            <a:pPr marL="171450" indent="-171450">
              <a:buFont typeface="Arial" panose="020B0604020202020204" pitchFamily="34" charset="0"/>
              <a:buChar char="•"/>
            </a:pPr>
            <a:endParaRPr lang="en-GB" i="0"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32</a:t>
            </a:fld>
            <a:endParaRPr lang="en-GB"/>
          </a:p>
        </p:txBody>
      </p:sp>
    </p:spTree>
    <p:extLst>
      <p:ext uri="{BB962C8B-B14F-4D97-AF65-F5344CB8AC3E}">
        <p14:creationId xmlns:p14="http://schemas.microsoft.com/office/powerpoint/2010/main" val="10537529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Git diff</a:t>
            </a:r>
          </a:p>
          <a:p>
            <a:r>
              <a:rPr lang="en-GB" dirty="0"/>
              <a:t>Or//</a:t>
            </a:r>
          </a:p>
          <a:p>
            <a:r>
              <a:rPr lang="en-GB" dirty="0"/>
              <a:t>Git diff myfile.txt</a:t>
            </a:r>
          </a:p>
          <a:p>
            <a:endParaRPr lang="en-GB" dirty="0"/>
          </a:p>
          <a:p>
            <a:r>
              <a:rPr lang="en-GB" dirty="0"/>
              <a:t>Git diff –stage // tells git to look in the staging index and compare those files to the files in the repository</a:t>
            </a:r>
          </a:p>
          <a:p>
            <a:endParaRPr lang="en-GB" dirty="0"/>
          </a:p>
          <a:p>
            <a:r>
              <a:rPr lang="en-GB" dirty="0"/>
              <a:t>Echo ‘# Cache Manifest v1.1’ &gt; </a:t>
            </a:r>
            <a:r>
              <a:rPr lang="en-GB" dirty="0" err="1"/>
              <a:t>cache.manifest</a:t>
            </a:r>
            <a:endParaRPr lang="en-GB" dirty="0"/>
          </a:p>
          <a:p>
            <a:r>
              <a:rPr lang="en-GB" dirty="0"/>
              <a:t>Echo ‘index.html’ &gt;&gt; </a:t>
            </a:r>
            <a:r>
              <a:rPr lang="en-GB" dirty="0" err="1"/>
              <a:t>cache.manifest</a:t>
            </a:r>
            <a:endParaRPr lang="en-GB" dirty="0"/>
          </a:p>
          <a:p>
            <a:r>
              <a:rPr lang="en-GB" dirty="0"/>
              <a:t>Cat </a:t>
            </a:r>
            <a:r>
              <a:rPr lang="en-GB" dirty="0" err="1"/>
              <a:t>cache.manifest</a:t>
            </a:r>
            <a:r>
              <a:rPr lang="en-GB" dirty="0"/>
              <a:t> // to read the file</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33</a:t>
            </a:fld>
            <a:endParaRPr lang="en-GB"/>
          </a:p>
        </p:txBody>
      </p:sp>
    </p:spTree>
    <p:extLst>
      <p:ext uri="{BB962C8B-B14F-4D97-AF65-F5344CB8AC3E}">
        <p14:creationId xmlns:p14="http://schemas.microsoft.com/office/powerpoint/2010/main" val="2454387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sz="1200" b="0" i="0" kern="1200" dirty="0">
                <a:solidFill>
                  <a:schemeClr val="tx1"/>
                </a:solidFill>
                <a:effectLst/>
                <a:latin typeface="Arial" pitchFamily="34" charset="0"/>
                <a:ea typeface="+mn-ea"/>
                <a:cs typeface="Arial" pitchFamily="34" charset="0"/>
              </a:rPr>
              <a:t>The main tool you use to determine which files are in which state is the git status command. If you run this command directly after a clone, you should see something like this:</a:t>
            </a:r>
          </a:p>
          <a:p>
            <a:endParaRPr lang="en-GB" dirty="0">
              <a:latin typeface="Courier New" panose="02070309020205020404" pitchFamily="49" charset="0"/>
              <a:cs typeface="Courier New" panose="02070309020205020404" pitchFamily="49" charset="0"/>
            </a:endParaRPr>
          </a:p>
          <a:p>
            <a:r>
              <a:rPr lang="en-GB" dirty="0">
                <a:latin typeface="Courier New" panose="02070309020205020404" pitchFamily="49" charset="0"/>
                <a:cs typeface="Courier New" panose="02070309020205020404" pitchFamily="49" charset="0"/>
              </a:rPr>
              <a:t>$ git status </a:t>
            </a:r>
          </a:p>
          <a:p>
            <a:r>
              <a:rPr lang="en-GB" dirty="0">
                <a:latin typeface="Courier New" panose="02070309020205020404" pitchFamily="49" charset="0"/>
                <a:cs typeface="Courier New" panose="02070309020205020404" pitchFamily="49" charset="0"/>
              </a:rPr>
              <a:t>On branch main nothing to commit, working directory clean</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36</a:t>
            </a:fld>
            <a:endParaRPr lang="en-GB"/>
          </a:p>
        </p:txBody>
      </p:sp>
    </p:spTree>
    <p:extLst>
      <p:ext uri="{BB962C8B-B14F-4D97-AF65-F5344CB8AC3E}">
        <p14:creationId xmlns:p14="http://schemas.microsoft.com/office/powerpoint/2010/main" val="1019347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 flag performs</a:t>
            </a:r>
            <a:r>
              <a:rPr lang="en-GB" baseline="0" dirty="0"/>
              <a:t> a dry run</a:t>
            </a:r>
          </a:p>
          <a:p>
            <a:r>
              <a:rPr lang="en-GB" baseline="0" dirty="0"/>
              <a:t>-</a:t>
            </a:r>
            <a:r>
              <a:rPr lang="en-GB" baseline="0" dirty="0" err="1"/>
              <a:t>xf</a:t>
            </a:r>
            <a:r>
              <a:rPr lang="en-GB" baseline="0" dirty="0"/>
              <a:t> forces the deletion of untracked file in a directory removes untracked files and directories</a:t>
            </a:r>
          </a:p>
          <a:p>
            <a:endParaRPr lang="en-GB" dirty="0"/>
          </a:p>
          <a:p>
            <a:r>
              <a:rPr lang="en-GB" dirty="0"/>
              <a:t>Git clean –n // is a dry run and displays the untracked files that would be removed</a:t>
            </a:r>
          </a:p>
          <a:p>
            <a:r>
              <a:rPr lang="en-GB" dirty="0"/>
              <a:t>To delete the files type:</a:t>
            </a:r>
          </a:p>
          <a:p>
            <a:r>
              <a:rPr lang="en-GB" dirty="0"/>
              <a:t>Git clean –f // to force deletion</a:t>
            </a:r>
          </a:p>
          <a:p>
            <a:endParaRPr lang="en-GB" dirty="0"/>
          </a:p>
          <a:p>
            <a:r>
              <a:rPr lang="en-GB" dirty="0"/>
              <a:t>Git checkout – index.html // the double dash says to git, this is NOT a branch. Useful if we are wanting to checkout a folder but we also have a branch with the same name.. Git would normally checkout the branch not the folder unless we use the double dash to mean stay in the current branch.</a:t>
            </a:r>
          </a:p>
          <a:p>
            <a:r>
              <a:rPr lang="en-GB" dirty="0"/>
              <a:t>Checkout – go get the thing with this name from the repo and replace the same thing in the working directory with it so that my working directory item looks the same as that item in the repo</a:t>
            </a:r>
          </a:p>
          <a:p>
            <a:r>
              <a:rPr lang="en-GB" dirty="0"/>
              <a:t>You might want to </a:t>
            </a:r>
            <a:r>
              <a:rPr lang="en-GB" dirty="0" err="1"/>
              <a:t>unstage</a:t>
            </a:r>
            <a:r>
              <a:rPr lang="en-GB" dirty="0"/>
              <a:t> a file when you are trying to gather all relevant files for a commit but you accidentally add one that is related to a different commit group and message.</a:t>
            </a:r>
          </a:p>
          <a:p>
            <a:r>
              <a:rPr lang="en-GB" dirty="0"/>
              <a:t>Git reset HEAD resources.html // go get the version from where HEAD points and make staging look the same (can leave out HEAD) Your file is back to modified but </a:t>
            </a:r>
            <a:r>
              <a:rPr lang="en-GB" dirty="0" err="1"/>
              <a:t>unstaged</a:t>
            </a:r>
            <a:r>
              <a:rPr lang="en-GB" dirty="0"/>
              <a:t> and its changes are preserved.</a:t>
            </a:r>
          </a:p>
          <a:p>
            <a:r>
              <a:rPr lang="en-GB" dirty="0"/>
              <a:t>To change what has been committed into the repo is harder to do as it would affect the SHA values which would break the chain of history but we can amend the last commit.</a:t>
            </a:r>
          </a:p>
          <a:p>
            <a:r>
              <a:rPr lang="en-GB" dirty="0"/>
              <a:t>Make your additional changes and then add to staging and then:</a:t>
            </a:r>
          </a:p>
          <a:p>
            <a:r>
              <a:rPr lang="en-GB" dirty="0"/>
              <a:t>Git commit - - amend –m “My message here”</a:t>
            </a:r>
          </a:p>
          <a:p>
            <a:r>
              <a:rPr lang="en-GB" dirty="0"/>
              <a:t>You can also use this to change your message if you didn’t like the message that you just used.</a:t>
            </a:r>
          </a:p>
          <a:p>
            <a:endParaRPr lang="en-GB" dirty="0"/>
          </a:p>
          <a:p>
            <a:r>
              <a:rPr lang="en-GB" dirty="0"/>
              <a:t>You can checkout items from a particular revision using:</a:t>
            </a:r>
          </a:p>
          <a:p>
            <a:r>
              <a:rPr lang="en-GB" dirty="0"/>
              <a:t>Git checkout 12345678910 - - index.html // means checkout from the commit with SHA 123etc in the current branch - - , the file called index.html. It gets put straight into staging rather than the working directory like above</a:t>
            </a:r>
          </a:p>
          <a:p>
            <a:endParaRPr lang="en-GB" dirty="0"/>
          </a:p>
          <a:p>
            <a:r>
              <a:rPr lang="en-GB" dirty="0"/>
              <a:t>Get reset // use with caution. It allows us to specify where the HEAD pointer should point to </a:t>
            </a:r>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38</a:t>
            </a:fld>
            <a:endParaRPr lang="en-GB"/>
          </a:p>
        </p:txBody>
      </p:sp>
    </p:spTree>
    <p:extLst>
      <p:ext uri="{BB962C8B-B14F-4D97-AF65-F5344CB8AC3E}">
        <p14:creationId xmlns:p14="http://schemas.microsoft.com/office/powerpoint/2010/main" val="23077628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Git add –dry-run . //this lists the files that will be added but doesn’t do the add</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39</a:t>
            </a:fld>
            <a:endParaRPr lang="en-GB"/>
          </a:p>
        </p:txBody>
      </p:sp>
    </p:spTree>
    <p:extLst>
      <p:ext uri="{BB962C8B-B14F-4D97-AF65-F5344CB8AC3E}">
        <p14:creationId xmlns:p14="http://schemas.microsoft.com/office/powerpoint/2010/main" val="3103826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a:t>
            </a:r>
            <a:r>
              <a:rPr lang="en-GB" baseline="0" dirty="0"/>
              <a:t> renaming files the git is optional</a:t>
            </a:r>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41</a:t>
            </a:fld>
            <a:endParaRPr lang="en-GB"/>
          </a:p>
        </p:txBody>
      </p:sp>
    </p:spTree>
    <p:extLst>
      <p:ext uri="{BB962C8B-B14F-4D97-AF65-F5344CB8AC3E}">
        <p14:creationId xmlns:p14="http://schemas.microsoft.com/office/powerpoint/2010/main" val="1264401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wrap long lines of html in bash try minus capital S (- S)</a:t>
            </a:r>
          </a:p>
          <a:p>
            <a:r>
              <a:rPr lang="en-GB" dirty="0"/>
              <a:t>Use git diff –</a:t>
            </a:r>
            <a:r>
              <a:rPr lang="en-GB" dirty="0" err="1"/>
              <a:t>color</a:t>
            </a:r>
            <a:r>
              <a:rPr lang="en-GB" dirty="0"/>
              <a:t>-words myhtmlpage.html</a:t>
            </a:r>
          </a:p>
          <a:p>
            <a:r>
              <a:rPr lang="en-GB" dirty="0"/>
              <a:t>This will show old edits (deletions) in red and replacement values in green</a:t>
            </a:r>
          </a:p>
          <a:p>
            <a:endParaRPr lang="en-GB" dirty="0"/>
          </a:p>
          <a:p>
            <a:r>
              <a:rPr lang="en-GB" dirty="0"/>
              <a:t>Git commit –am “My commit message here” // the a adds everything that is tracked and modified</a:t>
            </a:r>
          </a:p>
          <a:p>
            <a:r>
              <a:rPr lang="en-GB" dirty="0"/>
              <a:t>Good for adding lots of tracked modified files straight to commit repo rather than having to stage them first. This does not add deletions or untracked files from your working directory.</a:t>
            </a:r>
          </a:p>
          <a:p>
            <a:r>
              <a:rPr lang="en-GB" dirty="0"/>
              <a:t> </a:t>
            </a:r>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46</a:t>
            </a:fld>
            <a:endParaRPr lang="en-GB"/>
          </a:p>
        </p:txBody>
      </p:sp>
    </p:spTree>
    <p:extLst>
      <p:ext uri="{BB962C8B-B14F-4D97-AF65-F5344CB8AC3E}">
        <p14:creationId xmlns:p14="http://schemas.microsoft.com/office/powerpoint/2010/main" val="27464986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Logging a – deeper dive:</a:t>
            </a:r>
          </a:p>
          <a:p>
            <a:pPr lvl="1"/>
            <a:r>
              <a:rPr lang="en-GB" dirty="0"/>
              <a:t>Patch and Tree views</a:t>
            </a:r>
          </a:p>
          <a:p>
            <a:endParaRPr lang="en-GB" dirty="0"/>
          </a:p>
          <a:p>
            <a:r>
              <a:rPr lang="en-GB" b="1" dirty="0"/>
              <a:t>How branches work:</a:t>
            </a:r>
          </a:p>
          <a:p>
            <a:pPr lvl="1"/>
            <a:r>
              <a:rPr lang="en-GB" dirty="0"/>
              <a:t>The HEAD and moving it</a:t>
            </a:r>
          </a:p>
          <a:p>
            <a:endParaRPr lang="en-GB" dirty="0"/>
          </a:p>
          <a:p>
            <a:r>
              <a:rPr lang="en-GB" b="1" dirty="0"/>
              <a:t>Creating Branches:</a:t>
            </a:r>
          </a:p>
          <a:p>
            <a:pPr lvl="1"/>
            <a:r>
              <a:rPr lang="en-GB" dirty="0"/>
              <a:t>Managing and switching branches</a:t>
            </a:r>
          </a:p>
          <a:p>
            <a:pPr lvl="1"/>
            <a:r>
              <a:rPr lang="en-GB" dirty="0"/>
              <a:t>Committing changes to branches</a:t>
            </a:r>
          </a:p>
          <a:p>
            <a:pPr lvl="1"/>
            <a:r>
              <a:rPr lang="en-GB" dirty="0"/>
              <a:t>Merging Branches</a:t>
            </a:r>
          </a:p>
          <a:p>
            <a:pPr marL="0" lvl="1" indent="0">
              <a:buNone/>
            </a:pPr>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47</a:t>
            </a:fld>
            <a:endParaRPr lang="en-GB"/>
          </a:p>
        </p:txBody>
      </p:sp>
    </p:spTree>
    <p:extLst>
      <p:ext uri="{BB962C8B-B14F-4D97-AF65-F5344CB8AC3E}">
        <p14:creationId xmlns:p14="http://schemas.microsoft.com/office/powerpoint/2010/main" val="10082426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Take a copy of all the SHA1s for your commits within the wipeout repo</a:t>
            </a:r>
          </a:p>
          <a:p>
            <a:r>
              <a:rPr lang="en-GB" dirty="0"/>
              <a:t>Keep in a notepad file</a:t>
            </a:r>
          </a:p>
          <a:p>
            <a:r>
              <a:rPr lang="en-GB" dirty="0" err="1"/>
              <a:t>Gti</a:t>
            </a:r>
            <a:r>
              <a:rPr lang="en-GB" dirty="0"/>
              <a:t> checkout ###Initial Commit sha</a:t>
            </a:r>
          </a:p>
          <a:p>
            <a:r>
              <a:rPr lang="en-GB" dirty="0"/>
              <a:t>Git log - -</a:t>
            </a:r>
            <a:r>
              <a:rPr lang="en-GB" dirty="0" err="1"/>
              <a:t>oneline</a:t>
            </a:r>
            <a:endParaRPr lang="en-GB" dirty="0"/>
          </a:p>
          <a:p>
            <a:endParaRPr lang="en-GB" dirty="0"/>
          </a:p>
          <a:p>
            <a:r>
              <a:rPr lang="en-GB" dirty="0"/>
              <a:t>Touch someNewFile.txt</a:t>
            </a:r>
          </a:p>
          <a:p>
            <a:r>
              <a:rPr lang="en-GB" dirty="0"/>
              <a:t>Git status</a:t>
            </a:r>
          </a:p>
          <a:p>
            <a:r>
              <a:rPr lang="en-GB" dirty="0"/>
              <a:t>Git add someNewFile.txt</a:t>
            </a:r>
          </a:p>
          <a:p>
            <a:r>
              <a:rPr lang="en-GB" dirty="0"/>
              <a:t>Git commit –m “some new file added after initial commit”</a:t>
            </a:r>
          </a:p>
          <a:p>
            <a:r>
              <a:rPr lang="en-GB" dirty="0"/>
              <a:t>Git status</a:t>
            </a:r>
          </a:p>
          <a:p>
            <a:r>
              <a:rPr lang="en-GB" dirty="0"/>
              <a:t>Git log main // head has moved but tip of main hasn’t</a:t>
            </a:r>
          </a:p>
          <a:p>
            <a:r>
              <a:rPr lang="en-GB" dirty="0"/>
              <a:t>Git checkout ###latest main sha</a:t>
            </a:r>
          </a:p>
          <a:p>
            <a:r>
              <a:rPr lang="en-GB" dirty="0"/>
              <a:t>// new file has disappeared</a:t>
            </a:r>
          </a:p>
          <a:p>
            <a:r>
              <a:rPr lang="en-GB" dirty="0"/>
              <a:t>Git log - - </a:t>
            </a:r>
            <a:r>
              <a:rPr lang="en-GB" dirty="0" err="1"/>
              <a:t>oneline</a:t>
            </a:r>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53</a:t>
            </a:fld>
            <a:endParaRPr lang="en-GB"/>
          </a:p>
        </p:txBody>
      </p:sp>
    </p:spTree>
    <p:extLst>
      <p:ext uri="{BB962C8B-B14F-4D97-AF65-F5344CB8AC3E}">
        <p14:creationId xmlns:p14="http://schemas.microsoft.com/office/powerpoint/2010/main" val="2427510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pitchFamily="34" charset="0"/>
                <a:ea typeface="+mn-ea"/>
                <a:cs typeface="Arial" pitchFamily="34" charset="0"/>
              </a:rPr>
              <a:t>A tag reference for the SHA-1 object name of the commit object is created (i.e. a lightweight tag).</a:t>
            </a:r>
          </a:p>
          <a:p>
            <a:r>
              <a:rPr lang="en-GB" dirty="0"/>
              <a:t>Tag objects (created with -a, -s, or -u) are called "annotated" tags; they contain a creation date, the tagger name and e-mail, a tagging message, and an optional GnuPG signature. Whereas a "lightweight" tag is simply a name for an object (usually a commit object).</a:t>
            </a:r>
          </a:p>
          <a:p>
            <a:endParaRPr lang="en-GB" dirty="0"/>
          </a:p>
          <a:p>
            <a:r>
              <a:rPr lang="en-GB" dirty="0"/>
              <a:t>Git tag v2.0 –m “Committing a tag for version 2” sha## // first 4 chars of sha will do for the object / commit you are referring too</a:t>
            </a:r>
          </a:p>
          <a:p>
            <a:endParaRPr lang="en-GB" dirty="0"/>
          </a:p>
          <a:p>
            <a:pPr fontAlgn="base"/>
            <a:r>
              <a:rPr lang="en-GB" sz="1200" b="1" i="0" kern="1200" dirty="0">
                <a:solidFill>
                  <a:schemeClr val="tx1"/>
                </a:solidFill>
                <a:effectLst/>
                <a:latin typeface="Arial" pitchFamily="34" charset="0"/>
                <a:ea typeface="+mn-ea"/>
                <a:cs typeface="Arial" pitchFamily="34" charset="0"/>
              </a:rPr>
              <a:t>Lightweight tags</a:t>
            </a:r>
            <a:r>
              <a:rPr lang="en-GB" sz="1200" b="0" i="0" kern="1200" dirty="0">
                <a:solidFill>
                  <a:schemeClr val="tx1"/>
                </a:solidFill>
                <a:effectLst/>
                <a:latin typeface="Arial" pitchFamily="34" charset="0"/>
                <a:ea typeface="+mn-ea"/>
                <a:cs typeface="Arial" pitchFamily="34" charset="0"/>
              </a:rPr>
              <a:t>: A tag that is attached to an existing commit. This merely functions as a pointer to a specific commit, and as such it ‘piggybacks’ on that commit’s hash as identification. This type of tag does not allow you to store any information that specific to the tag.</a:t>
            </a:r>
          </a:p>
          <a:p>
            <a:pPr fontAlgn="base"/>
            <a:r>
              <a:rPr lang="en-GB" sz="1200" b="1" i="0" kern="1200" dirty="0">
                <a:solidFill>
                  <a:schemeClr val="tx1"/>
                </a:solidFill>
                <a:effectLst/>
                <a:latin typeface="Arial" pitchFamily="34" charset="0"/>
                <a:ea typeface="+mn-ea"/>
                <a:cs typeface="Arial" pitchFamily="34" charset="0"/>
              </a:rPr>
              <a:t>Annotated tags</a:t>
            </a:r>
            <a:r>
              <a:rPr lang="en-GB" sz="1200" b="0" i="0" kern="1200" dirty="0">
                <a:solidFill>
                  <a:schemeClr val="tx1"/>
                </a:solidFill>
                <a:effectLst/>
                <a:latin typeface="Arial" pitchFamily="34" charset="0"/>
                <a:ea typeface="+mn-ea"/>
                <a:cs typeface="Arial" pitchFamily="34" charset="0"/>
              </a:rPr>
              <a:t>: A tag that has its own commit hash and is, as such, stored as a separate object in git. This tag allows you to store information that is related to this specific tag. You can add a tag message, GPG sign it, and the tagger is stored.</a:t>
            </a:r>
          </a:p>
          <a:p>
            <a:r>
              <a:rPr lang="en-GB" dirty="0"/>
              <a:t>If you use tags as code is reviewed: annotated tags give you separation between tagger (reviewer and/or releaser) and author/committer.</a:t>
            </a:r>
          </a:p>
          <a:p>
            <a:endParaRPr lang="en-GB" dirty="0"/>
          </a:p>
          <a:p>
            <a:r>
              <a:rPr lang="en-GB" dirty="0"/>
              <a:t>The –m flag creates an annotated tag.</a:t>
            </a:r>
          </a:p>
          <a:p>
            <a:r>
              <a:rPr lang="en-GB" dirty="0"/>
              <a:t>Git tag </a:t>
            </a:r>
            <a:r>
              <a:rPr lang="en-GB" dirty="0" err="1"/>
              <a:t>my_new_head_tag</a:t>
            </a:r>
            <a:r>
              <a:rPr lang="en-GB" dirty="0"/>
              <a:t> // creates a lightweight tag – no –m or –a</a:t>
            </a:r>
          </a:p>
          <a:p>
            <a:r>
              <a:rPr lang="en-GB" dirty="0"/>
              <a:t>Git show-refs –d - - tags //shows all tags – annotated tags appear twice. They show their own commit id and the commit id of the commit they point to </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54</a:t>
            </a:fld>
            <a:endParaRPr lang="en-GB"/>
          </a:p>
        </p:txBody>
      </p:sp>
    </p:spTree>
    <p:extLst>
      <p:ext uri="{BB962C8B-B14F-4D97-AF65-F5344CB8AC3E}">
        <p14:creationId xmlns:p14="http://schemas.microsoft.com/office/powerpoint/2010/main" val="20270771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git tag v2.0 –m “Committing a tag for version 2” sha## // no need to move to the commit</a:t>
            </a:r>
          </a:p>
          <a:p>
            <a:endParaRPr lang="en-GB" dirty="0"/>
          </a:p>
          <a:p>
            <a:r>
              <a:rPr lang="en-GB" dirty="0"/>
              <a:t>Git tag </a:t>
            </a:r>
            <a:r>
              <a:rPr lang="en-GB" dirty="0" err="1"/>
              <a:t>some_tag</a:t>
            </a:r>
            <a:r>
              <a:rPr lang="en-GB" dirty="0"/>
              <a:t> // a lightweight tag at the head</a:t>
            </a:r>
          </a:p>
          <a:p>
            <a:endParaRPr lang="en-GB" dirty="0"/>
          </a:p>
          <a:p>
            <a:r>
              <a:rPr lang="en-GB" dirty="0"/>
              <a:t>Git show </a:t>
            </a:r>
            <a:r>
              <a:rPr lang="en-GB" dirty="0" err="1"/>
              <a:t>some_tag</a:t>
            </a:r>
            <a:endParaRPr lang="en-GB" dirty="0"/>
          </a:p>
          <a:p>
            <a:endParaRPr lang="en-GB" dirty="0"/>
          </a:p>
          <a:p>
            <a:r>
              <a:rPr lang="en-GB" dirty="0"/>
              <a:t>Git checkout </a:t>
            </a:r>
            <a:r>
              <a:rPr lang="en-GB" dirty="0" err="1"/>
              <a:t>some_tag</a:t>
            </a:r>
            <a:endParaRPr lang="en-GB" dirty="0"/>
          </a:p>
          <a:p>
            <a:r>
              <a:rPr lang="en-GB" dirty="0"/>
              <a:t>Git status</a:t>
            </a:r>
          </a:p>
          <a:p>
            <a:r>
              <a:rPr lang="en-GB" dirty="0"/>
              <a:t>Git checkout main</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55</a:t>
            </a:fld>
            <a:endParaRPr lang="en-GB"/>
          </a:p>
        </p:txBody>
      </p:sp>
    </p:spTree>
    <p:extLst>
      <p:ext uri="{BB962C8B-B14F-4D97-AF65-F5344CB8AC3E}">
        <p14:creationId xmlns:p14="http://schemas.microsoft.com/office/powerpoint/2010/main" val="511776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the work on a branch is no longer needed it can be deleted</a:t>
            </a:r>
          </a:p>
          <a:p>
            <a:r>
              <a:rPr lang="en-GB" dirty="0"/>
              <a:t>You need to be very careful – git really deletes the branch. Git does protect us from deleting the branch we are currently on. If there are uncommitted changes in the branch you may need to use the –D flag</a:t>
            </a:r>
          </a:p>
          <a:p>
            <a:endParaRPr lang="en-GB" dirty="0">
              <a:hlinkClick r:id="rId3"/>
            </a:endParaRPr>
          </a:p>
          <a:p>
            <a:r>
              <a:rPr lang="en-GB" dirty="0">
                <a:hlinkClick r:id="rId3"/>
              </a:rPr>
              <a:t>https://www.atlassian.com/git/tutorials/using-branches</a:t>
            </a:r>
            <a:r>
              <a:rPr lang="en-GB" dirty="0"/>
              <a:t> </a:t>
            </a:r>
            <a:r>
              <a:rPr lang="en-US" dirty="0"/>
              <a:t>is a good</a:t>
            </a:r>
            <a:r>
              <a:rPr lang="en-US" baseline="0" dirty="0"/>
              <a:t> tutorial for branches</a:t>
            </a:r>
          </a:p>
          <a:p>
            <a:endParaRPr lang="en-US" baseline="0" dirty="0"/>
          </a:p>
          <a:p>
            <a:r>
              <a:rPr lang="en-GB" sz="1200" b="0" i="0" kern="1200" dirty="0">
                <a:solidFill>
                  <a:schemeClr val="tx1"/>
                </a:solidFill>
                <a:effectLst/>
                <a:latin typeface="Arial" pitchFamily="34" charset="0"/>
                <a:ea typeface="+mn-ea"/>
                <a:cs typeface="Arial" pitchFamily="34" charset="0"/>
              </a:rPr>
              <a:t>To delete a remote branch execute the following:</a:t>
            </a:r>
            <a:endParaRPr lang="en-US" baseline="0" dirty="0"/>
          </a:p>
          <a:p>
            <a:r>
              <a:rPr lang="en-GB" sz="1200" b="0" i="0" kern="1200" dirty="0">
                <a:solidFill>
                  <a:schemeClr val="tx1"/>
                </a:solidFill>
                <a:effectLst/>
                <a:latin typeface="Arial" pitchFamily="34" charset="0"/>
                <a:ea typeface="+mn-ea"/>
                <a:cs typeface="Arial" pitchFamily="34" charset="0"/>
              </a:rPr>
              <a:t>git push origin --delete </a:t>
            </a:r>
            <a:r>
              <a:rPr lang="en-GB" sz="1200" b="0" i="1" kern="1200" dirty="0" err="1">
                <a:solidFill>
                  <a:schemeClr val="tx1"/>
                </a:solidFill>
                <a:effectLst/>
                <a:latin typeface="Arial" pitchFamily="34" charset="0"/>
                <a:ea typeface="+mn-ea"/>
                <a:cs typeface="Arial" pitchFamily="34" charset="0"/>
              </a:rPr>
              <a:t>branchname</a:t>
            </a:r>
            <a:endParaRPr lang="en-GB" sz="1200" b="0" i="1" kern="1200" dirty="0">
              <a:solidFill>
                <a:schemeClr val="tx1"/>
              </a:solidFill>
              <a:effectLst/>
              <a:latin typeface="Arial" pitchFamily="34" charset="0"/>
              <a:ea typeface="+mn-ea"/>
              <a:cs typeface="Arial" pitchFamily="34" charset="0"/>
            </a:endParaRPr>
          </a:p>
          <a:p>
            <a:r>
              <a:rPr lang="en-GB" sz="1200" b="0" i="0" kern="1200" dirty="0">
                <a:solidFill>
                  <a:schemeClr val="tx1"/>
                </a:solidFill>
                <a:effectLst/>
                <a:latin typeface="Arial" pitchFamily="34" charset="0"/>
                <a:ea typeface="+mn-ea"/>
                <a:cs typeface="Arial" pitchFamily="34" charset="0"/>
              </a:rPr>
              <a:t>Or</a:t>
            </a:r>
          </a:p>
          <a:p>
            <a:r>
              <a:rPr lang="en-GB" sz="1200" b="0" i="0" kern="1200" dirty="0">
                <a:solidFill>
                  <a:schemeClr val="tx1"/>
                </a:solidFill>
                <a:effectLst/>
                <a:latin typeface="Arial" pitchFamily="34" charset="0"/>
                <a:ea typeface="+mn-ea"/>
                <a:cs typeface="Arial" pitchFamily="34" charset="0"/>
              </a:rPr>
              <a:t>git push origin :</a:t>
            </a:r>
            <a:r>
              <a:rPr lang="en-GB" sz="1200" b="0" i="1" kern="1200" dirty="0" err="1">
                <a:solidFill>
                  <a:schemeClr val="tx1"/>
                </a:solidFill>
                <a:effectLst/>
                <a:latin typeface="Arial" pitchFamily="34" charset="0"/>
                <a:ea typeface="+mn-ea"/>
                <a:cs typeface="Arial" pitchFamily="34" charset="0"/>
              </a:rPr>
              <a:t>branchname</a:t>
            </a:r>
            <a:endParaRPr lang="en-GB" sz="1200" b="0" i="1" kern="1200" dirty="0">
              <a:solidFill>
                <a:schemeClr val="tx1"/>
              </a:solidFill>
              <a:effectLst/>
              <a:latin typeface="Arial" pitchFamily="34" charset="0"/>
              <a:ea typeface="+mn-ea"/>
              <a:cs typeface="Arial" pitchFamily="34" charset="0"/>
            </a:endParaRPr>
          </a:p>
          <a:p>
            <a:endParaRPr lang="en-GB" sz="1200" b="0" i="1" kern="1200" dirty="0">
              <a:solidFill>
                <a:schemeClr val="tx1"/>
              </a:solidFill>
              <a:effectLst/>
              <a:latin typeface="Arial" pitchFamily="34" charset="0"/>
              <a:ea typeface="+mn-ea"/>
              <a:cs typeface="Arial" pitchFamily="34" charset="0"/>
            </a:endParaRPr>
          </a:p>
          <a:p>
            <a:r>
              <a:rPr lang="en-GB" sz="1200" b="0" i="0" kern="1200" dirty="0">
                <a:solidFill>
                  <a:schemeClr val="tx1"/>
                </a:solidFill>
                <a:effectLst/>
                <a:latin typeface="Arial" pitchFamily="34" charset="0"/>
                <a:ea typeface="+mn-ea"/>
                <a:cs typeface="Arial" pitchFamily="34" charset="0"/>
              </a:rPr>
              <a:t>This will push a delete signal to the remote origin repository that triggers a delete of the remote </a:t>
            </a:r>
            <a:r>
              <a:rPr lang="en-GB" sz="1200" b="0" i="1" kern="1200" dirty="0" err="1">
                <a:solidFill>
                  <a:schemeClr val="tx1"/>
                </a:solidFill>
                <a:effectLst/>
                <a:latin typeface="Arial" pitchFamily="34" charset="0"/>
                <a:ea typeface="+mn-ea"/>
                <a:cs typeface="Arial" pitchFamily="34" charset="0"/>
              </a:rPr>
              <a:t>branchname</a:t>
            </a:r>
            <a:r>
              <a:rPr lang="en-GB" sz="1200" b="0" i="0" kern="1200" dirty="0">
                <a:solidFill>
                  <a:schemeClr val="tx1"/>
                </a:solidFill>
                <a:effectLst/>
                <a:latin typeface="Arial" pitchFamily="34" charset="0"/>
                <a:ea typeface="+mn-ea"/>
                <a:cs typeface="Arial" pitchFamily="34" charset="0"/>
              </a:rPr>
              <a:t> branch.</a:t>
            </a:r>
            <a:endParaRPr lang="en-US" i="0"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60</a:t>
            </a:fld>
            <a:endParaRPr lang="en-GB"/>
          </a:p>
        </p:txBody>
      </p:sp>
    </p:spTree>
    <p:extLst>
      <p:ext uri="{BB962C8B-B14F-4D97-AF65-F5344CB8AC3E}">
        <p14:creationId xmlns:p14="http://schemas.microsoft.com/office/powerpoint/2010/main" val="15963053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Make sure you are on the target branch before merging.</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62</a:t>
            </a:fld>
            <a:endParaRPr lang="en-GB"/>
          </a:p>
        </p:txBody>
      </p:sp>
    </p:spTree>
    <p:extLst>
      <p:ext uri="{BB962C8B-B14F-4D97-AF65-F5344CB8AC3E}">
        <p14:creationId xmlns:p14="http://schemas.microsoft.com/office/powerpoint/2010/main" val="3138635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Git branch ops</a:t>
            </a:r>
          </a:p>
          <a:p>
            <a:r>
              <a:rPr lang="en-GB" dirty="0"/>
              <a:t>Git checkout ops</a:t>
            </a:r>
          </a:p>
          <a:p>
            <a:r>
              <a:rPr lang="en-GB" dirty="0"/>
              <a:t> or//</a:t>
            </a:r>
          </a:p>
          <a:p>
            <a:r>
              <a:rPr lang="en-GB" dirty="0"/>
              <a:t>Git checkout –b ops // this creates and checks out the branch in a single statement</a:t>
            </a:r>
          </a:p>
          <a:p>
            <a:r>
              <a:rPr lang="en-GB" dirty="0"/>
              <a:t>Git branch –d </a:t>
            </a:r>
            <a:r>
              <a:rPr lang="en-GB" dirty="0" err="1"/>
              <a:t>featureA</a:t>
            </a:r>
            <a:r>
              <a:rPr lang="en-GB" dirty="0"/>
              <a:t> // you can’t delete the branch you are on</a:t>
            </a:r>
          </a:p>
          <a:p>
            <a:r>
              <a:rPr lang="en-GB" dirty="0"/>
              <a:t>Git will warn you if you have un-merged changes on the branch. –D will force the deletion if you really want to</a:t>
            </a:r>
          </a:p>
          <a:p>
            <a:r>
              <a:rPr lang="en-GB" dirty="0"/>
              <a:t>Git branch –d main /// but should I do this?</a:t>
            </a:r>
          </a:p>
          <a:p>
            <a:r>
              <a:rPr lang="en-GB" dirty="0"/>
              <a:t>Git branch // to see remaining branches</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64</a:t>
            </a:fld>
            <a:endParaRPr lang="en-GB"/>
          </a:p>
        </p:txBody>
      </p:sp>
    </p:spTree>
    <p:extLst>
      <p:ext uri="{BB962C8B-B14F-4D97-AF65-F5344CB8AC3E}">
        <p14:creationId xmlns:p14="http://schemas.microsoft.com/office/powerpoint/2010/main" val="23352660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5DE0A-49A3-1B22-AFA3-A379AF390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0C075-2559-4416-F33C-99EE0A215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B48AB-69CD-09F7-87CF-81903B375C75}"/>
              </a:ext>
            </a:extLst>
          </p:cNvPr>
          <p:cNvSpPr>
            <a:spLocks noGrp="1"/>
          </p:cNvSpPr>
          <p:nvPr>
            <p:ph type="body" idx="1"/>
          </p:nvPr>
        </p:nvSpPr>
        <p:spPr/>
        <p:txBody>
          <a:bodyPr/>
          <a:lstStyle/>
          <a:p>
            <a:r>
              <a:rPr lang="en-GB" b="1" dirty="0"/>
              <a:t>Logging a – deeper dive:</a:t>
            </a:r>
          </a:p>
          <a:p>
            <a:pPr lvl="1"/>
            <a:r>
              <a:rPr lang="en-GB" dirty="0"/>
              <a:t>Patch and Tree views</a:t>
            </a:r>
          </a:p>
          <a:p>
            <a:endParaRPr lang="en-GB" dirty="0"/>
          </a:p>
          <a:p>
            <a:r>
              <a:rPr lang="en-GB" b="1" dirty="0"/>
              <a:t>How branches work:</a:t>
            </a:r>
          </a:p>
          <a:p>
            <a:pPr lvl="1"/>
            <a:r>
              <a:rPr lang="en-GB" dirty="0"/>
              <a:t>The HEAD and moving it</a:t>
            </a:r>
          </a:p>
          <a:p>
            <a:endParaRPr lang="en-GB" dirty="0"/>
          </a:p>
          <a:p>
            <a:r>
              <a:rPr lang="en-GB" b="1" dirty="0"/>
              <a:t>Creating Branches:</a:t>
            </a:r>
          </a:p>
          <a:p>
            <a:pPr lvl="1"/>
            <a:r>
              <a:rPr lang="en-GB" dirty="0"/>
              <a:t>Managing and switching branches</a:t>
            </a:r>
          </a:p>
          <a:p>
            <a:pPr lvl="1"/>
            <a:r>
              <a:rPr lang="en-GB" dirty="0"/>
              <a:t>Committing changes to branches</a:t>
            </a:r>
          </a:p>
          <a:p>
            <a:pPr lvl="1"/>
            <a:r>
              <a:rPr lang="en-GB" dirty="0"/>
              <a:t>Merging Branches</a:t>
            </a:r>
          </a:p>
          <a:p>
            <a:pPr marL="0" lvl="1" indent="0">
              <a:buNone/>
            </a:pPr>
            <a:endParaRPr lang="en-GB" dirty="0"/>
          </a:p>
          <a:p>
            <a:endParaRPr lang="en-GB" dirty="0"/>
          </a:p>
        </p:txBody>
      </p:sp>
      <p:sp>
        <p:nvSpPr>
          <p:cNvPr id="4" name="Slide Number Placeholder 3">
            <a:extLst>
              <a:ext uri="{FF2B5EF4-FFF2-40B4-BE49-F238E27FC236}">
                <a16:creationId xmlns:a16="http://schemas.microsoft.com/office/drawing/2014/main" id="{416FEF7E-A57B-5239-8908-80117F047C3E}"/>
              </a:ext>
            </a:extLst>
          </p:cNvPr>
          <p:cNvSpPr>
            <a:spLocks noGrp="1"/>
          </p:cNvSpPr>
          <p:nvPr>
            <p:ph type="sldNum" sz="quarter" idx="5"/>
          </p:nvPr>
        </p:nvSpPr>
        <p:spPr/>
        <p:txBody>
          <a:bodyPr/>
          <a:lstStyle/>
          <a:p>
            <a:fld id="{35BE1F5F-BEC2-48D5-A890-C07C79853E26}" type="slidenum">
              <a:rPr lang="en-GB" smtClean="0"/>
              <a:t>65</a:t>
            </a:fld>
            <a:endParaRPr lang="en-GB"/>
          </a:p>
        </p:txBody>
      </p:sp>
    </p:spTree>
    <p:extLst>
      <p:ext uri="{BB962C8B-B14F-4D97-AF65-F5344CB8AC3E}">
        <p14:creationId xmlns:p14="http://schemas.microsoft.com/office/powerpoint/2010/main" val="2170704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68</a:t>
            </a:fld>
            <a:endParaRPr lang="en-GB"/>
          </a:p>
        </p:txBody>
      </p:sp>
    </p:spTree>
    <p:extLst>
      <p:ext uri="{BB962C8B-B14F-4D97-AF65-F5344CB8AC3E}">
        <p14:creationId xmlns:p14="http://schemas.microsoft.com/office/powerpoint/2010/main" val="13819537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pitchFamily="34" charset="0"/>
                <a:ea typeface="+mn-ea"/>
                <a:cs typeface="Arial" pitchFamily="34" charset="0"/>
              </a:rPr>
              <a:t>You can also specify </a:t>
            </a:r>
            <a:r>
              <a:rPr lang="en-GB" dirty="0"/>
              <a:t>-v</a:t>
            </a:r>
            <a:r>
              <a:rPr lang="en-GB" sz="1200" b="0" i="0" kern="1200" dirty="0">
                <a:solidFill>
                  <a:schemeClr val="tx1"/>
                </a:solidFill>
                <a:effectLst/>
                <a:latin typeface="Arial" pitchFamily="34" charset="0"/>
                <a:ea typeface="+mn-ea"/>
                <a:cs typeface="Arial" pitchFamily="34" charset="0"/>
              </a:rPr>
              <a:t>, which shows you the URL that Git has stored for the short name to be expanded to.</a:t>
            </a:r>
          </a:p>
          <a:p>
            <a:endParaRPr lang="en-GB" dirty="0"/>
          </a:p>
          <a:p>
            <a:r>
              <a:rPr lang="en-GB" dirty="0"/>
              <a:t>If you want to rename a reference, in newer versions of Git you can run git remote rename to change a remote’s </a:t>
            </a:r>
            <a:r>
              <a:rPr lang="en-GB" dirty="0" err="1"/>
              <a:t>shortname</a:t>
            </a:r>
            <a:r>
              <a:rPr lang="en-GB" dirty="0"/>
              <a:t>. </a:t>
            </a:r>
          </a:p>
          <a:p>
            <a:endParaRPr lang="en-GB" dirty="0"/>
          </a:p>
          <a:p>
            <a:pPr lvl="1"/>
            <a:r>
              <a:rPr lang="en-GB" dirty="0">
                <a:latin typeface="Courier New" panose="02070309020205020404" pitchFamily="49" charset="0"/>
                <a:cs typeface="Courier New" panose="02070309020205020404" pitchFamily="49" charset="0"/>
              </a:rPr>
              <a:t>$ git remote rename pb </a:t>
            </a:r>
            <a:r>
              <a:rPr lang="en-GB" dirty="0" err="1">
                <a:latin typeface="Courier New" panose="02070309020205020404" pitchFamily="49" charset="0"/>
                <a:cs typeface="Courier New" panose="02070309020205020404" pitchFamily="49" charset="0"/>
              </a:rPr>
              <a:t>jordan</a:t>
            </a:r>
            <a:endParaRPr lang="en-GB" dirty="0">
              <a:latin typeface="Courier New" panose="02070309020205020404" pitchFamily="49" charset="0"/>
              <a:cs typeface="Courier New" panose="02070309020205020404" pitchFamily="49" charset="0"/>
            </a:endParaRPr>
          </a:p>
          <a:p>
            <a:pPr lvl="1"/>
            <a:r>
              <a:rPr lang="en-GB" dirty="0">
                <a:latin typeface="Courier New" panose="02070309020205020404" pitchFamily="49" charset="0"/>
                <a:cs typeface="Courier New" panose="02070309020205020404" pitchFamily="49" charset="0"/>
              </a:rPr>
              <a:t>$ git remote</a:t>
            </a:r>
          </a:p>
          <a:p>
            <a:pPr lvl="1"/>
            <a:r>
              <a:rPr lang="en-GB" dirty="0">
                <a:latin typeface="Courier New" panose="02070309020205020404" pitchFamily="49" charset="0"/>
                <a:cs typeface="Courier New" panose="02070309020205020404" pitchFamily="49" charset="0"/>
              </a:rPr>
              <a:t>origin</a:t>
            </a:r>
          </a:p>
          <a:p>
            <a:pPr lvl="1"/>
            <a:r>
              <a:rPr lang="en-GB" dirty="0" err="1">
                <a:latin typeface="Courier New" panose="02070309020205020404" pitchFamily="49" charset="0"/>
                <a:cs typeface="Courier New" panose="02070309020205020404" pitchFamily="49" charset="0"/>
              </a:rPr>
              <a:t>jordan</a:t>
            </a:r>
            <a:r>
              <a:rPr lang="en-GB" dirty="0">
                <a:latin typeface="Courier New" panose="02070309020205020404" pitchFamily="49" charset="0"/>
                <a:cs typeface="Courier New" panose="02070309020205020404" pitchFamily="49" charset="0"/>
              </a:rPr>
              <a:t> </a:t>
            </a:r>
            <a:endParaRPr lang="en-GB" dirty="0"/>
          </a:p>
          <a:p>
            <a:r>
              <a:rPr lang="en-GB" dirty="0"/>
              <a:t>It’s worth mentioning that this changes your remote branch names, too. What used to be referenced at pb/main is now at </a:t>
            </a:r>
            <a:r>
              <a:rPr lang="en-GB" dirty="0" err="1"/>
              <a:t>jordan</a:t>
            </a:r>
            <a:r>
              <a:rPr lang="en-GB" dirty="0"/>
              <a:t>/main.</a:t>
            </a:r>
          </a:p>
          <a:p>
            <a:endParaRPr lang="en-GB" dirty="0"/>
          </a:p>
          <a:p>
            <a:r>
              <a:rPr lang="en-GB" dirty="0"/>
              <a:t>If you want to remove a reference for some reason — you’ve moved the server or are no longer using a particular mirror, or perhaps a contributor isn’t contributing anymore — you can use git remote rm:</a:t>
            </a:r>
          </a:p>
          <a:p>
            <a:endParaRPr lang="en-GB" dirty="0"/>
          </a:p>
          <a:p>
            <a:r>
              <a:rPr lang="en-GB" dirty="0"/>
              <a:t>$ git remote rm </a:t>
            </a:r>
            <a:r>
              <a:rPr lang="en-GB" dirty="0" err="1"/>
              <a:t>jordan</a:t>
            </a:r>
            <a:endParaRPr lang="en-GB" dirty="0"/>
          </a:p>
          <a:p>
            <a:r>
              <a:rPr lang="en-GB" dirty="0"/>
              <a:t>$ git remote</a:t>
            </a:r>
          </a:p>
          <a:p>
            <a:r>
              <a:rPr lang="en-GB" dirty="0"/>
              <a:t>origin</a:t>
            </a:r>
          </a:p>
        </p:txBody>
      </p:sp>
      <p:sp>
        <p:nvSpPr>
          <p:cNvPr id="4" name="Slide Number Placeholder 3"/>
          <p:cNvSpPr>
            <a:spLocks noGrp="1"/>
          </p:cNvSpPr>
          <p:nvPr>
            <p:ph type="sldNum" sz="quarter" idx="5"/>
          </p:nvPr>
        </p:nvSpPr>
        <p:spPr/>
        <p:txBody>
          <a:bodyPr/>
          <a:lstStyle/>
          <a:p>
            <a:fld id="{35BE1F5F-BEC2-48D5-A890-C07C79853E26}" type="slidenum">
              <a:rPr lang="en-GB" smtClean="0"/>
              <a:t>70</a:t>
            </a:fld>
            <a:endParaRPr lang="en-GB"/>
          </a:p>
        </p:txBody>
      </p:sp>
    </p:spTree>
    <p:extLst>
      <p:ext uri="{BB962C8B-B14F-4D97-AF65-F5344CB8AC3E}">
        <p14:creationId xmlns:p14="http://schemas.microsoft.com/office/powerpoint/2010/main" val="8287218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pitchFamily="34" charset="0"/>
                <a:ea typeface="+mn-ea"/>
                <a:cs typeface="Arial" pitchFamily="34" charset="0"/>
              </a:rPr>
              <a:t>You can also specify </a:t>
            </a:r>
            <a:r>
              <a:rPr lang="en-GB" dirty="0"/>
              <a:t>-v</a:t>
            </a:r>
            <a:r>
              <a:rPr lang="en-GB" sz="1200" b="0" i="0" kern="1200" dirty="0">
                <a:solidFill>
                  <a:schemeClr val="tx1"/>
                </a:solidFill>
                <a:effectLst/>
                <a:latin typeface="Arial" pitchFamily="34" charset="0"/>
                <a:ea typeface="+mn-ea"/>
                <a:cs typeface="Arial" pitchFamily="34" charset="0"/>
              </a:rPr>
              <a:t>, which shows you the URL that Git has stored for the short name to be expanded to.</a:t>
            </a:r>
          </a:p>
          <a:p>
            <a:endParaRPr lang="en-GB" dirty="0"/>
          </a:p>
          <a:p>
            <a:r>
              <a:rPr lang="en-GB" dirty="0"/>
              <a:t>If you want to rename a reference, in newer versions of Git you can run git remote rename to change a remote’s </a:t>
            </a:r>
            <a:r>
              <a:rPr lang="en-GB" dirty="0" err="1"/>
              <a:t>shortname</a:t>
            </a:r>
            <a:r>
              <a:rPr lang="en-GB" dirty="0"/>
              <a:t>. </a:t>
            </a:r>
          </a:p>
          <a:p>
            <a:endParaRPr lang="en-GB" dirty="0"/>
          </a:p>
          <a:p>
            <a:pPr lvl="1"/>
            <a:r>
              <a:rPr lang="en-GB" dirty="0">
                <a:latin typeface="Courier New" panose="02070309020205020404" pitchFamily="49" charset="0"/>
                <a:cs typeface="Courier New" panose="02070309020205020404" pitchFamily="49" charset="0"/>
              </a:rPr>
              <a:t>$ git remote rename pb </a:t>
            </a:r>
            <a:r>
              <a:rPr lang="en-GB" dirty="0" err="1">
                <a:latin typeface="Courier New" panose="02070309020205020404" pitchFamily="49" charset="0"/>
                <a:cs typeface="Courier New" panose="02070309020205020404" pitchFamily="49" charset="0"/>
              </a:rPr>
              <a:t>jordan</a:t>
            </a:r>
            <a:endParaRPr lang="en-GB" dirty="0">
              <a:latin typeface="Courier New" panose="02070309020205020404" pitchFamily="49" charset="0"/>
              <a:cs typeface="Courier New" panose="02070309020205020404" pitchFamily="49" charset="0"/>
            </a:endParaRPr>
          </a:p>
          <a:p>
            <a:pPr lvl="1"/>
            <a:r>
              <a:rPr lang="en-GB" dirty="0">
                <a:latin typeface="Courier New" panose="02070309020205020404" pitchFamily="49" charset="0"/>
                <a:cs typeface="Courier New" panose="02070309020205020404" pitchFamily="49" charset="0"/>
              </a:rPr>
              <a:t>$ git remote</a:t>
            </a:r>
          </a:p>
          <a:p>
            <a:pPr lvl="1"/>
            <a:r>
              <a:rPr lang="en-GB" dirty="0">
                <a:latin typeface="Courier New" panose="02070309020205020404" pitchFamily="49" charset="0"/>
                <a:cs typeface="Courier New" panose="02070309020205020404" pitchFamily="49" charset="0"/>
              </a:rPr>
              <a:t>origin</a:t>
            </a:r>
          </a:p>
          <a:p>
            <a:pPr lvl="1"/>
            <a:r>
              <a:rPr lang="en-GB" dirty="0" err="1">
                <a:latin typeface="Courier New" panose="02070309020205020404" pitchFamily="49" charset="0"/>
                <a:cs typeface="Courier New" panose="02070309020205020404" pitchFamily="49" charset="0"/>
              </a:rPr>
              <a:t>jordan</a:t>
            </a:r>
            <a:r>
              <a:rPr lang="en-GB" dirty="0">
                <a:latin typeface="Courier New" panose="02070309020205020404" pitchFamily="49" charset="0"/>
                <a:cs typeface="Courier New" panose="02070309020205020404" pitchFamily="49" charset="0"/>
              </a:rPr>
              <a:t> </a:t>
            </a:r>
            <a:endParaRPr lang="en-GB" dirty="0"/>
          </a:p>
          <a:p>
            <a:r>
              <a:rPr lang="en-GB" dirty="0"/>
              <a:t>It’s worth mentioning that this changes your remote branch names, too. What used to be referenced at pb/main is now at </a:t>
            </a:r>
            <a:r>
              <a:rPr lang="en-GB" dirty="0" err="1"/>
              <a:t>jordan</a:t>
            </a:r>
            <a:r>
              <a:rPr lang="en-GB" dirty="0"/>
              <a:t>/main.</a:t>
            </a:r>
          </a:p>
          <a:p>
            <a:endParaRPr lang="en-GB" dirty="0"/>
          </a:p>
          <a:p>
            <a:r>
              <a:rPr lang="en-GB" dirty="0"/>
              <a:t>If you want to remove a reference for some reason — you’ve moved the server or are no longer using a particular mirror, or perhaps a contributor isn’t contributing anymore — you can use git remote rm:</a:t>
            </a:r>
          </a:p>
          <a:p>
            <a:endParaRPr lang="en-GB" dirty="0"/>
          </a:p>
          <a:p>
            <a:r>
              <a:rPr lang="en-GB" dirty="0"/>
              <a:t>$ git remote rm </a:t>
            </a:r>
            <a:r>
              <a:rPr lang="en-GB" dirty="0" err="1"/>
              <a:t>jordan</a:t>
            </a:r>
            <a:endParaRPr lang="en-GB" dirty="0"/>
          </a:p>
          <a:p>
            <a:r>
              <a:rPr lang="en-GB" dirty="0"/>
              <a:t>$ git remote</a:t>
            </a:r>
          </a:p>
          <a:p>
            <a:r>
              <a:rPr lang="en-GB" dirty="0"/>
              <a:t>Origin	</a:t>
            </a:r>
          </a:p>
        </p:txBody>
      </p:sp>
      <p:sp>
        <p:nvSpPr>
          <p:cNvPr id="4" name="Slide Number Placeholder 3"/>
          <p:cNvSpPr>
            <a:spLocks noGrp="1"/>
          </p:cNvSpPr>
          <p:nvPr>
            <p:ph type="sldNum" sz="quarter" idx="5"/>
          </p:nvPr>
        </p:nvSpPr>
        <p:spPr/>
        <p:txBody>
          <a:bodyPr/>
          <a:lstStyle/>
          <a:p>
            <a:fld id="{35BE1F5F-BEC2-48D5-A890-C07C79853E26}" type="slidenum">
              <a:rPr lang="en-GB" smtClean="0"/>
              <a:t>71</a:t>
            </a:fld>
            <a:endParaRPr lang="en-GB"/>
          </a:p>
        </p:txBody>
      </p:sp>
    </p:spTree>
    <p:extLst>
      <p:ext uri="{BB962C8B-B14F-4D97-AF65-F5344CB8AC3E}">
        <p14:creationId xmlns:p14="http://schemas.microsoft.com/office/powerpoint/2010/main" val="20468677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Create and switch to a new branch: git checkout –b </a:t>
            </a:r>
            <a:r>
              <a:rPr lang="en-GB" dirty="0" err="1"/>
              <a:t>fixA</a:t>
            </a:r>
            <a:endParaRPr lang="en-GB" dirty="0"/>
          </a:p>
          <a:p>
            <a:r>
              <a:rPr lang="en-GB" dirty="0"/>
              <a:t>Create a file, stage and commit the file:</a:t>
            </a:r>
          </a:p>
          <a:p>
            <a:r>
              <a:rPr lang="en-GB" dirty="0"/>
              <a:t>Touch fileX.txt</a:t>
            </a:r>
          </a:p>
          <a:p>
            <a:r>
              <a:rPr lang="en-GB" dirty="0"/>
              <a:t>Git commit –am “FileX </a:t>
            </a:r>
            <a:r>
              <a:rPr lang="en-GB" dirty="0" err="1"/>
              <a:t>commited</a:t>
            </a:r>
            <a:r>
              <a:rPr lang="en-GB" dirty="0"/>
              <a:t> to </a:t>
            </a:r>
            <a:r>
              <a:rPr lang="en-GB" dirty="0" err="1"/>
              <a:t>fixA</a:t>
            </a:r>
            <a:r>
              <a:rPr lang="en-GB" dirty="0"/>
              <a:t> branch”</a:t>
            </a:r>
          </a:p>
          <a:p>
            <a:r>
              <a:rPr lang="en-GB" dirty="0"/>
              <a:t>Edit the file manually or with echo</a:t>
            </a:r>
          </a:p>
          <a:p>
            <a:r>
              <a:rPr lang="en-GB" dirty="0"/>
              <a:t>Git status // modified file, not staged for commit</a:t>
            </a:r>
          </a:p>
          <a:p>
            <a:r>
              <a:rPr lang="en-GB" dirty="0"/>
              <a:t>Try to switch back to main:</a:t>
            </a:r>
          </a:p>
          <a:p>
            <a:r>
              <a:rPr lang="en-GB" dirty="0"/>
              <a:t>Git checkout main // </a:t>
            </a:r>
            <a:r>
              <a:rPr lang="en-GB" sz="1200" kern="1200" dirty="0">
                <a:solidFill>
                  <a:schemeClr val="tx1"/>
                </a:solidFill>
                <a:latin typeface="Arial" pitchFamily="34" charset="0"/>
                <a:ea typeface="+mn-ea"/>
                <a:cs typeface="Arial" pitchFamily="34" charset="0"/>
              </a:rPr>
              <a:t>error: Your local changes to the following files would be overwritten by checkout: fix1.txt</a:t>
            </a:r>
          </a:p>
          <a:p>
            <a:r>
              <a:rPr lang="en-GB" sz="1200" kern="1200" dirty="0">
                <a:solidFill>
                  <a:schemeClr val="tx1"/>
                </a:solidFill>
                <a:latin typeface="Arial" pitchFamily="34" charset="0"/>
                <a:ea typeface="+mn-ea"/>
                <a:cs typeface="Arial" pitchFamily="34" charset="0"/>
              </a:rPr>
              <a:t>	Please commit your changes or stash them before you switch branches.</a:t>
            </a:r>
          </a:p>
          <a:p>
            <a:r>
              <a:rPr lang="en-GB" sz="1200" kern="1200" dirty="0">
                <a:solidFill>
                  <a:schemeClr val="tx1"/>
                </a:solidFill>
                <a:latin typeface="Arial" pitchFamily="34" charset="0"/>
                <a:ea typeface="+mn-ea"/>
                <a:cs typeface="Arial" pitchFamily="34" charset="0"/>
              </a:rPr>
              <a:t>	Aborting</a:t>
            </a:r>
          </a:p>
          <a:p>
            <a:r>
              <a:rPr lang="en-GB" sz="1200" kern="1200" dirty="0">
                <a:solidFill>
                  <a:schemeClr val="tx1"/>
                </a:solidFill>
                <a:latin typeface="Arial" pitchFamily="34" charset="0"/>
                <a:ea typeface="+mn-ea"/>
                <a:cs typeface="Arial" pitchFamily="34" charset="0"/>
              </a:rPr>
              <a:t>So stash your changes then switch to main:</a:t>
            </a:r>
          </a:p>
          <a:p>
            <a:r>
              <a:rPr lang="en-GB" sz="1200" kern="1200" dirty="0">
                <a:solidFill>
                  <a:schemeClr val="tx1"/>
                </a:solidFill>
                <a:latin typeface="Arial" pitchFamily="34" charset="0"/>
                <a:ea typeface="+mn-ea"/>
                <a:cs typeface="Arial" pitchFamily="34" charset="0"/>
              </a:rPr>
              <a:t>Git stash // Saved working directory and index state WIP on </a:t>
            </a:r>
            <a:r>
              <a:rPr lang="en-GB" sz="1200" kern="1200" dirty="0" err="1">
                <a:solidFill>
                  <a:schemeClr val="tx1"/>
                </a:solidFill>
                <a:latin typeface="Arial" pitchFamily="34" charset="0"/>
                <a:ea typeface="+mn-ea"/>
                <a:cs typeface="Arial" pitchFamily="34" charset="0"/>
              </a:rPr>
              <a:t>fixA</a:t>
            </a:r>
            <a:r>
              <a:rPr lang="en-GB" sz="1200" kern="1200" dirty="0">
                <a:solidFill>
                  <a:schemeClr val="tx1"/>
                </a:solidFill>
                <a:latin typeface="Arial" pitchFamily="34" charset="0"/>
                <a:ea typeface="+mn-ea"/>
                <a:cs typeface="Arial" pitchFamily="34" charset="0"/>
              </a:rPr>
              <a:t>: 2eebd11 Fixes added to </a:t>
            </a:r>
            <a:r>
              <a:rPr lang="en-GB" sz="1200" kern="1200" dirty="0" err="1">
                <a:solidFill>
                  <a:schemeClr val="tx1"/>
                </a:solidFill>
                <a:latin typeface="Arial" pitchFamily="34" charset="0"/>
                <a:ea typeface="+mn-ea"/>
                <a:cs typeface="Arial" pitchFamily="34" charset="0"/>
              </a:rPr>
              <a:t>fixA</a:t>
            </a:r>
            <a:r>
              <a:rPr lang="en-GB" sz="1200" kern="1200" dirty="0">
                <a:solidFill>
                  <a:schemeClr val="tx1"/>
                </a:solidFill>
                <a:latin typeface="Arial" pitchFamily="34" charset="0"/>
                <a:ea typeface="+mn-ea"/>
                <a:cs typeface="Arial" pitchFamily="34" charset="0"/>
              </a:rPr>
              <a:t> file</a:t>
            </a:r>
          </a:p>
          <a:p>
            <a:r>
              <a:rPr lang="en-GB" sz="1200" kern="1200" dirty="0">
                <a:solidFill>
                  <a:schemeClr val="tx1"/>
                </a:solidFill>
                <a:latin typeface="Arial" pitchFamily="34" charset="0"/>
                <a:ea typeface="+mn-ea"/>
                <a:cs typeface="Arial" pitchFamily="34" charset="0"/>
              </a:rPr>
              <a:t>Git checkout main</a:t>
            </a:r>
          </a:p>
          <a:p>
            <a:r>
              <a:rPr lang="en-GB" sz="1200" kern="1200" dirty="0">
                <a:solidFill>
                  <a:schemeClr val="tx1"/>
                </a:solidFill>
                <a:latin typeface="Arial" pitchFamily="34" charset="0"/>
                <a:ea typeface="+mn-ea"/>
                <a:cs typeface="Arial" pitchFamily="34" charset="0"/>
              </a:rPr>
              <a:t>When ready, switch back to your branch and list then pop the stash:</a:t>
            </a:r>
          </a:p>
          <a:p>
            <a:r>
              <a:rPr lang="en-GB" sz="1200" kern="1200" dirty="0">
                <a:solidFill>
                  <a:schemeClr val="tx1"/>
                </a:solidFill>
                <a:latin typeface="Arial" pitchFamily="34" charset="0"/>
                <a:ea typeface="+mn-ea"/>
                <a:cs typeface="Arial" pitchFamily="34" charset="0"/>
              </a:rPr>
              <a:t>Git checkout </a:t>
            </a:r>
            <a:r>
              <a:rPr lang="en-GB" sz="1200" kern="1200" dirty="0" err="1">
                <a:solidFill>
                  <a:schemeClr val="tx1"/>
                </a:solidFill>
                <a:latin typeface="Arial" pitchFamily="34" charset="0"/>
                <a:ea typeface="+mn-ea"/>
                <a:cs typeface="Arial" pitchFamily="34" charset="0"/>
              </a:rPr>
              <a:t>fixA</a:t>
            </a:r>
            <a:r>
              <a:rPr lang="en-GB" sz="1200" kern="1200" dirty="0">
                <a:solidFill>
                  <a:schemeClr val="tx1"/>
                </a:solidFill>
                <a:latin typeface="Arial" pitchFamily="34" charset="0"/>
                <a:ea typeface="+mn-ea"/>
                <a:cs typeface="Arial" pitchFamily="34" charset="0"/>
              </a:rPr>
              <a:t> // go look in the file, missing edits</a:t>
            </a:r>
          </a:p>
          <a:p>
            <a:r>
              <a:rPr lang="en-GB" sz="1200" kern="1200" dirty="0">
                <a:solidFill>
                  <a:schemeClr val="tx1"/>
                </a:solidFill>
                <a:latin typeface="Arial" pitchFamily="34" charset="0"/>
                <a:ea typeface="+mn-ea"/>
                <a:cs typeface="Arial" pitchFamily="34" charset="0"/>
              </a:rPr>
              <a:t>Git status // all fine, doesn’t know about the stash – you haven’t popped it yet</a:t>
            </a:r>
          </a:p>
          <a:p>
            <a:r>
              <a:rPr lang="en-GB" sz="1200" kern="1200" dirty="0">
                <a:solidFill>
                  <a:schemeClr val="tx1"/>
                </a:solidFill>
                <a:latin typeface="Arial" pitchFamily="34" charset="0"/>
                <a:ea typeface="+mn-ea"/>
                <a:cs typeface="Arial" pitchFamily="34" charset="0"/>
              </a:rPr>
              <a:t>Git stash list</a:t>
            </a:r>
          </a:p>
          <a:p>
            <a:r>
              <a:rPr lang="en-GB" sz="1200" kern="1200" dirty="0">
                <a:solidFill>
                  <a:schemeClr val="tx1"/>
                </a:solidFill>
                <a:latin typeface="Arial" pitchFamily="34" charset="0"/>
                <a:ea typeface="+mn-ea"/>
                <a:cs typeface="Arial" pitchFamily="34" charset="0"/>
              </a:rPr>
              <a:t>Git stash pop</a:t>
            </a:r>
          </a:p>
          <a:p>
            <a:r>
              <a:rPr lang="en-GB" sz="1200" kern="1200" dirty="0">
                <a:solidFill>
                  <a:schemeClr val="tx1"/>
                </a:solidFill>
                <a:latin typeface="Arial" pitchFamily="34" charset="0"/>
                <a:ea typeface="+mn-ea"/>
                <a:cs typeface="Arial" pitchFamily="34" charset="0"/>
              </a:rPr>
              <a:t>Go look in the file – changes are now there</a:t>
            </a:r>
          </a:p>
          <a:p>
            <a:r>
              <a:rPr lang="en-GB" sz="1200" kern="1200" dirty="0">
                <a:solidFill>
                  <a:schemeClr val="tx1"/>
                </a:solidFill>
                <a:latin typeface="Arial" pitchFamily="34" charset="0"/>
                <a:ea typeface="+mn-ea"/>
                <a:cs typeface="Arial" pitchFamily="34" charset="0"/>
              </a:rPr>
              <a:t>Continue to edit the file as necessary then stage and commit the changes</a:t>
            </a:r>
          </a:p>
          <a:p>
            <a:endParaRPr lang="en-GB" sz="1200" kern="1200" dirty="0">
              <a:solidFill>
                <a:schemeClr val="tx1"/>
              </a:solidFill>
              <a:latin typeface="Arial" pitchFamily="34" charset="0"/>
              <a:ea typeface="+mn-ea"/>
              <a:cs typeface="Arial" pitchFamily="34" charset="0"/>
            </a:endParaRPr>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74</a:t>
            </a:fld>
            <a:endParaRPr lang="en-GB"/>
          </a:p>
        </p:txBody>
      </p:sp>
    </p:spTree>
    <p:extLst>
      <p:ext uri="{BB962C8B-B14F-4D97-AF65-F5344CB8AC3E}">
        <p14:creationId xmlns:p14="http://schemas.microsoft.com/office/powerpoint/2010/main" val="33651460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can pop the stash from a different branch (as above) but then the file results in conflicts.</a:t>
            </a:r>
          </a:p>
          <a:p>
            <a:r>
              <a:rPr lang="en-GB" dirty="0"/>
              <a:t>Open and edit the file to remove the conflicts then add and commit</a:t>
            </a:r>
          </a:p>
          <a:p>
            <a:endParaRPr lang="en-GB" dirty="0"/>
          </a:p>
          <a:p>
            <a:r>
              <a:rPr lang="en-GB" dirty="0"/>
              <a:t>Note: you are already in main unless you switched back to your branch before popping the stash</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76</a:t>
            </a:fld>
            <a:endParaRPr lang="en-GB"/>
          </a:p>
        </p:txBody>
      </p:sp>
    </p:spTree>
    <p:extLst>
      <p:ext uri="{BB962C8B-B14F-4D97-AF65-F5344CB8AC3E}">
        <p14:creationId xmlns:p14="http://schemas.microsoft.com/office/powerpoint/2010/main" val="4911036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8.svg"/><Relationship Id="rId7" Type="http://schemas.openxmlformats.org/officeDocument/2006/relationships/image" Target="../media/image16.sv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5.svg"/><Relationship Id="rId5" Type="http://schemas.openxmlformats.org/officeDocument/2006/relationships/image" Target="../media/image14.sv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3.xml"/><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png"/><Relationship Id="rId1" Type="http://schemas.openxmlformats.org/officeDocument/2006/relationships/slideMaster" Target="../slideMasters/slideMaster3.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8.svg"/><Relationship Id="rId7" Type="http://schemas.openxmlformats.org/officeDocument/2006/relationships/image" Target="../media/image16.svg"/><Relationship Id="rId2" Type="http://schemas.openxmlformats.org/officeDocument/2006/relationships/image" Target="../media/image12.png"/><Relationship Id="rId1" Type="http://schemas.openxmlformats.org/officeDocument/2006/relationships/slideMaster" Target="../slideMasters/slideMaster3.xml"/><Relationship Id="rId6" Type="http://schemas.openxmlformats.org/officeDocument/2006/relationships/image" Target="../media/image15.svg"/><Relationship Id="rId5" Type="http://schemas.openxmlformats.org/officeDocument/2006/relationships/image" Target="../media/image14.sv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5.xml"/><Relationship Id="rId4" Type="http://schemas.openxmlformats.org/officeDocument/2006/relationships/image" Target="../media/image32.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6.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7.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8.pn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7.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l="16320" r="29534" b="1793"/>
          <a:stretch/>
        </p:blipFill>
        <p:spPr>
          <a:xfrm>
            <a:off x="6528390" y="0"/>
            <a:ext cx="5663609" cy="6849922"/>
          </a:xfrm>
          <a:prstGeom prst="rect">
            <a:avLst/>
          </a:prstGeom>
        </p:spPr>
      </p:pic>
      <p:pic>
        <p:nvPicPr>
          <p:cNvPr id="7" name="Graphic 6">
            <a:extLst>
              <a:ext uri="{FF2B5EF4-FFF2-40B4-BE49-F238E27FC236}">
                <a16:creationId xmlns:a16="http://schemas.microsoft.com/office/drawing/2014/main" id="{75BE4213-8917-C466-A93D-D6E1EE6990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l="17765" r="27171"/>
          <a:stretch/>
        </p:blipFill>
        <p:spPr>
          <a:xfrm>
            <a:off x="6528390" y="0"/>
            <a:ext cx="5663609" cy="6859064"/>
          </a:xfrm>
          <a:prstGeom prst="rect">
            <a:avLst/>
          </a:prstGeom>
        </p:spPr>
      </p:pic>
      <p:pic>
        <p:nvPicPr>
          <p:cNvPr id="5" name="Graphic 4">
            <a:extLst>
              <a:ext uri="{FF2B5EF4-FFF2-40B4-BE49-F238E27FC236}">
                <a16:creationId xmlns:a16="http://schemas.microsoft.com/office/drawing/2014/main" id="{3E56F909-C745-4878-6B8F-D6A9571384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l="26161" t="-118" r="18817" b="118"/>
          <a:stretch/>
        </p:blipFill>
        <p:spPr>
          <a:xfrm>
            <a:off x="6528390" y="0"/>
            <a:ext cx="5663610" cy="6858000"/>
          </a:xfrm>
          <a:prstGeom prst="rect">
            <a:avLst/>
          </a:prstGeom>
        </p:spPr>
      </p:pic>
      <p:pic>
        <p:nvPicPr>
          <p:cNvPr id="5" name="Graphic 4">
            <a:extLst>
              <a:ext uri="{FF2B5EF4-FFF2-40B4-BE49-F238E27FC236}">
                <a16:creationId xmlns:a16="http://schemas.microsoft.com/office/drawing/2014/main" id="{E007CEAE-65F2-D639-3C6B-EC6367B593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l="27408" r="17522"/>
          <a:stretch/>
        </p:blipFill>
        <p:spPr>
          <a:xfrm>
            <a:off x="6528389" y="0"/>
            <a:ext cx="5663609" cy="6858000"/>
          </a:xfrm>
          <a:prstGeom prst="rect">
            <a:avLst/>
          </a:prstGeom>
        </p:spPr>
      </p:pic>
      <p:pic>
        <p:nvPicPr>
          <p:cNvPr id="5" name="Graphic 4">
            <a:extLst>
              <a:ext uri="{FF2B5EF4-FFF2-40B4-BE49-F238E27FC236}">
                <a16:creationId xmlns:a16="http://schemas.microsoft.com/office/drawing/2014/main" id="{459AEA80-3564-9C9A-E0E6-A7267D933AD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l="22465" r="22465"/>
          <a:stretch/>
        </p:blipFill>
        <p:spPr>
          <a:xfrm>
            <a:off x="6528390" y="0"/>
            <a:ext cx="5663610" cy="6858000"/>
          </a:xfrm>
          <a:prstGeom prst="rect">
            <a:avLst/>
          </a:prstGeom>
        </p:spPr>
      </p:pic>
      <p:pic>
        <p:nvPicPr>
          <p:cNvPr id="5" name="Graphic 4">
            <a:extLst>
              <a:ext uri="{FF2B5EF4-FFF2-40B4-BE49-F238E27FC236}">
                <a16:creationId xmlns:a16="http://schemas.microsoft.com/office/drawing/2014/main" id="{23C7DFE7-B5B6-B53E-DDA1-4B5F40A5EC2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ue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3" name="Graphic 2">
            <a:extLst>
              <a:ext uri="{FF2B5EF4-FFF2-40B4-BE49-F238E27FC236}">
                <a16:creationId xmlns:a16="http://schemas.microsoft.com/office/drawing/2014/main" id="{79AC3A23-6D2C-09F5-35BB-ED8FEAD8C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21" name="Rounded Rectangle 20">
            <a:extLst>
              <a:ext uri="{FF2B5EF4-FFF2-40B4-BE49-F238E27FC236}">
                <a16:creationId xmlns:a16="http://schemas.microsoft.com/office/drawing/2014/main" id="{34DBCE62-BC3D-1742-CAB8-D335BD7CFD52}"/>
              </a:ext>
            </a:extLst>
          </p:cNvPr>
          <p:cNvSpPr/>
          <p:nvPr userDrawn="1"/>
        </p:nvSpPr>
        <p:spPr>
          <a:xfrm>
            <a:off x="0" y="1031661"/>
            <a:ext cx="8921407" cy="1234856"/>
          </a:xfrm>
          <a:custGeom>
            <a:avLst/>
            <a:gdLst>
              <a:gd name="connsiteX0" fmla="*/ 0 w 9538834"/>
              <a:gd name="connsiteY0" fmla="*/ 617428 h 1234855"/>
              <a:gd name="connsiteX1" fmla="*/ 617428 w 9538834"/>
              <a:gd name="connsiteY1" fmla="*/ 0 h 1234855"/>
              <a:gd name="connsiteX2" fmla="*/ 8921407 w 9538834"/>
              <a:gd name="connsiteY2" fmla="*/ 0 h 1234855"/>
              <a:gd name="connsiteX3" fmla="*/ 9538835 w 9538834"/>
              <a:gd name="connsiteY3" fmla="*/ 617428 h 1234855"/>
              <a:gd name="connsiteX4" fmla="*/ 9538834 w 9538834"/>
              <a:gd name="connsiteY4" fmla="*/ 617428 h 1234855"/>
              <a:gd name="connsiteX5" fmla="*/ 8921406 w 9538834"/>
              <a:gd name="connsiteY5" fmla="*/ 1234856 h 1234855"/>
              <a:gd name="connsiteX6" fmla="*/ 617428 w 9538834"/>
              <a:gd name="connsiteY6" fmla="*/ 1234855 h 1234855"/>
              <a:gd name="connsiteX7" fmla="*/ 0 w 9538834"/>
              <a:gd name="connsiteY7" fmla="*/ 617427 h 1234855"/>
              <a:gd name="connsiteX8" fmla="*/ 0 w 9538834"/>
              <a:gd name="connsiteY8" fmla="*/ 617428 h 1234855"/>
              <a:gd name="connsiteX0" fmla="*/ 160255 w 9538835"/>
              <a:gd name="connsiteY0" fmla="*/ 247868 h 1251795"/>
              <a:gd name="connsiteX1" fmla="*/ 617428 w 9538835"/>
              <a:gd name="connsiteY1" fmla="*/ 16939 h 1251795"/>
              <a:gd name="connsiteX2" fmla="*/ 8921407 w 9538835"/>
              <a:gd name="connsiteY2" fmla="*/ 16939 h 1251795"/>
              <a:gd name="connsiteX3" fmla="*/ 9538835 w 9538835"/>
              <a:gd name="connsiteY3" fmla="*/ 634367 h 1251795"/>
              <a:gd name="connsiteX4" fmla="*/ 9538834 w 9538835"/>
              <a:gd name="connsiteY4" fmla="*/ 634367 h 1251795"/>
              <a:gd name="connsiteX5" fmla="*/ 8921406 w 9538835"/>
              <a:gd name="connsiteY5" fmla="*/ 1251795 h 1251795"/>
              <a:gd name="connsiteX6" fmla="*/ 617428 w 9538835"/>
              <a:gd name="connsiteY6" fmla="*/ 1251794 h 1251795"/>
              <a:gd name="connsiteX7" fmla="*/ 0 w 9538835"/>
              <a:gd name="connsiteY7" fmla="*/ 634366 h 1251795"/>
              <a:gd name="connsiteX8" fmla="*/ 160255 w 9538835"/>
              <a:gd name="connsiteY8" fmla="*/ 247868 h 1251795"/>
              <a:gd name="connsiteX0" fmla="*/ 0 w 9538835"/>
              <a:gd name="connsiteY0" fmla="*/ 617427 h 1234856"/>
              <a:gd name="connsiteX1" fmla="*/ 617428 w 9538835"/>
              <a:gd name="connsiteY1" fmla="*/ 0 h 1234856"/>
              <a:gd name="connsiteX2" fmla="*/ 8921407 w 9538835"/>
              <a:gd name="connsiteY2" fmla="*/ 0 h 1234856"/>
              <a:gd name="connsiteX3" fmla="*/ 9538835 w 9538835"/>
              <a:gd name="connsiteY3" fmla="*/ 617428 h 1234856"/>
              <a:gd name="connsiteX4" fmla="*/ 9538834 w 9538835"/>
              <a:gd name="connsiteY4" fmla="*/ 617428 h 1234856"/>
              <a:gd name="connsiteX5" fmla="*/ 8921406 w 9538835"/>
              <a:gd name="connsiteY5" fmla="*/ 1234856 h 1234856"/>
              <a:gd name="connsiteX6" fmla="*/ 617428 w 9538835"/>
              <a:gd name="connsiteY6" fmla="*/ 1234855 h 1234856"/>
              <a:gd name="connsiteX7" fmla="*/ 0 w 9538835"/>
              <a:gd name="connsiteY7" fmla="*/ 617427 h 1234856"/>
              <a:gd name="connsiteX0" fmla="*/ 1037997 w 9959404"/>
              <a:gd name="connsiteY0" fmla="*/ 1234855 h 1234856"/>
              <a:gd name="connsiteX1" fmla="*/ 1037997 w 9959404"/>
              <a:gd name="connsiteY1" fmla="*/ 0 h 1234856"/>
              <a:gd name="connsiteX2" fmla="*/ 9341976 w 9959404"/>
              <a:gd name="connsiteY2" fmla="*/ 0 h 1234856"/>
              <a:gd name="connsiteX3" fmla="*/ 9959404 w 9959404"/>
              <a:gd name="connsiteY3" fmla="*/ 617428 h 1234856"/>
              <a:gd name="connsiteX4" fmla="*/ 9959403 w 9959404"/>
              <a:gd name="connsiteY4" fmla="*/ 617428 h 1234856"/>
              <a:gd name="connsiteX5" fmla="*/ 9341975 w 9959404"/>
              <a:gd name="connsiteY5" fmla="*/ 1234856 h 1234856"/>
              <a:gd name="connsiteX6" fmla="*/ 1037997 w 9959404"/>
              <a:gd name="connsiteY6" fmla="*/ 1234855 h 1234856"/>
              <a:gd name="connsiteX0" fmla="*/ 614722 w 9536129"/>
              <a:gd name="connsiteY0" fmla="*/ 1234855 h 1234856"/>
              <a:gd name="connsiteX1" fmla="*/ 614722 w 9536129"/>
              <a:gd name="connsiteY1" fmla="*/ 0 h 1234856"/>
              <a:gd name="connsiteX2" fmla="*/ 8918701 w 9536129"/>
              <a:gd name="connsiteY2" fmla="*/ 0 h 1234856"/>
              <a:gd name="connsiteX3" fmla="*/ 9536129 w 9536129"/>
              <a:gd name="connsiteY3" fmla="*/ 617428 h 1234856"/>
              <a:gd name="connsiteX4" fmla="*/ 9536128 w 9536129"/>
              <a:gd name="connsiteY4" fmla="*/ 617428 h 1234856"/>
              <a:gd name="connsiteX5" fmla="*/ 8918700 w 9536129"/>
              <a:gd name="connsiteY5" fmla="*/ 1234856 h 1234856"/>
              <a:gd name="connsiteX6" fmla="*/ 614722 w 9536129"/>
              <a:gd name="connsiteY6" fmla="*/ 1234855 h 1234856"/>
              <a:gd name="connsiteX0" fmla="*/ 3059 w 8924466"/>
              <a:gd name="connsiteY0" fmla="*/ 1234855 h 1234856"/>
              <a:gd name="connsiteX1" fmla="*/ 3059 w 8924466"/>
              <a:gd name="connsiteY1" fmla="*/ 0 h 1234856"/>
              <a:gd name="connsiteX2" fmla="*/ 8307038 w 8924466"/>
              <a:gd name="connsiteY2" fmla="*/ 0 h 1234856"/>
              <a:gd name="connsiteX3" fmla="*/ 8924466 w 8924466"/>
              <a:gd name="connsiteY3" fmla="*/ 617428 h 1234856"/>
              <a:gd name="connsiteX4" fmla="*/ 8924465 w 8924466"/>
              <a:gd name="connsiteY4" fmla="*/ 617428 h 1234856"/>
              <a:gd name="connsiteX5" fmla="*/ 8307037 w 8924466"/>
              <a:gd name="connsiteY5" fmla="*/ 1234856 h 1234856"/>
              <a:gd name="connsiteX6" fmla="*/ 3059 w 8924466"/>
              <a:gd name="connsiteY6" fmla="*/ 1234855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 name="connsiteX6" fmla="*/ 91440 w 8921407"/>
              <a:gd name="connsiteY6" fmla="*/ 91440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21407" h="1234856">
                <a:moveTo>
                  <a:pt x="0" y="0"/>
                </a:moveTo>
                <a:lnTo>
                  <a:pt x="8303979" y="0"/>
                </a:lnTo>
                <a:cubicBezTo>
                  <a:pt x="8644975" y="0"/>
                  <a:pt x="8921407" y="276432"/>
                  <a:pt x="8921407" y="617428"/>
                </a:cubicBezTo>
                <a:lnTo>
                  <a:pt x="8921406" y="617428"/>
                </a:lnTo>
                <a:cubicBezTo>
                  <a:pt x="8921406" y="958424"/>
                  <a:pt x="8644974" y="1234856"/>
                  <a:pt x="8303978" y="1234856"/>
                </a:cubicBezTo>
                <a:lnTo>
                  <a:pt x="0" y="1234855"/>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Graphic 21">
            <a:extLst>
              <a:ext uri="{FF2B5EF4-FFF2-40B4-BE49-F238E27FC236}">
                <a16:creationId xmlns:a16="http://schemas.microsoft.com/office/drawing/2014/main" id="{193A4613-8585-77DA-BD0B-A22E5BFC7E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37993" y="4100138"/>
            <a:ext cx="400552" cy="400552"/>
          </a:xfrm>
          <a:prstGeom prst="rect">
            <a:avLst/>
          </a:prstGeom>
        </p:spPr>
      </p:pic>
      <p:pic>
        <p:nvPicPr>
          <p:cNvPr id="23" name="Graphic 22">
            <a:extLst>
              <a:ext uri="{FF2B5EF4-FFF2-40B4-BE49-F238E27FC236}">
                <a16:creationId xmlns:a16="http://schemas.microsoft.com/office/drawing/2014/main" id="{9C424C93-4E2C-4D8E-A66B-C152CF637D3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993" y="3415759"/>
            <a:ext cx="400552" cy="396000"/>
          </a:xfrm>
          <a:prstGeom prst="rect">
            <a:avLst/>
          </a:prstGeom>
        </p:spPr>
      </p:pic>
      <p:pic>
        <p:nvPicPr>
          <p:cNvPr id="24" name="Graphic 23">
            <a:extLst>
              <a:ext uri="{FF2B5EF4-FFF2-40B4-BE49-F238E27FC236}">
                <a16:creationId xmlns:a16="http://schemas.microsoft.com/office/drawing/2014/main" id="{EC940E8B-08D5-20D4-A013-77211E491D0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993" y="4789069"/>
            <a:ext cx="400552" cy="396000"/>
          </a:xfrm>
          <a:prstGeom prst="rect">
            <a:avLst/>
          </a:prstGeom>
        </p:spPr>
      </p:pic>
    </p:spTree>
    <p:extLst>
      <p:ext uri="{BB962C8B-B14F-4D97-AF65-F5344CB8AC3E}">
        <p14:creationId xmlns:p14="http://schemas.microsoft.com/office/powerpoint/2010/main" val="3562340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ue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dirty="0"/>
          </a:p>
        </p:txBody>
      </p:sp>
      <p:pic>
        <p:nvPicPr>
          <p:cNvPr id="2" name="Graphic 1">
            <a:extLst>
              <a:ext uri="{FF2B5EF4-FFF2-40B4-BE49-F238E27FC236}">
                <a16:creationId xmlns:a16="http://schemas.microsoft.com/office/drawing/2014/main" id="{052FA015-3829-1304-07E4-7B381B57F21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20" name="Rounded Rectangle 19">
            <a:extLst>
              <a:ext uri="{FF2B5EF4-FFF2-40B4-BE49-F238E27FC236}">
                <a16:creationId xmlns:a16="http://schemas.microsoft.com/office/drawing/2014/main" id="{8F18EDF8-6C48-C937-CF2D-C9ABFC26DF5F}"/>
              </a:ext>
            </a:extLst>
          </p:cNvPr>
          <p:cNvSpPr/>
          <p:nvPr userDrawn="1"/>
        </p:nvSpPr>
        <p:spPr>
          <a:xfrm>
            <a:off x="-8677" y="980576"/>
            <a:ext cx="6707822" cy="1303446"/>
          </a:xfrm>
          <a:custGeom>
            <a:avLst/>
            <a:gdLst>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0 w 7359545"/>
              <a:gd name="connsiteY7" fmla="*/ 65172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91440 w 7359545"/>
              <a:gd name="connsiteY7" fmla="*/ 74316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0" fmla="*/ 0 w 6707822"/>
              <a:gd name="connsiteY0" fmla="*/ 0 h 1303446"/>
              <a:gd name="connsiteX1" fmla="*/ 6056099 w 6707822"/>
              <a:gd name="connsiteY1" fmla="*/ 0 h 1303446"/>
              <a:gd name="connsiteX2" fmla="*/ 6707822 w 6707822"/>
              <a:gd name="connsiteY2" fmla="*/ 651723 h 1303446"/>
              <a:gd name="connsiteX3" fmla="*/ 6707822 w 6707822"/>
              <a:gd name="connsiteY3" fmla="*/ 651723 h 1303446"/>
              <a:gd name="connsiteX4" fmla="*/ 6056099 w 6707822"/>
              <a:gd name="connsiteY4" fmla="*/ 1303446 h 1303446"/>
              <a:gd name="connsiteX5" fmla="*/ 0 w 6707822"/>
              <a:gd name="connsiteY5" fmla="*/ 1303446 h 13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07822" h="1303446">
                <a:moveTo>
                  <a:pt x="0" y="0"/>
                </a:moveTo>
                <a:lnTo>
                  <a:pt x="6056099" y="0"/>
                </a:lnTo>
                <a:cubicBezTo>
                  <a:pt x="6416036" y="0"/>
                  <a:pt x="6707822" y="291786"/>
                  <a:pt x="6707822" y="651723"/>
                </a:cubicBezTo>
                <a:lnTo>
                  <a:pt x="6707822" y="651723"/>
                </a:lnTo>
                <a:cubicBezTo>
                  <a:pt x="6707822" y="1011660"/>
                  <a:pt x="6416036" y="1303446"/>
                  <a:pt x="6056099" y="1303446"/>
                </a:cubicBezTo>
                <a:lnTo>
                  <a:pt x="0" y="1303446"/>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a:extLst>
              <a:ext uri="{FF2B5EF4-FFF2-40B4-BE49-F238E27FC236}">
                <a16:creationId xmlns:a16="http://schemas.microsoft.com/office/drawing/2014/main" id="{3783B3A4-BC5E-400E-E27B-330E92E8405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6978" y="4100138"/>
            <a:ext cx="400552" cy="400552"/>
          </a:xfrm>
          <a:prstGeom prst="rect">
            <a:avLst/>
          </a:prstGeom>
        </p:spPr>
      </p:pic>
      <p:pic>
        <p:nvPicPr>
          <p:cNvPr id="22" name="Graphic 21">
            <a:extLst>
              <a:ext uri="{FF2B5EF4-FFF2-40B4-BE49-F238E27FC236}">
                <a16:creationId xmlns:a16="http://schemas.microsoft.com/office/drawing/2014/main" id="{076618A0-71E2-42D3-CAE1-776B919E1EF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6978" y="3415759"/>
            <a:ext cx="400552" cy="396000"/>
          </a:xfrm>
          <a:prstGeom prst="rect">
            <a:avLst/>
          </a:prstGeom>
        </p:spPr>
      </p:pic>
      <p:pic>
        <p:nvPicPr>
          <p:cNvPr id="23" name="Graphic 22">
            <a:extLst>
              <a:ext uri="{FF2B5EF4-FFF2-40B4-BE49-F238E27FC236}">
                <a16:creationId xmlns:a16="http://schemas.microsoft.com/office/drawing/2014/main" id="{8B1EC57C-08B1-9179-C0E2-09F5F76BC4E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46978" y="4789069"/>
            <a:ext cx="400552" cy="396000"/>
          </a:xfrm>
          <a:prstGeom prst="rect">
            <a:avLst/>
          </a:prstGeom>
        </p:spPr>
      </p:pic>
    </p:spTree>
    <p:extLst>
      <p:ext uri="{BB962C8B-B14F-4D97-AF65-F5344CB8AC3E}">
        <p14:creationId xmlns:p14="http://schemas.microsoft.com/office/powerpoint/2010/main" val="520181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ue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Housekeeping</a:t>
            </a:r>
            <a:endParaRPr lang="en-US" sz="3000" b="1" dirty="0">
              <a:latin typeface="+mn-lt"/>
            </a:endParaRPr>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3" name="Graphic 2">
            <a:extLst>
              <a:ext uri="{FF2B5EF4-FFF2-40B4-BE49-F238E27FC236}">
                <a16:creationId xmlns:a16="http://schemas.microsoft.com/office/drawing/2014/main" id="{C9F7D505-3156-BD0D-3CFF-C37413DAF7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pic>
        <p:nvPicPr>
          <p:cNvPr id="6" name="Graphic 5" descr="Fire outline">
            <a:extLst>
              <a:ext uri="{FF2B5EF4-FFF2-40B4-BE49-F238E27FC236}">
                <a16:creationId xmlns:a16="http://schemas.microsoft.com/office/drawing/2014/main" id="{E735A1D2-4554-778B-8CB2-375876EA27C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273954" y="3913547"/>
            <a:ext cx="1702580" cy="1702580"/>
          </a:xfrm>
          <a:prstGeom prst="rect">
            <a:avLst/>
          </a:prstGeom>
        </p:spPr>
      </p:pic>
      <p:pic>
        <p:nvPicPr>
          <p:cNvPr id="8" name="Graphic 7" descr="Latte Cup outline">
            <a:extLst>
              <a:ext uri="{FF2B5EF4-FFF2-40B4-BE49-F238E27FC236}">
                <a16:creationId xmlns:a16="http://schemas.microsoft.com/office/drawing/2014/main" id="{B1FEE8B1-FED3-6D24-5F6A-A42A0E4E7CC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282267" y="1481667"/>
            <a:ext cx="1936046" cy="1936046"/>
          </a:xfrm>
          <a:prstGeom prst="rect">
            <a:avLst/>
          </a:prstGeom>
        </p:spPr>
      </p:pic>
      <p:pic>
        <p:nvPicPr>
          <p:cNvPr id="10" name="Graphic 9" descr="Clock outline">
            <a:extLst>
              <a:ext uri="{FF2B5EF4-FFF2-40B4-BE49-F238E27FC236}">
                <a16:creationId xmlns:a16="http://schemas.microsoft.com/office/drawing/2014/main" id="{1596FEB3-DD5D-E0E6-B23C-BAE0DB1CBE1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031109" y="1600198"/>
            <a:ext cx="1789290" cy="1789290"/>
          </a:xfrm>
          <a:prstGeom prst="rect">
            <a:avLst/>
          </a:prstGeom>
        </p:spPr>
      </p:pic>
      <p:pic>
        <p:nvPicPr>
          <p:cNvPr id="11" name="Graphic 10" descr="Clipboard Ticked outline">
            <a:extLst>
              <a:ext uri="{FF2B5EF4-FFF2-40B4-BE49-F238E27FC236}">
                <a16:creationId xmlns:a16="http://schemas.microsoft.com/office/drawing/2014/main" id="{CEDAB70C-C978-AEE8-4681-4F1FE65F440B}"/>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561516" y="4010282"/>
            <a:ext cx="1749778" cy="1749778"/>
          </a:xfrm>
          <a:prstGeom prst="rect">
            <a:avLst/>
          </a:prstGeom>
        </p:spPr>
      </p:pic>
      <p:pic>
        <p:nvPicPr>
          <p:cNvPr id="12" name="Graphic 11" descr="Smart Phone outline">
            <a:extLst>
              <a:ext uri="{FF2B5EF4-FFF2-40B4-BE49-F238E27FC236}">
                <a16:creationId xmlns:a16="http://schemas.microsoft.com/office/drawing/2014/main" id="{880D723C-3B64-340A-AE1E-3E47F0359344}"/>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913881" y="1735844"/>
            <a:ext cx="1550181" cy="1550181"/>
          </a:xfrm>
          <a:prstGeom prst="rect">
            <a:avLst/>
          </a:prstGeom>
        </p:spPr>
      </p:pic>
      <p:pic>
        <p:nvPicPr>
          <p:cNvPr id="13" name="Graphic 12" descr="Lock outline">
            <a:extLst>
              <a:ext uri="{FF2B5EF4-FFF2-40B4-BE49-F238E27FC236}">
                <a16:creationId xmlns:a16="http://schemas.microsoft.com/office/drawing/2014/main" id="{546B8FDB-94C0-5D83-89E3-4FDCAC46856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2730350" y="3849510"/>
            <a:ext cx="1910549" cy="1910549"/>
          </a:xfrm>
          <a:prstGeom prst="rect">
            <a:avLst/>
          </a:prstGeom>
        </p:spPr>
      </p:pic>
      <p:pic>
        <p:nvPicPr>
          <p:cNvPr id="14" name="Graphic 13" descr="Gender outline">
            <a:extLst>
              <a:ext uri="{FF2B5EF4-FFF2-40B4-BE49-F238E27FC236}">
                <a16:creationId xmlns:a16="http://schemas.microsoft.com/office/drawing/2014/main" id="{E4261D43-65DC-E522-ADB1-81CEC11F2463}"/>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545495" y="1766888"/>
            <a:ext cx="1550181" cy="1550181"/>
          </a:xfrm>
          <a:prstGeom prst="rect">
            <a:avLst/>
          </a:prstGeom>
        </p:spPr>
      </p:pic>
    </p:spTree>
    <p:extLst>
      <p:ext uri="{BB962C8B-B14F-4D97-AF65-F5344CB8AC3E}">
        <p14:creationId xmlns:p14="http://schemas.microsoft.com/office/powerpoint/2010/main" val="1527291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lue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dirty="0"/>
          </a:p>
        </p:txBody>
      </p:sp>
      <p:pic>
        <p:nvPicPr>
          <p:cNvPr id="2" name="Graphic 1">
            <a:extLst>
              <a:ext uri="{FF2B5EF4-FFF2-40B4-BE49-F238E27FC236}">
                <a16:creationId xmlns:a16="http://schemas.microsoft.com/office/drawing/2014/main" id="{DCAEDBB4-5A74-ED5B-68D3-6E71A193F6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Tree>
    <p:extLst>
      <p:ext uri="{BB962C8B-B14F-4D97-AF65-F5344CB8AC3E}">
        <p14:creationId xmlns:p14="http://schemas.microsoft.com/office/powerpoint/2010/main" val="2170948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W_profile">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2" name="Graphic 1">
            <a:extLst>
              <a:ext uri="{FF2B5EF4-FFF2-40B4-BE49-F238E27FC236}">
                <a16:creationId xmlns:a16="http://schemas.microsoft.com/office/drawing/2014/main" id="{01FDB349-32E9-8B2A-C495-DFA11D9F08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9415" y="6377712"/>
            <a:ext cx="566418" cy="281047"/>
          </a:xfrm>
          <a:prstGeom prst="rect">
            <a:avLst/>
          </a:prstGeom>
        </p:spPr>
      </p:pic>
      <p:sp>
        <p:nvSpPr>
          <p:cNvPr id="6" name="Rounded Rectangle 20">
            <a:extLst>
              <a:ext uri="{FF2B5EF4-FFF2-40B4-BE49-F238E27FC236}">
                <a16:creationId xmlns:a16="http://schemas.microsoft.com/office/drawing/2014/main" id="{456EEC68-CBE9-9D70-396F-B24F007D0F4C}"/>
              </a:ext>
            </a:extLst>
          </p:cNvPr>
          <p:cNvSpPr/>
          <p:nvPr userDrawn="1"/>
        </p:nvSpPr>
        <p:spPr>
          <a:xfrm>
            <a:off x="0" y="1031661"/>
            <a:ext cx="8921407" cy="1234856"/>
          </a:xfrm>
          <a:custGeom>
            <a:avLst/>
            <a:gdLst>
              <a:gd name="connsiteX0" fmla="*/ 0 w 9538834"/>
              <a:gd name="connsiteY0" fmla="*/ 617428 h 1234855"/>
              <a:gd name="connsiteX1" fmla="*/ 617428 w 9538834"/>
              <a:gd name="connsiteY1" fmla="*/ 0 h 1234855"/>
              <a:gd name="connsiteX2" fmla="*/ 8921407 w 9538834"/>
              <a:gd name="connsiteY2" fmla="*/ 0 h 1234855"/>
              <a:gd name="connsiteX3" fmla="*/ 9538835 w 9538834"/>
              <a:gd name="connsiteY3" fmla="*/ 617428 h 1234855"/>
              <a:gd name="connsiteX4" fmla="*/ 9538834 w 9538834"/>
              <a:gd name="connsiteY4" fmla="*/ 617428 h 1234855"/>
              <a:gd name="connsiteX5" fmla="*/ 8921406 w 9538834"/>
              <a:gd name="connsiteY5" fmla="*/ 1234856 h 1234855"/>
              <a:gd name="connsiteX6" fmla="*/ 617428 w 9538834"/>
              <a:gd name="connsiteY6" fmla="*/ 1234855 h 1234855"/>
              <a:gd name="connsiteX7" fmla="*/ 0 w 9538834"/>
              <a:gd name="connsiteY7" fmla="*/ 617427 h 1234855"/>
              <a:gd name="connsiteX8" fmla="*/ 0 w 9538834"/>
              <a:gd name="connsiteY8" fmla="*/ 617428 h 1234855"/>
              <a:gd name="connsiteX0" fmla="*/ 160255 w 9538835"/>
              <a:gd name="connsiteY0" fmla="*/ 247868 h 1251795"/>
              <a:gd name="connsiteX1" fmla="*/ 617428 w 9538835"/>
              <a:gd name="connsiteY1" fmla="*/ 16939 h 1251795"/>
              <a:gd name="connsiteX2" fmla="*/ 8921407 w 9538835"/>
              <a:gd name="connsiteY2" fmla="*/ 16939 h 1251795"/>
              <a:gd name="connsiteX3" fmla="*/ 9538835 w 9538835"/>
              <a:gd name="connsiteY3" fmla="*/ 634367 h 1251795"/>
              <a:gd name="connsiteX4" fmla="*/ 9538834 w 9538835"/>
              <a:gd name="connsiteY4" fmla="*/ 634367 h 1251795"/>
              <a:gd name="connsiteX5" fmla="*/ 8921406 w 9538835"/>
              <a:gd name="connsiteY5" fmla="*/ 1251795 h 1251795"/>
              <a:gd name="connsiteX6" fmla="*/ 617428 w 9538835"/>
              <a:gd name="connsiteY6" fmla="*/ 1251794 h 1251795"/>
              <a:gd name="connsiteX7" fmla="*/ 0 w 9538835"/>
              <a:gd name="connsiteY7" fmla="*/ 634366 h 1251795"/>
              <a:gd name="connsiteX8" fmla="*/ 160255 w 9538835"/>
              <a:gd name="connsiteY8" fmla="*/ 247868 h 1251795"/>
              <a:gd name="connsiteX0" fmla="*/ 0 w 9538835"/>
              <a:gd name="connsiteY0" fmla="*/ 617427 h 1234856"/>
              <a:gd name="connsiteX1" fmla="*/ 617428 w 9538835"/>
              <a:gd name="connsiteY1" fmla="*/ 0 h 1234856"/>
              <a:gd name="connsiteX2" fmla="*/ 8921407 w 9538835"/>
              <a:gd name="connsiteY2" fmla="*/ 0 h 1234856"/>
              <a:gd name="connsiteX3" fmla="*/ 9538835 w 9538835"/>
              <a:gd name="connsiteY3" fmla="*/ 617428 h 1234856"/>
              <a:gd name="connsiteX4" fmla="*/ 9538834 w 9538835"/>
              <a:gd name="connsiteY4" fmla="*/ 617428 h 1234856"/>
              <a:gd name="connsiteX5" fmla="*/ 8921406 w 9538835"/>
              <a:gd name="connsiteY5" fmla="*/ 1234856 h 1234856"/>
              <a:gd name="connsiteX6" fmla="*/ 617428 w 9538835"/>
              <a:gd name="connsiteY6" fmla="*/ 1234855 h 1234856"/>
              <a:gd name="connsiteX7" fmla="*/ 0 w 9538835"/>
              <a:gd name="connsiteY7" fmla="*/ 617427 h 1234856"/>
              <a:gd name="connsiteX0" fmla="*/ 1037997 w 9959404"/>
              <a:gd name="connsiteY0" fmla="*/ 1234855 h 1234856"/>
              <a:gd name="connsiteX1" fmla="*/ 1037997 w 9959404"/>
              <a:gd name="connsiteY1" fmla="*/ 0 h 1234856"/>
              <a:gd name="connsiteX2" fmla="*/ 9341976 w 9959404"/>
              <a:gd name="connsiteY2" fmla="*/ 0 h 1234856"/>
              <a:gd name="connsiteX3" fmla="*/ 9959404 w 9959404"/>
              <a:gd name="connsiteY3" fmla="*/ 617428 h 1234856"/>
              <a:gd name="connsiteX4" fmla="*/ 9959403 w 9959404"/>
              <a:gd name="connsiteY4" fmla="*/ 617428 h 1234856"/>
              <a:gd name="connsiteX5" fmla="*/ 9341975 w 9959404"/>
              <a:gd name="connsiteY5" fmla="*/ 1234856 h 1234856"/>
              <a:gd name="connsiteX6" fmla="*/ 1037997 w 9959404"/>
              <a:gd name="connsiteY6" fmla="*/ 1234855 h 1234856"/>
              <a:gd name="connsiteX0" fmla="*/ 614722 w 9536129"/>
              <a:gd name="connsiteY0" fmla="*/ 1234855 h 1234856"/>
              <a:gd name="connsiteX1" fmla="*/ 614722 w 9536129"/>
              <a:gd name="connsiteY1" fmla="*/ 0 h 1234856"/>
              <a:gd name="connsiteX2" fmla="*/ 8918701 w 9536129"/>
              <a:gd name="connsiteY2" fmla="*/ 0 h 1234856"/>
              <a:gd name="connsiteX3" fmla="*/ 9536129 w 9536129"/>
              <a:gd name="connsiteY3" fmla="*/ 617428 h 1234856"/>
              <a:gd name="connsiteX4" fmla="*/ 9536128 w 9536129"/>
              <a:gd name="connsiteY4" fmla="*/ 617428 h 1234856"/>
              <a:gd name="connsiteX5" fmla="*/ 8918700 w 9536129"/>
              <a:gd name="connsiteY5" fmla="*/ 1234856 h 1234856"/>
              <a:gd name="connsiteX6" fmla="*/ 614722 w 9536129"/>
              <a:gd name="connsiteY6" fmla="*/ 1234855 h 1234856"/>
              <a:gd name="connsiteX0" fmla="*/ 3059 w 8924466"/>
              <a:gd name="connsiteY0" fmla="*/ 1234855 h 1234856"/>
              <a:gd name="connsiteX1" fmla="*/ 3059 w 8924466"/>
              <a:gd name="connsiteY1" fmla="*/ 0 h 1234856"/>
              <a:gd name="connsiteX2" fmla="*/ 8307038 w 8924466"/>
              <a:gd name="connsiteY2" fmla="*/ 0 h 1234856"/>
              <a:gd name="connsiteX3" fmla="*/ 8924466 w 8924466"/>
              <a:gd name="connsiteY3" fmla="*/ 617428 h 1234856"/>
              <a:gd name="connsiteX4" fmla="*/ 8924465 w 8924466"/>
              <a:gd name="connsiteY4" fmla="*/ 617428 h 1234856"/>
              <a:gd name="connsiteX5" fmla="*/ 8307037 w 8924466"/>
              <a:gd name="connsiteY5" fmla="*/ 1234856 h 1234856"/>
              <a:gd name="connsiteX6" fmla="*/ 3059 w 8924466"/>
              <a:gd name="connsiteY6" fmla="*/ 1234855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 name="connsiteX6" fmla="*/ 91440 w 8921407"/>
              <a:gd name="connsiteY6" fmla="*/ 91440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21407" h="1234856">
                <a:moveTo>
                  <a:pt x="0" y="0"/>
                </a:moveTo>
                <a:lnTo>
                  <a:pt x="8303979" y="0"/>
                </a:lnTo>
                <a:cubicBezTo>
                  <a:pt x="8644975" y="0"/>
                  <a:pt x="8921407" y="276432"/>
                  <a:pt x="8921407" y="617428"/>
                </a:cubicBezTo>
                <a:lnTo>
                  <a:pt x="8921406" y="617428"/>
                </a:lnTo>
                <a:cubicBezTo>
                  <a:pt x="8921406" y="958424"/>
                  <a:pt x="8644974" y="1234856"/>
                  <a:pt x="8303978" y="1234856"/>
                </a:cubicBezTo>
                <a:lnTo>
                  <a:pt x="0" y="1234855"/>
                </a:lnTo>
              </a:path>
            </a:pathLst>
          </a:cu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F2C28E47-7E18-79A6-09DE-FCF8393B1E2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7993" y="4100138"/>
            <a:ext cx="400552" cy="400552"/>
          </a:xfrm>
          <a:prstGeom prst="rect">
            <a:avLst/>
          </a:prstGeom>
        </p:spPr>
      </p:pic>
      <p:pic>
        <p:nvPicPr>
          <p:cNvPr id="9" name="Graphic 8">
            <a:extLst>
              <a:ext uri="{FF2B5EF4-FFF2-40B4-BE49-F238E27FC236}">
                <a16:creationId xmlns:a16="http://schemas.microsoft.com/office/drawing/2014/main" id="{720151BB-4238-A96F-A3B0-A907EF0AFED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37993" y="3415759"/>
            <a:ext cx="400552" cy="396000"/>
          </a:xfrm>
          <a:prstGeom prst="rect">
            <a:avLst/>
          </a:prstGeom>
        </p:spPr>
      </p:pic>
      <p:pic>
        <p:nvPicPr>
          <p:cNvPr id="11" name="Graphic 10">
            <a:extLst>
              <a:ext uri="{FF2B5EF4-FFF2-40B4-BE49-F238E27FC236}">
                <a16:creationId xmlns:a16="http://schemas.microsoft.com/office/drawing/2014/main" id="{75B9A4BA-E0F9-0B54-9D80-488DD2D8E55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993" y="4789069"/>
            <a:ext cx="400552" cy="396000"/>
          </a:xfrm>
          <a:prstGeom prst="rect">
            <a:avLst/>
          </a:prstGeom>
        </p:spPr>
      </p:pic>
    </p:spTree>
    <p:extLst>
      <p:ext uri="{BB962C8B-B14F-4D97-AF65-F5344CB8AC3E}">
        <p14:creationId xmlns:p14="http://schemas.microsoft.com/office/powerpoint/2010/main" val="1930662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W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dirty="0"/>
          </a:p>
        </p:txBody>
      </p:sp>
      <p:pic>
        <p:nvPicPr>
          <p:cNvPr id="2" name="Graphic 1">
            <a:extLst>
              <a:ext uri="{FF2B5EF4-FFF2-40B4-BE49-F238E27FC236}">
                <a16:creationId xmlns:a16="http://schemas.microsoft.com/office/drawing/2014/main" id="{779B5BA4-7560-DBBC-000E-61B7870A3C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8" name="Rounded Rectangle 19">
            <a:extLst>
              <a:ext uri="{FF2B5EF4-FFF2-40B4-BE49-F238E27FC236}">
                <a16:creationId xmlns:a16="http://schemas.microsoft.com/office/drawing/2014/main" id="{E8897195-21F4-C52F-7CEC-BE90519E5C51}"/>
              </a:ext>
            </a:extLst>
          </p:cNvPr>
          <p:cNvSpPr/>
          <p:nvPr userDrawn="1"/>
        </p:nvSpPr>
        <p:spPr>
          <a:xfrm>
            <a:off x="-8677" y="980576"/>
            <a:ext cx="6707822" cy="1303446"/>
          </a:xfrm>
          <a:custGeom>
            <a:avLst/>
            <a:gdLst>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0 w 7359545"/>
              <a:gd name="connsiteY7" fmla="*/ 65172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91440 w 7359545"/>
              <a:gd name="connsiteY7" fmla="*/ 74316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0" fmla="*/ 0 w 6707822"/>
              <a:gd name="connsiteY0" fmla="*/ 0 h 1303446"/>
              <a:gd name="connsiteX1" fmla="*/ 6056099 w 6707822"/>
              <a:gd name="connsiteY1" fmla="*/ 0 h 1303446"/>
              <a:gd name="connsiteX2" fmla="*/ 6707822 w 6707822"/>
              <a:gd name="connsiteY2" fmla="*/ 651723 h 1303446"/>
              <a:gd name="connsiteX3" fmla="*/ 6707822 w 6707822"/>
              <a:gd name="connsiteY3" fmla="*/ 651723 h 1303446"/>
              <a:gd name="connsiteX4" fmla="*/ 6056099 w 6707822"/>
              <a:gd name="connsiteY4" fmla="*/ 1303446 h 1303446"/>
              <a:gd name="connsiteX5" fmla="*/ 0 w 6707822"/>
              <a:gd name="connsiteY5" fmla="*/ 1303446 h 13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07822" h="1303446">
                <a:moveTo>
                  <a:pt x="0" y="0"/>
                </a:moveTo>
                <a:lnTo>
                  <a:pt x="6056099" y="0"/>
                </a:lnTo>
                <a:cubicBezTo>
                  <a:pt x="6416036" y="0"/>
                  <a:pt x="6707822" y="291786"/>
                  <a:pt x="6707822" y="651723"/>
                </a:cubicBezTo>
                <a:lnTo>
                  <a:pt x="6707822" y="651723"/>
                </a:lnTo>
                <a:cubicBezTo>
                  <a:pt x="6707822" y="1011660"/>
                  <a:pt x="6416036" y="1303446"/>
                  <a:pt x="6056099" y="1303446"/>
                </a:cubicBezTo>
                <a:lnTo>
                  <a:pt x="0" y="1303446"/>
                </a:lnTo>
              </a:path>
            </a:pathLst>
          </a:custGeom>
          <a:noFill/>
          <a:ln w="508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D95C5025-2890-413B-959A-F4231CC7A20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6978" y="4100138"/>
            <a:ext cx="400552" cy="400552"/>
          </a:xfrm>
          <a:prstGeom prst="rect">
            <a:avLst/>
          </a:prstGeom>
        </p:spPr>
      </p:pic>
      <p:pic>
        <p:nvPicPr>
          <p:cNvPr id="11" name="Graphic 10">
            <a:extLst>
              <a:ext uri="{FF2B5EF4-FFF2-40B4-BE49-F238E27FC236}">
                <a16:creationId xmlns:a16="http://schemas.microsoft.com/office/drawing/2014/main" id="{0518B36D-AF46-046E-1640-0F815FC6A69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6978" y="3415759"/>
            <a:ext cx="400552" cy="396000"/>
          </a:xfrm>
          <a:prstGeom prst="rect">
            <a:avLst/>
          </a:prstGeom>
        </p:spPr>
      </p:pic>
      <p:pic>
        <p:nvPicPr>
          <p:cNvPr id="13" name="Graphic 12">
            <a:extLst>
              <a:ext uri="{FF2B5EF4-FFF2-40B4-BE49-F238E27FC236}">
                <a16:creationId xmlns:a16="http://schemas.microsoft.com/office/drawing/2014/main" id="{49E315AF-3F87-2DE4-3662-AC6D628E954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46978" y="4789069"/>
            <a:ext cx="400552" cy="396000"/>
          </a:xfrm>
          <a:prstGeom prst="rect">
            <a:avLst/>
          </a:prstGeom>
        </p:spPr>
      </p:pic>
    </p:spTree>
    <p:extLst>
      <p:ext uri="{BB962C8B-B14F-4D97-AF65-F5344CB8AC3E}">
        <p14:creationId xmlns:p14="http://schemas.microsoft.com/office/powerpoint/2010/main" val="2862166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W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Housekeeping</a:t>
            </a:r>
            <a:endParaRPr lang="en-US" sz="3000" b="1" dirty="0">
              <a:latin typeface="+mn-lt"/>
            </a:endParaRPr>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Graphic 5">
            <a:extLst>
              <a:ext uri="{FF2B5EF4-FFF2-40B4-BE49-F238E27FC236}">
                <a16:creationId xmlns:a16="http://schemas.microsoft.com/office/drawing/2014/main" id="{BEF83E86-F608-036D-2F32-585FB98A02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pic>
        <p:nvPicPr>
          <p:cNvPr id="7" name="Graphic 6" descr="Fire outline">
            <a:extLst>
              <a:ext uri="{FF2B5EF4-FFF2-40B4-BE49-F238E27FC236}">
                <a16:creationId xmlns:a16="http://schemas.microsoft.com/office/drawing/2014/main" id="{DA3DF56E-4393-2806-CB4F-91F080EE085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273954" y="3913547"/>
            <a:ext cx="1702580" cy="1702580"/>
          </a:xfrm>
          <a:prstGeom prst="rect">
            <a:avLst/>
          </a:prstGeom>
        </p:spPr>
      </p:pic>
      <p:pic>
        <p:nvPicPr>
          <p:cNvPr id="8" name="Graphic 7" descr="Latte Cup outline">
            <a:extLst>
              <a:ext uri="{FF2B5EF4-FFF2-40B4-BE49-F238E27FC236}">
                <a16:creationId xmlns:a16="http://schemas.microsoft.com/office/drawing/2014/main" id="{34D810FB-BBAE-5B38-DC25-FE968F66C77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282267" y="1481667"/>
            <a:ext cx="1936046" cy="1936046"/>
          </a:xfrm>
          <a:prstGeom prst="rect">
            <a:avLst/>
          </a:prstGeom>
        </p:spPr>
      </p:pic>
      <p:pic>
        <p:nvPicPr>
          <p:cNvPr id="10" name="Graphic 9" descr="Clock outline">
            <a:extLst>
              <a:ext uri="{FF2B5EF4-FFF2-40B4-BE49-F238E27FC236}">
                <a16:creationId xmlns:a16="http://schemas.microsoft.com/office/drawing/2014/main" id="{FFAFF819-830E-2220-BEE4-54CAC9665E69}"/>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031109" y="1600198"/>
            <a:ext cx="1789290" cy="1789290"/>
          </a:xfrm>
          <a:prstGeom prst="rect">
            <a:avLst/>
          </a:prstGeom>
        </p:spPr>
      </p:pic>
      <p:pic>
        <p:nvPicPr>
          <p:cNvPr id="11" name="Graphic 10" descr="Clipboard Ticked outline">
            <a:extLst>
              <a:ext uri="{FF2B5EF4-FFF2-40B4-BE49-F238E27FC236}">
                <a16:creationId xmlns:a16="http://schemas.microsoft.com/office/drawing/2014/main" id="{1781A7D8-24E0-59C2-E041-13B55FE644DF}"/>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561516" y="4010282"/>
            <a:ext cx="1749778" cy="1749778"/>
          </a:xfrm>
          <a:prstGeom prst="rect">
            <a:avLst/>
          </a:prstGeom>
        </p:spPr>
      </p:pic>
      <p:pic>
        <p:nvPicPr>
          <p:cNvPr id="12" name="Graphic 11" descr="Smart Phone outline">
            <a:extLst>
              <a:ext uri="{FF2B5EF4-FFF2-40B4-BE49-F238E27FC236}">
                <a16:creationId xmlns:a16="http://schemas.microsoft.com/office/drawing/2014/main" id="{E2F1663D-AE2F-EA8A-3C99-8D6F99039AD8}"/>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913881" y="1735844"/>
            <a:ext cx="1550181" cy="1550181"/>
          </a:xfrm>
          <a:prstGeom prst="rect">
            <a:avLst/>
          </a:prstGeom>
        </p:spPr>
      </p:pic>
      <p:pic>
        <p:nvPicPr>
          <p:cNvPr id="13" name="Graphic 12" descr="Lock outline">
            <a:extLst>
              <a:ext uri="{FF2B5EF4-FFF2-40B4-BE49-F238E27FC236}">
                <a16:creationId xmlns:a16="http://schemas.microsoft.com/office/drawing/2014/main" id="{3664600F-98FF-C5E5-2D7D-F75B683734D3}"/>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2730350" y="3849510"/>
            <a:ext cx="1910549" cy="1910549"/>
          </a:xfrm>
          <a:prstGeom prst="rect">
            <a:avLst/>
          </a:prstGeom>
        </p:spPr>
      </p:pic>
      <p:pic>
        <p:nvPicPr>
          <p:cNvPr id="14" name="Graphic 13" descr="Gender outline">
            <a:extLst>
              <a:ext uri="{FF2B5EF4-FFF2-40B4-BE49-F238E27FC236}">
                <a16:creationId xmlns:a16="http://schemas.microsoft.com/office/drawing/2014/main" id="{6491031B-EAA2-0FCD-0ADF-7BA3697224D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545495" y="1766888"/>
            <a:ext cx="1550181" cy="1550181"/>
          </a:xfrm>
          <a:prstGeom prst="rect">
            <a:avLst/>
          </a:prstGeom>
        </p:spPr>
      </p:pic>
    </p:spTree>
    <p:extLst>
      <p:ext uri="{BB962C8B-B14F-4D97-AF65-F5344CB8AC3E}">
        <p14:creationId xmlns:p14="http://schemas.microsoft.com/office/powerpoint/2010/main" val="4243011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W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dirty="0"/>
          </a:p>
        </p:txBody>
      </p:sp>
      <p:pic>
        <p:nvPicPr>
          <p:cNvPr id="2" name="Graphic 1">
            <a:extLst>
              <a:ext uri="{FF2B5EF4-FFF2-40B4-BE49-F238E27FC236}">
                <a16:creationId xmlns:a16="http://schemas.microsoft.com/office/drawing/2014/main" id="{F44560F3-2D00-319D-6258-75F2D9B7C21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Tree>
    <p:extLst>
      <p:ext uri="{BB962C8B-B14F-4D97-AF65-F5344CB8AC3E}">
        <p14:creationId xmlns:p14="http://schemas.microsoft.com/office/powerpoint/2010/main" val="787685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Graphic 4">
            <a:extLst>
              <a:ext uri="{FF2B5EF4-FFF2-40B4-BE49-F238E27FC236}">
                <a16:creationId xmlns:a16="http://schemas.microsoft.com/office/drawing/2014/main" id="{741C8857-0A8E-6711-D542-A6B3F66A217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12" name="Freeform 11">
            <a:extLst>
              <a:ext uri="{FF2B5EF4-FFF2-40B4-BE49-F238E27FC236}">
                <a16:creationId xmlns:a16="http://schemas.microsoft.com/office/drawing/2014/main" id="{B06E6781-673D-8899-05F0-949E4E7D5ED2}"/>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926ADAF6-B51A-AC3B-ACBA-2608B6DB45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8" name="Freeform 7">
            <a:extLst>
              <a:ext uri="{FF2B5EF4-FFF2-40B4-BE49-F238E27FC236}">
                <a16:creationId xmlns:a16="http://schemas.microsoft.com/office/drawing/2014/main" id="{B56C8CEF-1C3E-0E51-93FD-243771C4CEBD}"/>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CBBEC975-BCA7-F4A2-5CE4-E8FF94B0C8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3A30F7DF-5E4A-EC19-4CF8-4163D8013686}"/>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B814EE5F-D61E-1D6B-DCB3-E0B5C09141D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A9C6F01F-9078-90FA-16BB-3AE9FD89A458}"/>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D37D7592-AE78-C419-05BB-BCB768CC22E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8860FB98-ED29-A210-1BBC-6CD7C5315E02}"/>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EFEABEE5-E72D-BC7C-5B33-6ADAA84A03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4A85BD9F-190C-89C0-323B-A2F6394B6A57}"/>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613DD727-6128-13D0-2BFD-84B4E1ACC8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33708"/>
            <a:ext cx="2007565" cy="650979"/>
          </a:xfrm>
          <a:prstGeom prst="rect">
            <a:avLst/>
          </a:prstGeom>
        </p:spPr>
      </p:pic>
      <p:sp>
        <p:nvSpPr>
          <p:cNvPr id="8" name="Freeform 7">
            <a:extLst>
              <a:ext uri="{FF2B5EF4-FFF2-40B4-BE49-F238E27FC236}">
                <a16:creationId xmlns:a16="http://schemas.microsoft.com/office/drawing/2014/main" id="{C5E47AE7-8205-543C-A266-BFAB11958B23}"/>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pic>
        <p:nvPicPr>
          <p:cNvPr id="9" name="Graphic 8">
            <a:extLst>
              <a:ext uri="{FF2B5EF4-FFF2-40B4-BE49-F238E27FC236}">
                <a16:creationId xmlns:a16="http://schemas.microsoft.com/office/drawing/2014/main" id="{1AE394A3-DA9E-AAC0-43BF-4B203F4DA5BB}"/>
              </a:ext>
            </a:extLst>
          </p:cNvPr>
          <p:cNvPicPr>
            <a:picLocks noChangeAspect="1"/>
          </p:cNvPicPr>
          <p:nvPr userDrawn="1"/>
        </p:nvPicPr>
        <p:blipFill>
          <a:blip>
            <a:extLst>
              <a:ext uri="{96DAC541-7B7A-43D3-8B79-37D633B846F1}">
                <asvg:svgBlip xmlns:asvg="http://schemas.microsoft.com/office/drawing/2016/SVG/main" r:embed="rId3"/>
              </a:ext>
            </a:extLst>
          </a:blip>
          <a:srcRect t="859" r="13363" b="-859"/>
          <a:stretch>
            <a:fillRect/>
          </a:stretch>
        </p:blipFill>
        <p:spPr>
          <a:xfrm>
            <a:off x="8948530" y="1733108"/>
            <a:ext cx="3243470" cy="4159710"/>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F0C624A-B79E-B542-A13E-8D86CF284072}"/>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FFD3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D37D7592-AE78-C419-05BB-BCB768CC22E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8860FB98-ED29-A210-1BBC-6CD7C5315E02}"/>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9366682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image" Target="../media/image31.png"/><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5.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B9E6C933-849E-D531-8666-AFFDFC273F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433300368"/>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18" r:id="rId3"/>
    <p:sldLayoutId id="2147483808"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1A65CA8-5BB4-DFA0-8A0E-3A949EA0C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56176808"/>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 id="2147483948"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8.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notesSlide" Target="../notesSlides/notesSlide30.xml"/><Relationship Id="rId1" Type="http://schemas.openxmlformats.org/officeDocument/2006/relationships/slideLayout" Target="../slideLayouts/slideLayout2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hyperlink" Target="https://bitbucket.org/"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77.xml.rels><?xml version="1.0" encoding="UTF-8" standalone="yes"?>
<Relationships xmlns="http://schemas.openxmlformats.org/package/2006/relationships"><Relationship Id="rId3" Type="http://schemas.openxmlformats.org/officeDocument/2006/relationships/hyperlink" Target="https://git-scm.com/docs/user-manual.html" TargetMode="External"/><Relationship Id="rId2" Type="http://schemas.openxmlformats.org/officeDocument/2006/relationships/hyperlink" Target="https://git-scm.com/docs/gittutorial" TargetMode="Externa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BBEA1-EE2B-2986-44CE-2891957F2440}"/>
              </a:ext>
            </a:extLst>
          </p:cNvPr>
          <p:cNvSpPr>
            <a:spLocks noGrp="1"/>
          </p:cNvSpPr>
          <p:nvPr>
            <p:ph type="ctrTitle"/>
          </p:nvPr>
        </p:nvSpPr>
        <p:spPr/>
        <p:txBody>
          <a:bodyPr/>
          <a:lstStyle/>
          <a:p>
            <a:r>
              <a:rPr lang="en-US" dirty="0">
                <a:solidFill>
                  <a:schemeClr val="tx1"/>
                </a:solidFill>
              </a:rPr>
              <a:t>Version control</a:t>
            </a:r>
          </a:p>
        </p:txBody>
      </p:sp>
      <p:sp>
        <p:nvSpPr>
          <p:cNvPr id="5" name="Subtitle 4">
            <a:extLst>
              <a:ext uri="{FF2B5EF4-FFF2-40B4-BE49-F238E27FC236}">
                <a16:creationId xmlns:a16="http://schemas.microsoft.com/office/drawing/2014/main" id="{11869C16-2090-9AEF-03B7-02E651E4E307}"/>
              </a:ext>
            </a:extLst>
          </p:cNvPr>
          <p:cNvSpPr>
            <a:spLocks noGrp="1"/>
          </p:cNvSpPr>
          <p:nvPr>
            <p:ph type="subTitle" idx="1"/>
          </p:nvPr>
        </p:nvSpPr>
        <p:spPr/>
        <p:txBody>
          <a:bodyPr/>
          <a:lstStyle/>
          <a:p>
            <a:endParaRPr lang="en-GB">
              <a:solidFill>
                <a:schemeClr val="tx1"/>
              </a:solidFill>
            </a:endParaRPr>
          </a:p>
        </p:txBody>
      </p:sp>
    </p:spTree>
    <p:extLst>
      <p:ext uri="{BB962C8B-B14F-4D97-AF65-F5344CB8AC3E}">
        <p14:creationId xmlns:p14="http://schemas.microsoft.com/office/powerpoint/2010/main" val="1240141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8A52B5-B7E6-175F-42D5-B63588E3E8FA}"/>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GB" dirty="0"/>
              <a:t>Explain the purpose of version control.</a:t>
            </a:r>
          </a:p>
          <a:p>
            <a:pPr marL="285750" indent="-285750">
              <a:buFont typeface="Arial" panose="020B0604020202020204" pitchFamily="34" charset="0"/>
              <a:buChar char="•"/>
            </a:pPr>
            <a:r>
              <a:rPr lang="en-GB" dirty="0"/>
              <a:t>Initialise a repository and inspect its status.</a:t>
            </a:r>
          </a:p>
          <a:p>
            <a:pPr marL="285750" indent="-285750">
              <a:buFont typeface="Arial" panose="020B0604020202020204" pitchFamily="34" charset="0"/>
              <a:buChar char="•"/>
            </a:pPr>
            <a:r>
              <a:rPr lang="en-GB" dirty="0"/>
              <a:t>Stage and commit changes with clear messages.</a:t>
            </a:r>
          </a:p>
          <a:p>
            <a:pPr marL="285750" indent="-285750">
              <a:buFont typeface="Arial" panose="020B0604020202020204" pitchFamily="34" charset="0"/>
              <a:buChar char="•"/>
            </a:pPr>
            <a:r>
              <a:rPr lang="en-GB" dirty="0"/>
              <a:t>Create and switch between branches.</a:t>
            </a:r>
          </a:p>
          <a:p>
            <a:pPr marL="285750" indent="-285750">
              <a:buFont typeface="Arial" panose="020B0604020202020204" pitchFamily="34" charset="0"/>
              <a:buChar char="•"/>
            </a:pPr>
            <a:r>
              <a:rPr lang="en-GB" dirty="0"/>
              <a:t>Connect to a remote and push/pull changes.</a:t>
            </a:r>
          </a:p>
          <a:p>
            <a:pPr marL="285750" indent="-285750">
              <a:buFont typeface="Arial" panose="020B0604020202020204" pitchFamily="34" charset="0"/>
              <a:buChar char="•"/>
            </a:pPr>
            <a:r>
              <a:rPr lang="en-GB" dirty="0"/>
              <a:t>Explain a basic collaborative Git workflow.</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494540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3FA9-00A5-EF19-E14A-10AA58F4C95E}"/>
              </a:ext>
            </a:extLst>
          </p:cNvPr>
          <p:cNvSpPr>
            <a:spLocks noGrp="1"/>
          </p:cNvSpPr>
          <p:nvPr>
            <p:ph type="ctrTitle"/>
          </p:nvPr>
        </p:nvSpPr>
        <p:spPr/>
        <p:txBody>
          <a:bodyPr/>
          <a:lstStyle/>
          <a:p>
            <a:r>
              <a:rPr lang="en-GB" dirty="0"/>
              <a:t>Git basics</a:t>
            </a:r>
          </a:p>
        </p:txBody>
      </p:sp>
      <p:sp>
        <p:nvSpPr>
          <p:cNvPr id="3" name="Subtitle 2">
            <a:extLst>
              <a:ext uri="{FF2B5EF4-FFF2-40B4-BE49-F238E27FC236}">
                <a16:creationId xmlns:a16="http://schemas.microsoft.com/office/drawing/2014/main" id="{ACAD0123-8DC0-800E-9375-AF42693BBB79}"/>
              </a:ext>
            </a:extLst>
          </p:cNvPr>
          <p:cNvSpPr>
            <a:spLocks noGrp="1"/>
          </p:cNvSpPr>
          <p:nvPr>
            <p:ph type="subTitle" idx="1"/>
          </p:nvPr>
        </p:nvSpPr>
        <p:spPr/>
        <p:txBody>
          <a:bodyPr/>
          <a:lstStyle/>
          <a:p>
            <a:r>
              <a:rPr lang="en-GB" dirty="0"/>
              <a:t>Version control</a:t>
            </a:r>
          </a:p>
        </p:txBody>
      </p:sp>
    </p:spTree>
    <p:extLst>
      <p:ext uri="{BB962C8B-B14F-4D97-AF65-F5344CB8AC3E}">
        <p14:creationId xmlns:p14="http://schemas.microsoft.com/office/powerpoint/2010/main" val="1003932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E2CDBA-2399-9BDF-1733-813D66DB5348}"/>
              </a:ext>
            </a:extLst>
          </p:cNvPr>
          <p:cNvSpPr>
            <a:spLocks noGrp="1"/>
          </p:cNvSpPr>
          <p:nvPr>
            <p:ph type="ctrTitle"/>
          </p:nvPr>
        </p:nvSpPr>
        <p:spPr/>
        <p:txBody>
          <a:bodyPr/>
          <a:lstStyle/>
          <a:p>
            <a:r>
              <a:rPr lang="en-GB" dirty="0"/>
              <a:t>Version control</a:t>
            </a:r>
          </a:p>
        </p:txBody>
      </p:sp>
      <p:sp>
        <p:nvSpPr>
          <p:cNvPr id="6" name="Text Placeholder 5">
            <a:extLst>
              <a:ext uri="{FF2B5EF4-FFF2-40B4-BE49-F238E27FC236}">
                <a16:creationId xmlns:a16="http://schemas.microsoft.com/office/drawing/2014/main" id="{4E08A49D-685A-9577-12E5-488CCB0FB5C1}"/>
              </a:ext>
            </a:extLst>
          </p:cNvPr>
          <p:cNvSpPr>
            <a:spLocks noGrp="1"/>
          </p:cNvSpPr>
          <p:nvPr>
            <p:ph type="body" sz="quarter" idx="13"/>
          </p:nvPr>
        </p:nvSpPr>
        <p:spPr/>
        <p:txBody>
          <a:bodyPr/>
          <a:lstStyle/>
          <a:p>
            <a:r>
              <a:rPr lang="en-GB" dirty="0"/>
              <a:t>Version control is a system that records changes to files.</a:t>
            </a:r>
          </a:p>
          <a:p>
            <a:r>
              <a:rPr lang="en-GB" dirty="0"/>
              <a:t>A VCS allows you to manage file history allowing you to:</a:t>
            </a:r>
          </a:p>
          <a:p>
            <a:pPr marL="285750" indent="-285750">
              <a:buFont typeface="Arial" panose="020B0604020202020204" pitchFamily="34" charset="0"/>
              <a:buChar char="•"/>
            </a:pPr>
            <a:r>
              <a:rPr lang="en-GB" dirty="0"/>
              <a:t>Roll back to previous states of a file if something goes wrong.</a:t>
            </a:r>
          </a:p>
          <a:p>
            <a:pPr marL="285750" indent="-285750">
              <a:buFont typeface="Arial" panose="020B0604020202020204" pitchFamily="34" charset="0"/>
              <a:buChar char="•"/>
            </a:pPr>
            <a:r>
              <a:rPr lang="en-GB" dirty="0"/>
              <a:t>Maintain change logs allowing you to compare versions.</a:t>
            </a:r>
          </a:p>
          <a:p>
            <a:endParaRPr lang="en-GB" dirty="0"/>
          </a:p>
          <a:p>
            <a:r>
              <a:rPr lang="en-GB" dirty="0"/>
              <a:t>The simplest form of version control systems are local. For example, </a:t>
            </a:r>
            <a:r>
              <a:rPr lang="en-GB" dirty="0" err="1"/>
              <a:t>rcs</a:t>
            </a:r>
            <a:r>
              <a:rPr lang="en-GB" dirty="0"/>
              <a:t> in Mac OS x.</a:t>
            </a:r>
          </a:p>
          <a:p>
            <a:endParaRPr lang="en-GB" dirty="0"/>
          </a:p>
          <a:p>
            <a:endParaRPr lang="en-GB" dirty="0"/>
          </a:p>
        </p:txBody>
      </p:sp>
      <p:pic>
        <p:nvPicPr>
          <p:cNvPr id="8" name="Content Placeholder 7">
            <a:extLst>
              <a:ext uri="{FF2B5EF4-FFF2-40B4-BE49-F238E27FC236}">
                <a16:creationId xmlns:a16="http://schemas.microsoft.com/office/drawing/2014/main" id="{22389242-F71F-DFAB-7828-8A7C15A075F6}"/>
              </a:ext>
            </a:extLst>
          </p:cNvPr>
          <p:cNvPicPr>
            <a:picLocks noGrp="1" noChangeAspect="1"/>
          </p:cNvPicPr>
          <p:nvPr>
            <p:ph sz="quarter" idx="4"/>
          </p:nvPr>
        </p:nvPicPr>
        <p:blipFill>
          <a:blip r:embed="rId2"/>
          <a:stretch>
            <a:fillRect/>
          </a:stretch>
        </p:blipFill>
        <p:spPr>
          <a:xfrm>
            <a:off x="7520616" y="2307293"/>
            <a:ext cx="3810330" cy="3200677"/>
          </a:xfrm>
          <a:prstGeom prst="rect">
            <a:avLst/>
          </a:prstGeom>
        </p:spPr>
      </p:pic>
      <p:sp>
        <p:nvSpPr>
          <p:cNvPr id="2" name="Slide Number Placeholder 3">
            <a:extLst>
              <a:ext uri="{FF2B5EF4-FFF2-40B4-BE49-F238E27FC236}">
                <a16:creationId xmlns:a16="http://schemas.microsoft.com/office/drawing/2014/main" id="{4A317D08-BB9B-9668-0B53-39C8EB1503AE}"/>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4</a:t>
            </a:fld>
            <a:endParaRPr lang="en-US" dirty="0"/>
          </a:p>
        </p:txBody>
      </p:sp>
    </p:spTree>
    <p:extLst>
      <p:ext uri="{BB962C8B-B14F-4D97-AF65-F5344CB8AC3E}">
        <p14:creationId xmlns:p14="http://schemas.microsoft.com/office/powerpoint/2010/main" val="3221071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7ECE58-B96E-8D6A-4BD7-1ED29CC1704B}"/>
              </a:ext>
            </a:extLst>
          </p:cNvPr>
          <p:cNvSpPr>
            <a:spLocks noGrp="1"/>
          </p:cNvSpPr>
          <p:nvPr>
            <p:ph type="ctrTitle"/>
          </p:nvPr>
        </p:nvSpPr>
        <p:spPr/>
        <p:txBody>
          <a:bodyPr/>
          <a:lstStyle/>
          <a:p>
            <a:r>
              <a:rPr lang="en-GB" dirty="0"/>
              <a:t>Centralised version control systems</a:t>
            </a:r>
          </a:p>
        </p:txBody>
      </p:sp>
      <p:sp>
        <p:nvSpPr>
          <p:cNvPr id="3" name="Text Placeholder 2">
            <a:extLst>
              <a:ext uri="{FF2B5EF4-FFF2-40B4-BE49-F238E27FC236}">
                <a16:creationId xmlns:a16="http://schemas.microsoft.com/office/drawing/2014/main" id="{91E6B04E-89E0-5027-DECA-9B60F8ED8883}"/>
              </a:ext>
            </a:extLst>
          </p:cNvPr>
          <p:cNvSpPr>
            <a:spLocks noGrp="1"/>
          </p:cNvSpPr>
          <p:nvPr>
            <p:ph type="body" sz="quarter" idx="13"/>
          </p:nvPr>
        </p:nvSpPr>
        <p:spPr/>
        <p:txBody>
          <a:bodyPr/>
          <a:lstStyle/>
          <a:p>
            <a:r>
              <a:rPr lang="en-GB" dirty="0"/>
              <a:t>Central VCS allow multiple developers to collaborate on projects. For example, CVS, Subversion, and Perforce.</a:t>
            </a:r>
          </a:p>
          <a:p>
            <a:endParaRPr lang="en-GB" dirty="0"/>
          </a:p>
          <a:p>
            <a:r>
              <a:rPr lang="en-GB" dirty="0"/>
              <a:t>Single server that contains all versioned files:</a:t>
            </a:r>
          </a:p>
          <a:p>
            <a:pPr marL="285750" indent="-285750">
              <a:buFont typeface="Arial" panose="020B0604020202020204" pitchFamily="34" charset="0"/>
              <a:buChar char="•"/>
            </a:pPr>
            <a:r>
              <a:rPr lang="en-GB" dirty="0"/>
              <a:t>Clients that check out files from this source.</a:t>
            </a:r>
          </a:p>
          <a:p>
            <a:endParaRPr lang="en-GB" dirty="0"/>
          </a:p>
        </p:txBody>
      </p:sp>
      <p:pic>
        <p:nvPicPr>
          <p:cNvPr id="8" name="Content Placeholder 7">
            <a:extLst>
              <a:ext uri="{FF2B5EF4-FFF2-40B4-BE49-F238E27FC236}">
                <a16:creationId xmlns:a16="http://schemas.microsoft.com/office/drawing/2014/main" id="{9E6ED116-E2CF-E67A-6333-249863E48ADF}"/>
              </a:ext>
            </a:extLst>
          </p:cNvPr>
          <p:cNvPicPr>
            <a:picLocks noGrp="1" noChangeAspect="1"/>
          </p:cNvPicPr>
          <p:nvPr>
            <p:ph sz="quarter" idx="4"/>
          </p:nvPr>
        </p:nvPicPr>
        <p:blipFill>
          <a:blip r:embed="rId2"/>
          <a:stretch>
            <a:fillRect/>
          </a:stretch>
        </p:blipFill>
        <p:spPr>
          <a:xfrm>
            <a:off x="7563292" y="2447513"/>
            <a:ext cx="3724979" cy="2920237"/>
          </a:xfrm>
          <a:prstGeom prst="rect">
            <a:avLst/>
          </a:prstGeom>
        </p:spPr>
      </p:pic>
      <p:sp>
        <p:nvSpPr>
          <p:cNvPr id="4" name="Slide Number Placeholder 3">
            <a:extLst>
              <a:ext uri="{FF2B5EF4-FFF2-40B4-BE49-F238E27FC236}">
                <a16:creationId xmlns:a16="http://schemas.microsoft.com/office/drawing/2014/main" id="{EAF95E86-036F-2D04-F92C-661EA9C7FB62}"/>
              </a:ext>
            </a:extLst>
          </p:cNvPr>
          <p:cNvSpPr>
            <a:spLocks noGrp="1"/>
          </p:cNvSpPr>
          <p:nvPr>
            <p:ph type="sldNum" sz="quarter" idx="12"/>
          </p:nvPr>
        </p:nvSpPr>
        <p:spPr/>
        <p:txBody>
          <a:bodyPr/>
          <a:lstStyle/>
          <a:p>
            <a:fld id="{F3469444-D02B-D446-9CF8-19DEDDE073D1}" type="slidenum">
              <a:rPr lang="en-US" smtClean="0"/>
              <a:pPr/>
              <a:t>5</a:t>
            </a:fld>
            <a:endParaRPr lang="en-US" dirty="0"/>
          </a:p>
        </p:txBody>
      </p:sp>
    </p:spTree>
    <p:extLst>
      <p:ext uri="{BB962C8B-B14F-4D97-AF65-F5344CB8AC3E}">
        <p14:creationId xmlns:p14="http://schemas.microsoft.com/office/powerpoint/2010/main" val="141517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146C62-6268-2FC8-735E-347AFE0ACEDC}"/>
              </a:ext>
            </a:extLst>
          </p:cNvPr>
          <p:cNvSpPr>
            <a:spLocks noGrp="1"/>
          </p:cNvSpPr>
          <p:nvPr>
            <p:ph type="ctrTitle"/>
          </p:nvPr>
        </p:nvSpPr>
        <p:spPr/>
        <p:txBody>
          <a:bodyPr/>
          <a:lstStyle/>
          <a:p>
            <a:r>
              <a:rPr lang="en-GB" dirty="0"/>
              <a:t>Distributed version control systems </a:t>
            </a:r>
          </a:p>
        </p:txBody>
      </p:sp>
      <p:sp>
        <p:nvSpPr>
          <p:cNvPr id="7" name="Text Placeholder 6">
            <a:extLst>
              <a:ext uri="{FF2B5EF4-FFF2-40B4-BE49-F238E27FC236}">
                <a16:creationId xmlns:a16="http://schemas.microsoft.com/office/drawing/2014/main" id="{2FF9F209-40D8-D19A-6C09-7CDBC6B91268}"/>
              </a:ext>
            </a:extLst>
          </p:cNvPr>
          <p:cNvSpPr>
            <a:spLocks noGrp="1"/>
          </p:cNvSpPr>
          <p:nvPr>
            <p:ph type="body" sz="quarter" idx="13"/>
          </p:nvPr>
        </p:nvSpPr>
        <p:spPr/>
        <p:txBody>
          <a:bodyPr/>
          <a:lstStyle/>
          <a:p>
            <a:r>
              <a:rPr lang="en-GB" dirty="0"/>
              <a:t>DVCS do not just check out the most local snapshot of a file:</a:t>
            </a:r>
          </a:p>
          <a:p>
            <a:pPr marL="285750" indent="-285750">
              <a:buFont typeface="Arial" panose="020B0604020202020204" pitchFamily="34" charset="0"/>
              <a:buChar char="•"/>
            </a:pPr>
            <a:r>
              <a:rPr lang="en-GB" dirty="0"/>
              <a:t>They mirror the repository. </a:t>
            </a:r>
          </a:p>
          <a:p>
            <a:pPr marL="285750" indent="-285750">
              <a:buFont typeface="Arial" panose="020B0604020202020204" pitchFamily="34" charset="0"/>
              <a:buChar char="•"/>
            </a:pPr>
            <a:r>
              <a:rPr lang="en-GB" dirty="0"/>
              <a:t>So, each checkout is like a backup of the repository.</a:t>
            </a:r>
          </a:p>
          <a:p>
            <a:pPr lvl="1"/>
            <a:endParaRPr lang="en-GB" dirty="0"/>
          </a:p>
          <a:p>
            <a:endParaRPr lang="en-GB" dirty="0"/>
          </a:p>
        </p:txBody>
      </p:sp>
      <p:pic>
        <p:nvPicPr>
          <p:cNvPr id="9" name="Content Placeholder 8">
            <a:extLst>
              <a:ext uri="{FF2B5EF4-FFF2-40B4-BE49-F238E27FC236}">
                <a16:creationId xmlns:a16="http://schemas.microsoft.com/office/drawing/2014/main" id="{7AE3A73C-8FBA-E2DC-30E0-7F1F4AF44D90}"/>
              </a:ext>
            </a:extLst>
          </p:cNvPr>
          <p:cNvPicPr>
            <a:picLocks noGrp="1" noChangeAspect="1"/>
          </p:cNvPicPr>
          <p:nvPr>
            <p:ph sz="quarter" idx="4"/>
          </p:nvPr>
        </p:nvPicPr>
        <p:blipFill>
          <a:blip r:embed="rId2"/>
          <a:stretch>
            <a:fillRect/>
          </a:stretch>
        </p:blipFill>
        <p:spPr>
          <a:xfrm>
            <a:off x="7657788" y="1914066"/>
            <a:ext cx="3535986" cy="3987130"/>
          </a:xfrm>
          <a:prstGeom prst="rect">
            <a:avLst/>
          </a:prstGeom>
        </p:spPr>
      </p:pic>
      <p:sp>
        <p:nvSpPr>
          <p:cNvPr id="4" name="Slide Number Placeholder 3">
            <a:extLst>
              <a:ext uri="{FF2B5EF4-FFF2-40B4-BE49-F238E27FC236}">
                <a16:creationId xmlns:a16="http://schemas.microsoft.com/office/drawing/2014/main" id="{800D0C35-F5B9-6073-675E-4A7CE5326B88}"/>
              </a:ext>
            </a:extLst>
          </p:cNvPr>
          <p:cNvSpPr>
            <a:spLocks noGrp="1"/>
          </p:cNvSpPr>
          <p:nvPr>
            <p:ph type="sldNum" sz="quarter" idx="12"/>
          </p:nvPr>
        </p:nvSpPr>
        <p:spPr/>
        <p:txBody>
          <a:bodyPr/>
          <a:lstStyle/>
          <a:p>
            <a:fld id="{F3469444-D02B-D446-9CF8-19DEDDE073D1}" type="slidenum">
              <a:rPr lang="en-US" smtClean="0"/>
              <a:pPr/>
              <a:t>6</a:t>
            </a:fld>
            <a:endParaRPr lang="en-US" dirty="0"/>
          </a:p>
        </p:txBody>
      </p:sp>
    </p:spTree>
    <p:extLst>
      <p:ext uri="{BB962C8B-B14F-4D97-AF65-F5344CB8AC3E}">
        <p14:creationId xmlns:p14="http://schemas.microsoft.com/office/powerpoint/2010/main" val="343460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AACAB-7D12-11E2-8C8C-1BD273B6679E}"/>
              </a:ext>
            </a:extLst>
          </p:cNvPr>
          <p:cNvSpPr>
            <a:spLocks noGrp="1"/>
          </p:cNvSpPr>
          <p:nvPr>
            <p:ph type="ctrTitle"/>
          </p:nvPr>
        </p:nvSpPr>
        <p:spPr/>
        <p:txBody>
          <a:bodyPr/>
          <a:lstStyle/>
          <a:p>
            <a:r>
              <a:rPr lang="en-GB" dirty="0"/>
              <a:t>GIT as a DVCS</a:t>
            </a:r>
          </a:p>
        </p:txBody>
      </p:sp>
      <p:sp>
        <p:nvSpPr>
          <p:cNvPr id="3" name="Text Placeholder 2">
            <a:extLst>
              <a:ext uri="{FF2B5EF4-FFF2-40B4-BE49-F238E27FC236}">
                <a16:creationId xmlns:a16="http://schemas.microsoft.com/office/drawing/2014/main" id="{902923F8-D82A-6CF2-A7FE-48338570C60E}"/>
              </a:ext>
            </a:extLst>
          </p:cNvPr>
          <p:cNvSpPr>
            <a:spLocks noGrp="1"/>
          </p:cNvSpPr>
          <p:nvPr>
            <p:ph type="body" sz="quarter" idx="14"/>
          </p:nvPr>
        </p:nvSpPr>
        <p:spPr>
          <a:solidFill>
            <a:schemeClr val="bg1"/>
          </a:solidFill>
        </p:spPr>
        <p:txBody>
          <a:bodyPr/>
          <a:lstStyle/>
          <a:p>
            <a:r>
              <a:rPr lang="en-GB" dirty="0"/>
              <a:t>GITs origin are in Linux Development, and it is open source.</a:t>
            </a:r>
          </a:p>
          <a:p>
            <a:endParaRPr lang="en-GB" dirty="0"/>
          </a:p>
          <a:p>
            <a:r>
              <a:rPr lang="en-GB" dirty="0"/>
              <a:t>Its goals were to create a DVCS system that was:</a:t>
            </a:r>
          </a:p>
          <a:p>
            <a:pPr marL="285750" indent="-285750">
              <a:buFont typeface="Arial" panose="020B0604020202020204" pitchFamily="34" charset="0"/>
              <a:buChar char="•"/>
            </a:pPr>
            <a:r>
              <a:rPr lang="en-GB" dirty="0"/>
              <a:t>Fast.</a:t>
            </a:r>
          </a:p>
          <a:p>
            <a:pPr marL="285750" indent="-285750">
              <a:buFont typeface="Arial" panose="020B0604020202020204" pitchFamily="34" charset="0"/>
              <a:buChar char="•"/>
            </a:pPr>
            <a:r>
              <a:rPr lang="en-GB" dirty="0"/>
              <a:t>Simple.</a:t>
            </a:r>
          </a:p>
          <a:p>
            <a:pPr marL="285750" indent="-285750">
              <a:buFont typeface="Arial" panose="020B0604020202020204" pitchFamily="34" charset="0"/>
              <a:buChar char="•"/>
            </a:pPr>
            <a:r>
              <a:rPr lang="en-GB" dirty="0"/>
              <a:t>Strong support for non-linear development.</a:t>
            </a:r>
          </a:p>
          <a:p>
            <a:pPr marL="285750" indent="-285750">
              <a:buFont typeface="Arial" panose="020B0604020202020204" pitchFamily="34" charset="0"/>
              <a:buChar char="•"/>
            </a:pPr>
            <a:r>
              <a:rPr lang="en-GB" dirty="0"/>
              <a:t>Fully distributed.</a:t>
            </a:r>
          </a:p>
          <a:p>
            <a:pPr marL="285750" indent="-285750">
              <a:buFont typeface="Arial" panose="020B0604020202020204" pitchFamily="34" charset="0"/>
              <a:buChar char="•"/>
            </a:pPr>
            <a:r>
              <a:rPr lang="en-GB" dirty="0"/>
              <a:t>Able to handle large projects, like the Linux kernel, efficiently.</a:t>
            </a:r>
          </a:p>
          <a:p>
            <a:endParaRPr lang="en-GB" dirty="0"/>
          </a:p>
          <a:p>
            <a:endParaRPr lang="en-GB" dirty="0"/>
          </a:p>
        </p:txBody>
      </p:sp>
      <p:sp>
        <p:nvSpPr>
          <p:cNvPr id="4" name="Slide Number Placeholder 3">
            <a:extLst>
              <a:ext uri="{FF2B5EF4-FFF2-40B4-BE49-F238E27FC236}">
                <a16:creationId xmlns:a16="http://schemas.microsoft.com/office/drawing/2014/main" id="{017A437D-A899-697D-0AE1-D7685CF546DC}"/>
              </a:ext>
            </a:extLst>
          </p:cNvPr>
          <p:cNvSpPr>
            <a:spLocks noGrp="1"/>
          </p:cNvSpPr>
          <p:nvPr>
            <p:ph type="sldNum" sz="quarter" idx="12"/>
          </p:nvPr>
        </p:nvSpPr>
        <p:spPr/>
        <p:txBody>
          <a:bodyPr/>
          <a:lstStyle/>
          <a:p>
            <a:fld id="{F3469444-D02B-D446-9CF8-19DEDDE073D1}" type="slidenum">
              <a:rPr lang="en-US" smtClean="0"/>
              <a:pPr/>
              <a:t>7</a:t>
            </a:fld>
            <a:endParaRPr lang="en-US" dirty="0"/>
          </a:p>
        </p:txBody>
      </p:sp>
    </p:spTree>
    <p:extLst>
      <p:ext uri="{BB962C8B-B14F-4D97-AF65-F5344CB8AC3E}">
        <p14:creationId xmlns:p14="http://schemas.microsoft.com/office/powerpoint/2010/main" val="499904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E67DC-7513-9B83-6409-B19168B27A02}"/>
              </a:ext>
            </a:extLst>
          </p:cNvPr>
          <p:cNvSpPr>
            <a:spLocks noGrp="1"/>
          </p:cNvSpPr>
          <p:nvPr>
            <p:ph type="ctrTitle"/>
          </p:nvPr>
        </p:nvSpPr>
        <p:spPr/>
        <p:txBody>
          <a:bodyPr/>
          <a:lstStyle/>
          <a:p>
            <a:r>
              <a:rPr lang="en-GB" dirty="0"/>
              <a:t>Why use source control?</a:t>
            </a:r>
          </a:p>
        </p:txBody>
      </p:sp>
      <p:sp>
        <p:nvSpPr>
          <p:cNvPr id="3" name="Text Placeholder 2">
            <a:extLst>
              <a:ext uri="{FF2B5EF4-FFF2-40B4-BE49-F238E27FC236}">
                <a16:creationId xmlns:a16="http://schemas.microsoft.com/office/drawing/2014/main" id="{2A0F0FD5-2494-797F-42AA-7F6F348A378A}"/>
              </a:ext>
            </a:extLst>
          </p:cNvPr>
          <p:cNvSpPr>
            <a:spLocks noGrp="1"/>
          </p:cNvSpPr>
          <p:nvPr>
            <p:ph type="body" sz="quarter" idx="14"/>
          </p:nvPr>
        </p:nvSpPr>
        <p:spPr/>
        <p:txBody>
          <a:bodyPr/>
          <a:lstStyle/>
          <a:p>
            <a:r>
              <a:rPr lang="en-GB" b="1" dirty="0"/>
              <a:t>Keep track of codes and changes:</a:t>
            </a:r>
          </a:p>
          <a:p>
            <a:pPr marL="285750" indent="-285750">
              <a:buFont typeface="Arial" panose="020B0604020202020204" pitchFamily="34" charset="0"/>
              <a:buChar char="•"/>
            </a:pPr>
            <a:r>
              <a:rPr lang="en-GB" dirty="0"/>
              <a:t>One copy of the code everyone has access to.</a:t>
            </a:r>
          </a:p>
          <a:p>
            <a:pPr marL="285750" indent="-285750">
              <a:buFont typeface="Arial" panose="020B0604020202020204" pitchFamily="34" charset="0"/>
              <a:buChar char="•"/>
            </a:pPr>
            <a:r>
              <a:rPr lang="en-GB" dirty="0"/>
              <a:t>No more mailing around code and confusion trying to integrate it.</a:t>
            </a:r>
          </a:p>
          <a:p>
            <a:pPr marL="285750" indent="-285750">
              <a:buFont typeface="Arial" panose="020B0604020202020204" pitchFamily="34" charset="0"/>
              <a:buChar char="•"/>
            </a:pPr>
            <a:r>
              <a:rPr lang="en-GB" dirty="0"/>
              <a:t>Automated version management.</a:t>
            </a:r>
          </a:p>
          <a:p>
            <a:r>
              <a:rPr lang="en-GB" b="1" dirty="0"/>
              <a:t>Allows for multiple people to edit a single project at the same time:</a:t>
            </a:r>
          </a:p>
          <a:p>
            <a:pPr marL="285750" indent="-285750">
              <a:buFont typeface="Arial" panose="020B0604020202020204" pitchFamily="34" charset="0"/>
              <a:buChar char="•"/>
            </a:pPr>
            <a:r>
              <a:rPr lang="en-GB" dirty="0"/>
              <a:t>Push changes to the central repository.</a:t>
            </a:r>
          </a:p>
          <a:p>
            <a:pPr marL="285750" indent="-285750">
              <a:buFont typeface="Arial" panose="020B0604020202020204" pitchFamily="34" charset="0"/>
              <a:buChar char="•"/>
            </a:pPr>
            <a:r>
              <a:rPr lang="en-GB" dirty="0"/>
              <a:t>Everyone can pull changes from others.</a:t>
            </a:r>
          </a:p>
          <a:p>
            <a:pPr marL="285750" indent="-285750">
              <a:buFont typeface="Arial" panose="020B0604020202020204" pitchFamily="34" charset="0"/>
              <a:buChar char="•"/>
            </a:pPr>
            <a:r>
              <a:rPr lang="en-GB" dirty="0"/>
              <a:t>Merge together changes in files where there are conflicts.</a:t>
            </a:r>
          </a:p>
          <a:p>
            <a:r>
              <a:rPr lang="en-GB" b="1" dirty="0"/>
              <a:t>Branch code to work on specific parts:</a:t>
            </a:r>
          </a:p>
          <a:p>
            <a:pPr marL="285750" indent="-285750">
              <a:buFont typeface="Arial" panose="020B0604020202020204" pitchFamily="34" charset="0"/>
              <a:buChar char="•"/>
            </a:pPr>
            <a:r>
              <a:rPr lang="en-GB" dirty="0"/>
              <a:t>Version 2.3 doesn’t need to die because someone else wants to look at version 3.</a:t>
            </a:r>
          </a:p>
          <a:p>
            <a:endParaRPr lang="en-GB" dirty="0"/>
          </a:p>
        </p:txBody>
      </p:sp>
      <p:sp>
        <p:nvSpPr>
          <p:cNvPr id="4" name="Slide Number Placeholder 3">
            <a:extLst>
              <a:ext uri="{FF2B5EF4-FFF2-40B4-BE49-F238E27FC236}">
                <a16:creationId xmlns:a16="http://schemas.microsoft.com/office/drawing/2014/main" id="{EB5F315A-2AC1-651F-D7B8-682E0281AE6C}"/>
              </a:ext>
            </a:extLst>
          </p:cNvPr>
          <p:cNvSpPr>
            <a:spLocks noGrp="1"/>
          </p:cNvSpPr>
          <p:nvPr>
            <p:ph type="sldNum" sz="quarter" idx="12"/>
          </p:nvPr>
        </p:nvSpPr>
        <p:spPr/>
        <p:txBody>
          <a:bodyPr/>
          <a:lstStyle/>
          <a:p>
            <a:fld id="{F3469444-D02B-D446-9CF8-19DEDDE073D1}" type="slidenum">
              <a:rPr lang="en-US" smtClean="0"/>
              <a:pPr/>
              <a:t>8</a:t>
            </a:fld>
            <a:endParaRPr lang="en-US" dirty="0"/>
          </a:p>
        </p:txBody>
      </p:sp>
    </p:spTree>
    <p:extLst>
      <p:ext uri="{BB962C8B-B14F-4D97-AF65-F5344CB8AC3E}">
        <p14:creationId xmlns:p14="http://schemas.microsoft.com/office/powerpoint/2010/main" val="1531423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A8CE4A-5AED-3EA8-7D0E-0481F3981ECA}"/>
              </a:ext>
            </a:extLst>
          </p:cNvPr>
          <p:cNvSpPr>
            <a:spLocks noGrp="1"/>
          </p:cNvSpPr>
          <p:nvPr>
            <p:ph type="ctrTitle"/>
          </p:nvPr>
        </p:nvSpPr>
        <p:spPr/>
        <p:txBody>
          <a:bodyPr/>
          <a:lstStyle/>
          <a:p>
            <a:r>
              <a:rPr lang="en-GB" dirty="0"/>
              <a:t>Source control using Git</a:t>
            </a:r>
          </a:p>
        </p:txBody>
      </p:sp>
      <p:sp>
        <p:nvSpPr>
          <p:cNvPr id="7" name="Text Placeholder 6">
            <a:extLst>
              <a:ext uri="{FF2B5EF4-FFF2-40B4-BE49-F238E27FC236}">
                <a16:creationId xmlns:a16="http://schemas.microsoft.com/office/drawing/2014/main" id="{3F144D92-088E-3221-7D6E-1282CF487067}"/>
              </a:ext>
            </a:extLst>
          </p:cNvPr>
          <p:cNvSpPr>
            <a:spLocks noGrp="1"/>
          </p:cNvSpPr>
          <p:nvPr>
            <p:ph type="body" sz="quarter" idx="13"/>
          </p:nvPr>
        </p:nvSpPr>
        <p:spPr>
          <a:xfrm>
            <a:off x="443922" y="1733108"/>
            <a:ext cx="5827482" cy="4348715"/>
          </a:xfrm>
        </p:spPr>
        <p:txBody>
          <a:bodyPr/>
          <a:lstStyle/>
          <a:p>
            <a:r>
              <a:rPr lang="en-GB" dirty="0"/>
              <a:t>Git is a popular distributed source control method.</a:t>
            </a:r>
          </a:p>
          <a:p>
            <a:r>
              <a:rPr lang="en-GB" dirty="0"/>
              <a:t>Free hosting sites available:</a:t>
            </a:r>
          </a:p>
          <a:p>
            <a:pPr marL="285750" indent="-285750">
              <a:buFont typeface="Arial" panose="020B0604020202020204" pitchFamily="34" charset="0"/>
              <a:buChar char="•"/>
            </a:pPr>
            <a:r>
              <a:rPr lang="en-GB" dirty="0"/>
              <a:t>Bitbucket</a:t>
            </a:r>
          </a:p>
          <a:p>
            <a:pPr marL="285750" indent="-285750">
              <a:buFont typeface="Arial" panose="020B0604020202020204" pitchFamily="34" charset="0"/>
              <a:buChar char="•"/>
            </a:pPr>
            <a:r>
              <a:rPr lang="en-GB" dirty="0" err="1"/>
              <a:t>Github</a:t>
            </a:r>
            <a:endParaRPr lang="en-GB" dirty="0"/>
          </a:p>
          <a:p>
            <a:endParaRPr lang="en-GB" dirty="0"/>
          </a:p>
          <a:p>
            <a:r>
              <a:rPr lang="en-GB" b="1" dirty="0"/>
              <a:t>Step 1: </a:t>
            </a:r>
            <a:r>
              <a:rPr lang="en-GB" dirty="0"/>
              <a:t>Create a repository on a hosting site, or your own server.</a:t>
            </a:r>
          </a:p>
          <a:p>
            <a:r>
              <a:rPr lang="en-GB" b="1" dirty="0"/>
              <a:t>Step 2: </a:t>
            </a:r>
            <a:r>
              <a:rPr lang="en-GB" dirty="0"/>
              <a:t>Check out the repository to your own machine.</a:t>
            </a:r>
          </a:p>
          <a:p>
            <a:r>
              <a:rPr lang="en-GB" b="1" dirty="0"/>
              <a:t>Step 3: </a:t>
            </a:r>
            <a:r>
              <a:rPr lang="en-GB" dirty="0"/>
              <a:t>Add some code.</a:t>
            </a:r>
          </a:p>
          <a:p>
            <a:r>
              <a:rPr lang="en-GB" b="1" dirty="0"/>
              <a:t>Step 4: </a:t>
            </a:r>
            <a:r>
              <a:rPr lang="en-GB" dirty="0"/>
              <a:t>Commit your changes to the local repository.</a:t>
            </a:r>
          </a:p>
          <a:p>
            <a:r>
              <a:rPr lang="en-GB" b="1" dirty="0"/>
              <a:t>Step 5: </a:t>
            </a:r>
            <a:r>
              <a:rPr lang="en-GB" dirty="0"/>
              <a:t>Push changes to the remote repository.</a:t>
            </a:r>
          </a:p>
          <a:p>
            <a:endParaRPr lang="en-GB" dirty="0"/>
          </a:p>
        </p:txBody>
      </p:sp>
      <p:pic>
        <p:nvPicPr>
          <p:cNvPr id="9" name="Content Placeholder 8">
            <a:extLst>
              <a:ext uri="{FF2B5EF4-FFF2-40B4-BE49-F238E27FC236}">
                <a16:creationId xmlns:a16="http://schemas.microsoft.com/office/drawing/2014/main" id="{6542BA41-45B4-5598-6E96-C42FE089BCF9}"/>
              </a:ext>
            </a:extLst>
          </p:cNvPr>
          <p:cNvPicPr>
            <a:picLocks noGrp="1" noChangeAspect="1"/>
          </p:cNvPicPr>
          <p:nvPr>
            <p:ph sz="quarter" idx="4"/>
          </p:nvPr>
        </p:nvPicPr>
        <p:blipFill>
          <a:blip r:embed="rId3"/>
          <a:stretch>
            <a:fillRect/>
          </a:stretch>
        </p:blipFill>
        <p:spPr>
          <a:xfrm>
            <a:off x="8006674" y="1733550"/>
            <a:ext cx="2838215" cy="4348163"/>
          </a:xfrm>
          <a:prstGeom prst="rect">
            <a:avLst/>
          </a:prstGeom>
        </p:spPr>
      </p:pic>
      <p:sp>
        <p:nvSpPr>
          <p:cNvPr id="4" name="Slide Number Placeholder 3">
            <a:extLst>
              <a:ext uri="{FF2B5EF4-FFF2-40B4-BE49-F238E27FC236}">
                <a16:creationId xmlns:a16="http://schemas.microsoft.com/office/drawing/2014/main" id="{2F3306E5-BFC2-3936-B967-300651861943}"/>
              </a:ext>
            </a:extLst>
          </p:cNvPr>
          <p:cNvSpPr>
            <a:spLocks noGrp="1"/>
          </p:cNvSpPr>
          <p:nvPr>
            <p:ph type="sldNum" sz="quarter" idx="12"/>
          </p:nvPr>
        </p:nvSpPr>
        <p:spPr/>
        <p:txBody>
          <a:bodyPr/>
          <a:lstStyle/>
          <a:p>
            <a:fld id="{F3469444-D02B-D446-9CF8-19DEDDE073D1}" type="slidenum">
              <a:rPr lang="en-US" smtClean="0"/>
              <a:pPr/>
              <a:t>9</a:t>
            </a:fld>
            <a:endParaRPr lang="en-US" dirty="0"/>
          </a:p>
        </p:txBody>
      </p:sp>
    </p:spTree>
    <p:extLst>
      <p:ext uri="{BB962C8B-B14F-4D97-AF65-F5344CB8AC3E}">
        <p14:creationId xmlns:p14="http://schemas.microsoft.com/office/powerpoint/2010/main" val="2604529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FE92-1D81-68A8-9FB5-7FD5C35FA589}"/>
              </a:ext>
            </a:extLst>
          </p:cNvPr>
          <p:cNvSpPr>
            <a:spLocks noGrp="1"/>
          </p:cNvSpPr>
          <p:nvPr>
            <p:ph type="ctrTitle"/>
          </p:nvPr>
        </p:nvSpPr>
        <p:spPr/>
        <p:txBody>
          <a:bodyPr/>
          <a:lstStyle/>
          <a:p>
            <a:r>
              <a:rPr lang="en-US" dirty="0"/>
              <a:t>Git configuration: Setting the user</a:t>
            </a:r>
            <a:endParaRPr lang="en-GB" dirty="0"/>
          </a:p>
        </p:txBody>
      </p:sp>
      <p:sp>
        <p:nvSpPr>
          <p:cNvPr id="3" name="Text Placeholder 2">
            <a:extLst>
              <a:ext uri="{FF2B5EF4-FFF2-40B4-BE49-F238E27FC236}">
                <a16:creationId xmlns:a16="http://schemas.microsoft.com/office/drawing/2014/main" id="{B623F834-FC34-2BA2-016D-02DDFF3A86DB}"/>
              </a:ext>
            </a:extLst>
          </p:cNvPr>
          <p:cNvSpPr>
            <a:spLocks noGrp="1"/>
          </p:cNvSpPr>
          <p:nvPr>
            <p:ph type="body" sz="quarter" idx="14"/>
          </p:nvPr>
        </p:nvSpPr>
        <p:spPr/>
        <p:txBody>
          <a:bodyPr/>
          <a:lstStyle/>
          <a:p>
            <a:r>
              <a:rPr lang="en-US" dirty="0"/>
              <a:t>Git keeps track of who performs version control actions. Git must be configured with your own name and e-mail.</a:t>
            </a:r>
          </a:p>
          <a:p>
            <a:pPr lvl="1"/>
            <a:endParaRPr lang="en-US" dirty="0"/>
          </a:p>
          <a:p>
            <a:r>
              <a:rPr lang="en-US" dirty="0"/>
              <a:t>To configure Git with your name and e-mail, we use the following commands:</a:t>
            </a:r>
          </a:p>
          <a:p>
            <a:endParaRPr lang="en-US" dirty="0"/>
          </a:p>
          <a:p>
            <a:endParaRPr lang="en-US" dirty="0"/>
          </a:p>
          <a:p>
            <a:r>
              <a:rPr lang="en-US" dirty="0"/>
              <a:t>The values can then be accessed using:</a:t>
            </a:r>
          </a:p>
          <a:p>
            <a:endParaRPr lang="en-US" dirty="0"/>
          </a:p>
          <a:p>
            <a:endParaRPr lang="en-US" dirty="0"/>
          </a:p>
          <a:p>
            <a:r>
              <a:rPr lang="en-US" dirty="0"/>
              <a:t>You can list all the configurations with:</a:t>
            </a:r>
          </a:p>
        </p:txBody>
      </p:sp>
      <p:sp>
        <p:nvSpPr>
          <p:cNvPr id="4" name="Slide Number Placeholder 3">
            <a:extLst>
              <a:ext uri="{FF2B5EF4-FFF2-40B4-BE49-F238E27FC236}">
                <a16:creationId xmlns:a16="http://schemas.microsoft.com/office/drawing/2014/main" id="{28059BA3-D5CE-F604-5691-9F5C5103880A}"/>
              </a:ext>
            </a:extLst>
          </p:cNvPr>
          <p:cNvSpPr>
            <a:spLocks noGrp="1"/>
          </p:cNvSpPr>
          <p:nvPr>
            <p:ph type="sldNum" sz="quarter" idx="12"/>
          </p:nvPr>
        </p:nvSpPr>
        <p:spPr/>
        <p:txBody>
          <a:bodyPr/>
          <a:lstStyle/>
          <a:p>
            <a:fld id="{F3469444-D02B-D446-9CF8-19DEDDE073D1}" type="slidenum">
              <a:rPr lang="en-US" smtClean="0"/>
              <a:pPr/>
              <a:t>10</a:t>
            </a:fld>
            <a:endParaRPr lang="en-US" dirty="0"/>
          </a:p>
        </p:txBody>
      </p:sp>
      <p:sp>
        <p:nvSpPr>
          <p:cNvPr id="6" name="TextBox 5">
            <a:extLst>
              <a:ext uri="{FF2B5EF4-FFF2-40B4-BE49-F238E27FC236}">
                <a16:creationId xmlns:a16="http://schemas.microsoft.com/office/drawing/2014/main" id="{BA69C71A-DAFA-B592-3D1E-F033EA8AFD6A}"/>
              </a:ext>
            </a:extLst>
          </p:cNvPr>
          <p:cNvSpPr txBox="1"/>
          <p:nvPr/>
        </p:nvSpPr>
        <p:spPr>
          <a:xfrm>
            <a:off x="443921" y="3429000"/>
            <a:ext cx="8109529" cy="707886"/>
          </a:xfrm>
          <a:prstGeom prst="rect">
            <a:avLst/>
          </a:prstGeom>
          <a:solidFill>
            <a:schemeClr val="tx1"/>
          </a:solidFill>
        </p:spPr>
        <p:txBody>
          <a:bodyPr wrap="square">
            <a:spAutoFit/>
          </a:bodyPr>
          <a:lstStyle/>
          <a:p>
            <a:pPr eaLnBrk="0" hangingPunct="0">
              <a:defRPr/>
            </a:pPr>
            <a:r>
              <a:rPr lang="en-GB" sz="2000" b="1" dirty="0">
                <a:solidFill>
                  <a:schemeClr val="bg1"/>
                </a:solidFill>
                <a:latin typeface="Consolas" panose="020B0609020204030204" pitchFamily="49" charset="0"/>
                <a:cs typeface="Courier New" pitchFamily="49" charset="0"/>
              </a:rPr>
              <a:t>% git </a:t>
            </a:r>
            <a:r>
              <a:rPr lang="en-GB" sz="2000" b="1" dirty="0" err="1">
                <a:solidFill>
                  <a:schemeClr val="bg1"/>
                </a:solidFill>
                <a:latin typeface="Consolas" panose="020B0609020204030204" pitchFamily="49" charset="0"/>
                <a:cs typeface="Courier New" pitchFamily="49" charset="0"/>
              </a:rPr>
              <a:t>config</a:t>
            </a:r>
            <a:r>
              <a:rPr lang="en-GB" sz="2000" b="1" dirty="0">
                <a:solidFill>
                  <a:schemeClr val="bg1"/>
                </a:solidFill>
                <a:latin typeface="Consolas" panose="020B0609020204030204" pitchFamily="49" charset="0"/>
                <a:cs typeface="Courier New" pitchFamily="49" charset="0"/>
              </a:rPr>
              <a:t> --global </a:t>
            </a:r>
            <a:r>
              <a:rPr lang="en-GB" sz="2000" b="1" dirty="0" err="1">
                <a:solidFill>
                  <a:schemeClr val="bg1"/>
                </a:solidFill>
                <a:latin typeface="Consolas" panose="020B0609020204030204" pitchFamily="49" charset="0"/>
                <a:cs typeface="Courier New" pitchFamily="49" charset="0"/>
              </a:rPr>
              <a:t>user.name</a:t>
            </a:r>
            <a:r>
              <a:rPr lang="en-GB" sz="2000" b="1" dirty="0">
                <a:solidFill>
                  <a:schemeClr val="bg1"/>
                </a:solidFill>
                <a:latin typeface="Consolas" panose="020B0609020204030204" pitchFamily="49" charset="0"/>
                <a:cs typeface="Courier New" pitchFamily="49" charset="0"/>
              </a:rPr>
              <a:t> "Your Name" </a:t>
            </a:r>
          </a:p>
          <a:p>
            <a:pPr eaLnBrk="0" hangingPunct="0">
              <a:defRPr/>
            </a:pPr>
            <a:r>
              <a:rPr lang="en-GB" sz="2000" b="1" dirty="0">
                <a:solidFill>
                  <a:schemeClr val="bg1"/>
                </a:solidFill>
                <a:latin typeface="Consolas" panose="020B0609020204030204" pitchFamily="49" charset="0"/>
                <a:cs typeface="Courier New" pitchFamily="49" charset="0"/>
              </a:rPr>
              <a:t>% git </a:t>
            </a:r>
            <a:r>
              <a:rPr lang="en-GB" sz="2000" b="1" dirty="0" err="1">
                <a:solidFill>
                  <a:schemeClr val="bg1"/>
                </a:solidFill>
                <a:latin typeface="Consolas" panose="020B0609020204030204" pitchFamily="49" charset="0"/>
                <a:cs typeface="Courier New" pitchFamily="49" charset="0"/>
              </a:rPr>
              <a:t>config</a:t>
            </a:r>
            <a:r>
              <a:rPr lang="en-GB" sz="2000" b="1" dirty="0">
                <a:solidFill>
                  <a:schemeClr val="bg1"/>
                </a:solidFill>
                <a:latin typeface="Consolas" panose="020B0609020204030204" pitchFamily="49" charset="0"/>
                <a:cs typeface="Courier New" pitchFamily="49" charset="0"/>
              </a:rPr>
              <a:t> --global </a:t>
            </a:r>
            <a:r>
              <a:rPr lang="en-GB" sz="2000" b="1" dirty="0" err="1">
                <a:solidFill>
                  <a:schemeClr val="bg1"/>
                </a:solidFill>
                <a:latin typeface="Consolas" panose="020B0609020204030204" pitchFamily="49" charset="0"/>
                <a:cs typeface="Courier New" pitchFamily="49" charset="0"/>
              </a:rPr>
              <a:t>user.email</a:t>
            </a:r>
            <a:r>
              <a:rPr lang="en-GB" sz="2000" b="1" dirty="0">
                <a:solidFill>
                  <a:schemeClr val="bg1"/>
                </a:solidFill>
                <a:latin typeface="Consolas" panose="020B0609020204030204" pitchFamily="49" charset="0"/>
                <a:cs typeface="Courier New" pitchFamily="49" charset="0"/>
              </a:rPr>
              <a:t> "</a:t>
            </a:r>
            <a:r>
              <a:rPr lang="en-GB" sz="2000" b="1" dirty="0" err="1">
                <a:solidFill>
                  <a:schemeClr val="bg1"/>
                </a:solidFill>
                <a:latin typeface="Consolas" panose="020B0609020204030204" pitchFamily="49" charset="0"/>
                <a:cs typeface="Courier New" pitchFamily="49" charset="0"/>
              </a:rPr>
              <a:t>mail@example.com</a:t>
            </a:r>
            <a:r>
              <a:rPr lang="en-GB" sz="2000" b="1" dirty="0">
                <a:solidFill>
                  <a:schemeClr val="bg1"/>
                </a:solidFill>
                <a:latin typeface="Consolas" panose="020B0609020204030204" pitchFamily="49" charset="0"/>
                <a:cs typeface="Courier New" pitchFamily="49" charset="0"/>
              </a:rPr>
              <a:t>" </a:t>
            </a:r>
          </a:p>
        </p:txBody>
      </p:sp>
      <p:sp>
        <p:nvSpPr>
          <p:cNvPr id="8" name="TextBox 7">
            <a:extLst>
              <a:ext uri="{FF2B5EF4-FFF2-40B4-BE49-F238E27FC236}">
                <a16:creationId xmlns:a16="http://schemas.microsoft.com/office/drawing/2014/main" id="{C68E0B3D-1876-AE48-DDAF-D33BFB3CFAA1}"/>
              </a:ext>
            </a:extLst>
          </p:cNvPr>
          <p:cNvSpPr txBox="1"/>
          <p:nvPr/>
        </p:nvSpPr>
        <p:spPr>
          <a:xfrm>
            <a:off x="443921" y="4634209"/>
            <a:ext cx="8109529" cy="400110"/>
          </a:xfrm>
          <a:prstGeom prst="rect">
            <a:avLst/>
          </a:prstGeom>
          <a:solidFill>
            <a:schemeClr val="tx1"/>
          </a:solidFill>
        </p:spPr>
        <p:txBody>
          <a:bodyPr wrap="square">
            <a:spAutoFit/>
          </a:bodyPr>
          <a:lstStyle/>
          <a:p>
            <a:pPr eaLnBrk="0" hangingPunct="0">
              <a:defRPr/>
            </a:pPr>
            <a:r>
              <a:rPr lang="en-GB" sz="2000" b="1" dirty="0">
                <a:solidFill>
                  <a:schemeClr val="bg1"/>
                </a:solidFill>
                <a:latin typeface="Consolas" panose="020B0609020204030204" pitchFamily="49" charset="0"/>
                <a:cs typeface="Courier New" pitchFamily="49" charset="0"/>
              </a:rPr>
              <a:t>% git </a:t>
            </a:r>
            <a:r>
              <a:rPr lang="en-GB" sz="2000" b="1" dirty="0" err="1">
                <a:solidFill>
                  <a:schemeClr val="bg1"/>
                </a:solidFill>
                <a:latin typeface="Consolas" panose="020B0609020204030204" pitchFamily="49" charset="0"/>
                <a:cs typeface="Courier New" pitchFamily="49" charset="0"/>
              </a:rPr>
              <a:t>config</a:t>
            </a:r>
            <a:r>
              <a:rPr lang="en-GB" sz="2000" b="1" dirty="0">
                <a:solidFill>
                  <a:schemeClr val="bg1"/>
                </a:solidFill>
                <a:latin typeface="Consolas" panose="020B0609020204030204" pitchFamily="49" charset="0"/>
                <a:cs typeface="Courier New" pitchFamily="49" charset="0"/>
              </a:rPr>
              <a:t> </a:t>
            </a:r>
            <a:r>
              <a:rPr lang="en-GB" sz="2000" b="1" dirty="0" err="1">
                <a:solidFill>
                  <a:schemeClr val="bg1"/>
                </a:solidFill>
                <a:latin typeface="Consolas" panose="020B0609020204030204" pitchFamily="49" charset="0"/>
                <a:cs typeface="Courier New" pitchFamily="49" charset="0"/>
              </a:rPr>
              <a:t>user.</a:t>
            </a:r>
            <a:r>
              <a:rPr lang="en-GB" sz="2000" b="1" i="1" dirty="0" err="1">
                <a:solidFill>
                  <a:schemeClr val="bg1"/>
                </a:solidFill>
                <a:latin typeface="Consolas" panose="020B0609020204030204" pitchFamily="49" charset="0"/>
                <a:cs typeface="Courier New" pitchFamily="49" charset="0"/>
              </a:rPr>
              <a:t>xxx</a:t>
            </a:r>
            <a:endParaRPr lang="en-GB" sz="2000" b="1" dirty="0">
              <a:solidFill>
                <a:schemeClr val="bg1"/>
              </a:solidFill>
              <a:latin typeface="Consolas" panose="020B0609020204030204" pitchFamily="49" charset="0"/>
              <a:cs typeface="Courier New" pitchFamily="49" charset="0"/>
            </a:endParaRPr>
          </a:p>
        </p:txBody>
      </p:sp>
      <p:sp>
        <p:nvSpPr>
          <p:cNvPr id="10" name="TextBox 9">
            <a:extLst>
              <a:ext uri="{FF2B5EF4-FFF2-40B4-BE49-F238E27FC236}">
                <a16:creationId xmlns:a16="http://schemas.microsoft.com/office/drawing/2014/main" id="{BCCC0CDB-82E5-30A2-BD29-C12951C148CC}"/>
              </a:ext>
            </a:extLst>
          </p:cNvPr>
          <p:cNvSpPr txBox="1"/>
          <p:nvPr/>
        </p:nvSpPr>
        <p:spPr>
          <a:xfrm>
            <a:off x="443920" y="5896181"/>
            <a:ext cx="8109529" cy="400110"/>
          </a:xfrm>
          <a:prstGeom prst="rect">
            <a:avLst/>
          </a:prstGeom>
          <a:solidFill>
            <a:schemeClr val="tx1"/>
          </a:solidFill>
        </p:spPr>
        <p:txBody>
          <a:bodyPr wrap="square">
            <a:spAutoFit/>
          </a:bodyPr>
          <a:lstStyle/>
          <a:p>
            <a:pPr eaLnBrk="0" hangingPunct="0">
              <a:defRPr/>
            </a:pPr>
            <a:r>
              <a:rPr lang="en-GB" sz="2000" b="1" dirty="0">
                <a:solidFill>
                  <a:schemeClr val="bg1"/>
                </a:solidFill>
                <a:latin typeface="Consolas" panose="020B0609020204030204" pitchFamily="49" charset="0"/>
                <a:cs typeface="Courier New" pitchFamily="49" charset="0"/>
              </a:rPr>
              <a:t>% git </a:t>
            </a:r>
            <a:r>
              <a:rPr lang="en-GB" sz="2000" b="1" dirty="0" err="1">
                <a:solidFill>
                  <a:schemeClr val="bg1"/>
                </a:solidFill>
                <a:latin typeface="Consolas" panose="020B0609020204030204" pitchFamily="49" charset="0"/>
                <a:cs typeface="Courier New" pitchFamily="49" charset="0"/>
              </a:rPr>
              <a:t>config</a:t>
            </a:r>
            <a:r>
              <a:rPr lang="en-GB" sz="2000" b="1" dirty="0">
                <a:solidFill>
                  <a:schemeClr val="bg1"/>
                </a:solidFill>
                <a:latin typeface="Consolas" panose="020B0609020204030204" pitchFamily="49" charset="0"/>
                <a:cs typeface="Courier New" pitchFamily="49" charset="0"/>
              </a:rPr>
              <a:t> --list</a:t>
            </a:r>
          </a:p>
        </p:txBody>
      </p:sp>
    </p:spTree>
    <p:extLst>
      <p:ext uri="{BB962C8B-B14F-4D97-AF65-F5344CB8AC3E}">
        <p14:creationId xmlns:p14="http://schemas.microsoft.com/office/powerpoint/2010/main" val="389519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5353A-899B-4375-C2C0-65174B8B79D1}"/>
              </a:ext>
            </a:extLst>
          </p:cNvPr>
          <p:cNvSpPr>
            <a:spLocks noGrp="1"/>
          </p:cNvSpPr>
          <p:nvPr>
            <p:ph type="ctrTitle"/>
          </p:nvPr>
        </p:nvSpPr>
        <p:spPr>
          <a:xfrm>
            <a:off x="443921" y="500194"/>
            <a:ext cx="6679721" cy="858985"/>
          </a:xfrm>
        </p:spPr>
        <p:txBody>
          <a:bodyPr/>
          <a:lstStyle/>
          <a:p>
            <a:r>
              <a:rPr lang="en-GB" dirty="0"/>
              <a:t>Activity: Git user configuration</a:t>
            </a:r>
          </a:p>
        </p:txBody>
      </p:sp>
      <p:sp>
        <p:nvSpPr>
          <p:cNvPr id="3" name="Text Placeholder 2">
            <a:extLst>
              <a:ext uri="{FF2B5EF4-FFF2-40B4-BE49-F238E27FC236}">
                <a16:creationId xmlns:a16="http://schemas.microsoft.com/office/drawing/2014/main" id="{66967DE4-0A05-A850-5E0F-319AE733F74E}"/>
              </a:ext>
            </a:extLst>
          </p:cNvPr>
          <p:cNvSpPr>
            <a:spLocks noGrp="1"/>
          </p:cNvSpPr>
          <p:nvPr>
            <p:ph type="body" sz="quarter" idx="13"/>
          </p:nvPr>
        </p:nvSpPr>
        <p:spPr>
          <a:xfrm>
            <a:off x="443921" y="1733108"/>
            <a:ext cx="6679721" cy="4061405"/>
          </a:xfrm>
        </p:spPr>
        <p:txBody>
          <a:bodyPr/>
          <a:lstStyle/>
          <a:p>
            <a:r>
              <a:rPr lang="en-GB" dirty="0"/>
              <a:t>Use the command line to configure Git with your username and email.</a:t>
            </a:r>
          </a:p>
          <a:p>
            <a:r>
              <a:rPr lang="en-GB" dirty="0"/>
              <a:t>Check the settings to ensure these are set.</a:t>
            </a:r>
          </a:p>
          <a:p>
            <a:endParaRPr lang="en-GB" dirty="0"/>
          </a:p>
          <a:p>
            <a:endParaRPr lang="en-GB" dirty="0"/>
          </a:p>
        </p:txBody>
      </p:sp>
    </p:spTree>
    <p:extLst>
      <p:ext uri="{BB962C8B-B14F-4D97-AF65-F5344CB8AC3E}">
        <p14:creationId xmlns:p14="http://schemas.microsoft.com/office/powerpoint/2010/main" val="3409714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7E4C1-11F7-EBA7-98E9-1ED1E75A6B26}"/>
              </a:ext>
            </a:extLst>
          </p:cNvPr>
          <p:cNvSpPr>
            <a:spLocks noGrp="1"/>
          </p:cNvSpPr>
          <p:nvPr>
            <p:ph type="ctrTitle"/>
          </p:nvPr>
        </p:nvSpPr>
        <p:spPr/>
        <p:txBody>
          <a:bodyPr/>
          <a:lstStyle/>
          <a:p>
            <a:r>
              <a:rPr lang="en-US" dirty="0"/>
              <a:t>Git commands: Etymology </a:t>
            </a:r>
            <a:endParaRPr lang="en-GB" dirty="0"/>
          </a:p>
        </p:txBody>
      </p:sp>
      <p:sp>
        <p:nvSpPr>
          <p:cNvPr id="3" name="Text Placeholder 2">
            <a:extLst>
              <a:ext uri="{FF2B5EF4-FFF2-40B4-BE49-F238E27FC236}">
                <a16:creationId xmlns:a16="http://schemas.microsoft.com/office/drawing/2014/main" id="{045316F3-71B6-F717-4B54-2313DFB9E3F7}"/>
              </a:ext>
            </a:extLst>
          </p:cNvPr>
          <p:cNvSpPr>
            <a:spLocks noGrp="1"/>
          </p:cNvSpPr>
          <p:nvPr>
            <p:ph type="body" sz="quarter" idx="14"/>
          </p:nvPr>
        </p:nvSpPr>
        <p:spPr/>
        <p:txBody>
          <a:bodyPr/>
          <a:lstStyle/>
          <a:p>
            <a:r>
              <a:rPr lang="en-US" dirty="0"/>
              <a:t>Git commands all follow the same convention: </a:t>
            </a:r>
          </a:p>
          <a:p>
            <a:pPr marL="285750" indent="-285750">
              <a:buFont typeface="Arial" panose="020B0604020202020204" pitchFamily="34" charset="0"/>
              <a:buChar char="•"/>
            </a:pPr>
            <a:r>
              <a:rPr lang="en-US" dirty="0"/>
              <a:t>The word ‘git’.</a:t>
            </a:r>
          </a:p>
          <a:p>
            <a:pPr marL="285750" indent="-285750">
              <a:buFont typeface="Arial" panose="020B0604020202020204" pitchFamily="34" charset="0"/>
              <a:buChar char="•"/>
            </a:pPr>
            <a:r>
              <a:rPr lang="en-US" dirty="0"/>
              <a:t>Followed by an optional switch.</a:t>
            </a:r>
          </a:p>
          <a:p>
            <a:pPr marL="285750" indent="-285750">
              <a:buFont typeface="Arial" panose="020B0604020202020204" pitchFamily="34" charset="0"/>
              <a:buChar char="•"/>
            </a:pPr>
            <a:r>
              <a:rPr lang="en-US" dirty="0"/>
              <a:t>Followed by a Git command (mandatory). </a:t>
            </a:r>
          </a:p>
          <a:p>
            <a:pPr marL="285750" indent="-285750">
              <a:buFont typeface="Arial" panose="020B0604020202020204" pitchFamily="34" charset="0"/>
              <a:buChar char="•"/>
            </a:pPr>
            <a:r>
              <a:rPr lang="en-US" dirty="0"/>
              <a:t>Followed by optional arguments.</a:t>
            </a:r>
          </a:p>
          <a:p>
            <a:endParaRPr lang="en-GB" dirty="0"/>
          </a:p>
        </p:txBody>
      </p:sp>
      <p:sp>
        <p:nvSpPr>
          <p:cNvPr id="4" name="TextBox 3">
            <a:extLst>
              <a:ext uri="{FF2B5EF4-FFF2-40B4-BE49-F238E27FC236}">
                <a16:creationId xmlns:a16="http://schemas.microsoft.com/office/drawing/2014/main" id="{C9AEB43B-D297-0B85-EA99-7225C31A9259}"/>
              </a:ext>
            </a:extLst>
          </p:cNvPr>
          <p:cNvSpPr txBox="1"/>
          <p:nvPr/>
        </p:nvSpPr>
        <p:spPr>
          <a:xfrm>
            <a:off x="443920" y="4054677"/>
            <a:ext cx="7603181" cy="543623"/>
          </a:xfrm>
          <a:prstGeom prst="rect">
            <a:avLst/>
          </a:prstGeom>
          <a:solidFill>
            <a:schemeClr val="tx1"/>
          </a:solidFill>
        </p:spPr>
        <p:txBody>
          <a:bodyPr wrap="square">
            <a:spAutoFit/>
          </a:bodyPr>
          <a:lstStyle/>
          <a:p>
            <a:pPr eaLnBrk="0" hangingPunct="0">
              <a:defRPr/>
            </a:pPr>
            <a:r>
              <a:rPr lang="en-GB" sz="2800" b="1" dirty="0">
                <a:solidFill>
                  <a:schemeClr val="bg1"/>
                </a:solidFill>
                <a:latin typeface="Consolas" panose="020B0609020204030204" pitchFamily="49" charset="0"/>
                <a:cs typeface="Courier New" pitchFamily="49" charset="0"/>
              </a:rPr>
              <a:t>git [switches] &lt;commands&gt; [&lt;</a:t>
            </a:r>
            <a:r>
              <a:rPr lang="en-GB" sz="2800" b="1" dirty="0" err="1">
                <a:solidFill>
                  <a:schemeClr val="bg1"/>
                </a:solidFill>
                <a:latin typeface="Consolas" panose="020B0609020204030204" pitchFamily="49" charset="0"/>
                <a:cs typeface="Courier New" pitchFamily="49" charset="0"/>
              </a:rPr>
              <a:t>args</a:t>
            </a:r>
            <a:r>
              <a:rPr lang="en-GB" sz="2800" b="1" dirty="0">
                <a:solidFill>
                  <a:schemeClr val="bg1"/>
                </a:solidFill>
                <a:latin typeface="Consolas" panose="020B0609020204030204" pitchFamily="49" charset="0"/>
                <a:cs typeface="Courier New" pitchFamily="49" charset="0"/>
              </a:rPr>
              <a:t>&gt;]</a:t>
            </a:r>
          </a:p>
        </p:txBody>
      </p:sp>
      <p:sp>
        <p:nvSpPr>
          <p:cNvPr id="5" name="TextBox 4">
            <a:extLst>
              <a:ext uri="{FF2B5EF4-FFF2-40B4-BE49-F238E27FC236}">
                <a16:creationId xmlns:a16="http://schemas.microsoft.com/office/drawing/2014/main" id="{1CE60A09-8F82-CAD0-944D-83A7D9E42A28}"/>
              </a:ext>
            </a:extLst>
          </p:cNvPr>
          <p:cNvSpPr txBox="1"/>
          <p:nvPr/>
        </p:nvSpPr>
        <p:spPr>
          <a:xfrm>
            <a:off x="443921" y="5057076"/>
            <a:ext cx="7603181" cy="523220"/>
          </a:xfrm>
          <a:prstGeom prst="rect">
            <a:avLst/>
          </a:prstGeom>
          <a:solidFill>
            <a:schemeClr val="tx1"/>
          </a:solidFill>
        </p:spPr>
        <p:txBody>
          <a:bodyPr wrap="square">
            <a:spAutoFit/>
          </a:bodyPr>
          <a:lstStyle/>
          <a:p>
            <a:pPr eaLnBrk="0" hangingPunct="0">
              <a:defRPr/>
            </a:pPr>
            <a:r>
              <a:rPr lang="en-GB" sz="2800" b="1" dirty="0">
                <a:solidFill>
                  <a:schemeClr val="bg1"/>
                </a:solidFill>
                <a:latin typeface="Consolas" panose="020B0609020204030204" pitchFamily="49" charset="0"/>
                <a:cs typeface="Courier New" pitchFamily="49" charset="0"/>
              </a:rPr>
              <a:t>git –p config –global user.name "Dave"</a:t>
            </a:r>
          </a:p>
        </p:txBody>
      </p:sp>
      <p:sp>
        <p:nvSpPr>
          <p:cNvPr id="6" name="Slide Number Placeholder 3">
            <a:extLst>
              <a:ext uri="{FF2B5EF4-FFF2-40B4-BE49-F238E27FC236}">
                <a16:creationId xmlns:a16="http://schemas.microsoft.com/office/drawing/2014/main" id="{1A88F56B-D752-D6C2-FA48-0D687FA9CFDF}"/>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12</a:t>
            </a:fld>
            <a:endParaRPr lang="en-US" dirty="0"/>
          </a:p>
        </p:txBody>
      </p:sp>
    </p:spTree>
    <p:extLst>
      <p:ext uri="{BB962C8B-B14F-4D97-AF65-F5344CB8AC3E}">
        <p14:creationId xmlns:p14="http://schemas.microsoft.com/office/powerpoint/2010/main" val="3994731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5A542EE-8F36-28D7-015B-DEEF43066113}"/>
              </a:ext>
            </a:extLst>
          </p:cNvPr>
          <p:cNvSpPr>
            <a:spLocks noGrp="1"/>
          </p:cNvSpPr>
          <p:nvPr>
            <p:ph type="ctrTitle"/>
          </p:nvPr>
        </p:nvSpPr>
        <p:spPr/>
        <p:txBody>
          <a:bodyPr/>
          <a:lstStyle/>
          <a:p>
            <a:r>
              <a:rPr lang="en-GB" dirty="0"/>
              <a:t>Getting started with Git </a:t>
            </a:r>
          </a:p>
        </p:txBody>
      </p:sp>
      <p:sp>
        <p:nvSpPr>
          <p:cNvPr id="7" name="Text Placeholder 6">
            <a:extLst>
              <a:ext uri="{FF2B5EF4-FFF2-40B4-BE49-F238E27FC236}">
                <a16:creationId xmlns:a16="http://schemas.microsoft.com/office/drawing/2014/main" id="{30BFCC3B-893C-FF7F-B69E-069680A245FC}"/>
              </a:ext>
            </a:extLst>
          </p:cNvPr>
          <p:cNvSpPr>
            <a:spLocks noGrp="1"/>
          </p:cNvSpPr>
          <p:nvPr>
            <p:ph type="body" sz="quarter" idx="13"/>
          </p:nvPr>
        </p:nvSpPr>
        <p:spPr/>
        <p:txBody>
          <a:bodyPr/>
          <a:lstStyle/>
          <a:p>
            <a:r>
              <a:rPr lang="en-US" dirty="0"/>
              <a:t>When you first launch Git, you will be at your home directory. </a:t>
            </a:r>
          </a:p>
          <a:p>
            <a:pPr marL="0" lvl="1" indent="0">
              <a:buNone/>
            </a:pPr>
            <a:r>
              <a:rPr lang="en-US" b="1" dirty="0"/>
              <a:t>~</a:t>
            </a:r>
            <a:r>
              <a:rPr lang="en-US" dirty="0"/>
              <a:t> or </a:t>
            </a:r>
            <a:r>
              <a:rPr lang="en-US" b="1" dirty="0"/>
              <a:t>$HOME</a:t>
            </a:r>
          </a:p>
          <a:p>
            <a:r>
              <a:rPr lang="en-US" dirty="0"/>
              <a:t>Through the Git Bash terminal, you can then move through and modify the directory structure.</a:t>
            </a:r>
          </a:p>
          <a:p>
            <a:endParaRPr lang="en-US" dirty="0"/>
          </a:p>
          <a:p>
            <a:endParaRPr lang="en-US" dirty="0"/>
          </a:p>
          <a:p>
            <a:pPr lvl="1"/>
            <a:endParaRPr lang="en-US" dirty="0"/>
          </a:p>
          <a:p>
            <a:endParaRPr lang="en-US" dirty="0"/>
          </a:p>
          <a:p>
            <a:endParaRPr lang="en-GB" dirty="0"/>
          </a:p>
        </p:txBody>
      </p:sp>
      <p:graphicFrame>
        <p:nvGraphicFramePr>
          <p:cNvPr id="8" name="Content Placeholder 7">
            <a:extLst>
              <a:ext uri="{FF2B5EF4-FFF2-40B4-BE49-F238E27FC236}">
                <a16:creationId xmlns:a16="http://schemas.microsoft.com/office/drawing/2014/main" id="{6A27526B-EC23-FC4A-C187-F3EEC4DAE602}"/>
              </a:ext>
            </a:extLst>
          </p:cNvPr>
          <p:cNvGraphicFramePr>
            <a:graphicFrameLocks noGrp="1"/>
          </p:cNvGraphicFramePr>
          <p:nvPr>
            <p:ph sz="quarter" idx="4"/>
            <p:extLst>
              <p:ext uri="{D42A27DB-BD31-4B8C-83A1-F6EECF244321}">
                <p14:modId xmlns:p14="http://schemas.microsoft.com/office/powerpoint/2010/main" val="1352635456"/>
              </p:ext>
            </p:extLst>
          </p:nvPr>
        </p:nvGraphicFramePr>
        <p:xfrm>
          <a:off x="6345238" y="1733107"/>
          <a:ext cx="5532436" cy="3270214"/>
        </p:xfrm>
        <a:graphic>
          <a:graphicData uri="http://schemas.openxmlformats.org/drawingml/2006/table">
            <a:tbl>
              <a:tblPr firstRow="1" bandRow="1" bandCol="1">
                <a:tableStyleId>{72833802-FEF1-4C79-8D5D-14CF1EAF98D9}</a:tableStyleId>
              </a:tblPr>
              <a:tblGrid>
                <a:gridCol w="1539305">
                  <a:extLst>
                    <a:ext uri="{9D8B030D-6E8A-4147-A177-3AD203B41FA5}">
                      <a16:colId xmlns:a16="http://schemas.microsoft.com/office/drawing/2014/main" val="2969891844"/>
                    </a:ext>
                  </a:extLst>
                </a:gridCol>
                <a:gridCol w="3993131">
                  <a:extLst>
                    <a:ext uri="{9D8B030D-6E8A-4147-A177-3AD203B41FA5}">
                      <a16:colId xmlns:a16="http://schemas.microsoft.com/office/drawing/2014/main" val="3091430780"/>
                    </a:ext>
                  </a:extLst>
                </a:gridCol>
              </a:tblGrid>
              <a:tr h="438834">
                <a:tc>
                  <a:txBody>
                    <a:bodyPr/>
                    <a:lstStyle/>
                    <a:p>
                      <a:r>
                        <a:rPr lang="en-GB" dirty="0">
                          <a:solidFill>
                            <a:schemeClr val="tx1"/>
                          </a:solidFill>
                        </a:rPr>
                        <a:t>Command</a:t>
                      </a:r>
                    </a:p>
                  </a:txBody>
                  <a:tcPr/>
                </a:tc>
                <a:tc>
                  <a:txBody>
                    <a:bodyPr/>
                    <a:lstStyle/>
                    <a:p>
                      <a:r>
                        <a:rPr lang="en-GB" dirty="0">
                          <a:solidFill>
                            <a:schemeClr val="tx1"/>
                          </a:solidFill>
                        </a:rPr>
                        <a:t>Explanation</a:t>
                      </a:r>
                    </a:p>
                  </a:txBody>
                  <a:tcPr/>
                </a:tc>
                <a:extLst>
                  <a:ext uri="{0D108BD9-81ED-4DB2-BD59-A6C34878D82A}">
                    <a16:rowId xmlns:a16="http://schemas.microsoft.com/office/drawing/2014/main" val="2967886073"/>
                  </a:ext>
                </a:extLst>
              </a:tr>
              <a:tr h="438834">
                <a:tc>
                  <a:txBody>
                    <a:bodyPr/>
                    <a:lstStyle/>
                    <a:p>
                      <a:r>
                        <a:rPr lang="en-GB" dirty="0" err="1">
                          <a:solidFill>
                            <a:schemeClr val="tx1"/>
                          </a:solidFill>
                        </a:rPr>
                        <a:t>ls</a:t>
                      </a:r>
                      <a:endParaRPr lang="en-GB" dirty="0">
                        <a:solidFill>
                          <a:schemeClr val="tx1"/>
                        </a:solidFill>
                      </a:endParaRPr>
                    </a:p>
                  </a:txBody>
                  <a:tcPr/>
                </a:tc>
                <a:tc>
                  <a:txBody>
                    <a:bodyPr/>
                    <a:lstStyle/>
                    <a:p>
                      <a:r>
                        <a:rPr lang="en-GB" dirty="0">
                          <a:solidFill>
                            <a:schemeClr val="tx1"/>
                          </a:solidFill>
                        </a:rPr>
                        <a:t>Current files in the directory.</a:t>
                      </a:r>
                    </a:p>
                  </a:txBody>
                  <a:tcPr/>
                </a:tc>
                <a:extLst>
                  <a:ext uri="{0D108BD9-81ED-4DB2-BD59-A6C34878D82A}">
                    <a16:rowId xmlns:a16="http://schemas.microsoft.com/office/drawing/2014/main" val="2039178310"/>
                  </a:ext>
                </a:extLst>
              </a:tr>
              <a:tr h="757439">
                <a:tc>
                  <a:txBody>
                    <a:bodyPr/>
                    <a:lstStyle/>
                    <a:p>
                      <a:r>
                        <a:rPr lang="en-GB" dirty="0" err="1">
                          <a:solidFill>
                            <a:schemeClr val="tx1"/>
                          </a:solidFill>
                        </a:rPr>
                        <a:t>mkdir</a:t>
                      </a:r>
                      <a:endParaRPr lang="en-GB" dirty="0">
                        <a:solidFill>
                          <a:schemeClr val="tx1"/>
                        </a:solidFill>
                      </a:endParaRPr>
                    </a:p>
                  </a:txBody>
                  <a:tcPr/>
                </a:tc>
                <a:tc>
                  <a:txBody>
                    <a:bodyPr/>
                    <a:lstStyle/>
                    <a:p>
                      <a:r>
                        <a:rPr lang="en-GB" dirty="0">
                          <a:solidFill>
                            <a:schemeClr val="tx1"/>
                          </a:solidFill>
                        </a:rPr>
                        <a:t>Make a directory at the current location.</a:t>
                      </a:r>
                    </a:p>
                  </a:txBody>
                  <a:tcPr/>
                </a:tc>
                <a:extLst>
                  <a:ext uri="{0D108BD9-81ED-4DB2-BD59-A6C34878D82A}">
                    <a16:rowId xmlns:a16="http://schemas.microsoft.com/office/drawing/2014/main" val="4155509243"/>
                  </a:ext>
                </a:extLst>
              </a:tr>
              <a:tr h="438834">
                <a:tc>
                  <a:txBody>
                    <a:bodyPr/>
                    <a:lstStyle/>
                    <a:p>
                      <a:r>
                        <a:rPr lang="en-GB" dirty="0">
                          <a:solidFill>
                            <a:schemeClr val="tx1"/>
                          </a:solidFill>
                        </a:rPr>
                        <a:t>cd</a:t>
                      </a:r>
                    </a:p>
                  </a:txBody>
                  <a:tcPr/>
                </a:tc>
                <a:tc>
                  <a:txBody>
                    <a:bodyPr/>
                    <a:lstStyle/>
                    <a:p>
                      <a:r>
                        <a:rPr lang="en-GB" dirty="0">
                          <a:solidFill>
                            <a:schemeClr val="tx1"/>
                          </a:solidFill>
                        </a:rPr>
                        <a:t>Change to the current directory.</a:t>
                      </a:r>
                    </a:p>
                  </a:txBody>
                  <a:tcPr/>
                </a:tc>
                <a:extLst>
                  <a:ext uri="{0D108BD9-81ED-4DB2-BD59-A6C34878D82A}">
                    <a16:rowId xmlns:a16="http://schemas.microsoft.com/office/drawing/2014/main" val="3357942410"/>
                  </a:ext>
                </a:extLst>
              </a:tr>
              <a:tr h="438834">
                <a:tc>
                  <a:txBody>
                    <a:bodyPr/>
                    <a:lstStyle/>
                    <a:p>
                      <a:r>
                        <a:rPr lang="en-GB" dirty="0" err="1">
                          <a:solidFill>
                            <a:schemeClr val="tx1"/>
                          </a:solidFill>
                        </a:rPr>
                        <a:t>pwd</a:t>
                      </a:r>
                      <a:endParaRPr lang="en-GB" dirty="0">
                        <a:solidFill>
                          <a:schemeClr val="tx1"/>
                        </a:solidFill>
                      </a:endParaRPr>
                    </a:p>
                  </a:txBody>
                  <a:tcPr/>
                </a:tc>
                <a:tc>
                  <a:txBody>
                    <a:bodyPr/>
                    <a:lstStyle/>
                    <a:p>
                      <a:r>
                        <a:rPr lang="en-GB" dirty="0">
                          <a:solidFill>
                            <a:schemeClr val="tx1"/>
                          </a:solidFill>
                        </a:rPr>
                        <a:t>Print the current</a:t>
                      </a:r>
                      <a:r>
                        <a:rPr lang="en-GB" baseline="0" dirty="0">
                          <a:solidFill>
                            <a:schemeClr val="tx1"/>
                          </a:solidFill>
                        </a:rPr>
                        <a:t> directory.</a:t>
                      </a:r>
                      <a:endParaRPr lang="en-GB" dirty="0">
                        <a:solidFill>
                          <a:schemeClr val="tx1"/>
                        </a:solidFill>
                      </a:endParaRPr>
                    </a:p>
                  </a:txBody>
                  <a:tcPr/>
                </a:tc>
                <a:extLst>
                  <a:ext uri="{0D108BD9-81ED-4DB2-BD59-A6C34878D82A}">
                    <a16:rowId xmlns:a16="http://schemas.microsoft.com/office/drawing/2014/main" val="1692679951"/>
                  </a:ext>
                </a:extLst>
              </a:tr>
              <a:tr h="757439">
                <a:tc>
                  <a:txBody>
                    <a:bodyPr/>
                    <a:lstStyle/>
                    <a:p>
                      <a:r>
                        <a:rPr lang="en-GB" dirty="0" err="1">
                          <a:solidFill>
                            <a:schemeClr val="tx1"/>
                          </a:solidFill>
                        </a:rPr>
                        <a:t>rm</a:t>
                      </a:r>
                      <a:endParaRPr lang="en-GB" dirty="0">
                        <a:solidFill>
                          <a:schemeClr val="tx1"/>
                        </a:solidFill>
                      </a:endParaRPr>
                    </a:p>
                  </a:txBody>
                  <a:tcPr/>
                </a:tc>
                <a:tc>
                  <a:txBody>
                    <a:bodyPr/>
                    <a:lstStyle/>
                    <a:p>
                      <a:r>
                        <a:rPr lang="en-GB" dirty="0">
                          <a:solidFill>
                            <a:schemeClr val="tx1"/>
                          </a:solidFill>
                        </a:rPr>
                        <a:t>Remove a file</a:t>
                      </a:r>
                      <a:r>
                        <a:rPr lang="en-GB" baseline="0" dirty="0">
                          <a:solidFill>
                            <a:schemeClr val="tx1"/>
                          </a:solidFill>
                        </a:rPr>
                        <a:t> (optional –r flag to remove a directory).</a:t>
                      </a:r>
                      <a:endParaRPr lang="en-GB" dirty="0">
                        <a:solidFill>
                          <a:schemeClr val="tx1"/>
                        </a:solidFill>
                      </a:endParaRPr>
                    </a:p>
                  </a:txBody>
                  <a:tcPr/>
                </a:tc>
                <a:extLst>
                  <a:ext uri="{0D108BD9-81ED-4DB2-BD59-A6C34878D82A}">
                    <a16:rowId xmlns:a16="http://schemas.microsoft.com/office/drawing/2014/main" val="2916215390"/>
                  </a:ext>
                </a:extLst>
              </a:tr>
            </a:tbl>
          </a:graphicData>
        </a:graphic>
      </p:graphicFrame>
      <p:sp>
        <p:nvSpPr>
          <p:cNvPr id="4" name="Slide Number Placeholder 3">
            <a:extLst>
              <a:ext uri="{FF2B5EF4-FFF2-40B4-BE49-F238E27FC236}">
                <a16:creationId xmlns:a16="http://schemas.microsoft.com/office/drawing/2014/main" id="{C2E647D0-D019-4F3A-2B6F-C074D6184ED2}"/>
              </a:ext>
            </a:extLst>
          </p:cNvPr>
          <p:cNvSpPr>
            <a:spLocks noGrp="1"/>
          </p:cNvSpPr>
          <p:nvPr>
            <p:ph type="sldNum" sz="quarter" idx="12"/>
          </p:nvPr>
        </p:nvSpPr>
        <p:spPr/>
        <p:txBody>
          <a:bodyPr/>
          <a:lstStyle/>
          <a:p>
            <a:fld id="{F3469444-D02B-D446-9CF8-19DEDDE073D1}" type="slidenum">
              <a:rPr lang="en-US" smtClean="0"/>
              <a:pPr/>
              <a:t>13</a:t>
            </a:fld>
            <a:endParaRPr lang="en-US" dirty="0"/>
          </a:p>
        </p:txBody>
      </p:sp>
    </p:spTree>
    <p:extLst>
      <p:ext uri="{BB962C8B-B14F-4D97-AF65-F5344CB8AC3E}">
        <p14:creationId xmlns:p14="http://schemas.microsoft.com/office/powerpoint/2010/main" val="277880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ECCC3-912F-CAD9-85AC-4B849DEEACB6}"/>
              </a:ext>
            </a:extLst>
          </p:cNvPr>
          <p:cNvSpPr>
            <a:spLocks noGrp="1"/>
          </p:cNvSpPr>
          <p:nvPr>
            <p:ph type="ctrTitle"/>
          </p:nvPr>
        </p:nvSpPr>
        <p:spPr>
          <a:xfrm>
            <a:off x="443921" y="500194"/>
            <a:ext cx="7033204" cy="858985"/>
          </a:xfrm>
        </p:spPr>
        <p:txBody>
          <a:bodyPr/>
          <a:lstStyle/>
          <a:p>
            <a:r>
              <a:rPr lang="en-GB" dirty="0"/>
              <a:t>Activity: Git bash — Making a directory</a:t>
            </a:r>
          </a:p>
        </p:txBody>
      </p:sp>
      <p:sp>
        <p:nvSpPr>
          <p:cNvPr id="3" name="Text Placeholder 2">
            <a:extLst>
              <a:ext uri="{FF2B5EF4-FFF2-40B4-BE49-F238E27FC236}">
                <a16:creationId xmlns:a16="http://schemas.microsoft.com/office/drawing/2014/main" id="{ED697883-99F6-1F18-1CC4-05166414006C}"/>
              </a:ext>
            </a:extLst>
          </p:cNvPr>
          <p:cNvSpPr>
            <a:spLocks noGrp="1"/>
          </p:cNvSpPr>
          <p:nvPr>
            <p:ph type="body" sz="quarter" idx="13"/>
          </p:nvPr>
        </p:nvSpPr>
        <p:spPr/>
        <p:txBody>
          <a:bodyPr/>
          <a:lstStyle/>
          <a:p>
            <a:r>
              <a:rPr lang="en-GB" dirty="0"/>
              <a:t>Launch your Git command line:</a:t>
            </a:r>
          </a:p>
          <a:p>
            <a:pPr marL="285750" indent="-285750">
              <a:buFont typeface="Arial" panose="020B0604020202020204" pitchFamily="34" charset="0"/>
              <a:buChar char="•"/>
            </a:pPr>
            <a:r>
              <a:rPr lang="en-GB" dirty="0"/>
              <a:t>Ensure you are at your home directory.</a:t>
            </a:r>
          </a:p>
          <a:p>
            <a:pPr marL="285750" indent="-285750">
              <a:buFont typeface="Arial" panose="020B0604020202020204" pitchFamily="34" charset="0"/>
              <a:buChar char="•"/>
            </a:pPr>
            <a:r>
              <a:rPr lang="en-GB" dirty="0"/>
              <a:t>Find the corresponding directory using your GUI file explorer.</a:t>
            </a:r>
          </a:p>
          <a:p>
            <a:pPr marL="285750" indent="-285750">
              <a:buFont typeface="Arial" panose="020B0604020202020204" pitchFamily="34" charset="0"/>
              <a:buChar char="•"/>
            </a:pPr>
            <a:r>
              <a:rPr lang="en-GB" dirty="0"/>
              <a:t>Create a directory called </a:t>
            </a:r>
            <a:r>
              <a:rPr lang="en-GB" b="1" dirty="0" err="1"/>
              <a:t>gitTest</a:t>
            </a:r>
            <a:r>
              <a:rPr lang="en-GB" dirty="0"/>
              <a:t>.</a:t>
            </a:r>
          </a:p>
          <a:p>
            <a:pPr marL="285750" indent="-285750">
              <a:buFont typeface="Arial" panose="020B0604020202020204" pitchFamily="34" charset="0"/>
              <a:buChar char="•"/>
            </a:pPr>
            <a:r>
              <a:rPr lang="en-GB" dirty="0"/>
              <a:t>Navigate within the directory using the command line.</a:t>
            </a:r>
          </a:p>
          <a:p>
            <a:pPr marL="285750" indent="-285750">
              <a:buFont typeface="Arial" panose="020B0604020202020204" pitchFamily="34" charset="0"/>
              <a:buChar char="•"/>
            </a:pPr>
            <a:r>
              <a:rPr lang="en-GB" dirty="0"/>
              <a:t>Create a sub folder.</a:t>
            </a:r>
          </a:p>
          <a:p>
            <a:pPr marL="285750" indent="-285750">
              <a:buFont typeface="Arial" panose="020B0604020202020204" pitchFamily="34" charset="0"/>
              <a:buChar char="•"/>
            </a:pPr>
            <a:r>
              <a:rPr lang="en-GB" dirty="0"/>
              <a:t>Navigate back to home.</a:t>
            </a:r>
          </a:p>
          <a:p>
            <a:pPr marL="285750" indent="-285750">
              <a:buFont typeface="Arial" panose="020B0604020202020204" pitchFamily="34" charset="0"/>
              <a:buChar char="•"/>
            </a:pPr>
            <a:r>
              <a:rPr lang="en-GB" dirty="0"/>
              <a:t>Remove the </a:t>
            </a:r>
            <a:r>
              <a:rPr lang="en-GB" b="1" dirty="0" err="1"/>
              <a:t>gitTest</a:t>
            </a:r>
            <a:r>
              <a:rPr lang="en-GB" dirty="0"/>
              <a:t> directory.</a:t>
            </a:r>
          </a:p>
          <a:p>
            <a:pPr marL="285750" indent="-285750">
              <a:buFont typeface="Arial" panose="020B0604020202020204" pitchFamily="34" charset="0"/>
              <a:buChar char="•"/>
            </a:pPr>
            <a:r>
              <a:rPr lang="en-GB" dirty="0"/>
              <a:t>Once you have completed all other tasks, type history.</a:t>
            </a:r>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1135238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FA74F-9247-FB81-25E3-68CA8A52D1C1}"/>
              </a:ext>
            </a:extLst>
          </p:cNvPr>
          <p:cNvSpPr>
            <a:spLocks noGrp="1"/>
          </p:cNvSpPr>
          <p:nvPr>
            <p:ph type="ctrTitle"/>
          </p:nvPr>
        </p:nvSpPr>
        <p:spPr/>
        <p:txBody>
          <a:bodyPr/>
          <a:lstStyle/>
          <a:p>
            <a:r>
              <a:rPr lang="en-GB" dirty="0"/>
              <a:t>Git help</a:t>
            </a:r>
          </a:p>
        </p:txBody>
      </p:sp>
      <p:sp>
        <p:nvSpPr>
          <p:cNvPr id="5" name="TextBox 4">
            <a:extLst>
              <a:ext uri="{FF2B5EF4-FFF2-40B4-BE49-F238E27FC236}">
                <a16:creationId xmlns:a16="http://schemas.microsoft.com/office/drawing/2014/main" id="{F6D13844-2909-F9CC-E522-14F742B9D30A}"/>
              </a:ext>
            </a:extLst>
          </p:cNvPr>
          <p:cNvSpPr txBox="1"/>
          <p:nvPr/>
        </p:nvSpPr>
        <p:spPr>
          <a:xfrm>
            <a:off x="1861872" y="2317873"/>
            <a:ext cx="4967553" cy="523220"/>
          </a:xfrm>
          <a:prstGeom prst="rect">
            <a:avLst/>
          </a:prstGeom>
          <a:solidFill>
            <a:schemeClr val="tx1"/>
          </a:solidFill>
        </p:spPr>
        <p:txBody>
          <a:bodyPr wrap="square">
            <a:spAutoFit/>
          </a:bodyPr>
          <a:lstStyle/>
          <a:p>
            <a:pPr algn="ctr" eaLnBrk="0" hangingPunct="0">
              <a:defRPr/>
            </a:pPr>
            <a:r>
              <a:rPr lang="en-GB" sz="2800" b="1" dirty="0">
                <a:solidFill>
                  <a:schemeClr val="bg1"/>
                </a:solidFill>
                <a:latin typeface="Consolas" panose="020B0609020204030204" pitchFamily="49" charset="0"/>
                <a:cs typeface="Courier New" pitchFamily="49" charset="0"/>
              </a:rPr>
              <a:t>git help</a:t>
            </a:r>
          </a:p>
        </p:txBody>
      </p:sp>
      <p:sp>
        <p:nvSpPr>
          <p:cNvPr id="7" name="TextBox 6">
            <a:extLst>
              <a:ext uri="{FF2B5EF4-FFF2-40B4-BE49-F238E27FC236}">
                <a16:creationId xmlns:a16="http://schemas.microsoft.com/office/drawing/2014/main" id="{D214FD54-DD40-F099-7C9D-42A9F7CC6CD4}"/>
              </a:ext>
            </a:extLst>
          </p:cNvPr>
          <p:cNvSpPr txBox="1"/>
          <p:nvPr/>
        </p:nvSpPr>
        <p:spPr>
          <a:xfrm>
            <a:off x="1861871" y="3332936"/>
            <a:ext cx="4967553" cy="523220"/>
          </a:xfrm>
          <a:prstGeom prst="rect">
            <a:avLst/>
          </a:prstGeom>
          <a:solidFill>
            <a:schemeClr val="tx1"/>
          </a:solidFill>
        </p:spPr>
        <p:txBody>
          <a:bodyPr wrap="square">
            <a:spAutoFit/>
          </a:bodyPr>
          <a:lstStyle/>
          <a:p>
            <a:pPr algn="ctr" eaLnBrk="0" hangingPunct="0">
              <a:defRPr/>
            </a:pPr>
            <a:r>
              <a:rPr lang="en-GB" sz="2800" b="1" dirty="0">
                <a:solidFill>
                  <a:schemeClr val="bg1"/>
                </a:solidFill>
                <a:latin typeface="Consolas" panose="020B0609020204030204" pitchFamily="49" charset="0"/>
                <a:cs typeface="Courier New" pitchFamily="49" charset="0"/>
              </a:rPr>
              <a:t>git help tutorial</a:t>
            </a:r>
          </a:p>
        </p:txBody>
      </p:sp>
      <p:sp>
        <p:nvSpPr>
          <p:cNvPr id="9" name="TextBox 8">
            <a:extLst>
              <a:ext uri="{FF2B5EF4-FFF2-40B4-BE49-F238E27FC236}">
                <a16:creationId xmlns:a16="http://schemas.microsoft.com/office/drawing/2014/main" id="{B64F911D-1CD4-F370-2A2D-33A9D9719E58}"/>
              </a:ext>
            </a:extLst>
          </p:cNvPr>
          <p:cNvSpPr txBox="1"/>
          <p:nvPr/>
        </p:nvSpPr>
        <p:spPr>
          <a:xfrm>
            <a:off x="1810113" y="4347999"/>
            <a:ext cx="4967553" cy="523220"/>
          </a:xfrm>
          <a:prstGeom prst="rect">
            <a:avLst/>
          </a:prstGeom>
          <a:solidFill>
            <a:schemeClr val="tx1"/>
          </a:solidFill>
        </p:spPr>
        <p:txBody>
          <a:bodyPr wrap="square">
            <a:spAutoFit/>
          </a:bodyPr>
          <a:lstStyle/>
          <a:p>
            <a:pPr algn="ctr" eaLnBrk="0" hangingPunct="0">
              <a:defRPr/>
            </a:pPr>
            <a:r>
              <a:rPr lang="en-GB" sz="2800" b="1" dirty="0">
                <a:solidFill>
                  <a:schemeClr val="bg1"/>
                </a:solidFill>
                <a:latin typeface="Consolas" panose="020B0609020204030204" pitchFamily="49" charset="0"/>
                <a:cs typeface="Courier New" pitchFamily="49" charset="0"/>
              </a:rPr>
              <a:t>git help everyday</a:t>
            </a:r>
          </a:p>
        </p:txBody>
      </p:sp>
      <p:sp>
        <p:nvSpPr>
          <p:cNvPr id="3" name="Slide Number Placeholder 3">
            <a:extLst>
              <a:ext uri="{FF2B5EF4-FFF2-40B4-BE49-F238E27FC236}">
                <a16:creationId xmlns:a16="http://schemas.microsoft.com/office/drawing/2014/main" id="{0705B882-4D72-CFF5-25DB-F68C5B5052C3}"/>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15</a:t>
            </a:fld>
            <a:endParaRPr lang="en-US" dirty="0"/>
          </a:p>
        </p:txBody>
      </p:sp>
    </p:spTree>
    <p:extLst>
      <p:ext uri="{BB962C8B-B14F-4D97-AF65-F5344CB8AC3E}">
        <p14:creationId xmlns:p14="http://schemas.microsoft.com/office/powerpoint/2010/main" val="2708788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08AF29-8C38-F081-BAA2-6BEF00EECDC8}"/>
              </a:ext>
            </a:extLst>
          </p:cNvPr>
          <p:cNvSpPr>
            <a:spLocks noGrp="1"/>
          </p:cNvSpPr>
          <p:nvPr>
            <p:ph type="ctrTitle"/>
          </p:nvPr>
        </p:nvSpPr>
        <p:spPr/>
        <p:txBody>
          <a:bodyPr/>
          <a:lstStyle/>
          <a:p>
            <a:r>
              <a:rPr lang="en-GB" dirty="0"/>
              <a:t>Activity: Git help</a:t>
            </a:r>
          </a:p>
        </p:txBody>
      </p:sp>
      <p:sp>
        <p:nvSpPr>
          <p:cNvPr id="6" name="Text Placeholder 5">
            <a:extLst>
              <a:ext uri="{FF2B5EF4-FFF2-40B4-BE49-F238E27FC236}">
                <a16:creationId xmlns:a16="http://schemas.microsoft.com/office/drawing/2014/main" id="{80A81185-77B1-4626-05D5-EAC369A07EE4}"/>
              </a:ext>
            </a:extLst>
          </p:cNvPr>
          <p:cNvSpPr>
            <a:spLocks noGrp="1"/>
          </p:cNvSpPr>
          <p:nvPr>
            <p:ph type="body" sz="quarter" idx="13"/>
          </p:nvPr>
        </p:nvSpPr>
        <p:spPr/>
        <p:txBody>
          <a:bodyPr/>
          <a:lstStyle/>
          <a:p>
            <a:r>
              <a:rPr lang="en-US" dirty="0"/>
              <a:t>Use your command line to access Git help to find out about:</a:t>
            </a:r>
          </a:p>
          <a:p>
            <a:pPr marL="285750" indent="-285750">
              <a:buFont typeface="Arial" panose="020B0604020202020204" pitchFamily="34" charset="0"/>
              <a:buChar char="•"/>
            </a:pPr>
            <a:r>
              <a:rPr lang="en-US" dirty="0"/>
              <a:t>help. </a:t>
            </a:r>
          </a:p>
          <a:p>
            <a:pPr marL="285750" indent="-285750">
              <a:buFont typeface="Arial" panose="020B0604020202020204" pitchFamily="34" charset="0"/>
              <a:buChar char="•"/>
            </a:pPr>
            <a:r>
              <a:rPr lang="en-US" dirty="0"/>
              <a:t>glossary. </a:t>
            </a:r>
          </a:p>
          <a:p>
            <a:pPr marL="285750" indent="-285750">
              <a:buFont typeface="Arial" panose="020B0604020202020204" pitchFamily="34" charset="0"/>
              <a:buChar char="•"/>
            </a:pPr>
            <a:r>
              <a:rPr lang="en-US" dirty="0"/>
              <a:t>-a.</a:t>
            </a:r>
          </a:p>
          <a:p>
            <a:pPr marL="285750" indent="-285750">
              <a:buFont typeface="Arial" panose="020B0604020202020204" pitchFamily="34" charset="0"/>
              <a:buChar char="•"/>
            </a:pPr>
            <a:r>
              <a:rPr lang="en-US" dirty="0"/>
              <a:t>config. </a:t>
            </a:r>
          </a:p>
          <a:p>
            <a:pPr marL="285750" indent="-285750">
              <a:buFont typeface="Arial" panose="020B0604020202020204" pitchFamily="34" charset="0"/>
              <a:buChar char="•"/>
            </a:pPr>
            <a:r>
              <a:rPr lang="en-US" dirty="0"/>
              <a:t>-g.</a:t>
            </a:r>
          </a:p>
          <a:p>
            <a:pPr lvl="1"/>
            <a:endParaRPr lang="en-US" dirty="0"/>
          </a:p>
          <a:p>
            <a:endParaRPr lang="en-GB" dirty="0"/>
          </a:p>
          <a:p>
            <a:endParaRPr lang="en-GB" dirty="0"/>
          </a:p>
        </p:txBody>
      </p:sp>
      <p:sp>
        <p:nvSpPr>
          <p:cNvPr id="4" name="Slide Number Placeholder 3">
            <a:extLst>
              <a:ext uri="{FF2B5EF4-FFF2-40B4-BE49-F238E27FC236}">
                <a16:creationId xmlns:a16="http://schemas.microsoft.com/office/drawing/2014/main" id="{088D5382-80EF-D195-43DB-C998C3FDE8F7}"/>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16</a:t>
            </a:fld>
            <a:endParaRPr lang="en-US" dirty="0"/>
          </a:p>
        </p:txBody>
      </p:sp>
    </p:spTree>
    <p:extLst>
      <p:ext uri="{BB962C8B-B14F-4D97-AF65-F5344CB8AC3E}">
        <p14:creationId xmlns:p14="http://schemas.microsoft.com/office/powerpoint/2010/main" val="3804892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AD723C-2E28-A2D5-D81B-C17E0280F6A7}"/>
              </a:ext>
            </a:extLst>
          </p:cNvPr>
          <p:cNvSpPr>
            <a:spLocks noGrp="1"/>
          </p:cNvSpPr>
          <p:nvPr>
            <p:ph type="ctrTitle"/>
          </p:nvPr>
        </p:nvSpPr>
        <p:spPr/>
        <p:txBody>
          <a:bodyPr/>
          <a:lstStyle/>
          <a:p>
            <a:r>
              <a:rPr lang="en-GB" dirty="0"/>
              <a:t>Summary</a:t>
            </a:r>
          </a:p>
        </p:txBody>
      </p:sp>
      <p:sp>
        <p:nvSpPr>
          <p:cNvPr id="2" name="Text Placeholder 1">
            <a:extLst>
              <a:ext uri="{FF2B5EF4-FFF2-40B4-BE49-F238E27FC236}">
                <a16:creationId xmlns:a16="http://schemas.microsoft.com/office/drawing/2014/main" id="{1519B2E5-5F45-346C-849F-A9FB97A40D72}"/>
              </a:ext>
            </a:extLst>
          </p:cNvPr>
          <p:cNvSpPr>
            <a:spLocks noGrp="1"/>
          </p:cNvSpPr>
          <p:nvPr>
            <p:ph type="body" sz="quarter" idx="14"/>
          </p:nvPr>
        </p:nvSpPr>
        <p:spPr/>
        <p:txBody>
          <a:bodyPr/>
          <a:lstStyle/>
          <a:p>
            <a:pPr marL="285750" indent="-285750">
              <a:buFont typeface="Arial" panose="020B0604020202020204" pitchFamily="34" charset="0"/>
              <a:buChar char="•"/>
            </a:pPr>
            <a:r>
              <a:rPr lang="en-GB" dirty="0"/>
              <a:t>Git is a multi-platform version control tool.</a:t>
            </a:r>
          </a:p>
          <a:p>
            <a:pPr marL="285750" indent="-285750">
              <a:buFont typeface="Arial" panose="020B0604020202020204" pitchFamily="34" charset="0"/>
              <a:buChar char="•"/>
            </a:pPr>
            <a:r>
              <a:rPr lang="en-GB" dirty="0"/>
              <a:t>It uses a common command line interface on all major platforms.</a:t>
            </a:r>
          </a:p>
          <a:p>
            <a:pPr marL="285750" indent="-285750">
              <a:buFont typeface="Arial" panose="020B0604020202020204" pitchFamily="34" charset="0"/>
              <a:buChar char="•"/>
            </a:pPr>
            <a:r>
              <a:rPr lang="en-GB" dirty="0"/>
              <a:t>The Git command line is based on UNIX.</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45E5F949-C14E-7BA6-FE1C-014CFD2CFD5A}"/>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17</a:t>
            </a:fld>
            <a:endParaRPr lang="en-US" dirty="0"/>
          </a:p>
        </p:txBody>
      </p:sp>
    </p:spTree>
    <p:extLst>
      <p:ext uri="{BB962C8B-B14F-4D97-AF65-F5344CB8AC3E}">
        <p14:creationId xmlns:p14="http://schemas.microsoft.com/office/powerpoint/2010/main" val="3608859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9FD7F-859E-C1F8-F159-259946E29E7F}"/>
              </a:ext>
            </a:extLst>
          </p:cNvPr>
          <p:cNvSpPr>
            <a:spLocks noGrp="1"/>
          </p:cNvSpPr>
          <p:nvPr>
            <p:ph type="ctrTitle"/>
          </p:nvPr>
        </p:nvSpPr>
        <p:spPr/>
        <p:txBody>
          <a:bodyPr/>
          <a:lstStyle/>
          <a:p>
            <a:r>
              <a:rPr lang="en-GB" dirty="0"/>
              <a:t>Git repositories</a:t>
            </a:r>
          </a:p>
        </p:txBody>
      </p:sp>
      <p:sp>
        <p:nvSpPr>
          <p:cNvPr id="3" name="Subtitle 2">
            <a:extLst>
              <a:ext uri="{FF2B5EF4-FFF2-40B4-BE49-F238E27FC236}">
                <a16:creationId xmlns:a16="http://schemas.microsoft.com/office/drawing/2014/main" id="{20E30EE9-A1FD-A42C-E1EA-9DF11B0C1433}"/>
              </a:ext>
            </a:extLst>
          </p:cNvPr>
          <p:cNvSpPr>
            <a:spLocks noGrp="1"/>
          </p:cNvSpPr>
          <p:nvPr>
            <p:ph type="subTitle" idx="1"/>
          </p:nvPr>
        </p:nvSpPr>
        <p:spPr/>
        <p:txBody>
          <a:bodyPr/>
          <a:lstStyle/>
          <a:p>
            <a:r>
              <a:rPr lang="en-GB" dirty="0"/>
              <a:t>Version control</a:t>
            </a:r>
          </a:p>
        </p:txBody>
      </p:sp>
    </p:spTree>
    <p:extLst>
      <p:ext uri="{BB962C8B-B14F-4D97-AF65-F5344CB8AC3E}">
        <p14:creationId xmlns:p14="http://schemas.microsoft.com/office/powerpoint/2010/main" val="619844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EF9FD4-B1D4-6E3D-553E-AD686BC0773A}"/>
              </a:ext>
            </a:extLst>
          </p:cNvPr>
          <p:cNvSpPr>
            <a:spLocks noGrp="1"/>
          </p:cNvSpPr>
          <p:nvPr>
            <p:ph type="ctrTitle"/>
          </p:nvPr>
        </p:nvSpPr>
        <p:spPr/>
        <p:txBody>
          <a:bodyPr/>
          <a:lstStyle/>
          <a:p>
            <a:r>
              <a:rPr lang="en-GB" dirty="0"/>
              <a:t>Git repositories</a:t>
            </a:r>
          </a:p>
        </p:txBody>
      </p:sp>
      <p:sp>
        <p:nvSpPr>
          <p:cNvPr id="5" name="Text Placeholder 4">
            <a:extLst>
              <a:ext uri="{FF2B5EF4-FFF2-40B4-BE49-F238E27FC236}">
                <a16:creationId xmlns:a16="http://schemas.microsoft.com/office/drawing/2014/main" id="{4A8E2FA9-9E7F-7DB1-1E35-90EC2F058FBC}"/>
              </a:ext>
            </a:extLst>
          </p:cNvPr>
          <p:cNvSpPr>
            <a:spLocks noGrp="1"/>
          </p:cNvSpPr>
          <p:nvPr>
            <p:ph type="body" sz="quarter" idx="14"/>
          </p:nvPr>
        </p:nvSpPr>
        <p:spPr/>
        <p:txBody>
          <a:bodyPr/>
          <a:lstStyle/>
          <a:p>
            <a:pPr marL="285750" indent="-285750">
              <a:buFont typeface="Arial" panose="020B0604020202020204" pitchFamily="34" charset="0"/>
              <a:buChar char="•"/>
            </a:pPr>
            <a:r>
              <a:rPr lang="en-GB" dirty="0"/>
              <a:t>Understanding repositories</a:t>
            </a:r>
          </a:p>
          <a:p>
            <a:pPr marL="971550" lvl="1" indent="-285750">
              <a:lnSpc>
                <a:spcPct val="100000"/>
              </a:lnSpc>
            </a:pPr>
            <a:r>
              <a:rPr lang="en-GB" dirty="0"/>
              <a:t>Initialising repos</a:t>
            </a:r>
          </a:p>
          <a:p>
            <a:pPr marL="971550" lvl="1" indent="-285750">
              <a:lnSpc>
                <a:spcPct val="100000"/>
              </a:lnSpc>
            </a:pPr>
            <a:r>
              <a:rPr lang="en-GB" dirty="0"/>
              <a:t>Adding files to repos</a:t>
            </a:r>
          </a:p>
          <a:p>
            <a:pPr marL="971550" lvl="1" indent="-285750">
              <a:lnSpc>
                <a:spcPct val="100000"/>
              </a:lnSpc>
            </a:pPr>
            <a:r>
              <a:rPr lang="en-GB" dirty="0"/>
              <a:t>Committing </a:t>
            </a:r>
          </a:p>
          <a:p>
            <a:pPr marL="285750" indent="-285750">
              <a:buFont typeface="Arial" panose="020B0604020202020204" pitchFamily="34" charset="0"/>
              <a:buChar char="•"/>
            </a:pPr>
            <a:r>
              <a:rPr lang="en-GB" dirty="0"/>
              <a:t>Working with file staging</a:t>
            </a:r>
          </a:p>
          <a:p>
            <a:pPr marL="971550" lvl="1" indent="-285750">
              <a:lnSpc>
                <a:spcPct val="100000"/>
              </a:lnSpc>
            </a:pPr>
            <a:r>
              <a:rPr lang="en-GB" dirty="0"/>
              <a:t>How to stage and un-stage a file</a:t>
            </a:r>
          </a:p>
          <a:p>
            <a:pPr marL="285750" indent="-285750">
              <a:buFont typeface="Arial" panose="020B0604020202020204" pitchFamily="34" charset="0"/>
              <a:buChar char="•"/>
            </a:pPr>
            <a:r>
              <a:rPr lang="en-GB" dirty="0"/>
              <a:t>Using the Git GUI in conjunction with GIT BASH</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2" name="Slide Number Placeholder 3">
            <a:extLst>
              <a:ext uri="{FF2B5EF4-FFF2-40B4-BE49-F238E27FC236}">
                <a16:creationId xmlns:a16="http://schemas.microsoft.com/office/drawing/2014/main" id="{241E7264-5FB0-4FD5-BAEA-F85DA4CB1C83}"/>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19</a:t>
            </a:fld>
            <a:endParaRPr lang="en-US" dirty="0"/>
          </a:p>
        </p:txBody>
      </p:sp>
    </p:spTree>
    <p:extLst>
      <p:ext uri="{BB962C8B-B14F-4D97-AF65-F5344CB8AC3E}">
        <p14:creationId xmlns:p14="http://schemas.microsoft.com/office/powerpoint/2010/main" val="2329052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19172-2099-8289-46F4-C0CBEB628121}"/>
              </a:ext>
            </a:extLst>
          </p:cNvPr>
          <p:cNvSpPr>
            <a:spLocks noGrp="1"/>
          </p:cNvSpPr>
          <p:nvPr>
            <p:ph type="ctrTitle"/>
          </p:nvPr>
        </p:nvSpPr>
        <p:spPr/>
        <p:txBody>
          <a:bodyPr/>
          <a:lstStyle/>
          <a:p>
            <a:r>
              <a:rPr lang="en-GB" dirty="0"/>
              <a:t>Git key concepts: Repos</a:t>
            </a:r>
          </a:p>
        </p:txBody>
      </p:sp>
      <p:sp>
        <p:nvSpPr>
          <p:cNvPr id="3" name="Text Placeholder 2">
            <a:extLst>
              <a:ext uri="{FF2B5EF4-FFF2-40B4-BE49-F238E27FC236}">
                <a16:creationId xmlns:a16="http://schemas.microsoft.com/office/drawing/2014/main" id="{AFFCCB1B-0F94-3CC2-CE2E-CE04E76FF061}"/>
              </a:ext>
            </a:extLst>
          </p:cNvPr>
          <p:cNvSpPr>
            <a:spLocks noGrp="1"/>
          </p:cNvSpPr>
          <p:nvPr>
            <p:ph type="body" sz="quarter" idx="14"/>
          </p:nvPr>
        </p:nvSpPr>
        <p:spPr/>
        <p:txBody>
          <a:bodyPr/>
          <a:lstStyle/>
          <a:p>
            <a:r>
              <a:rPr lang="en-GB" dirty="0"/>
              <a:t>Git holds assets in a repository (repo): </a:t>
            </a:r>
          </a:p>
          <a:p>
            <a:pPr marL="285750" indent="-285750">
              <a:buFont typeface="Arial" panose="020B0604020202020204" pitchFamily="34" charset="0"/>
              <a:buChar char="•"/>
            </a:pPr>
            <a:r>
              <a:rPr lang="en-GB" dirty="0"/>
              <a:t>A repository is a storage area for your files.</a:t>
            </a:r>
          </a:p>
          <a:p>
            <a:pPr marL="285750" indent="-285750">
              <a:buFont typeface="Arial" panose="020B0604020202020204" pitchFamily="34" charset="0"/>
              <a:buChar char="•"/>
            </a:pPr>
            <a:r>
              <a:rPr lang="en-GB" dirty="0"/>
              <a:t>This maps to a directory or folder on your file system.</a:t>
            </a:r>
          </a:p>
          <a:p>
            <a:r>
              <a:rPr lang="en-GB" dirty="0"/>
              <a:t>These can include subdirectories and associated files.</a:t>
            </a:r>
          </a:p>
          <a:p>
            <a:endParaRPr lang="en-GB" dirty="0"/>
          </a:p>
          <a:p>
            <a:r>
              <a:rPr lang="en-GB" dirty="0"/>
              <a:t>The repo requires no server but has created a series of hidden files:</a:t>
            </a:r>
          </a:p>
          <a:p>
            <a:pPr marL="285750" indent="-285750">
              <a:buFont typeface="Arial" panose="020B0604020202020204" pitchFamily="34" charset="0"/>
              <a:buChar char="•"/>
            </a:pPr>
            <a:r>
              <a:rPr lang="en-GB" dirty="0"/>
              <a:t>Located in </a:t>
            </a:r>
            <a:r>
              <a:rPr lang="en-GB" b="1" dirty="0"/>
              <a:t>.git </a:t>
            </a:r>
            <a:r>
              <a:rPr lang="en-GB" dirty="0"/>
              <a:t>folder.</a:t>
            </a:r>
          </a:p>
          <a:p>
            <a:endParaRPr lang="en-GB" dirty="0"/>
          </a:p>
          <a:p>
            <a:endParaRPr lang="en-GB" dirty="0"/>
          </a:p>
          <a:p>
            <a:endParaRPr lang="en-GB" dirty="0"/>
          </a:p>
          <a:p>
            <a:endParaRPr lang="en-GB" dirty="0"/>
          </a:p>
          <a:p>
            <a:endParaRPr lang="en-GB" dirty="0"/>
          </a:p>
          <a:p>
            <a:endParaRPr lang="en-GB" dirty="0"/>
          </a:p>
        </p:txBody>
      </p:sp>
      <p:sp>
        <p:nvSpPr>
          <p:cNvPr id="5" name="Slide Number Placeholder 4">
            <a:extLst>
              <a:ext uri="{FF2B5EF4-FFF2-40B4-BE49-F238E27FC236}">
                <a16:creationId xmlns:a16="http://schemas.microsoft.com/office/drawing/2014/main" id="{7A1653C2-D38C-149A-0ED3-5139A571C7E3}"/>
              </a:ext>
            </a:extLst>
          </p:cNvPr>
          <p:cNvSpPr>
            <a:spLocks noGrp="1"/>
          </p:cNvSpPr>
          <p:nvPr>
            <p:ph type="sldNum" sz="quarter" idx="12"/>
          </p:nvPr>
        </p:nvSpPr>
        <p:spPr/>
        <p:txBody>
          <a:bodyPr/>
          <a:lstStyle/>
          <a:p>
            <a:fld id="{F3469444-D02B-D446-9CF8-19DEDDE073D1}" type="slidenum">
              <a:rPr lang="en-US" smtClean="0"/>
              <a:pPr/>
              <a:t>20</a:t>
            </a:fld>
            <a:endParaRPr lang="en-US" dirty="0"/>
          </a:p>
        </p:txBody>
      </p:sp>
      <p:sp>
        <p:nvSpPr>
          <p:cNvPr id="7" name="Text Placeholder 6">
            <a:extLst>
              <a:ext uri="{FF2B5EF4-FFF2-40B4-BE49-F238E27FC236}">
                <a16:creationId xmlns:a16="http://schemas.microsoft.com/office/drawing/2014/main" id="{AEBDEE68-3A01-2B2E-444F-3EEA02D3E08D}"/>
              </a:ext>
            </a:extLst>
          </p:cNvPr>
          <p:cNvSpPr txBox="1">
            <a:spLocks noGrp="1"/>
          </p:cNvSpPr>
          <p:nvPr>
            <p:ph type="body" sz="quarter" idx="15"/>
          </p:nvPr>
        </p:nvSpPr>
        <p:spPr>
          <a:xfrm>
            <a:off x="7446727" y="2792928"/>
            <a:ext cx="2498551" cy="1272143"/>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a:t>
            </a:r>
            <a:r>
              <a:rPr lang="en-GB" sz="2000" dirty="0" err="1">
                <a:solidFill>
                  <a:schemeClr val="bg1"/>
                </a:solidFill>
                <a:latin typeface="Consolas" panose="020B0609020204030204" pitchFamily="49" charset="0"/>
                <a:cs typeface="Courier New" pitchFamily="49" charset="0"/>
              </a:rPr>
              <a:t>mkdir</a:t>
            </a:r>
            <a:r>
              <a:rPr lang="en-GB" sz="2000" dirty="0">
                <a:solidFill>
                  <a:schemeClr val="bg1"/>
                </a:solidFill>
                <a:latin typeface="Consolas" panose="020B0609020204030204" pitchFamily="49" charset="0"/>
                <a:cs typeface="Courier New" pitchFamily="49" charset="0"/>
              </a:rPr>
              <a:t> </a:t>
            </a:r>
            <a:r>
              <a:rPr lang="en-GB" sz="2000" dirty="0" err="1">
                <a:solidFill>
                  <a:schemeClr val="bg1"/>
                </a:solidFill>
                <a:latin typeface="Consolas" panose="020B0609020204030204" pitchFamily="49" charset="0"/>
                <a:cs typeface="Courier New" pitchFamily="49" charset="0"/>
              </a:rPr>
              <a:t>firstRepo</a:t>
            </a:r>
            <a:endParaRPr lang="en-GB" sz="2000" dirty="0">
              <a:solidFill>
                <a:schemeClr val="bg1"/>
              </a:solidFill>
              <a:latin typeface="Consolas" panose="020B0609020204030204" pitchFamily="49" charset="0"/>
              <a:cs typeface="Courier New" pitchFamily="49" charset="0"/>
            </a:endParaRPr>
          </a:p>
          <a:p>
            <a:pPr eaLnBrk="0" hangingPunct="0">
              <a:defRPr/>
            </a:pPr>
            <a:r>
              <a:rPr lang="en-GB" sz="2000" dirty="0">
                <a:solidFill>
                  <a:schemeClr val="bg1"/>
                </a:solidFill>
                <a:latin typeface="Consolas" panose="020B0609020204030204" pitchFamily="49" charset="0"/>
                <a:cs typeface="Courier New" pitchFamily="49" charset="0"/>
              </a:rPr>
              <a:t>$cd </a:t>
            </a:r>
            <a:r>
              <a:rPr lang="en-GB" sz="2000" dirty="0" err="1">
                <a:solidFill>
                  <a:schemeClr val="bg1"/>
                </a:solidFill>
                <a:latin typeface="Consolas" panose="020B0609020204030204" pitchFamily="49" charset="0"/>
                <a:cs typeface="Courier New" pitchFamily="49" charset="0"/>
              </a:rPr>
              <a:t>firstRepo</a:t>
            </a:r>
            <a:endParaRPr lang="en-GB" sz="2000" dirty="0">
              <a:solidFill>
                <a:schemeClr val="bg1"/>
              </a:solidFill>
              <a:latin typeface="Consolas" panose="020B0609020204030204" pitchFamily="49" charset="0"/>
              <a:cs typeface="Courier New" pitchFamily="49" charset="0"/>
            </a:endParaRPr>
          </a:p>
          <a:p>
            <a:pPr eaLnBrk="0" hangingPunct="0">
              <a:defRPr/>
            </a:pPr>
            <a:r>
              <a:rPr lang="en-GB" sz="2000" dirty="0">
                <a:solidFill>
                  <a:schemeClr val="bg1"/>
                </a:solidFill>
                <a:latin typeface="Consolas" panose="020B0609020204030204" pitchFamily="49" charset="0"/>
                <a:cs typeface="Courier New" pitchFamily="49" charset="0"/>
              </a:rPr>
              <a:t>$git </a:t>
            </a:r>
            <a:r>
              <a:rPr lang="en-GB" sz="2000" dirty="0" err="1">
                <a:solidFill>
                  <a:schemeClr val="bg1"/>
                </a:solidFill>
                <a:latin typeface="Consolas" panose="020B0609020204030204" pitchFamily="49" charset="0"/>
                <a:cs typeface="Courier New" pitchFamily="49" charset="0"/>
              </a:rPr>
              <a:t>init</a:t>
            </a:r>
            <a:r>
              <a:rPr lang="en-GB" sz="2000" dirty="0">
                <a:solidFill>
                  <a:schemeClr val="bg1"/>
                </a:solidFill>
                <a:latin typeface="Consolas" panose="020B0609020204030204" pitchFamily="49" charset="0"/>
                <a:cs typeface="Courier New" pitchFamily="49" charset="0"/>
              </a:rPr>
              <a:t> </a:t>
            </a:r>
          </a:p>
        </p:txBody>
      </p:sp>
    </p:spTree>
    <p:extLst>
      <p:ext uri="{BB962C8B-B14F-4D97-AF65-F5344CB8AC3E}">
        <p14:creationId xmlns:p14="http://schemas.microsoft.com/office/powerpoint/2010/main" val="1868916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99862-F922-6CE1-8AE7-B48BC788E4AB}"/>
              </a:ext>
            </a:extLst>
          </p:cNvPr>
          <p:cNvSpPr>
            <a:spLocks noGrp="1"/>
          </p:cNvSpPr>
          <p:nvPr>
            <p:ph type="ctrTitle"/>
          </p:nvPr>
        </p:nvSpPr>
        <p:spPr/>
        <p:txBody>
          <a:bodyPr/>
          <a:lstStyle/>
          <a:p>
            <a:r>
              <a:rPr lang="en-GB" dirty="0"/>
              <a:t>Git status</a:t>
            </a:r>
          </a:p>
        </p:txBody>
      </p:sp>
      <p:sp>
        <p:nvSpPr>
          <p:cNvPr id="3" name="Text Placeholder 2">
            <a:extLst>
              <a:ext uri="{FF2B5EF4-FFF2-40B4-BE49-F238E27FC236}">
                <a16:creationId xmlns:a16="http://schemas.microsoft.com/office/drawing/2014/main" id="{D9546D66-6C87-B9C0-AC0B-49918A31187B}"/>
              </a:ext>
            </a:extLst>
          </p:cNvPr>
          <p:cNvSpPr>
            <a:spLocks noGrp="1"/>
          </p:cNvSpPr>
          <p:nvPr>
            <p:ph type="body" sz="quarter" idx="13"/>
          </p:nvPr>
        </p:nvSpPr>
        <p:spPr/>
        <p:txBody>
          <a:bodyPr/>
          <a:lstStyle/>
          <a:p>
            <a:r>
              <a:rPr lang="en-US" dirty="0"/>
              <a:t>You can see the status of your Git repository:</a:t>
            </a:r>
            <a:endParaRPr lang="en-GB" dirty="0"/>
          </a:p>
          <a:p>
            <a:endParaRPr lang="en-GB" dirty="0"/>
          </a:p>
        </p:txBody>
      </p:sp>
      <p:pic>
        <p:nvPicPr>
          <p:cNvPr id="7" name="Content Placeholder 6">
            <a:extLst>
              <a:ext uri="{FF2B5EF4-FFF2-40B4-BE49-F238E27FC236}">
                <a16:creationId xmlns:a16="http://schemas.microsoft.com/office/drawing/2014/main" id="{1B8FE004-D248-E1B6-FAE5-801E42192706}"/>
              </a:ext>
            </a:extLst>
          </p:cNvPr>
          <p:cNvPicPr>
            <a:picLocks noGrp="1" noChangeAspect="1"/>
          </p:cNvPicPr>
          <p:nvPr>
            <p:ph sz="quarter" idx="4"/>
          </p:nvPr>
        </p:nvPicPr>
        <p:blipFill>
          <a:blip r:embed="rId2"/>
          <a:stretch>
            <a:fillRect/>
          </a:stretch>
        </p:blipFill>
        <p:spPr>
          <a:xfrm>
            <a:off x="1984342" y="2401086"/>
            <a:ext cx="8223315" cy="2055827"/>
          </a:xfrm>
          <a:prstGeom prst="rect">
            <a:avLst/>
          </a:prstGeom>
        </p:spPr>
      </p:pic>
      <p:sp>
        <p:nvSpPr>
          <p:cNvPr id="4" name="Slide Number Placeholder 3">
            <a:extLst>
              <a:ext uri="{FF2B5EF4-FFF2-40B4-BE49-F238E27FC236}">
                <a16:creationId xmlns:a16="http://schemas.microsoft.com/office/drawing/2014/main" id="{59EF8C1E-0F05-EA58-CA35-CF3818B8E13E}"/>
              </a:ext>
            </a:extLst>
          </p:cNvPr>
          <p:cNvSpPr>
            <a:spLocks noGrp="1"/>
          </p:cNvSpPr>
          <p:nvPr>
            <p:ph type="sldNum" sz="quarter" idx="12"/>
          </p:nvPr>
        </p:nvSpPr>
        <p:spPr/>
        <p:txBody>
          <a:bodyPr/>
          <a:lstStyle/>
          <a:p>
            <a:fld id="{F3469444-D02B-D446-9CF8-19DEDDE073D1}" type="slidenum">
              <a:rPr lang="en-US" smtClean="0"/>
              <a:pPr/>
              <a:t>21</a:t>
            </a:fld>
            <a:endParaRPr lang="en-US" dirty="0"/>
          </a:p>
        </p:txBody>
      </p:sp>
    </p:spTree>
    <p:extLst>
      <p:ext uri="{BB962C8B-B14F-4D97-AF65-F5344CB8AC3E}">
        <p14:creationId xmlns:p14="http://schemas.microsoft.com/office/powerpoint/2010/main" val="1602460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FBD94B-F273-287D-3E9A-ECB25FA1BA2F}"/>
              </a:ext>
            </a:extLst>
          </p:cNvPr>
          <p:cNvSpPr>
            <a:spLocks noGrp="1"/>
          </p:cNvSpPr>
          <p:nvPr>
            <p:ph type="ctrTitle"/>
          </p:nvPr>
        </p:nvSpPr>
        <p:spPr/>
        <p:txBody>
          <a:bodyPr/>
          <a:lstStyle/>
          <a:p>
            <a:r>
              <a:rPr lang="en-GB" dirty="0"/>
              <a:t>Activity: Creating a Git repository </a:t>
            </a:r>
          </a:p>
        </p:txBody>
      </p:sp>
      <p:sp>
        <p:nvSpPr>
          <p:cNvPr id="6" name="Text Placeholder 5">
            <a:extLst>
              <a:ext uri="{FF2B5EF4-FFF2-40B4-BE49-F238E27FC236}">
                <a16:creationId xmlns:a16="http://schemas.microsoft.com/office/drawing/2014/main" id="{246BDB6D-1950-526F-E631-AD5CBC29A2ED}"/>
              </a:ext>
            </a:extLst>
          </p:cNvPr>
          <p:cNvSpPr>
            <a:spLocks noGrp="1"/>
          </p:cNvSpPr>
          <p:nvPr>
            <p:ph type="body" sz="quarter" idx="13"/>
          </p:nvPr>
        </p:nvSpPr>
        <p:spPr/>
        <p:txBody>
          <a:bodyPr/>
          <a:lstStyle/>
          <a:p>
            <a:pPr marL="285750" indent="-285750">
              <a:buFont typeface="Arial" panose="020B0604020202020204" pitchFamily="34" charset="0"/>
              <a:buChar char="•"/>
            </a:pPr>
            <a:r>
              <a:rPr lang="en-GB" dirty="0"/>
              <a:t>Create a folder at the </a:t>
            </a:r>
            <a:r>
              <a:rPr lang="en-GB" b="1" dirty="0"/>
              <a:t>~</a:t>
            </a:r>
            <a:r>
              <a:rPr lang="en-GB" dirty="0"/>
              <a:t> called </a:t>
            </a:r>
            <a:r>
              <a:rPr lang="en-GB" b="1" dirty="0" err="1"/>
              <a:t>firstRepo</a:t>
            </a:r>
            <a:r>
              <a:rPr lang="en-GB" dirty="0"/>
              <a:t>.</a:t>
            </a:r>
          </a:p>
          <a:p>
            <a:pPr marL="285750" indent="-285750">
              <a:buFont typeface="Arial" panose="020B0604020202020204" pitchFamily="34" charset="0"/>
              <a:buChar char="•"/>
            </a:pPr>
            <a:r>
              <a:rPr lang="en-GB" dirty="0"/>
              <a:t>Initialise it as a git repository.</a:t>
            </a:r>
          </a:p>
          <a:p>
            <a:pPr marL="285750" indent="-285750">
              <a:buFont typeface="Arial" panose="020B0604020202020204" pitchFamily="34" charset="0"/>
              <a:buChar char="•"/>
            </a:pPr>
            <a:r>
              <a:rPr lang="en-GB" dirty="0"/>
              <a:t>Check the status of the repo.</a:t>
            </a:r>
          </a:p>
          <a:p>
            <a:pPr marL="285750" indent="-285750">
              <a:buFont typeface="Arial" panose="020B0604020202020204" pitchFamily="34" charset="0"/>
              <a:buChar char="•"/>
            </a:pPr>
            <a:r>
              <a:rPr lang="en-GB" dirty="0"/>
              <a:t>Use the touch command to create a file called </a:t>
            </a:r>
            <a:r>
              <a:rPr lang="en-GB" b="1" dirty="0"/>
              <a:t>myfile.bat</a:t>
            </a:r>
            <a:r>
              <a:rPr lang="en-GB" dirty="0"/>
              <a:t>.</a:t>
            </a:r>
          </a:p>
          <a:p>
            <a:pPr marL="285750" indent="-285750">
              <a:buFont typeface="Arial" panose="020B0604020202020204" pitchFamily="34" charset="0"/>
              <a:buChar char="•"/>
            </a:pPr>
            <a:r>
              <a:rPr lang="en-GB" dirty="0"/>
              <a:t>Check the status of the repo.</a:t>
            </a:r>
          </a:p>
          <a:p>
            <a:endParaRPr lang="en-GB" dirty="0"/>
          </a:p>
          <a:p>
            <a:endParaRPr lang="en-GB" dirty="0">
              <a:solidFill>
                <a:schemeClr val="tx2"/>
              </a:solidFill>
            </a:endParaRPr>
          </a:p>
          <a:p>
            <a:endParaRPr lang="en-GB" dirty="0"/>
          </a:p>
          <a:p>
            <a:endParaRPr lang="en-GB" dirty="0"/>
          </a:p>
        </p:txBody>
      </p:sp>
      <p:sp>
        <p:nvSpPr>
          <p:cNvPr id="4" name="Slide Number Placeholder 3">
            <a:extLst>
              <a:ext uri="{FF2B5EF4-FFF2-40B4-BE49-F238E27FC236}">
                <a16:creationId xmlns:a16="http://schemas.microsoft.com/office/drawing/2014/main" id="{F968BA7E-451B-C96B-FD67-6DA6A5256603}"/>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22</a:t>
            </a:fld>
            <a:endParaRPr lang="en-US" dirty="0"/>
          </a:p>
        </p:txBody>
      </p:sp>
    </p:spTree>
    <p:extLst>
      <p:ext uri="{BB962C8B-B14F-4D97-AF65-F5344CB8AC3E}">
        <p14:creationId xmlns:p14="http://schemas.microsoft.com/office/powerpoint/2010/main" val="2665265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A3347-75D2-8558-10BE-E4AEE665487F}"/>
              </a:ext>
            </a:extLst>
          </p:cNvPr>
          <p:cNvSpPr>
            <a:spLocks noGrp="1"/>
          </p:cNvSpPr>
          <p:nvPr>
            <p:ph type="ctrTitle"/>
          </p:nvPr>
        </p:nvSpPr>
        <p:spPr/>
        <p:txBody>
          <a:bodyPr/>
          <a:lstStyle/>
          <a:p>
            <a:r>
              <a:rPr lang="en-GB" dirty="0"/>
              <a:t>Recording changes to a repository</a:t>
            </a:r>
          </a:p>
        </p:txBody>
      </p:sp>
      <p:sp>
        <p:nvSpPr>
          <p:cNvPr id="3" name="Text Placeholder 2">
            <a:extLst>
              <a:ext uri="{FF2B5EF4-FFF2-40B4-BE49-F238E27FC236}">
                <a16:creationId xmlns:a16="http://schemas.microsoft.com/office/drawing/2014/main" id="{FD14F3E4-3411-9E26-C78E-7BFD66D68D8F}"/>
              </a:ext>
            </a:extLst>
          </p:cNvPr>
          <p:cNvSpPr>
            <a:spLocks noGrp="1"/>
          </p:cNvSpPr>
          <p:nvPr>
            <p:ph type="body" sz="quarter" idx="13"/>
          </p:nvPr>
        </p:nvSpPr>
        <p:spPr/>
        <p:txBody>
          <a:bodyPr/>
          <a:lstStyle/>
          <a:p>
            <a:r>
              <a:rPr lang="en-GB" dirty="0"/>
              <a:t>Each file in a git directory can be tracked or untracked:</a:t>
            </a:r>
          </a:p>
          <a:p>
            <a:pPr marL="285750" indent="-285750">
              <a:buFont typeface="Arial" panose="020B0604020202020204" pitchFamily="34" charset="0"/>
              <a:buChar char="•"/>
            </a:pPr>
            <a:r>
              <a:rPr lang="en-GB" b="1" dirty="0"/>
              <a:t>Tracked</a:t>
            </a:r>
            <a:r>
              <a:rPr lang="en-GB" dirty="0"/>
              <a:t> files are files that were in the last snapshot. They can be </a:t>
            </a:r>
            <a:r>
              <a:rPr lang="en-GB" b="1" dirty="0"/>
              <a:t>unmodified</a:t>
            </a:r>
            <a:r>
              <a:rPr lang="en-GB" dirty="0"/>
              <a:t>, </a:t>
            </a:r>
            <a:r>
              <a:rPr lang="en-GB" b="1" dirty="0"/>
              <a:t>modified</a:t>
            </a:r>
            <a:r>
              <a:rPr lang="en-GB" dirty="0"/>
              <a:t>, or </a:t>
            </a:r>
            <a:r>
              <a:rPr lang="en-GB" b="1" dirty="0"/>
              <a:t>staged</a:t>
            </a:r>
            <a:r>
              <a:rPr lang="en-GB" dirty="0"/>
              <a:t>.</a:t>
            </a:r>
          </a:p>
          <a:p>
            <a:pPr marL="285750" indent="-285750">
              <a:buFont typeface="Arial" panose="020B0604020202020204" pitchFamily="34" charset="0"/>
              <a:buChar char="•"/>
            </a:pPr>
            <a:r>
              <a:rPr lang="en-GB" b="1" dirty="0"/>
              <a:t>Untracked</a:t>
            </a:r>
            <a:r>
              <a:rPr lang="en-GB" dirty="0"/>
              <a:t> files are everything else not in your last snapshot or staging area.</a:t>
            </a:r>
          </a:p>
          <a:p>
            <a:endParaRPr lang="en-GB" dirty="0"/>
          </a:p>
        </p:txBody>
      </p:sp>
      <p:pic>
        <p:nvPicPr>
          <p:cNvPr id="7" name="Content Placeholder 6">
            <a:extLst>
              <a:ext uri="{FF2B5EF4-FFF2-40B4-BE49-F238E27FC236}">
                <a16:creationId xmlns:a16="http://schemas.microsoft.com/office/drawing/2014/main" id="{D55509E0-6405-CE1E-4392-3CE126279EA7}"/>
              </a:ext>
            </a:extLst>
          </p:cNvPr>
          <p:cNvPicPr>
            <a:picLocks noGrp="1" noChangeAspect="1"/>
          </p:cNvPicPr>
          <p:nvPr>
            <p:ph sz="quarter" idx="4"/>
          </p:nvPr>
        </p:nvPicPr>
        <p:blipFill>
          <a:blip r:embed="rId3"/>
          <a:stretch>
            <a:fillRect/>
          </a:stretch>
        </p:blipFill>
        <p:spPr>
          <a:xfrm>
            <a:off x="7045087" y="2395692"/>
            <a:ext cx="4761389" cy="3023878"/>
          </a:xfrm>
          <a:prstGeom prst="rect">
            <a:avLst/>
          </a:prstGeom>
        </p:spPr>
      </p:pic>
      <p:sp>
        <p:nvSpPr>
          <p:cNvPr id="5" name="Slide Number Placeholder 4">
            <a:extLst>
              <a:ext uri="{FF2B5EF4-FFF2-40B4-BE49-F238E27FC236}">
                <a16:creationId xmlns:a16="http://schemas.microsoft.com/office/drawing/2014/main" id="{016085E9-D22B-0A89-0153-6118A0EA0674}"/>
              </a:ext>
            </a:extLst>
          </p:cNvPr>
          <p:cNvSpPr>
            <a:spLocks noGrp="1"/>
          </p:cNvSpPr>
          <p:nvPr>
            <p:ph type="sldNum" sz="quarter" idx="12"/>
          </p:nvPr>
        </p:nvSpPr>
        <p:spPr/>
        <p:txBody>
          <a:bodyPr/>
          <a:lstStyle/>
          <a:p>
            <a:fld id="{F3469444-D02B-D446-9CF8-19DEDDE073D1}" type="slidenum">
              <a:rPr lang="en-US" smtClean="0"/>
              <a:pPr/>
              <a:t>23</a:t>
            </a:fld>
            <a:endParaRPr lang="en-US" dirty="0"/>
          </a:p>
        </p:txBody>
      </p:sp>
    </p:spTree>
    <p:extLst>
      <p:ext uri="{BB962C8B-B14F-4D97-AF65-F5344CB8AC3E}">
        <p14:creationId xmlns:p14="http://schemas.microsoft.com/office/powerpoint/2010/main" val="2247101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E0EE3-1D69-4F98-9909-3653ABC027B6}"/>
              </a:ext>
            </a:extLst>
          </p:cNvPr>
          <p:cNvSpPr>
            <a:spLocks noGrp="1"/>
          </p:cNvSpPr>
          <p:nvPr>
            <p:ph type="ctrTitle"/>
          </p:nvPr>
        </p:nvSpPr>
        <p:spPr/>
        <p:txBody>
          <a:bodyPr/>
          <a:lstStyle/>
          <a:p>
            <a:r>
              <a:rPr lang="en-GB" dirty="0"/>
              <a:t>Tracking files in a Git repo	</a:t>
            </a:r>
          </a:p>
        </p:txBody>
      </p:sp>
      <p:sp>
        <p:nvSpPr>
          <p:cNvPr id="3" name="Text Placeholder 2">
            <a:extLst>
              <a:ext uri="{FF2B5EF4-FFF2-40B4-BE49-F238E27FC236}">
                <a16:creationId xmlns:a16="http://schemas.microsoft.com/office/drawing/2014/main" id="{B405B345-07FE-A374-CF3F-44DE5733854D}"/>
              </a:ext>
            </a:extLst>
          </p:cNvPr>
          <p:cNvSpPr>
            <a:spLocks noGrp="1"/>
          </p:cNvSpPr>
          <p:nvPr>
            <p:ph type="body" sz="quarter" idx="14"/>
          </p:nvPr>
        </p:nvSpPr>
        <p:spPr>
          <a:xfrm>
            <a:off x="443921" y="1733108"/>
            <a:ext cx="4559400" cy="4061405"/>
          </a:xfrm>
        </p:spPr>
        <p:txBody>
          <a:bodyPr/>
          <a:lstStyle/>
          <a:p>
            <a:r>
              <a:rPr lang="en-GB" dirty="0"/>
              <a:t>To track a file, we must add it to the repo:</a:t>
            </a:r>
          </a:p>
          <a:p>
            <a:r>
              <a:rPr lang="en-GB" dirty="0"/>
              <a:t>Then we must commit the file — adding to the repository timeline:</a:t>
            </a:r>
          </a:p>
          <a:p>
            <a:endParaRPr lang="en-GB" dirty="0"/>
          </a:p>
          <a:p>
            <a:r>
              <a:rPr lang="en-GB" dirty="0"/>
              <a:t>This will launch the vi editor. We must then:</a:t>
            </a:r>
          </a:p>
          <a:p>
            <a:pPr marL="285750" indent="-285750">
              <a:buFont typeface="Arial" panose="020B0604020202020204" pitchFamily="34" charset="0"/>
              <a:buChar char="•"/>
            </a:pPr>
            <a:r>
              <a:rPr lang="en-GB" dirty="0"/>
              <a:t>Switch to input mode (i).</a:t>
            </a:r>
          </a:p>
          <a:p>
            <a:pPr marL="285750" indent="-285750">
              <a:buFont typeface="Arial" panose="020B0604020202020204" pitchFamily="34" charset="0"/>
              <a:buChar char="•"/>
            </a:pPr>
            <a:r>
              <a:rPr lang="en-GB" dirty="0"/>
              <a:t>Enter a commit message.</a:t>
            </a:r>
          </a:p>
          <a:p>
            <a:pPr marL="285750" indent="-285750">
              <a:buFont typeface="Arial" panose="020B0604020202020204" pitchFamily="34" charset="0"/>
              <a:buChar char="•"/>
            </a:pPr>
            <a:r>
              <a:rPr lang="en-GB" dirty="0"/>
              <a:t>Hit ESC to complete the message.</a:t>
            </a:r>
          </a:p>
          <a:p>
            <a:pPr marL="285750" indent="-285750">
              <a:buFont typeface="Arial" panose="020B0604020202020204" pitchFamily="34" charset="0"/>
              <a:buChar char="•"/>
            </a:pPr>
            <a:r>
              <a:rPr lang="en-GB" dirty="0"/>
              <a:t>Enter ZZ or :</a:t>
            </a:r>
            <a:r>
              <a:rPr lang="en-GB" dirty="0" err="1"/>
              <a:t>wq</a:t>
            </a:r>
            <a:r>
              <a:rPr lang="en-GB" dirty="0"/>
              <a:t> to exit the vi editor.</a:t>
            </a:r>
          </a:p>
          <a:p>
            <a:r>
              <a:rPr lang="en-GB" dirty="0"/>
              <a:t>The repo is now updated.</a:t>
            </a:r>
          </a:p>
          <a:p>
            <a:endParaRPr lang="en-GB" dirty="0"/>
          </a:p>
          <a:p>
            <a:endParaRPr lang="en-GB" dirty="0"/>
          </a:p>
          <a:p>
            <a:endParaRPr lang="en-GB" dirty="0"/>
          </a:p>
          <a:p>
            <a:endParaRPr lang="en-GB" dirty="0"/>
          </a:p>
          <a:p>
            <a:endParaRPr lang="en-GB" dirty="0"/>
          </a:p>
          <a:p>
            <a:pPr lvl="1"/>
            <a:endParaRPr lang="en-GB" dirty="0"/>
          </a:p>
          <a:p>
            <a:pPr lvl="1"/>
            <a:endParaRPr lang="en-GB" dirty="0"/>
          </a:p>
          <a:p>
            <a:endParaRPr lang="en-GB" dirty="0"/>
          </a:p>
          <a:p>
            <a:endParaRPr lang="en-GB" dirty="0"/>
          </a:p>
          <a:p>
            <a:endParaRPr lang="en-GB" dirty="0"/>
          </a:p>
          <a:p>
            <a:endParaRPr lang="en-GB" dirty="0"/>
          </a:p>
        </p:txBody>
      </p:sp>
      <p:sp>
        <p:nvSpPr>
          <p:cNvPr id="5" name="Slide Number Placeholder 4">
            <a:extLst>
              <a:ext uri="{FF2B5EF4-FFF2-40B4-BE49-F238E27FC236}">
                <a16:creationId xmlns:a16="http://schemas.microsoft.com/office/drawing/2014/main" id="{0A56F4EC-8132-9C2C-585E-9DE9DB6FAE87}"/>
              </a:ext>
            </a:extLst>
          </p:cNvPr>
          <p:cNvSpPr>
            <a:spLocks noGrp="1"/>
          </p:cNvSpPr>
          <p:nvPr>
            <p:ph type="sldNum" sz="quarter" idx="12"/>
          </p:nvPr>
        </p:nvSpPr>
        <p:spPr/>
        <p:txBody>
          <a:bodyPr/>
          <a:lstStyle/>
          <a:p>
            <a:fld id="{F3469444-D02B-D446-9CF8-19DEDDE073D1}" type="slidenum">
              <a:rPr lang="en-US" smtClean="0"/>
              <a:pPr/>
              <a:t>24</a:t>
            </a:fld>
            <a:endParaRPr lang="en-US" dirty="0"/>
          </a:p>
        </p:txBody>
      </p:sp>
      <p:sp>
        <p:nvSpPr>
          <p:cNvPr id="7" name="TextBox 6">
            <a:extLst>
              <a:ext uri="{FF2B5EF4-FFF2-40B4-BE49-F238E27FC236}">
                <a16:creationId xmlns:a16="http://schemas.microsoft.com/office/drawing/2014/main" id="{48796A6D-8262-1859-2AD9-50589180FF62}"/>
              </a:ext>
            </a:extLst>
          </p:cNvPr>
          <p:cNvSpPr txBox="1"/>
          <p:nvPr/>
        </p:nvSpPr>
        <p:spPr>
          <a:xfrm>
            <a:off x="5063705" y="1684550"/>
            <a:ext cx="6684373" cy="369332"/>
          </a:xfrm>
          <a:prstGeom prst="rect">
            <a:avLst/>
          </a:prstGeom>
          <a:solidFill>
            <a:schemeClr val="tx1"/>
          </a:solidFill>
        </p:spPr>
        <p:txBody>
          <a:bodyPr wrap="square">
            <a:spAutoFit/>
          </a:bodyPr>
          <a:lstStyle/>
          <a:p>
            <a:pPr eaLnBrk="0" hangingPunct="0">
              <a:defRPr/>
            </a:pPr>
            <a:r>
              <a:rPr lang="en-GB" dirty="0">
                <a:solidFill>
                  <a:schemeClr val="bg1"/>
                </a:solidFill>
                <a:latin typeface="Consolas" panose="020B0609020204030204" pitchFamily="49" charset="0"/>
                <a:cs typeface="Courier New" pitchFamily="49" charset="0"/>
              </a:rPr>
              <a:t>$ git add FILENAME</a:t>
            </a:r>
          </a:p>
        </p:txBody>
      </p:sp>
      <p:sp>
        <p:nvSpPr>
          <p:cNvPr id="9" name="TextBox 8">
            <a:extLst>
              <a:ext uri="{FF2B5EF4-FFF2-40B4-BE49-F238E27FC236}">
                <a16:creationId xmlns:a16="http://schemas.microsoft.com/office/drawing/2014/main" id="{CAB5F5DC-F01D-F46A-7DEB-2E789497AEB9}"/>
              </a:ext>
            </a:extLst>
          </p:cNvPr>
          <p:cNvSpPr txBox="1"/>
          <p:nvPr/>
        </p:nvSpPr>
        <p:spPr>
          <a:xfrm>
            <a:off x="5063704" y="2619939"/>
            <a:ext cx="6684373" cy="369332"/>
          </a:xfrm>
          <a:prstGeom prst="rect">
            <a:avLst/>
          </a:prstGeom>
          <a:solidFill>
            <a:schemeClr val="tx1"/>
          </a:solidFill>
        </p:spPr>
        <p:txBody>
          <a:bodyPr wrap="square">
            <a:spAutoFit/>
          </a:bodyPr>
          <a:lstStyle/>
          <a:p>
            <a:pPr eaLnBrk="0" hangingPunct="0">
              <a:defRPr/>
            </a:pPr>
            <a:r>
              <a:rPr lang="en-GB" dirty="0">
                <a:solidFill>
                  <a:schemeClr val="bg1"/>
                </a:solidFill>
                <a:latin typeface="Consolas" panose="020B0609020204030204" pitchFamily="49" charset="0"/>
                <a:cs typeface="Courier New" pitchFamily="49" charset="0"/>
              </a:rPr>
              <a:t>$ git commit</a:t>
            </a:r>
          </a:p>
        </p:txBody>
      </p:sp>
      <p:sp>
        <p:nvSpPr>
          <p:cNvPr id="11" name="TextBox 10">
            <a:extLst>
              <a:ext uri="{FF2B5EF4-FFF2-40B4-BE49-F238E27FC236}">
                <a16:creationId xmlns:a16="http://schemas.microsoft.com/office/drawing/2014/main" id="{E1F6CB58-CB37-EAB2-2968-B2263C8F1EFC}"/>
              </a:ext>
            </a:extLst>
          </p:cNvPr>
          <p:cNvSpPr txBox="1"/>
          <p:nvPr/>
        </p:nvSpPr>
        <p:spPr>
          <a:xfrm>
            <a:off x="5063704" y="5001801"/>
            <a:ext cx="6684373" cy="923330"/>
          </a:xfrm>
          <a:prstGeom prst="rect">
            <a:avLst/>
          </a:prstGeom>
          <a:solidFill>
            <a:schemeClr val="tx1"/>
          </a:solidFill>
        </p:spPr>
        <p:txBody>
          <a:bodyPr wrap="square">
            <a:spAutoFit/>
          </a:bodyPr>
          <a:lstStyle/>
          <a:p>
            <a:pPr eaLnBrk="0" hangingPunct="0">
              <a:defRPr/>
            </a:pPr>
            <a:r>
              <a:rPr lang="en-GB" dirty="0">
                <a:solidFill>
                  <a:schemeClr val="bg1"/>
                </a:solidFill>
                <a:latin typeface="Consolas" panose="020B0609020204030204" pitchFamily="49" charset="0"/>
                <a:cs typeface="Courier New" pitchFamily="49" charset="0"/>
              </a:rPr>
              <a:t>$ git status</a:t>
            </a:r>
          </a:p>
          <a:p>
            <a:pPr eaLnBrk="0" hangingPunct="0">
              <a:defRPr/>
            </a:pPr>
            <a:r>
              <a:rPr lang="en-GB" dirty="0">
                <a:solidFill>
                  <a:schemeClr val="bg1"/>
                </a:solidFill>
                <a:latin typeface="Consolas" panose="020B0609020204030204" pitchFamily="49" charset="0"/>
                <a:cs typeface="Courier New" pitchFamily="49" charset="0"/>
              </a:rPr>
              <a:t>$ git log</a:t>
            </a:r>
          </a:p>
          <a:p>
            <a:pPr eaLnBrk="0" hangingPunct="0">
              <a:defRPr/>
            </a:pPr>
            <a:r>
              <a:rPr lang="en-GB" dirty="0">
                <a:solidFill>
                  <a:schemeClr val="bg1"/>
                </a:solidFill>
                <a:latin typeface="Consolas" panose="020B0609020204030204" pitchFamily="49" charset="0"/>
                <a:cs typeface="Courier New" pitchFamily="49" charset="0"/>
              </a:rPr>
              <a:t>$ git log --stat</a:t>
            </a:r>
          </a:p>
        </p:txBody>
      </p:sp>
    </p:spTree>
    <p:extLst>
      <p:ext uri="{BB962C8B-B14F-4D97-AF65-F5344CB8AC3E}">
        <p14:creationId xmlns:p14="http://schemas.microsoft.com/office/powerpoint/2010/main" val="3049731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E96DE-990B-7160-62B1-B2E2E3886811}"/>
              </a:ext>
            </a:extLst>
          </p:cNvPr>
          <p:cNvSpPr>
            <a:spLocks noGrp="1"/>
          </p:cNvSpPr>
          <p:nvPr>
            <p:ph type="ctrTitle"/>
          </p:nvPr>
        </p:nvSpPr>
        <p:spPr/>
        <p:txBody>
          <a:bodyPr/>
          <a:lstStyle/>
          <a:p>
            <a:r>
              <a:rPr lang="en-US" dirty="0"/>
              <a:t>Adding files</a:t>
            </a:r>
            <a:endParaRPr lang="en-GB" dirty="0"/>
          </a:p>
        </p:txBody>
      </p:sp>
      <p:sp>
        <p:nvSpPr>
          <p:cNvPr id="3" name="Text Placeholder 2">
            <a:extLst>
              <a:ext uri="{FF2B5EF4-FFF2-40B4-BE49-F238E27FC236}">
                <a16:creationId xmlns:a16="http://schemas.microsoft.com/office/drawing/2014/main" id="{AB82F212-8BC0-FC7A-8B44-EFEBF16FCE1E}"/>
              </a:ext>
            </a:extLst>
          </p:cNvPr>
          <p:cNvSpPr>
            <a:spLocks noGrp="1"/>
          </p:cNvSpPr>
          <p:nvPr>
            <p:ph type="body" sz="quarter" idx="14"/>
          </p:nvPr>
        </p:nvSpPr>
        <p:spPr/>
        <p:txBody>
          <a:bodyPr/>
          <a:lstStyle/>
          <a:p>
            <a:r>
              <a:rPr lang="en-US" dirty="0"/>
              <a:t>To add a new file, use the ‘add’ command:</a:t>
            </a:r>
          </a:p>
          <a:p>
            <a:endParaRPr lang="en-US" dirty="0"/>
          </a:p>
          <a:p>
            <a:endParaRPr lang="en-US" dirty="0"/>
          </a:p>
          <a:p>
            <a:endParaRPr lang="en-US" dirty="0"/>
          </a:p>
          <a:p>
            <a:endParaRPr lang="en-US" dirty="0"/>
          </a:p>
          <a:p>
            <a:endParaRPr lang="en-US" dirty="0"/>
          </a:p>
          <a:p>
            <a:endParaRPr lang="en-US" dirty="0"/>
          </a:p>
          <a:p>
            <a:r>
              <a:rPr lang="en-US" dirty="0"/>
              <a:t>Git status will show the newly added file:</a:t>
            </a:r>
          </a:p>
          <a:p>
            <a:endParaRPr lang="en-GB" dirty="0"/>
          </a:p>
        </p:txBody>
      </p:sp>
      <p:sp>
        <p:nvSpPr>
          <p:cNvPr id="5" name="Slide Number Placeholder 4">
            <a:extLst>
              <a:ext uri="{FF2B5EF4-FFF2-40B4-BE49-F238E27FC236}">
                <a16:creationId xmlns:a16="http://schemas.microsoft.com/office/drawing/2014/main" id="{44652EC5-5B14-17CA-E683-56303F78B8A0}"/>
              </a:ext>
            </a:extLst>
          </p:cNvPr>
          <p:cNvSpPr>
            <a:spLocks noGrp="1"/>
          </p:cNvSpPr>
          <p:nvPr>
            <p:ph type="sldNum" sz="quarter" idx="12"/>
          </p:nvPr>
        </p:nvSpPr>
        <p:spPr/>
        <p:txBody>
          <a:bodyPr/>
          <a:lstStyle/>
          <a:p>
            <a:fld id="{F3469444-D02B-D446-9CF8-19DEDDE073D1}" type="slidenum">
              <a:rPr lang="en-US" smtClean="0"/>
              <a:pPr/>
              <a:t>25</a:t>
            </a:fld>
            <a:endParaRPr lang="en-US" dirty="0"/>
          </a:p>
        </p:txBody>
      </p:sp>
      <p:sp>
        <p:nvSpPr>
          <p:cNvPr id="7" name="TextBox 6">
            <a:extLst>
              <a:ext uri="{FF2B5EF4-FFF2-40B4-BE49-F238E27FC236}">
                <a16:creationId xmlns:a16="http://schemas.microsoft.com/office/drawing/2014/main" id="{C025BB01-D4DE-8C9A-4406-DF6E0DF79A44}"/>
              </a:ext>
            </a:extLst>
          </p:cNvPr>
          <p:cNvSpPr txBox="1"/>
          <p:nvPr/>
        </p:nvSpPr>
        <p:spPr>
          <a:xfrm>
            <a:off x="5011898" y="1725236"/>
            <a:ext cx="7096815" cy="2246769"/>
          </a:xfrm>
          <a:prstGeom prst="rect">
            <a:avLst/>
          </a:prstGeom>
          <a:solidFill>
            <a:schemeClr val="tx1"/>
          </a:solidFill>
        </p:spPr>
        <p:txBody>
          <a:bodyPr wrap="none" rtlCol="0">
            <a:spAutoFit/>
          </a:bodyPr>
          <a:lstStyle/>
          <a:p>
            <a:r>
              <a:rPr lang="en-US" sz="2000" dirty="0">
                <a:solidFill>
                  <a:schemeClr val="bg1"/>
                </a:solidFill>
                <a:latin typeface="Consolas" panose="020B0609020204030204" pitchFamily="49" charset="0"/>
                <a:cs typeface="Courier New" pitchFamily="49" charset="0"/>
              </a:rPr>
              <a:t># a single file</a:t>
            </a:r>
          </a:p>
          <a:p>
            <a:r>
              <a:rPr lang="en-US" sz="2000" b="1" dirty="0">
                <a:solidFill>
                  <a:schemeClr val="bg1"/>
                </a:solidFill>
                <a:latin typeface="Consolas" panose="020B0609020204030204" pitchFamily="49" charset="0"/>
                <a:cs typeface="Courier New" pitchFamily="49" charset="0"/>
              </a:rPr>
              <a:t>$ </a:t>
            </a:r>
            <a:r>
              <a:rPr lang="en-US" sz="2000" b="1" dirty="0" err="1">
                <a:solidFill>
                  <a:schemeClr val="bg1"/>
                </a:solidFill>
                <a:latin typeface="Consolas" panose="020B0609020204030204" pitchFamily="49" charset="0"/>
                <a:cs typeface="Courier New" pitchFamily="49" charset="0"/>
              </a:rPr>
              <a:t>git</a:t>
            </a:r>
            <a:r>
              <a:rPr lang="en-US" sz="2000" b="1" dirty="0">
                <a:solidFill>
                  <a:schemeClr val="bg1"/>
                </a:solidFill>
                <a:latin typeface="Consolas" panose="020B0609020204030204" pitchFamily="49" charset="0"/>
                <a:cs typeface="Courier New" pitchFamily="49" charset="0"/>
              </a:rPr>
              <a:t> add </a:t>
            </a:r>
            <a:r>
              <a:rPr lang="en-US" sz="2000" b="1" dirty="0" err="1">
                <a:solidFill>
                  <a:schemeClr val="bg1"/>
                </a:solidFill>
                <a:latin typeface="Consolas" panose="020B0609020204030204" pitchFamily="49" charset="0"/>
                <a:cs typeface="Courier New" pitchFamily="49" charset="0"/>
              </a:rPr>
              <a:t>specific_file_name.ext</a:t>
            </a:r>
            <a:endParaRPr lang="en-US" sz="2000" b="1" dirty="0">
              <a:solidFill>
                <a:schemeClr val="bg1"/>
              </a:solidFill>
              <a:latin typeface="Consolas" panose="020B0609020204030204" pitchFamily="49" charset="0"/>
              <a:cs typeface="Courier New" pitchFamily="49" charset="0"/>
            </a:endParaRPr>
          </a:p>
          <a:p>
            <a:endParaRPr lang="en-US" sz="2000" dirty="0">
              <a:solidFill>
                <a:schemeClr val="bg1"/>
              </a:solidFill>
              <a:latin typeface="Consolas" panose="020B0609020204030204" pitchFamily="49" charset="0"/>
              <a:cs typeface="Courier New" pitchFamily="49" charset="0"/>
            </a:endParaRPr>
          </a:p>
          <a:p>
            <a:r>
              <a:rPr lang="en-US" sz="2000" dirty="0">
                <a:solidFill>
                  <a:schemeClr val="bg1"/>
                </a:solidFill>
                <a:latin typeface="Consolas" panose="020B0609020204030204" pitchFamily="49" charset="0"/>
                <a:cs typeface="Courier New" pitchFamily="49" charset="0"/>
              </a:rPr>
              <a:t># To add all changed files, deleted and untracked</a:t>
            </a:r>
          </a:p>
          <a:p>
            <a:r>
              <a:rPr lang="en-US" sz="2000" b="1" dirty="0">
                <a:solidFill>
                  <a:schemeClr val="bg1"/>
                </a:solidFill>
                <a:latin typeface="Consolas" panose="020B0609020204030204" pitchFamily="49" charset="0"/>
                <a:cs typeface="Courier New" pitchFamily="49" charset="0"/>
              </a:rPr>
              <a:t>$ </a:t>
            </a:r>
            <a:r>
              <a:rPr lang="en-US" sz="2000" b="1" dirty="0" err="1">
                <a:solidFill>
                  <a:schemeClr val="bg1"/>
                </a:solidFill>
                <a:latin typeface="Consolas" panose="020B0609020204030204" pitchFamily="49" charset="0"/>
                <a:cs typeface="Courier New" pitchFamily="49" charset="0"/>
              </a:rPr>
              <a:t>git</a:t>
            </a:r>
            <a:r>
              <a:rPr lang="en-US" sz="2000" b="1" dirty="0">
                <a:solidFill>
                  <a:schemeClr val="bg1"/>
                </a:solidFill>
                <a:latin typeface="Consolas" panose="020B0609020204030204" pitchFamily="49" charset="0"/>
                <a:cs typeface="Courier New" pitchFamily="49" charset="0"/>
              </a:rPr>
              <a:t> add .</a:t>
            </a:r>
          </a:p>
          <a:p>
            <a:r>
              <a:rPr lang="en-US" sz="2000" b="1" dirty="0">
                <a:solidFill>
                  <a:schemeClr val="bg1"/>
                </a:solidFill>
                <a:latin typeface="Consolas" panose="020B0609020204030204" pitchFamily="49" charset="0"/>
                <a:cs typeface="Courier New" pitchFamily="49" charset="0"/>
              </a:rPr>
              <a:t>$ </a:t>
            </a:r>
            <a:r>
              <a:rPr lang="en-US" sz="2000" b="1" dirty="0" err="1">
                <a:solidFill>
                  <a:schemeClr val="bg1"/>
                </a:solidFill>
                <a:latin typeface="Consolas" panose="020B0609020204030204" pitchFamily="49" charset="0"/>
                <a:cs typeface="Courier New" pitchFamily="49" charset="0"/>
              </a:rPr>
              <a:t>git</a:t>
            </a:r>
            <a:r>
              <a:rPr lang="en-US" sz="2000" b="1" dirty="0">
                <a:solidFill>
                  <a:schemeClr val="bg1"/>
                </a:solidFill>
                <a:latin typeface="Consolas" panose="020B0609020204030204" pitchFamily="49" charset="0"/>
                <a:cs typeface="Courier New" pitchFamily="49" charset="0"/>
              </a:rPr>
              <a:t> add --all</a:t>
            </a:r>
          </a:p>
          <a:p>
            <a:r>
              <a:rPr lang="en-US" sz="2000" b="1" dirty="0">
                <a:solidFill>
                  <a:schemeClr val="bg1"/>
                </a:solidFill>
                <a:latin typeface="Consolas" panose="020B0609020204030204" pitchFamily="49" charset="0"/>
                <a:cs typeface="Courier New" pitchFamily="49" charset="0"/>
              </a:rPr>
              <a:t>$ </a:t>
            </a:r>
            <a:r>
              <a:rPr lang="en-US" sz="2000" b="1" dirty="0" err="1">
                <a:solidFill>
                  <a:schemeClr val="bg1"/>
                </a:solidFill>
                <a:latin typeface="Consolas" panose="020B0609020204030204" pitchFamily="49" charset="0"/>
                <a:cs typeface="Courier New" pitchFamily="49" charset="0"/>
              </a:rPr>
              <a:t>git</a:t>
            </a:r>
            <a:r>
              <a:rPr lang="en-US" sz="2000" b="1" dirty="0">
                <a:solidFill>
                  <a:schemeClr val="bg1"/>
                </a:solidFill>
                <a:latin typeface="Consolas" panose="020B0609020204030204" pitchFamily="49" charset="0"/>
                <a:cs typeface="Courier New" pitchFamily="49" charset="0"/>
              </a:rPr>
              <a:t> add -a</a:t>
            </a:r>
          </a:p>
        </p:txBody>
      </p:sp>
      <p:sp>
        <p:nvSpPr>
          <p:cNvPr id="9" name="TextBox 8">
            <a:extLst>
              <a:ext uri="{FF2B5EF4-FFF2-40B4-BE49-F238E27FC236}">
                <a16:creationId xmlns:a16="http://schemas.microsoft.com/office/drawing/2014/main" id="{E61EDE01-B67B-37B5-4897-4AE595C962E1}"/>
              </a:ext>
            </a:extLst>
          </p:cNvPr>
          <p:cNvSpPr txBox="1"/>
          <p:nvPr/>
        </p:nvSpPr>
        <p:spPr>
          <a:xfrm>
            <a:off x="5011898" y="4537226"/>
            <a:ext cx="7096815" cy="1631216"/>
          </a:xfrm>
          <a:prstGeom prst="rect">
            <a:avLst/>
          </a:prstGeom>
          <a:solidFill>
            <a:schemeClr val="tx1"/>
          </a:solidFill>
        </p:spPr>
        <p:txBody>
          <a:bodyPr wrap="square" rtlCol="0">
            <a:spAutoFit/>
          </a:bodyPr>
          <a:lstStyle/>
          <a:p>
            <a:r>
              <a:rPr lang="en-US" sz="2000" dirty="0">
                <a:solidFill>
                  <a:schemeClr val="bg1"/>
                </a:solidFill>
                <a:latin typeface="Consolas" panose="020B0609020204030204" pitchFamily="49" charset="0"/>
                <a:cs typeface="Courier New"/>
              </a:rPr>
              <a:t>On branch main</a:t>
            </a:r>
          </a:p>
          <a:p>
            <a:r>
              <a:rPr lang="en-US" sz="2000" dirty="0">
                <a:solidFill>
                  <a:schemeClr val="bg1"/>
                </a:solidFill>
                <a:latin typeface="Consolas" panose="020B0609020204030204" pitchFamily="49" charset="0"/>
                <a:cs typeface="Courier New"/>
              </a:rPr>
              <a:t>Changes to be committed:</a:t>
            </a:r>
          </a:p>
          <a:p>
            <a:r>
              <a:rPr lang="en-US" sz="2000" dirty="0">
                <a:solidFill>
                  <a:schemeClr val="bg1"/>
                </a:solidFill>
                <a:latin typeface="Consolas" panose="020B0609020204030204" pitchFamily="49" charset="0"/>
                <a:cs typeface="Courier New"/>
              </a:rPr>
              <a:t> (use "git reset HEAD &lt;file&gt;..." to </a:t>
            </a:r>
            <a:r>
              <a:rPr lang="en-US" sz="2000" dirty="0" err="1">
                <a:solidFill>
                  <a:schemeClr val="bg1"/>
                </a:solidFill>
                <a:latin typeface="Consolas" panose="020B0609020204030204" pitchFamily="49" charset="0"/>
                <a:cs typeface="Courier New"/>
              </a:rPr>
              <a:t>unstage</a:t>
            </a:r>
            <a:r>
              <a:rPr lang="en-US" sz="2000" dirty="0">
                <a:solidFill>
                  <a:schemeClr val="bg1"/>
                </a:solidFill>
                <a:latin typeface="Consolas" panose="020B0609020204030204" pitchFamily="49" charset="0"/>
                <a:cs typeface="Courier New"/>
              </a:rPr>
              <a:t>)</a:t>
            </a:r>
          </a:p>
          <a:p>
            <a:endParaRPr lang="en-US" sz="2000" dirty="0">
              <a:solidFill>
                <a:schemeClr val="bg1"/>
              </a:solidFill>
              <a:latin typeface="Consolas" panose="020B0609020204030204" pitchFamily="49" charset="0"/>
              <a:cs typeface="Courier New"/>
            </a:endParaRPr>
          </a:p>
          <a:p>
            <a:r>
              <a:rPr lang="en-US" sz="2000" dirty="0">
                <a:solidFill>
                  <a:schemeClr val="bg1"/>
                </a:solidFill>
                <a:latin typeface="Consolas" panose="020B0609020204030204" pitchFamily="49" charset="0"/>
                <a:cs typeface="Courier New"/>
              </a:rPr>
              <a:t>	modified: sample_script.sh</a:t>
            </a:r>
          </a:p>
        </p:txBody>
      </p:sp>
    </p:spTree>
    <p:extLst>
      <p:ext uri="{BB962C8B-B14F-4D97-AF65-F5344CB8AC3E}">
        <p14:creationId xmlns:p14="http://schemas.microsoft.com/office/powerpoint/2010/main" val="782496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ED8F4-3FC4-3A4A-17F7-ED07213E13A6}"/>
              </a:ext>
            </a:extLst>
          </p:cNvPr>
          <p:cNvSpPr>
            <a:spLocks noGrp="1"/>
          </p:cNvSpPr>
          <p:nvPr>
            <p:ph type="ctrTitle"/>
          </p:nvPr>
        </p:nvSpPr>
        <p:spPr/>
        <p:txBody>
          <a:bodyPr/>
          <a:lstStyle/>
          <a:p>
            <a:r>
              <a:rPr lang="en-US" dirty="0"/>
              <a:t>Committing files</a:t>
            </a:r>
            <a:endParaRPr lang="en-GB" dirty="0"/>
          </a:p>
        </p:txBody>
      </p:sp>
      <p:sp>
        <p:nvSpPr>
          <p:cNvPr id="3" name="Text Placeholder 2">
            <a:extLst>
              <a:ext uri="{FF2B5EF4-FFF2-40B4-BE49-F238E27FC236}">
                <a16:creationId xmlns:a16="http://schemas.microsoft.com/office/drawing/2014/main" id="{6A1A82CA-67BA-C5BF-6E02-ABDE6B941756}"/>
              </a:ext>
            </a:extLst>
          </p:cNvPr>
          <p:cNvSpPr>
            <a:spLocks noGrp="1"/>
          </p:cNvSpPr>
          <p:nvPr>
            <p:ph type="body" sz="quarter" idx="14"/>
          </p:nvPr>
        </p:nvSpPr>
        <p:spPr/>
        <p:txBody>
          <a:bodyPr/>
          <a:lstStyle/>
          <a:p>
            <a:r>
              <a:rPr lang="en-US" dirty="0"/>
              <a:t>To commit the changes, use the ‘commit’ command:</a:t>
            </a:r>
          </a:p>
          <a:p>
            <a:pPr marL="285750" indent="-285750">
              <a:buFont typeface="Arial" panose="020B0604020202020204" pitchFamily="34" charset="0"/>
              <a:buChar char="•"/>
            </a:pPr>
            <a:r>
              <a:rPr lang="en-US" dirty="0"/>
              <a:t>The –m flag is used to set a message.</a:t>
            </a:r>
          </a:p>
          <a:p>
            <a:pPr lvl="1"/>
            <a:endParaRPr lang="en-US" dirty="0"/>
          </a:p>
          <a:p>
            <a:pPr lvl="1"/>
            <a:endParaRPr lang="en-US" dirty="0"/>
          </a:p>
          <a:p>
            <a:pPr lvl="1"/>
            <a:endParaRPr lang="en-US" dirty="0"/>
          </a:p>
          <a:p>
            <a:pPr lvl="1"/>
            <a:endParaRPr lang="en-US" dirty="0"/>
          </a:p>
          <a:p>
            <a:pPr lvl="1"/>
            <a:endParaRPr lang="en-US" dirty="0"/>
          </a:p>
          <a:p>
            <a:r>
              <a:rPr lang="en-US" dirty="0"/>
              <a:t>This is now saved to the local version of your repository.</a:t>
            </a:r>
          </a:p>
          <a:p>
            <a:pPr lvl="1"/>
            <a:endParaRPr lang="en-US" dirty="0"/>
          </a:p>
          <a:p>
            <a:pPr lvl="1"/>
            <a:endParaRPr lang="en-US" dirty="0"/>
          </a:p>
          <a:p>
            <a:endParaRPr lang="en-GB" dirty="0"/>
          </a:p>
        </p:txBody>
      </p:sp>
      <p:sp>
        <p:nvSpPr>
          <p:cNvPr id="5" name="Slide Number Placeholder 4">
            <a:extLst>
              <a:ext uri="{FF2B5EF4-FFF2-40B4-BE49-F238E27FC236}">
                <a16:creationId xmlns:a16="http://schemas.microsoft.com/office/drawing/2014/main" id="{BB0CE123-9812-DB4E-6C87-3609DC9E3204}"/>
              </a:ext>
            </a:extLst>
          </p:cNvPr>
          <p:cNvSpPr>
            <a:spLocks noGrp="1"/>
          </p:cNvSpPr>
          <p:nvPr>
            <p:ph type="sldNum" sz="quarter" idx="12"/>
          </p:nvPr>
        </p:nvSpPr>
        <p:spPr/>
        <p:txBody>
          <a:bodyPr/>
          <a:lstStyle/>
          <a:p>
            <a:fld id="{F3469444-D02B-D446-9CF8-19DEDDE073D1}" type="slidenum">
              <a:rPr lang="en-US" smtClean="0"/>
              <a:pPr/>
              <a:t>26</a:t>
            </a:fld>
            <a:endParaRPr lang="en-US" dirty="0"/>
          </a:p>
        </p:txBody>
      </p:sp>
      <p:sp>
        <p:nvSpPr>
          <p:cNvPr id="4" name="Text Placeholder 3">
            <a:extLst>
              <a:ext uri="{FF2B5EF4-FFF2-40B4-BE49-F238E27FC236}">
                <a16:creationId xmlns:a16="http://schemas.microsoft.com/office/drawing/2014/main" id="{3E391EB8-67A8-C941-1030-02FA2875BF4D}"/>
              </a:ext>
            </a:extLst>
          </p:cNvPr>
          <p:cNvSpPr>
            <a:spLocks noGrp="1"/>
          </p:cNvSpPr>
          <p:nvPr>
            <p:ph type="body" sz="quarter" idx="4294967295"/>
          </p:nvPr>
        </p:nvSpPr>
        <p:spPr>
          <a:xfrm>
            <a:off x="443921" y="2701091"/>
            <a:ext cx="7285037" cy="1177925"/>
          </a:xfrm>
          <a:solidFill>
            <a:schemeClr val="tx1"/>
          </a:solidFill>
        </p:spPr>
        <p:txBody>
          <a:bodyPr/>
          <a:lstStyle/>
          <a:p>
            <a:r>
              <a:rPr lang="en-US" b="1" dirty="0">
                <a:solidFill>
                  <a:schemeClr val="bg1"/>
                </a:solidFill>
                <a:latin typeface="Consolas" panose="020B0609020204030204" pitchFamily="49" charset="0"/>
                <a:cs typeface="Courier New"/>
              </a:rPr>
              <a:t>$ git commit -m "More content for Sample - git"</a:t>
            </a:r>
          </a:p>
          <a:p>
            <a:r>
              <a:rPr lang="en-US" dirty="0">
                <a:solidFill>
                  <a:schemeClr val="bg1"/>
                </a:solidFill>
                <a:latin typeface="Consolas" panose="020B0609020204030204" pitchFamily="49" charset="0"/>
                <a:cs typeface="Courier New"/>
              </a:rPr>
              <a:t>[main 93e8300] More content for Sample - git</a:t>
            </a:r>
          </a:p>
          <a:p>
            <a:r>
              <a:rPr lang="en-US" dirty="0">
                <a:solidFill>
                  <a:schemeClr val="bg1"/>
                </a:solidFill>
                <a:latin typeface="Consolas" panose="020B0609020204030204" pitchFamily="49" charset="0"/>
                <a:cs typeface="Courier New"/>
              </a:rPr>
              <a:t> 1 file changed, 0 insertions(+), 0 deletions(-)</a:t>
            </a:r>
          </a:p>
        </p:txBody>
      </p:sp>
    </p:spTree>
    <p:extLst>
      <p:ext uri="{BB962C8B-B14F-4D97-AF65-F5344CB8AC3E}">
        <p14:creationId xmlns:p14="http://schemas.microsoft.com/office/powerpoint/2010/main" val="3855949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7724F-9B36-D68C-7DF0-CEF430E75C21}"/>
              </a:ext>
            </a:extLst>
          </p:cNvPr>
          <p:cNvSpPr>
            <a:spLocks noGrp="1"/>
          </p:cNvSpPr>
          <p:nvPr>
            <p:ph type="ctrTitle"/>
          </p:nvPr>
        </p:nvSpPr>
        <p:spPr/>
        <p:txBody>
          <a:bodyPr/>
          <a:lstStyle/>
          <a:p>
            <a:r>
              <a:rPr lang="en-GB" dirty="0"/>
              <a:t>Git key concepts: Commits	</a:t>
            </a:r>
          </a:p>
        </p:txBody>
      </p:sp>
      <p:sp>
        <p:nvSpPr>
          <p:cNvPr id="3" name="Text Placeholder 2">
            <a:extLst>
              <a:ext uri="{FF2B5EF4-FFF2-40B4-BE49-F238E27FC236}">
                <a16:creationId xmlns:a16="http://schemas.microsoft.com/office/drawing/2014/main" id="{6BC91CF6-0328-E5AE-57C7-34430B683CAD}"/>
              </a:ext>
            </a:extLst>
          </p:cNvPr>
          <p:cNvSpPr>
            <a:spLocks noGrp="1"/>
          </p:cNvSpPr>
          <p:nvPr>
            <p:ph type="body" sz="quarter" idx="14"/>
          </p:nvPr>
        </p:nvSpPr>
        <p:spPr/>
        <p:txBody>
          <a:bodyPr/>
          <a:lstStyle/>
          <a:p>
            <a:r>
              <a:rPr lang="en-GB" dirty="0"/>
              <a:t>A commit is a saved change that adds your changes to the history of your repository and assigns a commit name to it.</a:t>
            </a:r>
          </a:p>
          <a:p>
            <a:r>
              <a:rPr lang="en-GB" dirty="0"/>
              <a:t>The change is not sent to a central repository:</a:t>
            </a:r>
          </a:p>
          <a:p>
            <a:pPr marL="285750" indent="-285750">
              <a:buFont typeface="Arial" panose="020B0604020202020204" pitchFamily="34" charset="0"/>
              <a:buChar char="•"/>
            </a:pPr>
            <a:r>
              <a:rPr lang="en-GB" dirty="0"/>
              <a:t>Other people can pull the change from you.</a:t>
            </a:r>
          </a:p>
          <a:p>
            <a:pPr marL="285750" indent="-285750">
              <a:buFont typeface="Arial" panose="020B0604020202020204" pitchFamily="34" charset="0"/>
              <a:buChar char="•"/>
            </a:pPr>
            <a:r>
              <a:rPr lang="en-GB" dirty="0"/>
              <a:t>Or you can push the change to some other repository.</a:t>
            </a:r>
          </a:p>
          <a:p>
            <a:pPr marL="285750" indent="-285750">
              <a:buFont typeface="Arial" panose="020B0604020202020204" pitchFamily="34" charset="0"/>
              <a:buChar char="•"/>
            </a:pPr>
            <a:r>
              <a:rPr lang="en-GB" dirty="0"/>
              <a:t>There is no automatic updating.</a:t>
            </a:r>
          </a:p>
          <a:p>
            <a:endParaRPr lang="en-GB" dirty="0"/>
          </a:p>
          <a:p>
            <a:r>
              <a:rPr lang="en-GB" dirty="0"/>
              <a:t>Every commit requires a log message:</a:t>
            </a:r>
          </a:p>
          <a:p>
            <a:pPr marL="285750" indent="-285750">
              <a:buFont typeface="Arial" panose="020B0604020202020204" pitchFamily="34" charset="0"/>
              <a:buChar char="•"/>
            </a:pPr>
            <a:r>
              <a:rPr lang="en-GB" dirty="0"/>
              <a:t>You can add a message by adding -m "your message“.</a:t>
            </a:r>
          </a:p>
          <a:p>
            <a:pPr marL="285750" indent="-285750">
              <a:buFont typeface="Arial" panose="020B0604020202020204" pitchFamily="34" charset="0"/>
              <a:buChar char="•"/>
            </a:pPr>
            <a:r>
              <a:rPr lang="en-GB" dirty="0"/>
              <a:t>The message can be any valid string.</a:t>
            </a:r>
          </a:p>
          <a:p>
            <a:pPr marL="285750" indent="-285750">
              <a:buFont typeface="Arial" panose="020B0604020202020204" pitchFamily="34" charset="0"/>
              <a:buChar char="•"/>
            </a:pPr>
            <a:r>
              <a:rPr lang="en-GB" dirty="0"/>
              <a:t>You can also specify multiple paragraphs by passing multiple -m options to Git commit.</a:t>
            </a:r>
          </a:p>
          <a:p>
            <a:endParaRPr lang="en-GB" dirty="0"/>
          </a:p>
        </p:txBody>
      </p:sp>
      <p:sp>
        <p:nvSpPr>
          <p:cNvPr id="4" name="Slide Number Placeholder 3">
            <a:extLst>
              <a:ext uri="{FF2B5EF4-FFF2-40B4-BE49-F238E27FC236}">
                <a16:creationId xmlns:a16="http://schemas.microsoft.com/office/drawing/2014/main" id="{B59351B0-E8E5-64A5-5366-7991BED35A1F}"/>
              </a:ext>
            </a:extLst>
          </p:cNvPr>
          <p:cNvSpPr>
            <a:spLocks noGrp="1"/>
          </p:cNvSpPr>
          <p:nvPr>
            <p:ph type="sldNum" sz="quarter" idx="12"/>
          </p:nvPr>
        </p:nvSpPr>
        <p:spPr/>
        <p:txBody>
          <a:bodyPr/>
          <a:lstStyle/>
          <a:p>
            <a:fld id="{F3469444-D02B-D446-9CF8-19DEDDE073D1}" type="slidenum">
              <a:rPr lang="en-US" smtClean="0"/>
              <a:pPr/>
              <a:t>27</a:t>
            </a:fld>
            <a:endParaRPr lang="en-US" dirty="0"/>
          </a:p>
        </p:txBody>
      </p:sp>
    </p:spTree>
    <p:extLst>
      <p:ext uri="{BB962C8B-B14F-4D97-AF65-F5344CB8AC3E}">
        <p14:creationId xmlns:p14="http://schemas.microsoft.com/office/powerpoint/2010/main" val="3453532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C0DBC-21F3-6889-1A62-1936E412EEE8}"/>
              </a:ext>
            </a:extLst>
          </p:cNvPr>
          <p:cNvSpPr>
            <a:spLocks noGrp="1"/>
          </p:cNvSpPr>
          <p:nvPr>
            <p:ph type="ctrTitle"/>
          </p:nvPr>
        </p:nvSpPr>
        <p:spPr/>
        <p:txBody>
          <a:bodyPr/>
          <a:lstStyle/>
          <a:p>
            <a:r>
              <a:rPr lang="en-GB" dirty="0"/>
              <a:t>Writing a commit message</a:t>
            </a:r>
          </a:p>
        </p:txBody>
      </p:sp>
      <p:sp>
        <p:nvSpPr>
          <p:cNvPr id="3" name="Text Placeholder 2">
            <a:extLst>
              <a:ext uri="{FF2B5EF4-FFF2-40B4-BE49-F238E27FC236}">
                <a16:creationId xmlns:a16="http://schemas.microsoft.com/office/drawing/2014/main" id="{2C11769A-8FFA-BA55-F814-84E8AA17F25F}"/>
              </a:ext>
            </a:extLst>
          </p:cNvPr>
          <p:cNvSpPr>
            <a:spLocks noGrp="1"/>
          </p:cNvSpPr>
          <p:nvPr>
            <p:ph type="body" sz="quarter" idx="14"/>
          </p:nvPr>
        </p:nvSpPr>
        <p:spPr/>
        <p:txBody>
          <a:bodyPr/>
          <a:lstStyle/>
          <a:p>
            <a:pPr marL="285750" indent="-285750">
              <a:buFont typeface="Arial" panose="020B0604020202020204" pitchFamily="34" charset="0"/>
              <a:buChar char="•"/>
            </a:pPr>
            <a:r>
              <a:rPr lang="en-GB" dirty="0"/>
              <a:t>Short and descriptive.</a:t>
            </a:r>
          </a:p>
          <a:p>
            <a:pPr marL="285750" indent="-285750">
              <a:buFont typeface="Arial" panose="020B0604020202020204" pitchFamily="34" charset="0"/>
              <a:buChar char="•"/>
            </a:pPr>
            <a:r>
              <a:rPr lang="en-GB" dirty="0"/>
              <a:t>Uses action words (add, fix, update, remove, refactor).</a:t>
            </a:r>
          </a:p>
          <a:p>
            <a:pPr marL="285750" indent="-285750">
              <a:buFont typeface="Arial" panose="020B0604020202020204" pitchFamily="34" charset="0"/>
              <a:buChar char="•"/>
            </a:pPr>
            <a:r>
              <a:rPr lang="en-GB" dirty="0"/>
              <a:t>Focuses on the change, not the implementation details.</a:t>
            </a:r>
          </a:p>
          <a:p>
            <a:pPr marL="285750" indent="-285750">
              <a:buFont typeface="Arial" panose="020B0604020202020204" pitchFamily="34" charset="0"/>
              <a:buChar char="•"/>
            </a:pPr>
            <a:r>
              <a:rPr lang="en-GB" dirty="0"/>
              <a:t>Explains the reason if it's not obvious.</a:t>
            </a:r>
          </a:p>
          <a:p>
            <a:pPr marL="285750" indent="-285750">
              <a:buFont typeface="Arial" panose="020B0604020202020204" pitchFamily="34" charset="0"/>
              <a:buChar char="•"/>
            </a:pPr>
            <a:r>
              <a:rPr lang="en-GB" dirty="0"/>
              <a:t>One commit = one logical change.</a:t>
            </a:r>
          </a:p>
        </p:txBody>
      </p:sp>
      <p:sp>
        <p:nvSpPr>
          <p:cNvPr id="4" name="Slide Number Placeholder 3">
            <a:extLst>
              <a:ext uri="{FF2B5EF4-FFF2-40B4-BE49-F238E27FC236}">
                <a16:creationId xmlns:a16="http://schemas.microsoft.com/office/drawing/2014/main" id="{937C4CCF-D161-5FD9-8AC2-C1785BB6A86F}"/>
              </a:ext>
            </a:extLst>
          </p:cNvPr>
          <p:cNvSpPr>
            <a:spLocks noGrp="1"/>
          </p:cNvSpPr>
          <p:nvPr>
            <p:ph type="sldNum" sz="quarter" idx="12"/>
          </p:nvPr>
        </p:nvSpPr>
        <p:spPr/>
        <p:txBody>
          <a:bodyPr/>
          <a:lstStyle/>
          <a:p>
            <a:fld id="{F3469444-D02B-D446-9CF8-19DEDDE073D1}" type="slidenum">
              <a:rPr lang="en-US" smtClean="0"/>
              <a:pPr/>
              <a:t>28</a:t>
            </a:fld>
            <a:endParaRPr lang="en-US" dirty="0"/>
          </a:p>
        </p:txBody>
      </p:sp>
    </p:spTree>
    <p:extLst>
      <p:ext uri="{BB962C8B-B14F-4D97-AF65-F5344CB8AC3E}">
        <p14:creationId xmlns:p14="http://schemas.microsoft.com/office/powerpoint/2010/main" val="1854810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7C8C-7135-C9A1-4684-80ECA4B72774}"/>
              </a:ext>
            </a:extLst>
          </p:cNvPr>
          <p:cNvSpPr>
            <a:spLocks noGrp="1"/>
          </p:cNvSpPr>
          <p:nvPr>
            <p:ph type="ctrTitle"/>
          </p:nvPr>
        </p:nvSpPr>
        <p:spPr>
          <a:xfrm>
            <a:off x="443921" y="500194"/>
            <a:ext cx="7578289" cy="858985"/>
          </a:xfrm>
        </p:spPr>
        <p:txBody>
          <a:bodyPr/>
          <a:lstStyle/>
          <a:p>
            <a:r>
              <a:rPr lang="en-GB" dirty="0"/>
              <a:t>Activity: Git tracking and committing to a repo</a:t>
            </a:r>
          </a:p>
        </p:txBody>
      </p:sp>
      <p:sp>
        <p:nvSpPr>
          <p:cNvPr id="3" name="Text Placeholder 2">
            <a:extLst>
              <a:ext uri="{FF2B5EF4-FFF2-40B4-BE49-F238E27FC236}">
                <a16:creationId xmlns:a16="http://schemas.microsoft.com/office/drawing/2014/main" id="{525C423F-7666-439A-318B-FB9D7D7122A2}"/>
              </a:ext>
            </a:extLst>
          </p:cNvPr>
          <p:cNvSpPr>
            <a:spLocks noGrp="1"/>
          </p:cNvSpPr>
          <p:nvPr>
            <p:ph type="body" sz="quarter" idx="13"/>
          </p:nvPr>
        </p:nvSpPr>
        <p:spPr/>
        <p:txBody>
          <a:bodyPr/>
          <a:lstStyle/>
          <a:p>
            <a:pPr marL="285750" indent="-285750">
              <a:buFont typeface="Arial" panose="020B0604020202020204" pitchFamily="34" charset="0"/>
              <a:buChar char="•"/>
            </a:pPr>
            <a:r>
              <a:rPr lang="en-GB" dirty="0"/>
              <a:t>Add the </a:t>
            </a:r>
            <a:r>
              <a:rPr lang="en-GB" b="1" dirty="0"/>
              <a:t>myfile.bat </a:t>
            </a:r>
            <a:r>
              <a:rPr lang="en-GB" dirty="0"/>
              <a:t>to the tracked files of the repo.</a:t>
            </a:r>
          </a:p>
          <a:p>
            <a:pPr marL="285750" indent="-285750">
              <a:buFont typeface="Arial" panose="020B0604020202020204" pitchFamily="34" charset="0"/>
              <a:buChar char="•"/>
            </a:pPr>
            <a:r>
              <a:rPr lang="en-GB" dirty="0"/>
              <a:t>Commit it.</a:t>
            </a:r>
          </a:p>
          <a:p>
            <a:pPr marL="285750" indent="-285750">
              <a:buFont typeface="Arial" panose="020B0604020202020204" pitchFamily="34" charset="0"/>
              <a:buChar char="•"/>
            </a:pPr>
            <a:r>
              <a:rPr lang="en-GB" dirty="0"/>
              <a:t>Utilise vi to set its commit message.</a:t>
            </a:r>
          </a:p>
          <a:p>
            <a:pPr marL="285750" indent="-285750">
              <a:buFont typeface="Arial" panose="020B0604020202020204" pitchFamily="34" charset="0"/>
              <a:buChar char="•"/>
            </a:pPr>
            <a:r>
              <a:rPr lang="en-GB" dirty="0"/>
              <a:t>Check the status of the repo.</a:t>
            </a:r>
          </a:p>
          <a:p>
            <a:pPr marL="285750" indent="-285750">
              <a:buFont typeface="Arial" panose="020B0604020202020204" pitchFamily="34" charset="0"/>
              <a:buChar char="•"/>
            </a:pPr>
            <a:r>
              <a:rPr lang="en-GB" dirty="0"/>
              <a:t>Create a file called </a:t>
            </a:r>
            <a:r>
              <a:rPr lang="en-GB" b="1" dirty="0"/>
              <a:t>newfile.bat</a:t>
            </a:r>
            <a:r>
              <a:rPr lang="en-GB" dirty="0"/>
              <a:t>.</a:t>
            </a:r>
          </a:p>
          <a:p>
            <a:pPr marL="285750" indent="-285750">
              <a:buFont typeface="Arial" panose="020B0604020202020204" pitchFamily="34" charset="0"/>
              <a:buChar char="•"/>
            </a:pPr>
            <a:r>
              <a:rPr lang="en-GB" dirty="0"/>
              <a:t>Add it to the tracked files.</a:t>
            </a:r>
          </a:p>
          <a:p>
            <a:pPr marL="285750" indent="-285750">
              <a:buFont typeface="Arial" panose="020B0604020202020204" pitchFamily="34" charset="0"/>
              <a:buChar char="•"/>
            </a:pPr>
            <a:r>
              <a:rPr lang="en-GB" dirty="0"/>
              <a:t>Check the status.</a:t>
            </a:r>
          </a:p>
          <a:p>
            <a:pPr marL="285750" indent="-285750">
              <a:buFont typeface="Arial" panose="020B0604020202020204" pitchFamily="34" charset="0"/>
              <a:buChar char="•"/>
            </a:pPr>
            <a:r>
              <a:rPr lang="en-GB" dirty="0"/>
              <a:t>Commit the file using the </a:t>
            </a:r>
            <a:r>
              <a:rPr lang="en-GB" b="1" dirty="0"/>
              <a:t>–m </a:t>
            </a:r>
            <a:r>
              <a:rPr lang="en-GB" dirty="0"/>
              <a:t>flag to add a message without using vi.</a:t>
            </a:r>
          </a:p>
          <a:p>
            <a:pPr marL="285750" indent="-285750">
              <a:buFont typeface="Arial" panose="020B0604020202020204" pitchFamily="34" charset="0"/>
              <a:buChar char="•"/>
            </a:pPr>
            <a:r>
              <a:rPr lang="en-GB" dirty="0"/>
              <a:t>Check the status using the </a:t>
            </a:r>
            <a:r>
              <a:rPr lang="en-GB" b="1" dirty="0"/>
              <a:t>stat</a:t>
            </a:r>
            <a:r>
              <a:rPr lang="en-GB" dirty="0"/>
              <a:t> flag.</a:t>
            </a:r>
          </a:p>
          <a:p>
            <a:endParaRPr lang="en-GB" dirty="0"/>
          </a:p>
        </p:txBody>
      </p:sp>
    </p:spTree>
    <p:extLst>
      <p:ext uri="{BB962C8B-B14F-4D97-AF65-F5344CB8AC3E}">
        <p14:creationId xmlns:p14="http://schemas.microsoft.com/office/powerpoint/2010/main" val="802167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604A1-073A-C63B-1D81-956015A52292}"/>
              </a:ext>
            </a:extLst>
          </p:cNvPr>
          <p:cNvSpPr>
            <a:spLocks noGrp="1"/>
          </p:cNvSpPr>
          <p:nvPr>
            <p:ph type="ctrTitle"/>
          </p:nvPr>
        </p:nvSpPr>
        <p:spPr>
          <a:xfrm>
            <a:off x="443921" y="500194"/>
            <a:ext cx="10800000" cy="858985"/>
          </a:xfrm>
        </p:spPr>
        <p:txBody>
          <a:bodyPr/>
          <a:lstStyle/>
          <a:p>
            <a:r>
              <a:rPr lang="en-GB" dirty="0"/>
              <a:t>Summary</a:t>
            </a:r>
          </a:p>
        </p:txBody>
      </p:sp>
      <p:sp>
        <p:nvSpPr>
          <p:cNvPr id="3" name="Text Placeholder 2">
            <a:extLst>
              <a:ext uri="{FF2B5EF4-FFF2-40B4-BE49-F238E27FC236}">
                <a16:creationId xmlns:a16="http://schemas.microsoft.com/office/drawing/2014/main" id="{03C746AA-049E-44F2-521E-4F6C0D726D85}"/>
              </a:ext>
            </a:extLst>
          </p:cNvPr>
          <p:cNvSpPr>
            <a:spLocks noGrp="1"/>
          </p:cNvSpPr>
          <p:nvPr>
            <p:ph type="body" sz="quarter" idx="14"/>
          </p:nvPr>
        </p:nvSpPr>
        <p:spPr>
          <a:xfrm>
            <a:off x="443921" y="1733108"/>
            <a:ext cx="7686287" cy="4061405"/>
          </a:xfrm>
        </p:spPr>
        <p:txBody>
          <a:bodyPr/>
          <a:lstStyle/>
          <a:p>
            <a:pPr marL="285750" indent="-285750">
              <a:buFont typeface="Arial" panose="020B0604020202020204" pitchFamily="34" charset="0"/>
              <a:buChar char="•"/>
            </a:pPr>
            <a:r>
              <a:rPr lang="en-GB" dirty="0"/>
              <a:t>Repositories are version-controlled resources that require no server.</a:t>
            </a:r>
          </a:p>
          <a:p>
            <a:pPr marL="285750" indent="-285750">
              <a:buFont typeface="Arial" panose="020B0604020202020204" pitchFamily="34" charset="0"/>
              <a:buChar char="•"/>
            </a:pPr>
            <a:r>
              <a:rPr lang="en-GB" dirty="0"/>
              <a:t>Files within a repo can be added to the repo or ignored. </a:t>
            </a:r>
          </a:p>
          <a:p>
            <a:pPr marL="285750" indent="-285750">
              <a:buFont typeface="Arial" panose="020B0604020202020204" pitchFamily="34" charset="0"/>
              <a:buChar char="•"/>
            </a:pPr>
            <a:r>
              <a:rPr lang="en-GB" dirty="0"/>
              <a:t>Tracked files and their status will be added to the .git resources.</a:t>
            </a:r>
          </a:p>
          <a:p>
            <a:pPr marL="285750" indent="-285750">
              <a:buFont typeface="Arial" panose="020B0604020202020204" pitchFamily="34" charset="0"/>
              <a:buChar char="•"/>
            </a:pPr>
            <a:r>
              <a:rPr lang="en-GB" dirty="0"/>
              <a:t>Files can be worked with and committed. Once committed, their log history and the user status is maintained.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A703F1DD-55E1-AC16-6601-7E35E387E64C}"/>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30</a:t>
            </a:fld>
            <a:endParaRPr lang="en-US" dirty="0"/>
          </a:p>
        </p:txBody>
      </p:sp>
    </p:spTree>
    <p:extLst>
      <p:ext uri="{BB962C8B-B14F-4D97-AF65-F5344CB8AC3E}">
        <p14:creationId xmlns:p14="http://schemas.microsoft.com/office/powerpoint/2010/main" val="3172992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8D601-F2B9-C1D7-4D0A-E490CF128A58}"/>
              </a:ext>
            </a:extLst>
          </p:cNvPr>
          <p:cNvSpPr>
            <a:spLocks noGrp="1"/>
          </p:cNvSpPr>
          <p:nvPr>
            <p:ph type="ctrTitle"/>
          </p:nvPr>
        </p:nvSpPr>
        <p:spPr/>
        <p:txBody>
          <a:bodyPr/>
          <a:lstStyle/>
          <a:p>
            <a:r>
              <a:rPr lang="en-GB" dirty="0"/>
              <a:t>Updates and tracking</a:t>
            </a:r>
          </a:p>
        </p:txBody>
      </p:sp>
      <p:sp>
        <p:nvSpPr>
          <p:cNvPr id="3" name="Subtitle 2">
            <a:extLst>
              <a:ext uri="{FF2B5EF4-FFF2-40B4-BE49-F238E27FC236}">
                <a16:creationId xmlns:a16="http://schemas.microsoft.com/office/drawing/2014/main" id="{2D62A18D-67B5-CA83-5583-FB946690EFE3}"/>
              </a:ext>
            </a:extLst>
          </p:cNvPr>
          <p:cNvSpPr>
            <a:spLocks noGrp="1"/>
          </p:cNvSpPr>
          <p:nvPr>
            <p:ph type="subTitle" idx="1"/>
          </p:nvPr>
        </p:nvSpPr>
        <p:spPr/>
        <p:txBody>
          <a:bodyPr/>
          <a:lstStyle/>
          <a:p>
            <a:r>
              <a:rPr lang="en-GB" dirty="0"/>
              <a:t>Version control	</a:t>
            </a:r>
          </a:p>
        </p:txBody>
      </p:sp>
    </p:spTree>
    <p:extLst>
      <p:ext uri="{BB962C8B-B14F-4D97-AF65-F5344CB8AC3E}">
        <p14:creationId xmlns:p14="http://schemas.microsoft.com/office/powerpoint/2010/main" val="3183447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4A792C-DB6B-AC05-8E21-636E91452973}"/>
              </a:ext>
            </a:extLst>
          </p:cNvPr>
          <p:cNvSpPr>
            <a:spLocks noGrp="1"/>
          </p:cNvSpPr>
          <p:nvPr>
            <p:ph type="ctrTitle"/>
          </p:nvPr>
        </p:nvSpPr>
        <p:spPr/>
        <p:txBody>
          <a:bodyPr/>
          <a:lstStyle/>
          <a:p>
            <a:r>
              <a:rPr lang="en-GB" dirty="0"/>
              <a:t>Git diff</a:t>
            </a:r>
          </a:p>
        </p:txBody>
      </p:sp>
      <p:sp>
        <p:nvSpPr>
          <p:cNvPr id="5" name="Text Placeholder 4">
            <a:extLst>
              <a:ext uri="{FF2B5EF4-FFF2-40B4-BE49-F238E27FC236}">
                <a16:creationId xmlns:a16="http://schemas.microsoft.com/office/drawing/2014/main" id="{D6CE96FC-BBC6-63C0-089E-59B6DDADBC0C}"/>
              </a:ext>
            </a:extLst>
          </p:cNvPr>
          <p:cNvSpPr>
            <a:spLocks noGrp="1"/>
          </p:cNvSpPr>
          <p:nvPr>
            <p:ph type="body" sz="quarter" idx="14"/>
          </p:nvPr>
        </p:nvSpPr>
        <p:spPr/>
        <p:txBody>
          <a:bodyPr/>
          <a:lstStyle/>
          <a:p>
            <a:r>
              <a:rPr lang="en-GB" dirty="0"/>
              <a:t>The</a:t>
            </a:r>
            <a:r>
              <a:rPr lang="en-GB" dirty="0">
                <a:solidFill>
                  <a:schemeClr val="tx1">
                    <a:lumMod val="50000"/>
                    <a:lumOff val="50000"/>
                  </a:schemeClr>
                </a:solidFill>
              </a:rPr>
              <a:t> </a:t>
            </a:r>
            <a:r>
              <a:rPr lang="en-GB" b="1" dirty="0"/>
              <a:t>diff</a:t>
            </a:r>
            <a:r>
              <a:rPr lang="en-GB" dirty="0">
                <a:solidFill>
                  <a:schemeClr val="tx1">
                    <a:lumMod val="50000"/>
                    <a:lumOff val="50000"/>
                  </a:schemeClr>
                </a:solidFill>
              </a:rPr>
              <a:t> </a:t>
            </a:r>
            <a:r>
              <a:rPr lang="en-GB" dirty="0"/>
              <a:t>command allows Git to examine a file in a repo and identify what has changed:</a:t>
            </a:r>
          </a:p>
          <a:p>
            <a:endParaRPr lang="en-GB" dirty="0"/>
          </a:p>
          <a:p>
            <a:r>
              <a:rPr lang="en-GB" dirty="0"/>
              <a:t>Output shows the files being compared:</a:t>
            </a:r>
          </a:p>
          <a:p>
            <a:pPr marL="285750" indent="-285750">
              <a:buFont typeface="Arial" panose="020B0604020202020204" pitchFamily="34" charset="0"/>
              <a:buChar char="•"/>
            </a:pPr>
            <a:r>
              <a:rPr lang="en-GB" dirty="0"/>
              <a:t>The string </a:t>
            </a:r>
            <a:r>
              <a:rPr lang="en-GB" b="1" dirty="0"/>
              <a:t>@@ -1 +1,2 @@ </a:t>
            </a:r>
            <a:r>
              <a:rPr lang="en-GB" dirty="0"/>
              <a:t>is known as a hunk.</a:t>
            </a:r>
          </a:p>
          <a:p>
            <a:pPr marL="285750" indent="-285750">
              <a:buFont typeface="Arial" panose="020B0604020202020204" pitchFamily="34" charset="0"/>
              <a:buChar char="•"/>
            </a:pPr>
            <a:r>
              <a:rPr lang="en-GB" dirty="0"/>
              <a:t>Hunk shows there is a difference in the two files.</a:t>
            </a:r>
          </a:p>
          <a:p>
            <a:endParaRPr lang="en-GB" dirty="0"/>
          </a:p>
          <a:p>
            <a:endParaRPr lang="en-GB" dirty="0"/>
          </a:p>
          <a:p>
            <a:endParaRPr lang="en-GB" dirty="0"/>
          </a:p>
          <a:p>
            <a:endParaRPr lang="en-GB" dirty="0"/>
          </a:p>
        </p:txBody>
      </p:sp>
      <p:sp>
        <p:nvSpPr>
          <p:cNvPr id="6" name="Text Placeholder 5">
            <a:extLst>
              <a:ext uri="{FF2B5EF4-FFF2-40B4-BE49-F238E27FC236}">
                <a16:creationId xmlns:a16="http://schemas.microsoft.com/office/drawing/2014/main" id="{0C712611-6F2F-09B5-DE55-13AE580035A6}"/>
              </a:ext>
            </a:extLst>
          </p:cNvPr>
          <p:cNvSpPr>
            <a:spLocks noGrp="1"/>
          </p:cNvSpPr>
          <p:nvPr>
            <p:ph type="body" sz="quarter" idx="15"/>
          </p:nvPr>
        </p:nvSpPr>
        <p:spPr>
          <a:xfrm>
            <a:off x="6096000" y="1856933"/>
            <a:ext cx="5755016" cy="3332187"/>
          </a:xfrm>
          <a:solidFill>
            <a:schemeClr val="tx1"/>
          </a:solidFill>
        </p:spPr>
        <p:txBody>
          <a:bodyPr/>
          <a:lstStyle/>
          <a:p>
            <a:r>
              <a:rPr lang="en-GB" dirty="0">
                <a:solidFill>
                  <a:schemeClr val="bg1"/>
                </a:solidFill>
                <a:latin typeface="Consolas" panose="020B0609020204030204" pitchFamily="49" charset="0"/>
              </a:rPr>
              <a:t>$ git diff</a:t>
            </a:r>
          </a:p>
          <a:p>
            <a:r>
              <a:rPr lang="en-GB" dirty="0">
                <a:solidFill>
                  <a:schemeClr val="bg1"/>
                </a:solidFill>
                <a:latin typeface="Consolas" panose="020B0609020204030204" pitchFamily="49" charset="0"/>
              </a:rPr>
              <a:t>diff --git a/</a:t>
            </a:r>
            <a:r>
              <a:rPr lang="en-GB" dirty="0" err="1">
                <a:solidFill>
                  <a:schemeClr val="bg1"/>
                </a:solidFill>
                <a:latin typeface="Consolas" panose="020B0609020204030204" pitchFamily="49" charset="0"/>
              </a:rPr>
              <a:t>cache.manifest</a:t>
            </a:r>
            <a:r>
              <a:rPr lang="en-GB" dirty="0">
                <a:solidFill>
                  <a:schemeClr val="bg1"/>
                </a:solidFill>
                <a:latin typeface="Consolas" panose="020B0609020204030204" pitchFamily="49" charset="0"/>
              </a:rPr>
              <a:t> b/</a:t>
            </a:r>
            <a:r>
              <a:rPr lang="en-GB" dirty="0" err="1">
                <a:solidFill>
                  <a:schemeClr val="bg1"/>
                </a:solidFill>
                <a:latin typeface="Consolas" panose="020B0609020204030204" pitchFamily="49" charset="0"/>
              </a:rPr>
              <a:t>cache.manifest</a:t>
            </a:r>
            <a:endParaRPr lang="en-GB" dirty="0">
              <a:solidFill>
                <a:schemeClr val="bg1"/>
              </a:solidFill>
              <a:latin typeface="Consolas" panose="020B0609020204030204" pitchFamily="49" charset="0"/>
            </a:endParaRPr>
          </a:p>
          <a:p>
            <a:r>
              <a:rPr lang="en-GB" dirty="0">
                <a:solidFill>
                  <a:schemeClr val="bg1"/>
                </a:solidFill>
                <a:latin typeface="Consolas" panose="020B0609020204030204" pitchFamily="49" charset="0"/>
              </a:rPr>
              <a:t>index 84bc776..afd8ac9 100644</a:t>
            </a:r>
          </a:p>
          <a:p>
            <a:r>
              <a:rPr lang="en-GB" dirty="0">
                <a:solidFill>
                  <a:schemeClr val="bg1"/>
                </a:solidFill>
                <a:latin typeface="Consolas" panose="020B0609020204030204" pitchFamily="49" charset="0"/>
              </a:rPr>
              <a:t>--- a/</a:t>
            </a:r>
            <a:r>
              <a:rPr lang="en-GB" dirty="0" err="1">
                <a:solidFill>
                  <a:schemeClr val="bg1"/>
                </a:solidFill>
                <a:latin typeface="Consolas" panose="020B0609020204030204" pitchFamily="49" charset="0"/>
              </a:rPr>
              <a:t>cache.manifest</a:t>
            </a:r>
            <a:endParaRPr lang="en-GB" dirty="0">
              <a:solidFill>
                <a:schemeClr val="bg1"/>
              </a:solidFill>
              <a:latin typeface="Consolas" panose="020B0609020204030204" pitchFamily="49" charset="0"/>
            </a:endParaRPr>
          </a:p>
          <a:p>
            <a:r>
              <a:rPr lang="en-GB" dirty="0">
                <a:solidFill>
                  <a:schemeClr val="bg1"/>
                </a:solidFill>
                <a:latin typeface="Consolas" panose="020B0609020204030204" pitchFamily="49" charset="0"/>
              </a:rPr>
              <a:t>+++ b/</a:t>
            </a:r>
            <a:r>
              <a:rPr lang="en-GB" dirty="0" err="1">
                <a:solidFill>
                  <a:schemeClr val="bg1"/>
                </a:solidFill>
                <a:latin typeface="Consolas" panose="020B0609020204030204" pitchFamily="49" charset="0"/>
              </a:rPr>
              <a:t>cache.manifest</a:t>
            </a:r>
            <a:endParaRPr lang="en-GB" dirty="0">
              <a:solidFill>
                <a:schemeClr val="bg1"/>
              </a:solidFill>
              <a:latin typeface="Consolas" panose="020B0609020204030204" pitchFamily="49" charset="0"/>
            </a:endParaRPr>
          </a:p>
          <a:p>
            <a:r>
              <a:rPr lang="en-GB" dirty="0">
                <a:solidFill>
                  <a:schemeClr val="bg1"/>
                </a:solidFill>
                <a:latin typeface="Consolas" panose="020B0609020204030204" pitchFamily="49" charset="0"/>
              </a:rPr>
              <a:t>@@ -1 +1,2 @@</a:t>
            </a:r>
          </a:p>
          <a:p>
            <a:r>
              <a:rPr lang="en-GB" dirty="0">
                <a:solidFill>
                  <a:schemeClr val="bg1"/>
                </a:solidFill>
                <a:latin typeface="Consolas" panose="020B0609020204030204" pitchFamily="49" charset="0"/>
              </a:rPr>
              <a:t> #Comment</a:t>
            </a:r>
          </a:p>
          <a:p>
            <a:r>
              <a:rPr lang="en-GB" dirty="0">
                <a:solidFill>
                  <a:schemeClr val="bg1"/>
                </a:solidFill>
                <a:latin typeface="Consolas" panose="020B0609020204030204" pitchFamily="49" charset="0"/>
              </a:rPr>
              <a:t>+"index.html"</a:t>
            </a:r>
          </a:p>
          <a:p>
            <a:r>
              <a:rPr lang="en-GB" dirty="0">
                <a:solidFill>
                  <a:schemeClr val="bg1"/>
                </a:solidFill>
                <a:latin typeface="Consolas" panose="020B0609020204030204" pitchFamily="49" charset="0"/>
              </a:rPr>
              <a:t>	</a:t>
            </a:r>
          </a:p>
        </p:txBody>
      </p:sp>
      <p:sp>
        <p:nvSpPr>
          <p:cNvPr id="2" name="Slide Number Placeholder 3">
            <a:extLst>
              <a:ext uri="{FF2B5EF4-FFF2-40B4-BE49-F238E27FC236}">
                <a16:creationId xmlns:a16="http://schemas.microsoft.com/office/drawing/2014/main" id="{1A69E5AC-0A3C-F5EA-18E5-286423311331}"/>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32</a:t>
            </a:fld>
            <a:endParaRPr lang="en-US" dirty="0"/>
          </a:p>
        </p:txBody>
      </p:sp>
    </p:spTree>
    <p:extLst>
      <p:ext uri="{BB962C8B-B14F-4D97-AF65-F5344CB8AC3E}">
        <p14:creationId xmlns:p14="http://schemas.microsoft.com/office/powerpoint/2010/main" val="402140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3075A1-7E1D-F116-938F-F34995A16936}"/>
              </a:ext>
            </a:extLst>
          </p:cNvPr>
          <p:cNvSpPr>
            <a:spLocks noGrp="1"/>
          </p:cNvSpPr>
          <p:nvPr>
            <p:ph type="ctrTitle"/>
          </p:nvPr>
        </p:nvSpPr>
        <p:spPr/>
        <p:txBody>
          <a:bodyPr/>
          <a:lstStyle/>
          <a:p>
            <a:r>
              <a:rPr lang="en-GB" dirty="0"/>
              <a:t>Activity: Git diff</a:t>
            </a:r>
          </a:p>
        </p:txBody>
      </p:sp>
      <p:sp>
        <p:nvSpPr>
          <p:cNvPr id="6" name="Text Placeholder 5">
            <a:extLst>
              <a:ext uri="{FF2B5EF4-FFF2-40B4-BE49-F238E27FC236}">
                <a16:creationId xmlns:a16="http://schemas.microsoft.com/office/drawing/2014/main" id="{16B00037-521F-0C1D-F785-8C75A4705DE4}"/>
              </a:ext>
            </a:extLst>
          </p:cNvPr>
          <p:cNvSpPr>
            <a:spLocks noGrp="1"/>
          </p:cNvSpPr>
          <p:nvPr>
            <p:ph type="body" sz="quarter" idx="13"/>
          </p:nvPr>
        </p:nvSpPr>
        <p:spPr/>
        <p:txBody>
          <a:bodyPr/>
          <a:lstStyle/>
          <a:p>
            <a:pPr marL="285750" indent="-285750">
              <a:buFont typeface="Arial" panose="020B0604020202020204" pitchFamily="34" charset="0"/>
              <a:buChar char="•"/>
            </a:pPr>
            <a:r>
              <a:rPr lang="en-GB" dirty="0"/>
              <a:t>Create a new directory and repo in your home directory called </a:t>
            </a:r>
            <a:r>
              <a:rPr lang="en-GB" b="1" dirty="0" err="1">
                <a:solidFill>
                  <a:schemeClr val="tx2"/>
                </a:solidFill>
              </a:rPr>
              <a:t>gitDiff</a:t>
            </a:r>
            <a:r>
              <a:rPr lang="en-GB" dirty="0">
                <a:solidFill>
                  <a:schemeClr val="tx2"/>
                </a:solidFill>
              </a:rPr>
              <a:t>.</a:t>
            </a:r>
          </a:p>
          <a:p>
            <a:pPr marL="285750" indent="-285750">
              <a:buFont typeface="Arial" panose="020B0604020202020204" pitchFamily="34" charset="0"/>
              <a:buChar char="•"/>
            </a:pPr>
            <a:r>
              <a:rPr lang="en-GB" dirty="0"/>
              <a:t>Use the </a:t>
            </a:r>
            <a:r>
              <a:rPr lang="en-GB" dirty="0">
                <a:solidFill>
                  <a:schemeClr val="tx2"/>
                </a:solidFill>
              </a:rPr>
              <a:t>echo</a:t>
            </a:r>
            <a:r>
              <a:rPr lang="en-GB" dirty="0"/>
              <a:t> command to create a new file called </a:t>
            </a:r>
            <a:r>
              <a:rPr lang="en-GB" b="1" dirty="0" err="1">
                <a:solidFill>
                  <a:schemeClr val="tx2"/>
                </a:solidFill>
              </a:rPr>
              <a:t>cache.manifest</a:t>
            </a:r>
            <a:r>
              <a:rPr lang="en-GB" dirty="0">
                <a:solidFill>
                  <a:schemeClr val="tx2"/>
                </a:solidFill>
              </a:rPr>
              <a:t>.</a:t>
            </a:r>
            <a:r>
              <a:rPr lang="en-GB" b="1" dirty="0"/>
              <a:t> </a:t>
            </a:r>
          </a:p>
          <a:p>
            <a:pPr lvl="1"/>
            <a:r>
              <a:rPr lang="en-GB" dirty="0"/>
              <a:t>With the content: ‘# Cache Manifest v1.1’.</a:t>
            </a:r>
          </a:p>
          <a:p>
            <a:pPr marL="285750" indent="-285750">
              <a:buFont typeface="Arial" panose="020B0604020202020204" pitchFamily="34" charset="0"/>
              <a:buChar char="•"/>
            </a:pPr>
            <a:r>
              <a:rPr lang="en-GB" dirty="0"/>
              <a:t>Add and commit the file.</a:t>
            </a:r>
          </a:p>
          <a:p>
            <a:pPr marL="285750" indent="-285750">
              <a:buFont typeface="Arial" panose="020B0604020202020204" pitchFamily="34" charset="0"/>
              <a:buChar char="•"/>
            </a:pPr>
            <a:r>
              <a:rPr lang="en-GB" dirty="0"/>
              <a:t>Use </a:t>
            </a:r>
            <a:r>
              <a:rPr lang="en-GB" dirty="0">
                <a:solidFill>
                  <a:schemeClr val="tx2"/>
                </a:solidFill>
              </a:rPr>
              <a:t>echo</a:t>
            </a:r>
            <a:r>
              <a:rPr lang="en-GB" dirty="0"/>
              <a:t> and the </a:t>
            </a:r>
            <a:r>
              <a:rPr lang="en-GB" dirty="0">
                <a:solidFill>
                  <a:schemeClr val="tx2"/>
                </a:solidFill>
              </a:rPr>
              <a:t>&gt;&gt;</a:t>
            </a:r>
            <a:r>
              <a:rPr lang="en-GB" dirty="0"/>
              <a:t> operator to add the content to the end of the file.</a:t>
            </a:r>
          </a:p>
          <a:p>
            <a:pPr marL="285750" indent="-285750">
              <a:buFont typeface="Arial" panose="020B0604020202020204" pitchFamily="34" charset="0"/>
              <a:buChar char="•"/>
            </a:pPr>
            <a:r>
              <a:rPr lang="en-GB" dirty="0"/>
              <a:t>Execute a status command and note what happens.</a:t>
            </a:r>
          </a:p>
          <a:p>
            <a:pPr marL="285750" indent="-285750">
              <a:buFont typeface="Arial" panose="020B0604020202020204" pitchFamily="34" charset="0"/>
              <a:buChar char="•"/>
            </a:pPr>
            <a:r>
              <a:rPr lang="en-GB" dirty="0"/>
              <a:t>Use the diff command to understand the changes.</a:t>
            </a:r>
          </a:p>
          <a:p>
            <a:pPr marL="285750" indent="-285750">
              <a:buFont typeface="Arial" panose="020B0604020202020204" pitchFamily="34" charset="0"/>
              <a:buChar char="•"/>
            </a:pPr>
            <a:r>
              <a:rPr lang="en-GB" dirty="0"/>
              <a:t>Commit the change.</a:t>
            </a:r>
          </a:p>
          <a:p>
            <a:endParaRPr lang="en-GB" dirty="0"/>
          </a:p>
          <a:p>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088ACAED-830D-74D6-5066-BD24CFC8C8E8}"/>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33</a:t>
            </a:fld>
            <a:endParaRPr lang="en-US" dirty="0"/>
          </a:p>
        </p:txBody>
      </p:sp>
    </p:spTree>
    <p:extLst>
      <p:ext uri="{BB962C8B-B14F-4D97-AF65-F5344CB8AC3E}">
        <p14:creationId xmlns:p14="http://schemas.microsoft.com/office/powerpoint/2010/main" val="3728872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9B22E-92D2-ADFB-10FA-78D1CDAFCC59}"/>
              </a:ext>
            </a:extLst>
          </p:cNvPr>
          <p:cNvSpPr>
            <a:spLocks noGrp="1"/>
          </p:cNvSpPr>
          <p:nvPr>
            <p:ph type="ctrTitle"/>
          </p:nvPr>
        </p:nvSpPr>
        <p:spPr/>
        <p:txBody>
          <a:bodyPr/>
          <a:lstStyle/>
          <a:p>
            <a:r>
              <a:rPr lang="en-GB" dirty="0"/>
              <a:t>Staging with Git</a:t>
            </a:r>
          </a:p>
        </p:txBody>
      </p:sp>
      <p:sp>
        <p:nvSpPr>
          <p:cNvPr id="3" name="Text Placeholder 2">
            <a:extLst>
              <a:ext uri="{FF2B5EF4-FFF2-40B4-BE49-F238E27FC236}">
                <a16:creationId xmlns:a16="http://schemas.microsoft.com/office/drawing/2014/main" id="{53CE56BF-1C97-CD75-EC5D-153314BE9F0D}"/>
              </a:ext>
            </a:extLst>
          </p:cNvPr>
          <p:cNvSpPr>
            <a:spLocks noGrp="1"/>
          </p:cNvSpPr>
          <p:nvPr>
            <p:ph type="body" sz="quarter" idx="13"/>
          </p:nvPr>
        </p:nvSpPr>
        <p:spPr/>
        <p:txBody>
          <a:bodyPr/>
          <a:lstStyle/>
          <a:p>
            <a:r>
              <a:rPr lang="en-GB" dirty="0"/>
              <a:t>The Git staging area contains a version of the working directory: </a:t>
            </a:r>
          </a:p>
          <a:p>
            <a:pPr marL="285750" indent="-285750">
              <a:buFont typeface="Arial" panose="020B0604020202020204" pitchFamily="34" charset="0"/>
              <a:buChar char="•"/>
            </a:pPr>
            <a:r>
              <a:rPr lang="en-GB" dirty="0"/>
              <a:t>That we will commit.</a:t>
            </a:r>
          </a:p>
          <a:p>
            <a:pPr marL="285750" indent="-285750">
              <a:buFont typeface="Arial" panose="020B0604020202020204" pitchFamily="34" charset="0"/>
              <a:buChar char="•"/>
            </a:pPr>
            <a:r>
              <a:rPr lang="en-GB" dirty="0"/>
              <a:t>Git allows us to continue to make changes to staged files.</a:t>
            </a:r>
          </a:p>
          <a:p>
            <a:endParaRPr lang="en-GB" dirty="0"/>
          </a:p>
          <a:p>
            <a:r>
              <a:rPr lang="en-GB" dirty="0"/>
              <a:t>Using the status command will check the working and staging areas:</a:t>
            </a:r>
          </a:p>
          <a:p>
            <a:pPr marL="285750" indent="-285750">
              <a:buFont typeface="Arial" panose="020B0604020202020204" pitchFamily="34" charset="0"/>
              <a:buChar char="•"/>
            </a:pPr>
            <a:r>
              <a:rPr lang="en-GB" dirty="0"/>
              <a:t>The </a:t>
            </a:r>
            <a:r>
              <a:rPr lang="en-GB" dirty="0">
                <a:solidFill>
                  <a:schemeClr val="tx2"/>
                </a:solidFill>
              </a:rPr>
              <a:t>diff</a:t>
            </a:r>
            <a:r>
              <a:rPr lang="en-GB" dirty="0"/>
              <a:t> command has an optional </a:t>
            </a:r>
            <a:r>
              <a:rPr lang="en-GB" dirty="0">
                <a:solidFill>
                  <a:schemeClr val="tx2"/>
                </a:solidFill>
              </a:rPr>
              <a:t>--staged</a:t>
            </a:r>
            <a:r>
              <a:rPr lang="en-GB" dirty="0"/>
              <a:t> flag.</a:t>
            </a:r>
          </a:p>
          <a:p>
            <a:pPr marL="285750" indent="-285750">
              <a:buFont typeface="Arial" panose="020B0604020202020204" pitchFamily="34" charset="0"/>
              <a:buChar char="•"/>
            </a:pPr>
            <a:r>
              <a:rPr lang="en-GB" dirty="0"/>
              <a:t>This can also be managed and visualised in </a:t>
            </a:r>
            <a:r>
              <a:rPr lang="en-GB" dirty="0">
                <a:solidFill>
                  <a:schemeClr val="tx2"/>
                </a:solidFill>
              </a:rPr>
              <a:t>git </a:t>
            </a:r>
            <a:r>
              <a:rPr lang="en-GB" dirty="0" err="1">
                <a:solidFill>
                  <a:schemeClr val="tx2"/>
                </a:solidFill>
              </a:rPr>
              <a:t>gui</a:t>
            </a:r>
            <a:r>
              <a:rPr lang="en-GB" dirty="0">
                <a:solidFill>
                  <a:schemeClr val="tx2"/>
                </a:solidFill>
              </a:rPr>
              <a:t>.</a:t>
            </a:r>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endParaRPr lang="en-GB" dirty="0"/>
          </a:p>
        </p:txBody>
      </p:sp>
      <p:sp>
        <p:nvSpPr>
          <p:cNvPr id="5" name="Slide Number Placeholder 4">
            <a:extLst>
              <a:ext uri="{FF2B5EF4-FFF2-40B4-BE49-F238E27FC236}">
                <a16:creationId xmlns:a16="http://schemas.microsoft.com/office/drawing/2014/main" id="{68DA0635-46F8-2095-403E-6C9EB9FBD083}"/>
              </a:ext>
            </a:extLst>
          </p:cNvPr>
          <p:cNvSpPr>
            <a:spLocks noGrp="1"/>
          </p:cNvSpPr>
          <p:nvPr>
            <p:ph type="sldNum" sz="quarter" idx="12"/>
          </p:nvPr>
        </p:nvSpPr>
        <p:spPr/>
        <p:txBody>
          <a:bodyPr/>
          <a:lstStyle/>
          <a:p>
            <a:fld id="{F3469444-D02B-D446-9CF8-19DEDDE073D1}" type="slidenum">
              <a:rPr lang="en-US" smtClean="0"/>
              <a:pPr/>
              <a:t>34</a:t>
            </a:fld>
            <a:endParaRPr lang="en-US" dirty="0"/>
          </a:p>
        </p:txBody>
      </p:sp>
      <p:graphicFrame>
        <p:nvGraphicFramePr>
          <p:cNvPr id="10" name="Content Placeholder 9">
            <a:extLst>
              <a:ext uri="{FF2B5EF4-FFF2-40B4-BE49-F238E27FC236}">
                <a16:creationId xmlns:a16="http://schemas.microsoft.com/office/drawing/2014/main" id="{6878BC01-459D-CBA0-4EDB-7289A417B1A7}"/>
              </a:ext>
            </a:extLst>
          </p:cNvPr>
          <p:cNvGraphicFramePr>
            <a:graphicFrameLocks noGrp="1"/>
          </p:cNvGraphicFramePr>
          <p:nvPr>
            <p:ph sz="quarter" idx="4"/>
            <p:extLst>
              <p:ext uri="{D42A27DB-BD31-4B8C-83A1-F6EECF244321}">
                <p14:modId xmlns:p14="http://schemas.microsoft.com/office/powerpoint/2010/main" val="692858349"/>
              </p:ext>
            </p:extLst>
          </p:nvPr>
        </p:nvGraphicFramePr>
        <p:xfrm>
          <a:off x="6326188" y="1704935"/>
          <a:ext cx="5532437" cy="4348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9957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13FD3-CB54-C773-11AC-CE175EBA0A10}"/>
              </a:ext>
            </a:extLst>
          </p:cNvPr>
          <p:cNvSpPr>
            <a:spLocks noGrp="1"/>
          </p:cNvSpPr>
          <p:nvPr>
            <p:ph type="ctrTitle"/>
          </p:nvPr>
        </p:nvSpPr>
        <p:spPr/>
        <p:txBody>
          <a:bodyPr/>
          <a:lstStyle/>
          <a:p>
            <a:r>
              <a:rPr lang="en-GB" dirty="0"/>
              <a:t>Demonstration staging with Git</a:t>
            </a:r>
          </a:p>
        </p:txBody>
      </p:sp>
      <p:sp>
        <p:nvSpPr>
          <p:cNvPr id="3" name="Text Placeholder 2">
            <a:extLst>
              <a:ext uri="{FF2B5EF4-FFF2-40B4-BE49-F238E27FC236}">
                <a16:creationId xmlns:a16="http://schemas.microsoft.com/office/drawing/2014/main" id="{0B467FEB-96CE-BD37-6298-88D019C34C0C}"/>
              </a:ext>
            </a:extLst>
          </p:cNvPr>
          <p:cNvSpPr>
            <a:spLocks noGrp="1"/>
          </p:cNvSpPr>
          <p:nvPr>
            <p:ph type="body" sz="quarter" idx="14"/>
          </p:nvPr>
        </p:nvSpPr>
        <p:spPr/>
        <p:txBody>
          <a:bodyPr/>
          <a:lstStyle/>
          <a:p>
            <a:r>
              <a:rPr lang="en-GB" dirty="0"/>
              <a:t>When you </a:t>
            </a:r>
            <a:r>
              <a:rPr lang="en-GB" b="1" dirty="0">
                <a:solidFill>
                  <a:schemeClr val="tx2"/>
                </a:solidFill>
              </a:rPr>
              <a:t>add</a:t>
            </a:r>
            <a:r>
              <a:rPr lang="en-GB" dirty="0"/>
              <a:t> a file to a repo it is now </a:t>
            </a:r>
            <a:r>
              <a:rPr lang="en-GB" b="1" dirty="0"/>
              <a:t>tracked</a:t>
            </a:r>
            <a:r>
              <a:rPr lang="en-GB" dirty="0"/>
              <a:t> by Git. You can then commit the new file added to the repo.</a:t>
            </a:r>
          </a:p>
          <a:p>
            <a:endParaRPr lang="en-GB" dirty="0"/>
          </a:p>
          <a:p>
            <a:r>
              <a:rPr lang="en-GB" dirty="0"/>
              <a:t>When you change a </a:t>
            </a:r>
            <a:r>
              <a:rPr lang="en-GB" b="1" dirty="0">
                <a:solidFill>
                  <a:schemeClr val="tx2"/>
                </a:solidFill>
              </a:rPr>
              <a:t>tracked</a:t>
            </a:r>
            <a:r>
              <a:rPr lang="en-GB" dirty="0"/>
              <a:t> file, it becomes </a:t>
            </a:r>
            <a:r>
              <a:rPr lang="en-GB" b="1" dirty="0">
                <a:solidFill>
                  <a:schemeClr val="tx2"/>
                </a:solidFill>
              </a:rPr>
              <a:t>modified</a:t>
            </a:r>
            <a:r>
              <a:rPr lang="en-GB" dirty="0">
                <a:solidFill>
                  <a:schemeClr val="tx2"/>
                </a:solidFill>
              </a:rPr>
              <a:t>. </a:t>
            </a:r>
            <a:r>
              <a:rPr lang="en-GB" dirty="0"/>
              <a:t>Something very interesting happens when you have multiple changes in a staged file</a:t>
            </a:r>
          </a:p>
          <a:p>
            <a:endParaRPr lang="en-GB" dirty="0"/>
          </a:p>
          <a:p>
            <a:r>
              <a:rPr lang="en-GB" dirty="0"/>
              <a:t>Demonstration:</a:t>
            </a:r>
          </a:p>
          <a:p>
            <a:pPr marL="285750" indent="-285750">
              <a:buFont typeface="Arial" panose="020B0604020202020204" pitchFamily="34" charset="0"/>
              <a:buChar char="•"/>
            </a:pPr>
            <a:r>
              <a:rPr lang="en-GB" dirty="0"/>
              <a:t>Using add and stage.</a:t>
            </a:r>
          </a:p>
          <a:p>
            <a:pPr marL="285750" indent="-285750">
              <a:buFont typeface="Arial" panose="020B0604020202020204" pitchFamily="34" charset="0"/>
              <a:buChar char="•"/>
            </a:pPr>
            <a:r>
              <a:rPr lang="en-GB" dirty="0"/>
              <a:t>Examining hunk differences using diff.</a:t>
            </a:r>
          </a:p>
          <a:p>
            <a:pPr marL="285750" indent="-285750">
              <a:buFont typeface="Arial" panose="020B0604020202020204" pitchFamily="34" charset="0"/>
              <a:buChar char="•"/>
            </a:pPr>
            <a:r>
              <a:rPr lang="en-GB" dirty="0"/>
              <a:t>Committing changes.</a:t>
            </a:r>
          </a:p>
          <a:p>
            <a:endParaRPr lang="en-GB" dirty="0"/>
          </a:p>
        </p:txBody>
      </p:sp>
      <p:sp>
        <p:nvSpPr>
          <p:cNvPr id="4" name="Slide Number Placeholder 3">
            <a:extLst>
              <a:ext uri="{FF2B5EF4-FFF2-40B4-BE49-F238E27FC236}">
                <a16:creationId xmlns:a16="http://schemas.microsoft.com/office/drawing/2014/main" id="{D99E803C-488B-B2EB-2B65-3811D69838BE}"/>
              </a:ext>
            </a:extLst>
          </p:cNvPr>
          <p:cNvSpPr>
            <a:spLocks noGrp="1"/>
          </p:cNvSpPr>
          <p:nvPr>
            <p:ph type="sldNum" sz="quarter" idx="12"/>
          </p:nvPr>
        </p:nvSpPr>
        <p:spPr/>
        <p:txBody>
          <a:bodyPr/>
          <a:lstStyle/>
          <a:p>
            <a:fld id="{F3469444-D02B-D446-9CF8-19DEDDE073D1}" type="slidenum">
              <a:rPr lang="en-US" smtClean="0"/>
              <a:pPr/>
              <a:t>35</a:t>
            </a:fld>
            <a:endParaRPr lang="en-US" dirty="0"/>
          </a:p>
        </p:txBody>
      </p:sp>
    </p:spTree>
    <p:extLst>
      <p:ext uri="{BB962C8B-B14F-4D97-AF65-F5344CB8AC3E}">
        <p14:creationId xmlns:p14="http://schemas.microsoft.com/office/powerpoint/2010/main" val="11317924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DA778-D605-CA5E-4463-680FEE7C4039}"/>
              </a:ext>
            </a:extLst>
          </p:cNvPr>
          <p:cNvSpPr>
            <a:spLocks noGrp="1"/>
          </p:cNvSpPr>
          <p:nvPr>
            <p:ph type="ctrTitle"/>
          </p:nvPr>
        </p:nvSpPr>
        <p:spPr/>
        <p:txBody>
          <a:bodyPr/>
          <a:lstStyle/>
          <a:p>
            <a:r>
              <a:rPr lang="en-GB" dirty="0"/>
              <a:t>Recording changes to a repository</a:t>
            </a:r>
          </a:p>
        </p:txBody>
      </p:sp>
      <p:sp>
        <p:nvSpPr>
          <p:cNvPr id="3" name="Text Placeholder 2">
            <a:extLst>
              <a:ext uri="{FF2B5EF4-FFF2-40B4-BE49-F238E27FC236}">
                <a16:creationId xmlns:a16="http://schemas.microsoft.com/office/drawing/2014/main" id="{DE8DED76-60BC-0E07-D4AA-94C386632CFE}"/>
              </a:ext>
            </a:extLst>
          </p:cNvPr>
          <p:cNvSpPr>
            <a:spLocks noGrp="1"/>
          </p:cNvSpPr>
          <p:nvPr>
            <p:ph type="body" sz="quarter" idx="13"/>
          </p:nvPr>
        </p:nvSpPr>
        <p:spPr/>
        <p:txBody>
          <a:bodyPr/>
          <a:lstStyle/>
          <a:p>
            <a:r>
              <a:rPr lang="en-GB" dirty="0"/>
              <a:t>Each file in a Git directory can be </a:t>
            </a:r>
            <a:r>
              <a:rPr lang="en-GB" dirty="0">
                <a:solidFill>
                  <a:schemeClr val="tx2"/>
                </a:solidFill>
              </a:rPr>
              <a:t>tracked</a:t>
            </a:r>
            <a:r>
              <a:rPr lang="en-GB" dirty="0"/>
              <a:t> or </a:t>
            </a:r>
            <a:r>
              <a:rPr lang="en-GB" dirty="0">
                <a:solidFill>
                  <a:schemeClr val="tx2"/>
                </a:solidFill>
              </a:rPr>
              <a:t>untracked:</a:t>
            </a:r>
          </a:p>
          <a:p>
            <a:pPr marL="285750" indent="-285750">
              <a:buFont typeface="Arial" panose="020B0604020202020204" pitchFamily="34" charset="0"/>
              <a:buChar char="•"/>
            </a:pPr>
            <a:r>
              <a:rPr lang="en-GB" b="1" dirty="0">
                <a:solidFill>
                  <a:schemeClr val="tx2"/>
                </a:solidFill>
              </a:rPr>
              <a:t>Tracked</a:t>
            </a:r>
            <a:r>
              <a:rPr lang="en-GB" b="1" dirty="0"/>
              <a:t> </a:t>
            </a:r>
            <a:r>
              <a:rPr lang="en-GB" dirty="0"/>
              <a:t>files are files that were in the last snapshot. They can be </a:t>
            </a:r>
            <a:r>
              <a:rPr lang="en-GB" b="1" dirty="0">
                <a:solidFill>
                  <a:schemeClr val="tx2"/>
                </a:solidFill>
              </a:rPr>
              <a:t>unmodified</a:t>
            </a:r>
            <a:r>
              <a:rPr lang="en-GB" dirty="0"/>
              <a:t>, </a:t>
            </a:r>
            <a:r>
              <a:rPr lang="en-GB" b="1" dirty="0">
                <a:solidFill>
                  <a:schemeClr val="tx2"/>
                </a:solidFill>
              </a:rPr>
              <a:t>modified,</a:t>
            </a:r>
            <a:r>
              <a:rPr lang="en-GB" dirty="0"/>
              <a:t> or </a:t>
            </a:r>
            <a:r>
              <a:rPr lang="en-GB" b="1" dirty="0">
                <a:solidFill>
                  <a:schemeClr val="tx2"/>
                </a:solidFill>
              </a:rPr>
              <a:t>staged</a:t>
            </a:r>
            <a:r>
              <a:rPr lang="en-GB" dirty="0">
                <a:solidFill>
                  <a:schemeClr val="tx2"/>
                </a:solidFill>
              </a:rPr>
              <a:t>.</a:t>
            </a:r>
          </a:p>
          <a:p>
            <a:pPr marL="285750" indent="-285750">
              <a:buFont typeface="Arial" panose="020B0604020202020204" pitchFamily="34" charset="0"/>
              <a:buChar char="•"/>
            </a:pPr>
            <a:r>
              <a:rPr lang="en-GB" b="1" dirty="0">
                <a:solidFill>
                  <a:schemeClr val="tx2"/>
                </a:solidFill>
              </a:rPr>
              <a:t>Untracked</a:t>
            </a:r>
            <a:r>
              <a:rPr lang="en-GB" dirty="0"/>
              <a:t> files are everything else not in your last snapshot or staging area.</a:t>
            </a:r>
          </a:p>
          <a:p>
            <a:endParaRPr lang="en-GB" dirty="0"/>
          </a:p>
        </p:txBody>
      </p:sp>
      <p:pic>
        <p:nvPicPr>
          <p:cNvPr id="7" name="Content Placeholder 6">
            <a:extLst>
              <a:ext uri="{FF2B5EF4-FFF2-40B4-BE49-F238E27FC236}">
                <a16:creationId xmlns:a16="http://schemas.microsoft.com/office/drawing/2014/main" id="{035F593C-2A44-9CCD-516B-98FD79BA643A}"/>
              </a:ext>
            </a:extLst>
          </p:cNvPr>
          <p:cNvPicPr>
            <a:picLocks noGrp="1" noChangeAspect="1"/>
          </p:cNvPicPr>
          <p:nvPr>
            <p:ph sz="quarter" idx="4"/>
          </p:nvPr>
        </p:nvPicPr>
        <p:blipFill>
          <a:blip r:embed="rId3"/>
          <a:stretch>
            <a:fillRect/>
          </a:stretch>
        </p:blipFill>
        <p:spPr>
          <a:xfrm>
            <a:off x="7045087" y="2395692"/>
            <a:ext cx="4761389" cy="3023878"/>
          </a:xfrm>
          <a:prstGeom prst="rect">
            <a:avLst/>
          </a:prstGeom>
        </p:spPr>
      </p:pic>
      <p:sp>
        <p:nvSpPr>
          <p:cNvPr id="5" name="Slide Number Placeholder 4">
            <a:extLst>
              <a:ext uri="{FF2B5EF4-FFF2-40B4-BE49-F238E27FC236}">
                <a16:creationId xmlns:a16="http://schemas.microsoft.com/office/drawing/2014/main" id="{718C09CD-7E62-E30E-6483-3C327A36B48B}"/>
              </a:ext>
            </a:extLst>
          </p:cNvPr>
          <p:cNvSpPr>
            <a:spLocks noGrp="1"/>
          </p:cNvSpPr>
          <p:nvPr>
            <p:ph type="sldNum" sz="quarter" idx="12"/>
          </p:nvPr>
        </p:nvSpPr>
        <p:spPr/>
        <p:txBody>
          <a:bodyPr/>
          <a:lstStyle/>
          <a:p>
            <a:fld id="{F3469444-D02B-D446-9CF8-19DEDDE073D1}" type="slidenum">
              <a:rPr lang="en-US" smtClean="0"/>
              <a:pPr/>
              <a:t>36</a:t>
            </a:fld>
            <a:endParaRPr lang="en-US" dirty="0"/>
          </a:p>
        </p:txBody>
      </p:sp>
    </p:spTree>
    <p:extLst>
      <p:ext uri="{BB962C8B-B14F-4D97-AF65-F5344CB8AC3E}">
        <p14:creationId xmlns:p14="http://schemas.microsoft.com/office/powerpoint/2010/main" val="22465562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AA895-D6CA-DED2-D325-E97522CF57CC}"/>
              </a:ext>
            </a:extLst>
          </p:cNvPr>
          <p:cNvSpPr>
            <a:spLocks noGrp="1"/>
          </p:cNvSpPr>
          <p:nvPr>
            <p:ph type="ctrTitle"/>
          </p:nvPr>
        </p:nvSpPr>
        <p:spPr>
          <a:xfrm>
            <a:off x="443921" y="500194"/>
            <a:ext cx="6679721" cy="858985"/>
          </a:xfrm>
        </p:spPr>
        <p:txBody>
          <a:bodyPr/>
          <a:lstStyle/>
          <a:p>
            <a:r>
              <a:rPr lang="en-GB" dirty="0"/>
              <a:t>Activity: Working with staging</a:t>
            </a:r>
          </a:p>
        </p:txBody>
      </p:sp>
      <p:sp>
        <p:nvSpPr>
          <p:cNvPr id="3" name="Text Placeholder 2">
            <a:extLst>
              <a:ext uri="{FF2B5EF4-FFF2-40B4-BE49-F238E27FC236}">
                <a16:creationId xmlns:a16="http://schemas.microsoft.com/office/drawing/2014/main" id="{69A6665D-DB27-72EE-A453-ABC1AB43083A}"/>
              </a:ext>
            </a:extLst>
          </p:cNvPr>
          <p:cNvSpPr>
            <a:spLocks noGrp="1"/>
          </p:cNvSpPr>
          <p:nvPr>
            <p:ph type="body" sz="quarter" idx="13"/>
          </p:nvPr>
        </p:nvSpPr>
        <p:spPr>
          <a:xfrm>
            <a:off x="443921" y="1628776"/>
            <a:ext cx="7157029" cy="4165738"/>
          </a:xfrm>
        </p:spPr>
        <p:txBody>
          <a:bodyPr/>
          <a:lstStyle/>
          <a:p>
            <a:pPr marL="285750" indent="-285750">
              <a:buFont typeface="Arial" panose="020B0604020202020204" pitchFamily="34" charset="0"/>
              <a:buChar char="•"/>
            </a:pPr>
            <a:r>
              <a:rPr lang="en-GB" dirty="0"/>
              <a:t>Create a new directory called </a:t>
            </a:r>
            <a:r>
              <a:rPr lang="en-GB" b="1" dirty="0"/>
              <a:t>wipeout</a:t>
            </a:r>
            <a:r>
              <a:rPr lang="en-GB" dirty="0">
                <a:solidFill>
                  <a:schemeClr val="accent4"/>
                </a:solidFill>
              </a:rPr>
              <a:t> </a:t>
            </a:r>
            <a:r>
              <a:rPr lang="en-GB" dirty="0"/>
              <a:t>in your home folder.</a:t>
            </a:r>
          </a:p>
          <a:p>
            <a:pPr marL="285750" indent="-285750">
              <a:buFont typeface="Arial" panose="020B0604020202020204" pitchFamily="34" charset="0"/>
              <a:buChar char="•"/>
            </a:pPr>
            <a:r>
              <a:rPr lang="en-GB" dirty="0"/>
              <a:t>Initialise as a repo.</a:t>
            </a:r>
          </a:p>
          <a:p>
            <a:pPr marL="285750" indent="-285750">
              <a:buFont typeface="Arial" panose="020B0604020202020204" pitchFamily="34" charset="0"/>
              <a:buChar char="•"/>
            </a:pPr>
            <a:r>
              <a:rPr lang="en-GB" dirty="0"/>
              <a:t>Create a file called </a:t>
            </a:r>
            <a:r>
              <a:rPr lang="en-GB" b="1" dirty="0"/>
              <a:t>f1</a:t>
            </a:r>
            <a:r>
              <a:rPr lang="en-GB" dirty="0"/>
              <a:t> and add a line of text to it.</a:t>
            </a:r>
          </a:p>
          <a:p>
            <a:pPr marL="285750" indent="-285750">
              <a:buFont typeface="Arial" panose="020B0604020202020204" pitchFamily="34" charset="0"/>
              <a:buChar char="•"/>
            </a:pPr>
            <a:r>
              <a:rPr lang="en-GB" dirty="0"/>
              <a:t>Stage the file for commit and check the status.</a:t>
            </a:r>
          </a:p>
          <a:p>
            <a:pPr marL="285750" indent="-285750">
              <a:buFont typeface="Arial" panose="020B0604020202020204" pitchFamily="34" charset="0"/>
              <a:buChar char="•"/>
            </a:pPr>
            <a:r>
              <a:rPr lang="en-GB" dirty="0"/>
              <a:t>Commit the repo.</a:t>
            </a:r>
          </a:p>
          <a:p>
            <a:pPr marL="285750" indent="-285750">
              <a:buFont typeface="Arial" panose="020B0604020202020204" pitchFamily="34" charset="0"/>
              <a:buChar char="•"/>
            </a:pPr>
            <a:r>
              <a:rPr lang="en-GB" dirty="0"/>
              <a:t>Create a second empty file with one line of text and add it to the repo.</a:t>
            </a:r>
          </a:p>
          <a:p>
            <a:pPr marL="285750" indent="-285750">
              <a:buFont typeface="Arial" panose="020B0604020202020204" pitchFamily="34" charset="0"/>
              <a:buChar char="•"/>
            </a:pPr>
            <a:r>
              <a:rPr lang="en-GB" dirty="0"/>
              <a:t>Add an additional line of text to the file.</a:t>
            </a:r>
          </a:p>
          <a:p>
            <a:pPr marL="285750" indent="-285750">
              <a:buFont typeface="Arial" panose="020B0604020202020204" pitchFamily="34" charset="0"/>
              <a:buChar char="•"/>
            </a:pPr>
            <a:r>
              <a:rPr lang="en-GB" dirty="0"/>
              <a:t>Use the diff command and note what it is telling you.</a:t>
            </a:r>
          </a:p>
          <a:p>
            <a:pPr marL="285750" indent="-285750">
              <a:buFont typeface="Arial" panose="020B0604020202020204" pitchFamily="34" charset="0"/>
              <a:buChar char="•"/>
            </a:pPr>
            <a:r>
              <a:rPr lang="en-GB" dirty="0"/>
              <a:t>Stage the file.</a:t>
            </a:r>
          </a:p>
          <a:p>
            <a:pPr marL="285750" indent="-285750">
              <a:buFont typeface="Arial" panose="020B0604020202020204" pitchFamily="34" charset="0"/>
              <a:buChar char="•"/>
            </a:pPr>
            <a:r>
              <a:rPr lang="en-GB" dirty="0"/>
              <a:t>Use the diff command again.</a:t>
            </a:r>
          </a:p>
          <a:p>
            <a:pPr marL="285750" indent="-285750">
              <a:buFont typeface="Arial" panose="020B0604020202020204" pitchFamily="34" charset="0"/>
              <a:buChar char="•"/>
            </a:pPr>
            <a:r>
              <a:rPr lang="en-GB" dirty="0"/>
              <a:t>Commit the changes.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endParaRPr lang="en-GB" dirty="0"/>
          </a:p>
        </p:txBody>
      </p:sp>
    </p:spTree>
    <p:extLst>
      <p:ext uri="{BB962C8B-B14F-4D97-AF65-F5344CB8AC3E}">
        <p14:creationId xmlns:p14="http://schemas.microsoft.com/office/powerpoint/2010/main" val="14652080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75A22-7EEF-8F48-0150-9FD2BD984563}"/>
              </a:ext>
            </a:extLst>
          </p:cNvPr>
          <p:cNvSpPr>
            <a:spLocks noGrp="1"/>
          </p:cNvSpPr>
          <p:nvPr>
            <p:ph type="ctrTitle"/>
          </p:nvPr>
        </p:nvSpPr>
        <p:spPr/>
        <p:txBody>
          <a:bodyPr/>
          <a:lstStyle/>
          <a:p>
            <a:r>
              <a:rPr lang="en-GB" dirty="0"/>
              <a:t>Un-staging files and reverting changes </a:t>
            </a:r>
          </a:p>
        </p:txBody>
      </p:sp>
      <p:sp>
        <p:nvSpPr>
          <p:cNvPr id="3" name="Text Placeholder 2">
            <a:extLst>
              <a:ext uri="{FF2B5EF4-FFF2-40B4-BE49-F238E27FC236}">
                <a16:creationId xmlns:a16="http://schemas.microsoft.com/office/drawing/2014/main" id="{689F2106-AA7D-20BC-F3AB-6B1D94F519FE}"/>
              </a:ext>
            </a:extLst>
          </p:cNvPr>
          <p:cNvSpPr>
            <a:spLocks noGrp="1"/>
          </p:cNvSpPr>
          <p:nvPr>
            <p:ph type="body" sz="quarter" idx="14"/>
          </p:nvPr>
        </p:nvSpPr>
        <p:spPr/>
        <p:txBody>
          <a:bodyPr/>
          <a:lstStyle/>
          <a:p>
            <a:r>
              <a:rPr lang="en-GB" dirty="0"/>
              <a:t>Once staged, files can be stepped backwards with a reset:</a:t>
            </a:r>
          </a:p>
          <a:p>
            <a:endParaRPr lang="en-GB" dirty="0"/>
          </a:p>
          <a:p>
            <a:endParaRPr lang="en-GB" dirty="0"/>
          </a:p>
          <a:p>
            <a:r>
              <a:rPr lang="en-GB" dirty="0"/>
              <a:t>Changes to files can be undone with the checkout command:</a:t>
            </a:r>
          </a:p>
          <a:p>
            <a:endParaRPr lang="en-GB" dirty="0"/>
          </a:p>
          <a:p>
            <a:endParaRPr lang="en-GB" dirty="0"/>
          </a:p>
          <a:p>
            <a:r>
              <a:rPr lang="en-GB" dirty="0"/>
              <a:t>Untracked files can be removed with the clean command:</a:t>
            </a:r>
          </a:p>
          <a:p>
            <a:endParaRPr lang="en-GB" dirty="0"/>
          </a:p>
          <a:p>
            <a:endParaRPr lang="en-GB" dirty="0"/>
          </a:p>
          <a:p>
            <a:r>
              <a:rPr lang="en-GB" dirty="0"/>
              <a:t>The reset command allows you to undo all changes since the last commit </a:t>
            </a:r>
          </a:p>
          <a:p>
            <a:endParaRPr lang="en-GB" dirty="0"/>
          </a:p>
          <a:p>
            <a:endParaRPr lang="en-GB" dirty="0"/>
          </a:p>
          <a:p>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B2B7DDE3-980F-C287-9488-9C4A8B5EA797}"/>
              </a:ext>
            </a:extLst>
          </p:cNvPr>
          <p:cNvSpPr>
            <a:spLocks noGrp="1"/>
          </p:cNvSpPr>
          <p:nvPr>
            <p:ph type="sldNum" sz="quarter" idx="12"/>
          </p:nvPr>
        </p:nvSpPr>
        <p:spPr/>
        <p:txBody>
          <a:bodyPr/>
          <a:lstStyle/>
          <a:p>
            <a:fld id="{F3469444-D02B-D446-9CF8-19DEDDE073D1}" type="slidenum">
              <a:rPr lang="en-US" smtClean="0"/>
              <a:pPr/>
              <a:t>38</a:t>
            </a:fld>
            <a:endParaRPr lang="en-US" dirty="0"/>
          </a:p>
        </p:txBody>
      </p:sp>
      <p:sp>
        <p:nvSpPr>
          <p:cNvPr id="6" name="TextBox 5">
            <a:extLst>
              <a:ext uri="{FF2B5EF4-FFF2-40B4-BE49-F238E27FC236}">
                <a16:creationId xmlns:a16="http://schemas.microsoft.com/office/drawing/2014/main" id="{57DA4D4C-812D-D767-F636-99E1F6CC7A5D}"/>
              </a:ext>
            </a:extLst>
          </p:cNvPr>
          <p:cNvSpPr txBox="1"/>
          <p:nvPr/>
        </p:nvSpPr>
        <p:spPr>
          <a:xfrm>
            <a:off x="1295449" y="2200338"/>
            <a:ext cx="3793910"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a:t>
            </a:r>
            <a:r>
              <a:rPr lang="en-GB" sz="2000" b="1" dirty="0">
                <a:solidFill>
                  <a:schemeClr val="bg1"/>
                </a:solidFill>
                <a:latin typeface="Consolas" panose="020B0609020204030204" pitchFamily="49" charset="0"/>
                <a:cs typeface="Courier New" pitchFamily="49" charset="0"/>
              </a:rPr>
              <a:t>git reset &lt;filename&gt;</a:t>
            </a:r>
            <a:endParaRPr lang="en-GB" sz="2000" dirty="0">
              <a:solidFill>
                <a:schemeClr val="bg1"/>
              </a:solidFill>
              <a:latin typeface="Consolas" panose="020B0609020204030204" pitchFamily="49" charset="0"/>
              <a:cs typeface="Courier New" pitchFamily="49" charset="0"/>
            </a:endParaRPr>
          </a:p>
        </p:txBody>
      </p:sp>
      <p:sp>
        <p:nvSpPr>
          <p:cNvPr id="8" name="TextBox 7">
            <a:extLst>
              <a:ext uri="{FF2B5EF4-FFF2-40B4-BE49-F238E27FC236}">
                <a16:creationId xmlns:a16="http://schemas.microsoft.com/office/drawing/2014/main" id="{3185CE2B-262F-74EE-658D-B97D0C2114F8}"/>
              </a:ext>
            </a:extLst>
          </p:cNvPr>
          <p:cNvSpPr txBox="1"/>
          <p:nvPr/>
        </p:nvSpPr>
        <p:spPr>
          <a:xfrm>
            <a:off x="1295446" y="3379247"/>
            <a:ext cx="3793910"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a:t>
            </a:r>
            <a:r>
              <a:rPr lang="en-GB" sz="2000" b="1" dirty="0">
                <a:solidFill>
                  <a:schemeClr val="bg1"/>
                </a:solidFill>
                <a:latin typeface="Consolas" panose="020B0609020204030204" pitchFamily="49" charset="0"/>
                <a:cs typeface="Courier New" pitchFamily="49" charset="0"/>
              </a:rPr>
              <a:t>git checkout &lt;filename&gt;</a:t>
            </a:r>
            <a:endParaRPr lang="en-GB" sz="2000" dirty="0">
              <a:solidFill>
                <a:schemeClr val="bg1"/>
              </a:solidFill>
              <a:latin typeface="Consolas" panose="020B0609020204030204" pitchFamily="49" charset="0"/>
              <a:cs typeface="Courier New" pitchFamily="49" charset="0"/>
            </a:endParaRPr>
          </a:p>
        </p:txBody>
      </p:sp>
      <p:sp>
        <p:nvSpPr>
          <p:cNvPr id="10" name="TextBox 9">
            <a:extLst>
              <a:ext uri="{FF2B5EF4-FFF2-40B4-BE49-F238E27FC236}">
                <a16:creationId xmlns:a16="http://schemas.microsoft.com/office/drawing/2014/main" id="{7DC91A15-8071-E48A-1A1A-A7975CC8521C}"/>
              </a:ext>
            </a:extLst>
          </p:cNvPr>
          <p:cNvSpPr txBox="1"/>
          <p:nvPr/>
        </p:nvSpPr>
        <p:spPr>
          <a:xfrm>
            <a:off x="1295447" y="4587922"/>
            <a:ext cx="3793910"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a:t>
            </a:r>
            <a:r>
              <a:rPr lang="en-GB" sz="2000" b="1" dirty="0">
                <a:solidFill>
                  <a:schemeClr val="bg1"/>
                </a:solidFill>
                <a:latin typeface="Consolas" panose="020B0609020204030204" pitchFamily="49" charset="0"/>
                <a:cs typeface="Courier New" pitchFamily="49" charset="0"/>
              </a:rPr>
              <a:t>git clean –n</a:t>
            </a:r>
          </a:p>
        </p:txBody>
      </p:sp>
      <p:sp>
        <p:nvSpPr>
          <p:cNvPr id="12" name="TextBox 11">
            <a:extLst>
              <a:ext uri="{FF2B5EF4-FFF2-40B4-BE49-F238E27FC236}">
                <a16:creationId xmlns:a16="http://schemas.microsoft.com/office/drawing/2014/main" id="{0ABE1B40-EA0A-AF3D-78D4-956DD5A260DF}"/>
              </a:ext>
            </a:extLst>
          </p:cNvPr>
          <p:cNvSpPr txBox="1"/>
          <p:nvPr/>
        </p:nvSpPr>
        <p:spPr>
          <a:xfrm>
            <a:off x="1295449" y="5768332"/>
            <a:ext cx="3793910"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a:t>
            </a:r>
            <a:r>
              <a:rPr lang="en-GB" sz="2000" b="1" dirty="0">
                <a:solidFill>
                  <a:schemeClr val="bg1"/>
                </a:solidFill>
                <a:latin typeface="Consolas" panose="020B0609020204030204" pitchFamily="49" charset="0"/>
                <a:cs typeface="Courier New" pitchFamily="49" charset="0"/>
              </a:rPr>
              <a:t>git reset --hard</a:t>
            </a:r>
          </a:p>
        </p:txBody>
      </p:sp>
    </p:spTree>
    <p:extLst>
      <p:ext uri="{BB962C8B-B14F-4D97-AF65-F5344CB8AC3E}">
        <p14:creationId xmlns:p14="http://schemas.microsoft.com/office/powerpoint/2010/main" val="40425140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2084C-6135-9C80-96E1-F477E61D7CE1}"/>
              </a:ext>
            </a:extLst>
          </p:cNvPr>
          <p:cNvSpPr>
            <a:spLocks noGrp="1"/>
          </p:cNvSpPr>
          <p:nvPr>
            <p:ph type="ctrTitle"/>
          </p:nvPr>
        </p:nvSpPr>
        <p:spPr/>
        <p:txBody>
          <a:bodyPr/>
          <a:lstStyle/>
          <a:p>
            <a:r>
              <a:rPr lang="en-GB" dirty="0"/>
              <a:t>Adding multiple files to the staging area</a:t>
            </a:r>
          </a:p>
        </p:txBody>
      </p:sp>
      <p:sp>
        <p:nvSpPr>
          <p:cNvPr id="3" name="Text Placeholder 2">
            <a:extLst>
              <a:ext uri="{FF2B5EF4-FFF2-40B4-BE49-F238E27FC236}">
                <a16:creationId xmlns:a16="http://schemas.microsoft.com/office/drawing/2014/main" id="{591CBB28-1C69-A585-E8F1-A4646CCA4A34}"/>
              </a:ext>
            </a:extLst>
          </p:cNvPr>
          <p:cNvSpPr>
            <a:spLocks noGrp="1"/>
          </p:cNvSpPr>
          <p:nvPr>
            <p:ph type="body" sz="quarter" idx="14"/>
          </p:nvPr>
        </p:nvSpPr>
        <p:spPr/>
        <p:txBody>
          <a:bodyPr/>
          <a:lstStyle/>
          <a:p>
            <a:r>
              <a:rPr lang="en-GB" dirty="0"/>
              <a:t>Typically, multiple files are added to the staging area:</a:t>
            </a:r>
          </a:p>
          <a:p>
            <a:endParaRPr lang="en-GB" dirty="0"/>
          </a:p>
          <a:p>
            <a:endParaRPr lang="en-GB" dirty="0"/>
          </a:p>
          <a:p>
            <a:r>
              <a:rPr lang="en-GB" dirty="0"/>
              <a:t>We might want to check the outcome of an add action is as expected:</a:t>
            </a:r>
          </a:p>
          <a:p>
            <a:pPr marL="285750" indent="-285750">
              <a:buFont typeface="Arial" panose="020B0604020202020204" pitchFamily="34" charset="0"/>
              <a:buChar char="•"/>
            </a:pPr>
            <a:r>
              <a:rPr lang="en-GB" dirty="0"/>
              <a:t>The --</a:t>
            </a:r>
            <a:r>
              <a:rPr lang="en-GB" b="1" dirty="0" err="1"/>
              <a:t>dryrun</a:t>
            </a:r>
            <a:r>
              <a:rPr lang="en-GB" dirty="0">
                <a:solidFill>
                  <a:schemeClr val="tx1">
                    <a:lumMod val="50000"/>
                    <a:lumOff val="50000"/>
                  </a:schemeClr>
                </a:solidFill>
              </a:rPr>
              <a:t> </a:t>
            </a:r>
            <a:r>
              <a:rPr lang="en-GB" dirty="0"/>
              <a:t>flag allows you to check the outcome of an add </a:t>
            </a:r>
          </a:p>
          <a:p>
            <a:pPr lvl="1"/>
            <a:endParaRPr lang="en-GB" dirty="0"/>
          </a:p>
          <a:p>
            <a:pPr lvl="1"/>
            <a:endParaRPr lang="en-GB" dirty="0"/>
          </a:p>
          <a:p>
            <a:pPr marL="57150" indent="-285750">
              <a:buFont typeface="Arial" panose="020B0604020202020204" pitchFamily="34" charset="0"/>
              <a:buChar char="•"/>
            </a:pPr>
            <a:r>
              <a:rPr lang="en-GB" dirty="0"/>
              <a:t>Then add as normal. You can view the log on a single line.</a:t>
            </a:r>
          </a:p>
          <a:p>
            <a:endParaRPr lang="en-GB" dirty="0"/>
          </a:p>
          <a:p>
            <a:endParaRPr lang="en-GB" dirty="0"/>
          </a:p>
          <a:p>
            <a:pPr lvl="1"/>
            <a:endParaRPr lang="en-GB" dirty="0"/>
          </a:p>
          <a:p>
            <a:endParaRPr lang="en-GB" dirty="0"/>
          </a:p>
        </p:txBody>
      </p:sp>
      <p:sp>
        <p:nvSpPr>
          <p:cNvPr id="4" name="Slide Number Placeholder 3">
            <a:extLst>
              <a:ext uri="{FF2B5EF4-FFF2-40B4-BE49-F238E27FC236}">
                <a16:creationId xmlns:a16="http://schemas.microsoft.com/office/drawing/2014/main" id="{3A6E57C4-0C4A-8281-414E-7D77C9365B60}"/>
              </a:ext>
            </a:extLst>
          </p:cNvPr>
          <p:cNvSpPr>
            <a:spLocks noGrp="1"/>
          </p:cNvSpPr>
          <p:nvPr>
            <p:ph type="sldNum" sz="quarter" idx="12"/>
          </p:nvPr>
        </p:nvSpPr>
        <p:spPr/>
        <p:txBody>
          <a:bodyPr/>
          <a:lstStyle/>
          <a:p>
            <a:fld id="{F3469444-D02B-D446-9CF8-19DEDDE073D1}" type="slidenum">
              <a:rPr lang="en-US" smtClean="0"/>
              <a:pPr/>
              <a:t>39</a:t>
            </a:fld>
            <a:endParaRPr lang="en-US" dirty="0"/>
          </a:p>
        </p:txBody>
      </p:sp>
      <p:sp>
        <p:nvSpPr>
          <p:cNvPr id="6" name="TextBox 5">
            <a:extLst>
              <a:ext uri="{FF2B5EF4-FFF2-40B4-BE49-F238E27FC236}">
                <a16:creationId xmlns:a16="http://schemas.microsoft.com/office/drawing/2014/main" id="{863FE559-5843-C775-1F4F-F060608F1B0E}"/>
              </a:ext>
            </a:extLst>
          </p:cNvPr>
          <p:cNvSpPr txBox="1"/>
          <p:nvPr/>
        </p:nvSpPr>
        <p:spPr>
          <a:xfrm>
            <a:off x="1076473" y="2167408"/>
            <a:ext cx="7162361"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a:t>
            </a:r>
            <a:r>
              <a:rPr lang="en-GB" sz="2000" b="1" dirty="0">
                <a:solidFill>
                  <a:schemeClr val="bg1"/>
                </a:solidFill>
                <a:latin typeface="Consolas" panose="020B0609020204030204" pitchFamily="49" charset="0"/>
                <a:cs typeface="Courier New" pitchFamily="49" charset="0"/>
              </a:rPr>
              <a:t>touch file1 file2 file3 file4</a:t>
            </a:r>
            <a:endParaRPr lang="en-GB" sz="2000" dirty="0">
              <a:solidFill>
                <a:schemeClr val="bg1"/>
              </a:solidFill>
              <a:latin typeface="Consolas" panose="020B0609020204030204" pitchFamily="49" charset="0"/>
              <a:cs typeface="Courier New" pitchFamily="49" charset="0"/>
            </a:endParaRPr>
          </a:p>
        </p:txBody>
      </p:sp>
      <p:sp>
        <p:nvSpPr>
          <p:cNvPr id="8" name="TextBox 7">
            <a:extLst>
              <a:ext uri="{FF2B5EF4-FFF2-40B4-BE49-F238E27FC236}">
                <a16:creationId xmlns:a16="http://schemas.microsoft.com/office/drawing/2014/main" id="{94AEE70A-C71E-1088-DCD4-226703568BBC}"/>
              </a:ext>
            </a:extLst>
          </p:cNvPr>
          <p:cNvSpPr txBox="1"/>
          <p:nvPr/>
        </p:nvSpPr>
        <p:spPr>
          <a:xfrm>
            <a:off x="1076473" y="3798437"/>
            <a:ext cx="7162361"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git add --dry-run .</a:t>
            </a:r>
          </a:p>
        </p:txBody>
      </p:sp>
      <p:sp>
        <p:nvSpPr>
          <p:cNvPr id="10" name="TextBox 9">
            <a:extLst>
              <a:ext uri="{FF2B5EF4-FFF2-40B4-BE49-F238E27FC236}">
                <a16:creationId xmlns:a16="http://schemas.microsoft.com/office/drawing/2014/main" id="{82039C9B-43A7-79CD-4B8F-510A06150AB6}"/>
              </a:ext>
            </a:extLst>
          </p:cNvPr>
          <p:cNvSpPr txBox="1"/>
          <p:nvPr/>
        </p:nvSpPr>
        <p:spPr>
          <a:xfrm>
            <a:off x="1076473" y="4882951"/>
            <a:ext cx="7162361"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git log --</a:t>
            </a:r>
            <a:r>
              <a:rPr lang="en-GB" sz="2000" dirty="0" err="1">
                <a:solidFill>
                  <a:schemeClr val="bg1"/>
                </a:solidFill>
                <a:latin typeface="Consolas" panose="020B0609020204030204" pitchFamily="49" charset="0"/>
                <a:cs typeface="Courier New" pitchFamily="49" charset="0"/>
              </a:rPr>
              <a:t>oneline</a:t>
            </a:r>
            <a:endParaRPr lang="en-GB" sz="2000" dirty="0">
              <a:solidFill>
                <a:schemeClr val="bg1"/>
              </a:solidFill>
              <a:latin typeface="Consolas" panose="020B0609020204030204" pitchFamily="49" charset="0"/>
              <a:cs typeface="Courier New" pitchFamily="49" charset="0"/>
            </a:endParaRPr>
          </a:p>
        </p:txBody>
      </p:sp>
    </p:spTree>
    <p:extLst>
      <p:ext uri="{BB962C8B-B14F-4D97-AF65-F5344CB8AC3E}">
        <p14:creationId xmlns:p14="http://schemas.microsoft.com/office/powerpoint/2010/main" val="7526250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45C2C-8358-5832-1D5A-00B4EF2197A0}"/>
              </a:ext>
            </a:extLst>
          </p:cNvPr>
          <p:cNvSpPr>
            <a:spLocks noGrp="1"/>
          </p:cNvSpPr>
          <p:nvPr>
            <p:ph type="ctrTitle"/>
          </p:nvPr>
        </p:nvSpPr>
        <p:spPr/>
        <p:txBody>
          <a:bodyPr/>
          <a:lstStyle/>
          <a:p>
            <a:r>
              <a:rPr lang="en-GB" dirty="0"/>
              <a:t>Activity: Cleaning and resetting</a:t>
            </a:r>
          </a:p>
        </p:txBody>
      </p:sp>
      <p:sp>
        <p:nvSpPr>
          <p:cNvPr id="3" name="Text Placeholder 2">
            <a:extLst>
              <a:ext uri="{FF2B5EF4-FFF2-40B4-BE49-F238E27FC236}">
                <a16:creationId xmlns:a16="http://schemas.microsoft.com/office/drawing/2014/main" id="{E5995EDD-A080-F153-D9A9-D46CC44E60FE}"/>
              </a:ext>
            </a:extLst>
          </p:cNvPr>
          <p:cNvSpPr>
            <a:spLocks noGrp="1"/>
          </p:cNvSpPr>
          <p:nvPr>
            <p:ph type="body" sz="quarter" idx="13"/>
          </p:nvPr>
        </p:nvSpPr>
        <p:spPr/>
        <p:txBody>
          <a:bodyPr/>
          <a:lstStyle/>
          <a:p>
            <a:pPr marL="285750" indent="-285750">
              <a:buFont typeface="Arial" panose="020B0604020202020204" pitchFamily="34" charset="0"/>
              <a:buChar char="•"/>
            </a:pPr>
            <a:r>
              <a:rPr lang="en-GB" dirty="0"/>
              <a:t>Within the </a:t>
            </a:r>
            <a:r>
              <a:rPr lang="en-GB" b="1" dirty="0"/>
              <a:t>wipeout</a:t>
            </a:r>
            <a:r>
              <a:rPr lang="en-GB" dirty="0">
                <a:solidFill>
                  <a:schemeClr val="accent4"/>
                </a:solidFill>
              </a:rPr>
              <a:t> </a:t>
            </a:r>
            <a:r>
              <a:rPr lang="en-GB" dirty="0"/>
              <a:t>repo, add a new line of text to </a:t>
            </a:r>
            <a:r>
              <a:rPr lang="en-GB" b="1" dirty="0"/>
              <a:t>f1</a:t>
            </a:r>
            <a:r>
              <a:rPr lang="en-GB" dirty="0"/>
              <a:t>.</a:t>
            </a:r>
          </a:p>
          <a:p>
            <a:pPr marL="285750" indent="-285750">
              <a:buFont typeface="Arial" panose="020B0604020202020204" pitchFamily="34" charset="0"/>
              <a:buChar char="•"/>
            </a:pPr>
            <a:r>
              <a:rPr lang="en-GB" dirty="0"/>
              <a:t>Use diff and status to understand the current status of files.</a:t>
            </a:r>
          </a:p>
          <a:p>
            <a:pPr marL="285750" indent="-285750">
              <a:buFont typeface="Arial" panose="020B0604020202020204" pitchFamily="34" charset="0"/>
              <a:buChar char="•"/>
            </a:pPr>
            <a:r>
              <a:rPr lang="en-GB" dirty="0"/>
              <a:t>Reset the file and check the outcome via diff and status.</a:t>
            </a:r>
          </a:p>
          <a:p>
            <a:pPr marL="285750" indent="-285750">
              <a:buFont typeface="Arial" panose="020B0604020202020204" pitchFamily="34" charset="0"/>
              <a:buChar char="•"/>
            </a:pPr>
            <a:r>
              <a:rPr lang="en-GB" dirty="0"/>
              <a:t>Create files </a:t>
            </a:r>
            <a:r>
              <a:rPr lang="en-GB" b="1" dirty="0"/>
              <a:t>f2</a:t>
            </a:r>
            <a:r>
              <a:rPr lang="en-GB" dirty="0"/>
              <a:t>,</a:t>
            </a:r>
            <a:r>
              <a:rPr lang="en-GB" b="1" dirty="0"/>
              <a:t> f3</a:t>
            </a:r>
            <a:r>
              <a:rPr lang="en-GB" dirty="0"/>
              <a:t>, and </a:t>
            </a:r>
            <a:r>
              <a:rPr lang="en-GB" b="1" dirty="0"/>
              <a:t>f4</a:t>
            </a:r>
            <a:r>
              <a:rPr lang="en-GB" dirty="0"/>
              <a:t>. Add a line of text to </a:t>
            </a:r>
            <a:r>
              <a:rPr lang="en-GB" b="1" dirty="0"/>
              <a:t>f2</a:t>
            </a:r>
            <a:r>
              <a:rPr lang="en-GB" dirty="0"/>
              <a:t>.</a:t>
            </a:r>
          </a:p>
          <a:p>
            <a:pPr marL="285750" indent="-285750">
              <a:buFont typeface="Arial" panose="020B0604020202020204" pitchFamily="34" charset="0"/>
              <a:buChar char="•"/>
            </a:pPr>
            <a:r>
              <a:rPr lang="en-GB" dirty="0"/>
              <a:t>Add </a:t>
            </a:r>
            <a:r>
              <a:rPr lang="en-GB" b="1" dirty="0"/>
              <a:t>f2</a:t>
            </a:r>
            <a:r>
              <a:rPr lang="en-GB" dirty="0"/>
              <a:t> to the repo.</a:t>
            </a:r>
          </a:p>
          <a:p>
            <a:pPr marL="285750" indent="-285750">
              <a:buFont typeface="Arial" panose="020B0604020202020204" pitchFamily="34" charset="0"/>
              <a:buChar char="•"/>
            </a:pPr>
            <a:r>
              <a:rPr lang="en-GB" dirty="0"/>
              <a:t>Use status to understand the changes.</a:t>
            </a:r>
          </a:p>
          <a:p>
            <a:pPr marL="285750" indent="-285750">
              <a:buFont typeface="Arial" panose="020B0604020202020204" pitchFamily="34" charset="0"/>
              <a:buChar char="•"/>
            </a:pPr>
            <a:r>
              <a:rPr lang="en-GB" dirty="0"/>
              <a:t>Use reset to undo the changes in this lab.</a:t>
            </a:r>
          </a:p>
          <a:p>
            <a:pPr marL="285750" indent="-285750">
              <a:buFont typeface="Arial" panose="020B0604020202020204" pitchFamily="34" charset="0"/>
              <a:buChar char="•"/>
            </a:pPr>
            <a:r>
              <a:rPr lang="en-GB" dirty="0"/>
              <a:t>Use clean to remove the untracked files.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endParaRPr lang="en-GB" dirty="0"/>
          </a:p>
        </p:txBody>
      </p:sp>
      <p:sp>
        <p:nvSpPr>
          <p:cNvPr id="4" name="Slide Number Placeholder 3">
            <a:extLst>
              <a:ext uri="{FF2B5EF4-FFF2-40B4-BE49-F238E27FC236}">
                <a16:creationId xmlns:a16="http://schemas.microsoft.com/office/drawing/2014/main" id="{8A47205D-0C1E-4D6F-DDCC-5417AFB7E6DC}"/>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40</a:t>
            </a:fld>
            <a:endParaRPr lang="en-US" dirty="0"/>
          </a:p>
        </p:txBody>
      </p:sp>
    </p:spTree>
    <p:extLst>
      <p:ext uri="{BB962C8B-B14F-4D97-AF65-F5344CB8AC3E}">
        <p14:creationId xmlns:p14="http://schemas.microsoft.com/office/powerpoint/2010/main" val="172492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52F35-885D-07D0-C518-0B55EB2F8AF3}"/>
              </a:ext>
            </a:extLst>
          </p:cNvPr>
          <p:cNvSpPr>
            <a:spLocks noGrp="1"/>
          </p:cNvSpPr>
          <p:nvPr>
            <p:ph type="ctrTitle"/>
          </p:nvPr>
        </p:nvSpPr>
        <p:spPr/>
        <p:txBody>
          <a:bodyPr/>
          <a:lstStyle/>
          <a:p>
            <a:r>
              <a:rPr lang="en-GB" dirty="0"/>
              <a:t>Deleting and renaming files in Git</a:t>
            </a:r>
          </a:p>
        </p:txBody>
      </p:sp>
      <p:sp>
        <p:nvSpPr>
          <p:cNvPr id="3" name="Text Placeholder 2">
            <a:extLst>
              <a:ext uri="{FF2B5EF4-FFF2-40B4-BE49-F238E27FC236}">
                <a16:creationId xmlns:a16="http://schemas.microsoft.com/office/drawing/2014/main" id="{61AA3606-207F-674D-C047-F0B21B135A4E}"/>
              </a:ext>
            </a:extLst>
          </p:cNvPr>
          <p:cNvSpPr>
            <a:spLocks noGrp="1"/>
          </p:cNvSpPr>
          <p:nvPr>
            <p:ph type="body" sz="quarter" idx="14"/>
          </p:nvPr>
        </p:nvSpPr>
        <p:spPr/>
        <p:txBody>
          <a:bodyPr/>
          <a:lstStyle/>
          <a:p>
            <a:r>
              <a:rPr lang="en-GB" dirty="0"/>
              <a:t>We use the</a:t>
            </a:r>
            <a:r>
              <a:rPr lang="en-GB" dirty="0">
                <a:solidFill>
                  <a:schemeClr val="tx1">
                    <a:lumMod val="50000"/>
                    <a:lumOff val="50000"/>
                  </a:schemeClr>
                </a:solidFill>
              </a:rPr>
              <a:t> </a:t>
            </a:r>
            <a:r>
              <a:rPr lang="en-GB" b="1" dirty="0"/>
              <a:t>rm</a:t>
            </a:r>
            <a:r>
              <a:rPr lang="en-GB" dirty="0">
                <a:solidFill>
                  <a:schemeClr val="tx1">
                    <a:lumMod val="50000"/>
                    <a:lumOff val="50000"/>
                  </a:schemeClr>
                </a:solidFill>
              </a:rPr>
              <a:t> </a:t>
            </a:r>
            <a:r>
              <a:rPr lang="en-GB" dirty="0"/>
              <a:t>command in git to remove files:</a:t>
            </a:r>
          </a:p>
          <a:p>
            <a:pPr marL="285750" indent="-285750">
              <a:buFont typeface="Arial" panose="020B0604020202020204" pitchFamily="34" charset="0"/>
              <a:buChar char="•"/>
            </a:pPr>
            <a:r>
              <a:rPr lang="en-GB" dirty="0"/>
              <a:t>Then run status to check:</a:t>
            </a:r>
          </a:p>
          <a:p>
            <a:pPr lvl="1"/>
            <a:endParaRPr lang="en-GB" dirty="0"/>
          </a:p>
          <a:p>
            <a:pPr lvl="1"/>
            <a:endParaRPr lang="en-GB" dirty="0"/>
          </a:p>
          <a:p>
            <a:pPr lvl="1"/>
            <a:endParaRPr lang="en-GB" dirty="0"/>
          </a:p>
          <a:p>
            <a:pPr lvl="1"/>
            <a:endParaRPr lang="en-GB" dirty="0"/>
          </a:p>
          <a:p>
            <a:r>
              <a:rPr lang="en-GB" dirty="0"/>
              <a:t>Renaming can be achieved with the </a:t>
            </a:r>
            <a:r>
              <a:rPr lang="en-GB" b="1" dirty="0"/>
              <a:t>mv</a:t>
            </a:r>
            <a:r>
              <a:rPr lang="en-GB" dirty="0"/>
              <a:t> command:</a:t>
            </a:r>
          </a:p>
          <a:p>
            <a:endParaRPr lang="en-GB" dirty="0"/>
          </a:p>
          <a:p>
            <a:endParaRPr lang="en-GB" dirty="0"/>
          </a:p>
          <a:p>
            <a:pPr lvl="1"/>
            <a:endParaRPr lang="en-GB" dirty="0"/>
          </a:p>
          <a:p>
            <a:endParaRPr lang="en-GB" dirty="0"/>
          </a:p>
        </p:txBody>
      </p:sp>
      <p:sp>
        <p:nvSpPr>
          <p:cNvPr id="4" name="Slide Number Placeholder 3">
            <a:extLst>
              <a:ext uri="{FF2B5EF4-FFF2-40B4-BE49-F238E27FC236}">
                <a16:creationId xmlns:a16="http://schemas.microsoft.com/office/drawing/2014/main" id="{7D0211C1-F988-AF1D-B83D-FD982C351218}"/>
              </a:ext>
            </a:extLst>
          </p:cNvPr>
          <p:cNvSpPr>
            <a:spLocks noGrp="1"/>
          </p:cNvSpPr>
          <p:nvPr>
            <p:ph type="sldNum" sz="quarter" idx="12"/>
          </p:nvPr>
        </p:nvSpPr>
        <p:spPr/>
        <p:txBody>
          <a:bodyPr/>
          <a:lstStyle/>
          <a:p>
            <a:fld id="{F3469444-D02B-D446-9CF8-19DEDDE073D1}" type="slidenum">
              <a:rPr lang="en-US" smtClean="0"/>
              <a:pPr/>
              <a:t>41</a:t>
            </a:fld>
            <a:endParaRPr lang="en-US" dirty="0"/>
          </a:p>
        </p:txBody>
      </p:sp>
      <p:sp>
        <p:nvSpPr>
          <p:cNvPr id="6" name="TextBox 5">
            <a:extLst>
              <a:ext uri="{FF2B5EF4-FFF2-40B4-BE49-F238E27FC236}">
                <a16:creationId xmlns:a16="http://schemas.microsoft.com/office/drawing/2014/main" id="{0AB42E3A-1A64-5197-4CDF-1716D32EDC8A}"/>
              </a:ext>
            </a:extLst>
          </p:cNvPr>
          <p:cNvSpPr txBox="1"/>
          <p:nvPr/>
        </p:nvSpPr>
        <p:spPr>
          <a:xfrm>
            <a:off x="1100535" y="2505586"/>
            <a:ext cx="7162361"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a:t>
            </a:r>
            <a:r>
              <a:rPr lang="en-GB" sz="2000" b="1" dirty="0">
                <a:solidFill>
                  <a:schemeClr val="bg1"/>
                </a:solidFill>
                <a:latin typeface="Consolas" panose="020B0609020204030204" pitchFamily="49" charset="0"/>
                <a:cs typeface="Courier New" pitchFamily="49" charset="0"/>
              </a:rPr>
              <a:t>git </a:t>
            </a:r>
            <a:r>
              <a:rPr lang="en-GB" sz="2000" b="1" dirty="0" err="1">
                <a:solidFill>
                  <a:schemeClr val="bg1"/>
                </a:solidFill>
                <a:latin typeface="Consolas" panose="020B0609020204030204" pitchFamily="49" charset="0"/>
                <a:cs typeface="Courier New" pitchFamily="49" charset="0"/>
              </a:rPr>
              <a:t>rm</a:t>
            </a:r>
            <a:r>
              <a:rPr lang="en-GB" sz="2000" b="1" dirty="0">
                <a:solidFill>
                  <a:schemeClr val="bg1"/>
                </a:solidFill>
                <a:latin typeface="Consolas" panose="020B0609020204030204" pitchFamily="49" charset="0"/>
                <a:cs typeface="Courier New" pitchFamily="49" charset="0"/>
              </a:rPr>
              <a:t> file1</a:t>
            </a:r>
            <a:endParaRPr lang="en-GB" sz="2000" dirty="0">
              <a:solidFill>
                <a:schemeClr val="bg1"/>
              </a:solidFill>
              <a:latin typeface="Consolas" panose="020B0609020204030204" pitchFamily="49" charset="0"/>
              <a:cs typeface="Courier New" pitchFamily="49" charset="0"/>
            </a:endParaRPr>
          </a:p>
        </p:txBody>
      </p:sp>
      <p:sp>
        <p:nvSpPr>
          <p:cNvPr id="8" name="TextBox 7">
            <a:extLst>
              <a:ext uri="{FF2B5EF4-FFF2-40B4-BE49-F238E27FC236}">
                <a16:creationId xmlns:a16="http://schemas.microsoft.com/office/drawing/2014/main" id="{B6EE3D87-079A-0DC5-61D8-02921A8C962F}"/>
              </a:ext>
            </a:extLst>
          </p:cNvPr>
          <p:cNvSpPr txBox="1"/>
          <p:nvPr/>
        </p:nvSpPr>
        <p:spPr>
          <a:xfrm>
            <a:off x="1100535" y="3216359"/>
            <a:ext cx="7162361"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a:t>
            </a:r>
            <a:r>
              <a:rPr lang="en-GB" sz="2000" b="1" dirty="0">
                <a:solidFill>
                  <a:schemeClr val="bg1"/>
                </a:solidFill>
                <a:latin typeface="Consolas" panose="020B0609020204030204" pitchFamily="49" charset="0"/>
                <a:cs typeface="Courier New" pitchFamily="49" charset="0"/>
              </a:rPr>
              <a:t>git commit –m "file1 removed"</a:t>
            </a:r>
            <a:endParaRPr lang="en-GB" sz="2000" dirty="0">
              <a:solidFill>
                <a:schemeClr val="bg1"/>
              </a:solidFill>
              <a:latin typeface="Consolas" panose="020B0609020204030204" pitchFamily="49" charset="0"/>
              <a:cs typeface="Courier New" pitchFamily="49" charset="0"/>
            </a:endParaRPr>
          </a:p>
        </p:txBody>
      </p:sp>
      <p:sp>
        <p:nvSpPr>
          <p:cNvPr id="10" name="TextBox 9">
            <a:extLst>
              <a:ext uri="{FF2B5EF4-FFF2-40B4-BE49-F238E27FC236}">
                <a16:creationId xmlns:a16="http://schemas.microsoft.com/office/drawing/2014/main" id="{40974DFD-D394-DB02-2352-C60978440395}"/>
              </a:ext>
            </a:extLst>
          </p:cNvPr>
          <p:cNvSpPr txBox="1"/>
          <p:nvPr/>
        </p:nvSpPr>
        <p:spPr>
          <a:xfrm>
            <a:off x="1100535" y="4204518"/>
            <a:ext cx="7162361"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a:t>
            </a:r>
            <a:r>
              <a:rPr lang="en-GB" sz="2000" b="1" dirty="0">
                <a:solidFill>
                  <a:schemeClr val="bg1"/>
                </a:solidFill>
                <a:latin typeface="Consolas" panose="020B0609020204030204" pitchFamily="49" charset="0"/>
                <a:cs typeface="Courier New" pitchFamily="49" charset="0"/>
              </a:rPr>
              <a:t>git mv file </a:t>
            </a:r>
            <a:r>
              <a:rPr lang="en-GB" sz="2000" b="1" dirty="0" err="1">
                <a:solidFill>
                  <a:schemeClr val="bg1"/>
                </a:solidFill>
                <a:latin typeface="Consolas" panose="020B0609020204030204" pitchFamily="49" charset="0"/>
                <a:cs typeface="Courier New" pitchFamily="49" charset="0"/>
              </a:rPr>
              <a:t>new_name</a:t>
            </a:r>
            <a:endParaRPr lang="en-GB" sz="2000" dirty="0">
              <a:solidFill>
                <a:schemeClr val="bg1"/>
              </a:solidFill>
              <a:latin typeface="Consolas" panose="020B0609020204030204" pitchFamily="49" charset="0"/>
              <a:cs typeface="Courier New" pitchFamily="49" charset="0"/>
            </a:endParaRPr>
          </a:p>
        </p:txBody>
      </p:sp>
    </p:spTree>
    <p:extLst>
      <p:ext uri="{BB962C8B-B14F-4D97-AF65-F5344CB8AC3E}">
        <p14:creationId xmlns:p14="http://schemas.microsoft.com/office/powerpoint/2010/main" val="12845798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4CF55-D6BA-71F5-46FB-B61A02C2C886}"/>
              </a:ext>
            </a:extLst>
          </p:cNvPr>
          <p:cNvSpPr>
            <a:spLocks noGrp="1"/>
          </p:cNvSpPr>
          <p:nvPr>
            <p:ph type="ctrTitle"/>
          </p:nvPr>
        </p:nvSpPr>
        <p:spPr/>
        <p:txBody>
          <a:bodyPr/>
          <a:lstStyle/>
          <a:p>
            <a:r>
              <a:rPr lang="en-GB" dirty="0"/>
              <a:t>Tracking files in a Git repo</a:t>
            </a:r>
          </a:p>
        </p:txBody>
      </p:sp>
      <p:sp>
        <p:nvSpPr>
          <p:cNvPr id="3" name="Text Placeholder 2">
            <a:extLst>
              <a:ext uri="{FF2B5EF4-FFF2-40B4-BE49-F238E27FC236}">
                <a16:creationId xmlns:a16="http://schemas.microsoft.com/office/drawing/2014/main" id="{2FA0F973-398F-ECC5-345F-A42D48E5E909}"/>
              </a:ext>
            </a:extLst>
          </p:cNvPr>
          <p:cNvSpPr>
            <a:spLocks noGrp="1"/>
          </p:cNvSpPr>
          <p:nvPr>
            <p:ph type="body" sz="quarter" idx="14"/>
          </p:nvPr>
        </p:nvSpPr>
        <p:spPr/>
        <p:txBody>
          <a:bodyPr/>
          <a:lstStyle/>
          <a:p>
            <a:r>
              <a:rPr lang="en-GB" dirty="0"/>
              <a:t>To track a file, we must add it to the repo:</a:t>
            </a:r>
          </a:p>
          <a:p>
            <a:endParaRPr lang="en-GB" dirty="0"/>
          </a:p>
          <a:p>
            <a:r>
              <a:rPr lang="en-GB" dirty="0"/>
              <a:t>Then we must commit the file, adding to the repository timeline:</a:t>
            </a:r>
          </a:p>
          <a:p>
            <a:endParaRPr lang="en-GB" dirty="0"/>
          </a:p>
          <a:p>
            <a:r>
              <a:rPr lang="en-GB" dirty="0"/>
              <a:t>This will launch the vi editor. We must then:</a:t>
            </a:r>
          </a:p>
          <a:p>
            <a:pPr marL="285750" indent="-285750">
              <a:buFont typeface="Arial" panose="020B0604020202020204" pitchFamily="34" charset="0"/>
              <a:buChar char="•"/>
            </a:pPr>
            <a:r>
              <a:rPr lang="en-GB" dirty="0"/>
              <a:t>Switch to input mode (i).</a:t>
            </a:r>
          </a:p>
          <a:p>
            <a:pPr marL="285750" indent="-285750">
              <a:buFont typeface="Arial" panose="020B0604020202020204" pitchFamily="34" charset="0"/>
              <a:buChar char="•"/>
            </a:pPr>
            <a:r>
              <a:rPr lang="en-GB" dirty="0"/>
              <a:t>Enter a commit message.</a:t>
            </a:r>
          </a:p>
          <a:p>
            <a:pPr marL="285750" indent="-285750">
              <a:buFont typeface="Arial" panose="020B0604020202020204" pitchFamily="34" charset="0"/>
              <a:buChar char="•"/>
            </a:pPr>
            <a:r>
              <a:rPr lang="en-GB" dirty="0"/>
              <a:t>Hit ESC to complete the message.</a:t>
            </a:r>
          </a:p>
          <a:p>
            <a:pPr marL="285750" indent="-285750">
              <a:buFont typeface="Arial" panose="020B0604020202020204" pitchFamily="34" charset="0"/>
              <a:buChar char="•"/>
            </a:pPr>
            <a:r>
              <a:rPr lang="en-GB" dirty="0"/>
              <a:t>Enter ZZ to exit the vi editor.</a:t>
            </a:r>
          </a:p>
          <a:p>
            <a:r>
              <a:rPr lang="en-GB" dirty="0"/>
              <a:t>The repo is now updated:</a:t>
            </a:r>
          </a:p>
          <a:p>
            <a:endParaRPr lang="en-GB" dirty="0"/>
          </a:p>
          <a:p>
            <a:endParaRPr lang="en-GB" dirty="0"/>
          </a:p>
          <a:p>
            <a:endParaRPr lang="en-GB" dirty="0"/>
          </a:p>
          <a:p>
            <a:endParaRPr lang="en-GB" dirty="0"/>
          </a:p>
          <a:p>
            <a:endParaRPr lang="en-GB" dirty="0"/>
          </a:p>
          <a:p>
            <a:pPr lvl="1"/>
            <a:endParaRPr lang="en-GB" dirty="0"/>
          </a:p>
          <a:p>
            <a:pPr lvl="1"/>
            <a:endParaRPr lang="en-GB" dirty="0"/>
          </a:p>
          <a:p>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10533C24-26DF-EFB0-2126-A19613F0A8D9}"/>
              </a:ext>
            </a:extLst>
          </p:cNvPr>
          <p:cNvSpPr>
            <a:spLocks noGrp="1"/>
          </p:cNvSpPr>
          <p:nvPr>
            <p:ph type="sldNum" sz="quarter" idx="12"/>
          </p:nvPr>
        </p:nvSpPr>
        <p:spPr/>
        <p:txBody>
          <a:bodyPr/>
          <a:lstStyle/>
          <a:p>
            <a:fld id="{F3469444-D02B-D446-9CF8-19DEDDE073D1}" type="slidenum">
              <a:rPr lang="en-US" smtClean="0"/>
              <a:pPr/>
              <a:t>42</a:t>
            </a:fld>
            <a:endParaRPr lang="en-US" dirty="0"/>
          </a:p>
        </p:txBody>
      </p:sp>
      <p:sp>
        <p:nvSpPr>
          <p:cNvPr id="6" name="TextBox 5">
            <a:extLst>
              <a:ext uri="{FF2B5EF4-FFF2-40B4-BE49-F238E27FC236}">
                <a16:creationId xmlns:a16="http://schemas.microsoft.com/office/drawing/2014/main" id="{312370B1-3821-89CD-B6B6-76DF570DD152}"/>
              </a:ext>
            </a:extLst>
          </p:cNvPr>
          <p:cNvSpPr txBox="1"/>
          <p:nvPr/>
        </p:nvSpPr>
        <p:spPr>
          <a:xfrm>
            <a:off x="4848302" y="1733108"/>
            <a:ext cx="2718559"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git add FILENAME</a:t>
            </a:r>
          </a:p>
        </p:txBody>
      </p:sp>
      <p:sp>
        <p:nvSpPr>
          <p:cNvPr id="8" name="TextBox 7">
            <a:extLst>
              <a:ext uri="{FF2B5EF4-FFF2-40B4-BE49-F238E27FC236}">
                <a16:creationId xmlns:a16="http://schemas.microsoft.com/office/drawing/2014/main" id="{DFCF1661-6F0A-7C40-3126-B78BA83DDFB7}"/>
              </a:ext>
            </a:extLst>
          </p:cNvPr>
          <p:cNvSpPr txBox="1"/>
          <p:nvPr/>
        </p:nvSpPr>
        <p:spPr>
          <a:xfrm>
            <a:off x="7177746" y="2507147"/>
            <a:ext cx="1904923"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git commit</a:t>
            </a:r>
          </a:p>
        </p:txBody>
      </p:sp>
      <p:sp>
        <p:nvSpPr>
          <p:cNvPr id="10" name="TextBox 9">
            <a:extLst>
              <a:ext uri="{FF2B5EF4-FFF2-40B4-BE49-F238E27FC236}">
                <a16:creationId xmlns:a16="http://schemas.microsoft.com/office/drawing/2014/main" id="{EDC42F9C-9EB8-D073-4968-6EE1FEB0F2DC}"/>
              </a:ext>
            </a:extLst>
          </p:cNvPr>
          <p:cNvSpPr txBox="1"/>
          <p:nvPr/>
        </p:nvSpPr>
        <p:spPr>
          <a:xfrm>
            <a:off x="3295726" y="5409822"/>
            <a:ext cx="2718559" cy="1015663"/>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git status</a:t>
            </a:r>
          </a:p>
          <a:p>
            <a:pPr eaLnBrk="0" hangingPunct="0">
              <a:defRPr/>
            </a:pPr>
            <a:r>
              <a:rPr lang="en-GB" sz="2000" dirty="0">
                <a:solidFill>
                  <a:schemeClr val="bg1"/>
                </a:solidFill>
                <a:latin typeface="Consolas" panose="020B0609020204030204" pitchFamily="49" charset="0"/>
                <a:cs typeface="Courier New" pitchFamily="49" charset="0"/>
              </a:rPr>
              <a:t>$ git log</a:t>
            </a:r>
          </a:p>
          <a:p>
            <a:pPr eaLnBrk="0" hangingPunct="0">
              <a:defRPr/>
            </a:pPr>
            <a:r>
              <a:rPr lang="en-GB" sz="2000" dirty="0">
                <a:solidFill>
                  <a:schemeClr val="bg1"/>
                </a:solidFill>
                <a:latin typeface="Consolas" panose="020B0609020204030204" pitchFamily="49" charset="0"/>
                <a:cs typeface="Courier New" pitchFamily="49" charset="0"/>
              </a:rPr>
              <a:t>$ git log --stat</a:t>
            </a:r>
          </a:p>
        </p:txBody>
      </p:sp>
    </p:spTree>
    <p:extLst>
      <p:ext uri="{BB962C8B-B14F-4D97-AF65-F5344CB8AC3E}">
        <p14:creationId xmlns:p14="http://schemas.microsoft.com/office/powerpoint/2010/main" val="33647967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DA579-4C4E-9A10-7312-7AD2C562E465}"/>
              </a:ext>
            </a:extLst>
          </p:cNvPr>
          <p:cNvSpPr>
            <a:spLocks noGrp="1"/>
          </p:cNvSpPr>
          <p:nvPr>
            <p:ph type="ctrTitle"/>
          </p:nvPr>
        </p:nvSpPr>
        <p:spPr>
          <a:xfrm>
            <a:off x="443921" y="500194"/>
            <a:ext cx="10800000" cy="858985"/>
          </a:xfrm>
        </p:spPr>
        <p:txBody>
          <a:bodyPr/>
          <a:lstStyle/>
          <a:p>
            <a:r>
              <a:rPr lang="en-GB" dirty="0"/>
              <a:t>When to commit?</a:t>
            </a:r>
          </a:p>
        </p:txBody>
      </p:sp>
      <p:sp>
        <p:nvSpPr>
          <p:cNvPr id="3" name="Text Placeholder 2">
            <a:extLst>
              <a:ext uri="{FF2B5EF4-FFF2-40B4-BE49-F238E27FC236}">
                <a16:creationId xmlns:a16="http://schemas.microsoft.com/office/drawing/2014/main" id="{F2F76F7B-931D-DDAD-475C-F76AD8AE2175}"/>
              </a:ext>
            </a:extLst>
          </p:cNvPr>
          <p:cNvSpPr>
            <a:spLocks noGrp="1"/>
          </p:cNvSpPr>
          <p:nvPr>
            <p:ph type="body" sz="quarter" idx="14"/>
          </p:nvPr>
        </p:nvSpPr>
        <p:spPr>
          <a:xfrm>
            <a:off x="443921" y="1733108"/>
            <a:ext cx="7686287" cy="4061405"/>
          </a:xfrm>
        </p:spPr>
        <p:txBody>
          <a:bodyPr/>
          <a:lstStyle/>
          <a:p>
            <a:r>
              <a:rPr lang="en-GB" dirty="0"/>
              <a:t>Commit little and often when using Git. </a:t>
            </a:r>
          </a:p>
          <a:p>
            <a:r>
              <a:rPr lang="en-GB" dirty="0"/>
              <a:t>It is normal to commit when:</a:t>
            </a:r>
          </a:p>
          <a:p>
            <a:pPr marL="285750" indent="-285750">
              <a:buFont typeface="Arial" panose="020B0604020202020204" pitchFamily="34" charset="0"/>
              <a:buChar char="•"/>
            </a:pPr>
            <a:r>
              <a:rPr lang="en-GB" dirty="0"/>
              <a:t>Adding or deleting a file.</a:t>
            </a:r>
          </a:p>
          <a:p>
            <a:pPr marL="285750" indent="-285750">
              <a:buFont typeface="Arial" panose="020B0604020202020204" pitchFamily="34" charset="0"/>
              <a:buChar char="•"/>
            </a:pPr>
            <a:r>
              <a:rPr lang="en-GB" dirty="0"/>
              <a:t>Renaming a file.</a:t>
            </a:r>
          </a:p>
          <a:p>
            <a:pPr marL="285750" indent="-285750">
              <a:buFont typeface="Arial" panose="020B0604020202020204" pitchFamily="34" charset="0"/>
              <a:buChar char="•"/>
            </a:pPr>
            <a:r>
              <a:rPr lang="en-GB" dirty="0"/>
              <a:t>Updating a file known to be in a good working state.</a:t>
            </a:r>
          </a:p>
          <a:p>
            <a:pPr marL="285750" indent="-285750">
              <a:buFont typeface="Arial" panose="020B0604020202020204" pitchFamily="34" charset="0"/>
              <a:buChar char="•"/>
            </a:pPr>
            <a:r>
              <a:rPr lang="en-GB" dirty="0"/>
              <a:t>When you anticipate being away from work.</a:t>
            </a:r>
          </a:p>
          <a:p>
            <a:pPr marL="285750" indent="-285750">
              <a:buFont typeface="Arial" panose="020B0604020202020204" pitchFamily="34" charset="0"/>
              <a:buChar char="•"/>
            </a:pPr>
            <a:r>
              <a:rPr lang="en-GB" dirty="0"/>
              <a:t>When you introduce ‘questionable’ code.</a:t>
            </a:r>
          </a:p>
          <a:p>
            <a:endParaRPr lang="en-GB" dirty="0"/>
          </a:p>
        </p:txBody>
      </p:sp>
      <p:sp>
        <p:nvSpPr>
          <p:cNvPr id="4" name="Slide Number Placeholder 3">
            <a:extLst>
              <a:ext uri="{FF2B5EF4-FFF2-40B4-BE49-F238E27FC236}">
                <a16:creationId xmlns:a16="http://schemas.microsoft.com/office/drawing/2014/main" id="{F1DCAFF0-96C5-1C5B-49F2-EE42396237EC}"/>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43</a:t>
            </a:fld>
            <a:endParaRPr lang="en-US" dirty="0"/>
          </a:p>
        </p:txBody>
      </p:sp>
    </p:spTree>
    <p:extLst>
      <p:ext uri="{BB962C8B-B14F-4D97-AF65-F5344CB8AC3E}">
        <p14:creationId xmlns:p14="http://schemas.microsoft.com/office/powerpoint/2010/main" val="763749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3ABE3-1637-C21D-5536-604435DCD4A8}"/>
              </a:ext>
            </a:extLst>
          </p:cNvPr>
          <p:cNvSpPr>
            <a:spLocks noGrp="1"/>
          </p:cNvSpPr>
          <p:nvPr>
            <p:ph type="ctrTitle"/>
          </p:nvPr>
        </p:nvSpPr>
        <p:spPr>
          <a:xfrm>
            <a:off x="443921" y="500194"/>
            <a:ext cx="10800000" cy="858985"/>
          </a:xfrm>
        </p:spPr>
        <p:txBody>
          <a:bodyPr/>
          <a:lstStyle/>
          <a:p>
            <a:r>
              <a:rPr lang="en-GB" dirty="0"/>
              <a:t>Git key concepts: Commits</a:t>
            </a:r>
          </a:p>
        </p:txBody>
      </p:sp>
      <p:sp>
        <p:nvSpPr>
          <p:cNvPr id="3" name="Text Placeholder 2">
            <a:extLst>
              <a:ext uri="{FF2B5EF4-FFF2-40B4-BE49-F238E27FC236}">
                <a16:creationId xmlns:a16="http://schemas.microsoft.com/office/drawing/2014/main" id="{5BB4F00C-331A-3634-03E4-6D0AB08D0F48}"/>
              </a:ext>
            </a:extLst>
          </p:cNvPr>
          <p:cNvSpPr>
            <a:spLocks noGrp="1"/>
          </p:cNvSpPr>
          <p:nvPr>
            <p:ph type="body" sz="quarter" idx="14"/>
          </p:nvPr>
        </p:nvSpPr>
        <p:spPr>
          <a:xfrm>
            <a:off x="443921" y="1733108"/>
            <a:ext cx="7686287" cy="4061405"/>
          </a:xfrm>
        </p:spPr>
        <p:txBody>
          <a:bodyPr/>
          <a:lstStyle/>
          <a:p>
            <a:r>
              <a:rPr lang="en-GB" dirty="0"/>
              <a:t>A commit is a saved change that adds your changes to the history of your repository and assigns a commit name to it.</a:t>
            </a:r>
            <a:endParaRPr lang="en-GB" b="1" dirty="0"/>
          </a:p>
          <a:p>
            <a:r>
              <a:rPr lang="en-GB" b="1" dirty="0"/>
              <a:t>The change is not sent to a central repository.</a:t>
            </a:r>
          </a:p>
          <a:p>
            <a:pPr marL="285750" indent="-285750">
              <a:buFont typeface="Arial" panose="020B0604020202020204" pitchFamily="34" charset="0"/>
              <a:buChar char="•"/>
            </a:pPr>
            <a:r>
              <a:rPr lang="en-GB" dirty="0"/>
              <a:t>Other people can pull the change from you.</a:t>
            </a:r>
          </a:p>
          <a:p>
            <a:pPr marL="285750" indent="-285750">
              <a:buFont typeface="Arial" panose="020B0604020202020204" pitchFamily="34" charset="0"/>
              <a:buChar char="•"/>
            </a:pPr>
            <a:r>
              <a:rPr lang="en-GB" dirty="0"/>
              <a:t>Or you can push the change to some other repository.</a:t>
            </a:r>
          </a:p>
          <a:p>
            <a:pPr marL="285750" indent="-285750">
              <a:buFont typeface="Arial" panose="020B0604020202020204" pitchFamily="34" charset="0"/>
              <a:buChar char="•"/>
            </a:pPr>
            <a:r>
              <a:rPr lang="en-GB" dirty="0"/>
              <a:t>There is no automatic updating.</a:t>
            </a:r>
          </a:p>
          <a:p>
            <a:r>
              <a:rPr lang="en-GB" b="1" dirty="0"/>
              <a:t>Every commit requires a log message:</a:t>
            </a:r>
          </a:p>
          <a:p>
            <a:pPr marL="285750" indent="-285750">
              <a:buFont typeface="Arial" panose="020B0604020202020204" pitchFamily="34" charset="0"/>
              <a:buChar char="•"/>
            </a:pPr>
            <a:r>
              <a:rPr lang="en-GB" dirty="0"/>
              <a:t>You can add a message by adding -m "your message“.</a:t>
            </a:r>
          </a:p>
          <a:p>
            <a:pPr marL="285750" indent="-285750">
              <a:buFont typeface="Arial" panose="020B0604020202020204" pitchFamily="34" charset="0"/>
              <a:buChar char="•"/>
            </a:pPr>
            <a:r>
              <a:rPr lang="en-GB" dirty="0"/>
              <a:t>The message can be any valid string.</a:t>
            </a:r>
          </a:p>
          <a:p>
            <a:pPr marL="285750" indent="-285750">
              <a:buFont typeface="Arial" panose="020B0604020202020204" pitchFamily="34" charset="0"/>
              <a:buChar char="•"/>
            </a:pPr>
            <a:r>
              <a:rPr lang="en-GB" dirty="0"/>
              <a:t>You can also specify multiple paragraphs by passing multiple -m options to Git commit.</a:t>
            </a:r>
          </a:p>
          <a:p>
            <a:endParaRPr lang="en-GB" dirty="0"/>
          </a:p>
        </p:txBody>
      </p:sp>
      <p:sp>
        <p:nvSpPr>
          <p:cNvPr id="4" name="Slide Number Placeholder 3">
            <a:extLst>
              <a:ext uri="{FF2B5EF4-FFF2-40B4-BE49-F238E27FC236}">
                <a16:creationId xmlns:a16="http://schemas.microsoft.com/office/drawing/2014/main" id="{6E66E580-578A-0DD2-103C-6F0D104440BF}"/>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44</a:t>
            </a:fld>
            <a:endParaRPr lang="en-US" dirty="0"/>
          </a:p>
        </p:txBody>
      </p:sp>
    </p:spTree>
    <p:extLst>
      <p:ext uri="{BB962C8B-B14F-4D97-AF65-F5344CB8AC3E}">
        <p14:creationId xmlns:p14="http://schemas.microsoft.com/office/powerpoint/2010/main" val="42460587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C1CF-4FBD-074B-D8B6-792ED7E83DD6}"/>
              </a:ext>
            </a:extLst>
          </p:cNvPr>
          <p:cNvSpPr>
            <a:spLocks noGrp="1"/>
          </p:cNvSpPr>
          <p:nvPr>
            <p:ph type="ctrTitle"/>
          </p:nvPr>
        </p:nvSpPr>
        <p:spPr/>
        <p:txBody>
          <a:bodyPr/>
          <a:lstStyle/>
          <a:p>
            <a:r>
              <a:rPr lang="en-GB"/>
              <a:t>Activity: Git tracking and committing to a repo</a:t>
            </a:r>
            <a:endParaRPr lang="en-GB" dirty="0"/>
          </a:p>
        </p:txBody>
      </p:sp>
      <p:sp>
        <p:nvSpPr>
          <p:cNvPr id="3" name="Text Placeholder 2">
            <a:extLst>
              <a:ext uri="{FF2B5EF4-FFF2-40B4-BE49-F238E27FC236}">
                <a16:creationId xmlns:a16="http://schemas.microsoft.com/office/drawing/2014/main" id="{BB2B9FB4-7789-E43E-4AA1-4E09964C3CEE}"/>
              </a:ext>
            </a:extLst>
          </p:cNvPr>
          <p:cNvSpPr>
            <a:spLocks noGrp="1"/>
          </p:cNvSpPr>
          <p:nvPr>
            <p:ph type="body" sz="quarter" idx="13"/>
          </p:nvPr>
        </p:nvSpPr>
        <p:spPr/>
        <p:txBody>
          <a:bodyPr/>
          <a:lstStyle/>
          <a:p>
            <a:pPr marL="285750" indent="-285750">
              <a:buFont typeface="Arial" panose="020B0604020202020204" pitchFamily="34" charset="0"/>
              <a:buChar char="•"/>
            </a:pPr>
            <a:r>
              <a:rPr lang="en-GB" dirty="0"/>
              <a:t>Add the </a:t>
            </a:r>
            <a:r>
              <a:rPr lang="en-GB" b="1" dirty="0">
                <a:solidFill>
                  <a:schemeClr val="tx2"/>
                </a:solidFill>
              </a:rPr>
              <a:t>myfile.bat</a:t>
            </a:r>
            <a:r>
              <a:rPr lang="en-GB" dirty="0"/>
              <a:t> to the tracked files of the repo.</a:t>
            </a:r>
          </a:p>
          <a:p>
            <a:pPr marL="285750" indent="-285750">
              <a:buFont typeface="Arial" panose="020B0604020202020204" pitchFamily="34" charset="0"/>
              <a:buChar char="•"/>
            </a:pPr>
            <a:r>
              <a:rPr lang="en-GB" dirty="0"/>
              <a:t>Commit it.</a:t>
            </a:r>
          </a:p>
          <a:p>
            <a:pPr marL="285750" indent="-285750">
              <a:buFont typeface="Arial" panose="020B0604020202020204" pitchFamily="34" charset="0"/>
              <a:buChar char="•"/>
            </a:pPr>
            <a:r>
              <a:rPr lang="en-GB" dirty="0"/>
              <a:t>Utilise vi to set its commit message.</a:t>
            </a:r>
          </a:p>
          <a:p>
            <a:pPr marL="285750" indent="-285750">
              <a:buFont typeface="Arial" panose="020B0604020202020204" pitchFamily="34" charset="0"/>
              <a:buChar char="•"/>
            </a:pPr>
            <a:r>
              <a:rPr lang="en-GB" dirty="0"/>
              <a:t>Check the status of the repo.</a:t>
            </a:r>
          </a:p>
          <a:p>
            <a:pPr marL="285750" indent="-285750">
              <a:buFont typeface="Arial" panose="020B0604020202020204" pitchFamily="34" charset="0"/>
              <a:buChar char="•"/>
            </a:pPr>
            <a:r>
              <a:rPr lang="en-GB" dirty="0"/>
              <a:t>Create a file called </a:t>
            </a:r>
            <a:r>
              <a:rPr lang="en-GB" b="1" dirty="0">
                <a:solidFill>
                  <a:schemeClr val="tx2"/>
                </a:solidFill>
              </a:rPr>
              <a:t>newfile.bat</a:t>
            </a:r>
            <a:r>
              <a:rPr lang="en-GB" dirty="0">
                <a:solidFill>
                  <a:schemeClr val="tx2"/>
                </a:solidFill>
              </a:rPr>
              <a:t>.</a:t>
            </a:r>
          </a:p>
          <a:p>
            <a:pPr marL="285750" indent="-285750">
              <a:buFont typeface="Arial" panose="020B0604020202020204" pitchFamily="34" charset="0"/>
              <a:buChar char="•"/>
            </a:pPr>
            <a:r>
              <a:rPr lang="en-GB" dirty="0"/>
              <a:t>Add it to the tracked files.</a:t>
            </a:r>
          </a:p>
          <a:p>
            <a:pPr marL="285750" indent="-285750">
              <a:buFont typeface="Arial" panose="020B0604020202020204" pitchFamily="34" charset="0"/>
              <a:buChar char="•"/>
            </a:pPr>
            <a:r>
              <a:rPr lang="en-GB" dirty="0"/>
              <a:t>Check the status.</a:t>
            </a:r>
          </a:p>
          <a:p>
            <a:pPr marL="285750" indent="-285750">
              <a:buFont typeface="Arial" panose="020B0604020202020204" pitchFamily="34" charset="0"/>
              <a:buChar char="•"/>
            </a:pPr>
            <a:r>
              <a:rPr lang="en-GB" dirty="0"/>
              <a:t>Commit the file using the </a:t>
            </a:r>
            <a:r>
              <a:rPr lang="en-GB" b="1" dirty="0">
                <a:solidFill>
                  <a:schemeClr val="tx2"/>
                </a:solidFill>
              </a:rPr>
              <a:t>–m </a:t>
            </a:r>
            <a:r>
              <a:rPr lang="en-GB" dirty="0"/>
              <a:t>flag to add a message without using vi.</a:t>
            </a:r>
          </a:p>
          <a:p>
            <a:pPr marL="285750" indent="-285750">
              <a:buFont typeface="Arial" panose="020B0604020202020204" pitchFamily="34" charset="0"/>
              <a:buChar char="•"/>
            </a:pPr>
            <a:r>
              <a:rPr lang="en-GB" dirty="0"/>
              <a:t>Check the status using the </a:t>
            </a:r>
            <a:r>
              <a:rPr lang="en-GB" b="1" dirty="0">
                <a:solidFill>
                  <a:schemeClr val="tx2"/>
                </a:solidFill>
              </a:rPr>
              <a:t>stat</a:t>
            </a:r>
            <a:r>
              <a:rPr lang="en-GB" dirty="0"/>
              <a:t> flag.</a:t>
            </a:r>
          </a:p>
          <a:p>
            <a:pPr marL="285750" indent="-285750">
              <a:buFont typeface="Arial" panose="020B0604020202020204" pitchFamily="34" charset="0"/>
              <a:buChar char="•"/>
            </a:pPr>
            <a:endParaRPr lang="en-GB" dirty="0"/>
          </a:p>
          <a:p>
            <a:endParaRPr lang="en-GB" dirty="0"/>
          </a:p>
        </p:txBody>
      </p:sp>
      <p:sp>
        <p:nvSpPr>
          <p:cNvPr id="4" name="Slide Number Placeholder 3">
            <a:extLst>
              <a:ext uri="{FF2B5EF4-FFF2-40B4-BE49-F238E27FC236}">
                <a16:creationId xmlns:a16="http://schemas.microsoft.com/office/drawing/2014/main" id="{BDBAC214-6F22-6438-F6EF-C16035EACC94}"/>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45</a:t>
            </a:fld>
            <a:endParaRPr lang="en-US" dirty="0"/>
          </a:p>
        </p:txBody>
      </p:sp>
    </p:spTree>
    <p:extLst>
      <p:ext uri="{BB962C8B-B14F-4D97-AF65-F5344CB8AC3E}">
        <p14:creationId xmlns:p14="http://schemas.microsoft.com/office/powerpoint/2010/main" val="6188305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753EA-4FFE-1406-C7CD-B703FF55968E}"/>
              </a:ext>
            </a:extLst>
          </p:cNvPr>
          <p:cNvSpPr>
            <a:spLocks noGrp="1"/>
          </p:cNvSpPr>
          <p:nvPr>
            <p:ph type="ctrTitle"/>
          </p:nvPr>
        </p:nvSpPr>
        <p:spPr>
          <a:xfrm>
            <a:off x="443921" y="500194"/>
            <a:ext cx="10800000" cy="858985"/>
          </a:xfrm>
        </p:spPr>
        <p:txBody>
          <a:bodyPr/>
          <a:lstStyle/>
          <a:p>
            <a:r>
              <a:rPr lang="en-GB" dirty="0"/>
              <a:t>Summary</a:t>
            </a:r>
          </a:p>
        </p:txBody>
      </p:sp>
      <p:sp>
        <p:nvSpPr>
          <p:cNvPr id="3" name="Text Placeholder 2">
            <a:extLst>
              <a:ext uri="{FF2B5EF4-FFF2-40B4-BE49-F238E27FC236}">
                <a16:creationId xmlns:a16="http://schemas.microsoft.com/office/drawing/2014/main" id="{F7A2B9F8-78CC-FE5E-B34C-72F90DA3000D}"/>
              </a:ext>
            </a:extLst>
          </p:cNvPr>
          <p:cNvSpPr>
            <a:spLocks noGrp="1"/>
          </p:cNvSpPr>
          <p:nvPr>
            <p:ph type="body" sz="quarter" idx="14"/>
          </p:nvPr>
        </p:nvSpPr>
        <p:spPr>
          <a:xfrm>
            <a:off x="443921" y="1733108"/>
            <a:ext cx="7686287" cy="4061405"/>
          </a:xfrm>
        </p:spPr>
        <p:txBody>
          <a:bodyPr/>
          <a:lstStyle/>
          <a:p>
            <a:pPr marL="285750" indent="-285750">
              <a:buFont typeface="Arial" panose="020B0604020202020204" pitchFamily="34" charset="0"/>
              <a:buChar char="•"/>
            </a:pPr>
            <a:r>
              <a:rPr lang="en-GB" dirty="0"/>
              <a:t>Git diff</a:t>
            </a:r>
          </a:p>
          <a:p>
            <a:pPr marL="285750" indent="-285750">
              <a:buFont typeface="Arial" panose="020B0604020202020204" pitchFamily="34" charset="0"/>
              <a:buChar char="•"/>
            </a:pPr>
            <a:r>
              <a:rPr lang="en-GB" dirty="0"/>
              <a:t>Un-staging</a:t>
            </a:r>
          </a:p>
          <a:p>
            <a:pPr marL="285750" indent="-285750">
              <a:buFont typeface="Arial" panose="020B0604020202020204" pitchFamily="34" charset="0"/>
              <a:buChar char="•"/>
            </a:pPr>
            <a:r>
              <a:rPr lang="en-GB" dirty="0"/>
              <a:t>Dry runs</a:t>
            </a:r>
          </a:p>
          <a:p>
            <a:pPr marL="285750" indent="-285750">
              <a:buFont typeface="Arial" panose="020B0604020202020204" pitchFamily="34" charset="0"/>
              <a:buChar char="•"/>
            </a:pPr>
            <a:r>
              <a:rPr lang="en-GB" dirty="0"/>
              <a:t>Deleting files</a:t>
            </a:r>
          </a:p>
          <a:p>
            <a:pPr marL="285750" indent="-285750">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CFD97368-0A3B-1874-01B8-87DBF149CC4E}"/>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46</a:t>
            </a:fld>
            <a:endParaRPr lang="en-US" dirty="0"/>
          </a:p>
        </p:txBody>
      </p:sp>
    </p:spTree>
    <p:extLst>
      <p:ext uri="{BB962C8B-B14F-4D97-AF65-F5344CB8AC3E}">
        <p14:creationId xmlns:p14="http://schemas.microsoft.com/office/powerpoint/2010/main" val="2520832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8877C-CA4F-0B88-B5B4-BEC496F51BAE}"/>
              </a:ext>
            </a:extLst>
          </p:cNvPr>
          <p:cNvSpPr>
            <a:spLocks noGrp="1"/>
          </p:cNvSpPr>
          <p:nvPr>
            <p:ph type="ctrTitle"/>
          </p:nvPr>
        </p:nvSpPr>
        <p:spPr/>
        <p:txBody>
          <a:bodyPr/>
          <a:lstStyle/>
          <a:p>
            <a:r>
              <a:rPr lang="en-GB" dirty="0"/>
              <a:t>Branching</a:t>
            </a:r>
          </a:p>
        </p:txBody>
      </p:sp>
      <p:sp>
        <p:nvSpPr>
          <p:cNvPr id="3" name="Subtitle 2">
            <a:extLst>
              <a:ext uri="{FF2B5EF4-FFF2-40B4-BE49-F238E27FC236}">
                <a16:creationId xmlns:a16="http://schemas.microsoft.com/office/drawing/2014/main" id="{C397158B-BCA1-076C-698C-415181BA1608}"/>
              </a:ext>
            </a:extLst>
          </p:cNvPr>
          <p:cNvSpPr>
            <a:spLocks noGrp="1"/>
          </p:cNvSpPr>
          <p:nvPr>
            <p:ph type="subTitle" idx="1"/>
          </p:nvPr>
        </p:nvSpPr>
        <p:spPr/>
        <p:txBody>
          <a:bodyPr/>
          <a:lstStyle/>
          <a:p>
            <a:r>
              <a:rPr lang="en-GB" dirty="0"/>
              <a:t>Version control</a:t>
            </a:r>
          </a:p>
        </p:txBody>
      </p:sp>
    </p:spTree>
    <p:extLst>
      <p:ext uri="{BB962C8B-B14F-4D97-AF65-F5344CB8AC3E}">
        <p14:creationId xmlns:p14="http://schemas.microsoft.com/office/powerpoint/2010/main" val="28716444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82153-8CA1-6B86-076B-E9F9CE4E3AC9}"/>
              </a:ext>
            </a:extLst>
          </p:cNvPr>
          <p:cNvSpPr>
            <a:spLocks noGrp="1"/>
          </p:cNvSpPr>
          <p:nvPr>
            <p:ph type="ctrTitle"/>
          </p:nvPr>
        </p:nvSpPr>
        <p:spPr/>
        <p:txBody>
          <a:bodyPr/>
          <a:lstStyle/>
          <a:p>
            <a:r>
              <a:rPr lang="en-GB" dirty="0"/>
              <a:t>Git logging: A deeper dive</a:t>
            </a:r>
          </a:p>
        </p:txBody>
      </p:sp>
      <p:sp>
        <p:nvSpPr>
          <p:cNvPr id="3" name="Text Placeholder 2">
            <a:extLst>
              <a:ext uri="{FF2B5EF4-FFF2-40B4-BE49-F238E27FC236}">
                <a16:creationId xmlns:a16="http://schemas.microsoft.com/office/drawing/2014/main" id="{E6B0A458-AF4F-84B7-DCDC-D849F1DB958B}"/>
              </a:ext>
            </a:extLst>
          </p:cNvPr>
          <p:cNvSpPr>
            <a:spLocks noGrp="1"/>
          </p:cNvSpPr>
          <p:nvPr>
            <p:ph type="body" sz="quarter" idx="13"/>
          </p:nvPr>
        </p:nvSpPr>
        <p:spPr/>
        <p:txBody>
          <a:bodyPr/>
          <a:lstStyle/>
          <a:p>
            <a:r>
              <a:rPr lang="en-GB" dirty="0"/>
              <a:t>When we use git log, we see a detailed history of the history log:</a:t>
            </a:r>
          </a:p>
          <a:p>
            <a:pPr marL="285750" indent="-285750">
              <a:buFont typeface="Arial" panose="020B0604020202020204" pitchFamily="34" charset="0"/>
              <a:buChar char="•"/>
            </a:pPr>
            <a:r>
              <a:rPr lang="en-GB" dirty="0"/>
              <a:t>Provided in reverse chronological order.</a:t>
            </a:r>
          </a:p>
          <a:p>
            <a:r>
              <a:rPr lang="en-GB" dirty="0"/>
              <a:t>Each entry in the log has a </a:t>
            </a:r>
            <a:r>
              <a:rPr lang="en-GB" dirty="0">
                <a:solidFill>
                  <a:schemeClr val="tx2"/>
                </a:solidFill>
              </a:rPr>
              <a:t>SHA1</a:t>
            </a:r>
            <a:r>
              <a:rPr lang="en-GB" dirty="0"/>
              <a:t> ID making each commit unique:</a:t>
            </a:r>
          </a:p>
          <a:p>
            <a:pPr marL="285750" indent="-285750">
              <a:buFont typeface="Arial" panose="020B0604020202020204" pitchFamily="34" charset="0"/>
              <a:buChar char="•"/>
            </a:pPr>
            <a:r>
              <a:rPr lang="en-GB" dirty="0"/>
              <a:t>This is a cryptographically strong ID.</a:t>
            </a:r>
          </a:p>
          <a:p>
            <a:r>
              <a:rPr lang="en-GB" dirty="0"/>
              <a:t>The commit also holds </a:t>
            </a:r>
            <a:r>
              <a:rPr lang="en-GB" dirty="0">
                <a:solidFill>
                  <a:schemeClr val="tx2"/>
                </a:solidFill>
              </a:rPr>
              <a:t>author</a:t>
            </a:r>
            <a:r>
              <a:rPr lang="en-GB" dirty="0"/>
              <a:t> and </a:t>
            </a:r>
            <a:r>
              <a:rPr lang="en-GB" dirty="0">
                <a:solidFill>
                  <a:schemeClr val="tx2"/>
                </a:solidFill>
              </a:rPr>
              <a:t>date</a:t>
            </a:r>
            <a:r>
              <a:rPr lang="en-GB" dirty="0"/>
              <a:t> meta information:</a:t>
            </a:r>
          </a:p>
          <a:p>
            <a:pPr marL="285750" indent="-285750">
              <a:buFont typeface="Arial" panose="020B0604020202020204" pitchFamily="34" charset="0"/>
              <a:buChar char="•"/>
            </a:pPr>
            <a:r>
              <a:rPr lang="en-GB" dirty="0"/>
              <a:t>Plus a log message.</a:t>
            </a:r>
          </a:p>
          <a:p>
            <a:r>
              <a:rPr lang="en-GB" dirty="0"/>
              <a:t>Each commit always points back to its parent:</a:t>
            </a:r>
          </a:p>
          <a:p>
            <a:pPr marL="285750" indent="-285750">
              <a:buFont typeface="Arial" panose="020B0604020202020204" pitchFamily="34" charset="0"/>
              <a:buChar char="•"/>
            </a:pPr>
            <a:r>
              <a:rPr lang="en-GB" dirty="0"/>
              <a:t>We can visualise the history with </a:t>
            </a:r>
            <a:r>
              <a:rPr lang="en-GB" dirty="0" err="1">
                <a:solidFill>
                  <a:schemeClr val="tx2"/>
                </a:solidFill>
              </a:rPr>
              <a:t>gitk</a:t>
            </a:r>
            <a:r>
              <a:rPr lang="en-GB" dirty="0">
                <a:solidFill>
                  <a:schemeClr val="tx2"/>
                </a:solidFill>
              </a:rPr>
              <a:t>.</a:t>
            </a:r>
          </a:p>
          <a:p>
            <a:pPr lvl="1"/>
            <a:endParaRPr lang="en-GB" dirty="0"/>
          </a:p>
          <a:p>
            <a:endParaRPr lang="en-GB" dirty="0"/>
          </a:p>
          <a:p>
            <a:pPr lvl="1"/>
            <a:endParaRPr lang="en-GB" dirty="0"/>
          </a:p>
          <a:p>
            <a:endParaRPr lang="en-GB" dirty="0"/>
          </a:p>
        </p:txBody>
      </p:sp>
      <p:pic>
        <p:nvPicPr>
          <p:cNvPr id="7" name="Content Placeholder 6">
            <a:extLst>
              <a:ext uri="{FF2B5EF4-FFF2-40B4-BE49-F238E27FC236}">
                <a16:creationId xmlns:a16="http://schemas.microsoft.com/office/drawing/2014/main" id="{35D4BA10-203B-28B5-77BC-4D0196D223C2}"/>
              </a:ext>
            </a:extLst>
          </p:cNvPr>
          <p:cNvPicPr>
            <a:picLocks noGrp="1" noChangeAspect="1"/>
          </p:cNvPicPr>
          <p:nvPr>
            <p:ph sz="quarter" idx="4"/>
          </p:nvPr>
        </p:nvPicPr>
        <p:blipFill>
          <a:blip r:embed="rId2"/>
          <a:srcRect r="42532"/>
          <a:stretch>
            <a:fillRect/>
          </a:stretch>
        </p:blipFill>
        <p:spPr>
          <a:xfrm>
            <a:off x="5848350" y="2733927"/>
            <a:ext cx="6291603" cy="2367461"/>
          </a:xfrm>
          <a:prstGeom prst="rect">
            <a:avLst/>
          </a:prstGeom>
        </p:spPr>
      </p:pic>
      <p:sp>
        <p:nvSpPr>
          <p:cNvPr id="5" name="Slide Number Placeholder 4">
            <a:extLst>
              <a:ext uri="{FF2B5EF4-FFF2-40B4-BE49-F238E27FC236}">
                <a16:creationId xmlns:a16="http://schemas.microsoft.com/office/drawing/2014/main" id="{11AE90E0-41D0-AF98-6E56-051572325345}"/>
              </a:ext>
            </a:extLst>
          </p:cNvPr>
          <p:cNvSpPr>
            <a:spLocks noGrp="1"/>
          </p:cNvSpPr>
          <p:nvPr>
            <p:ph type="sldNum" sz="quarter" idx="12"/>
          </p:nvPr>
        </p:nvSpPr>
        <p:spPr/>
        <p:txBody>
          <a:bodyPr/>
          <a:lstStyle/>
          <a:p>
            <a:fld id="{F3469444-D02B-D446-9CF8-19DEDDE073D1}" type="slidenum">
              <a:rPr lang="en-US" smtClean="0"/>
              <a:pPr/>
              <a:t>48</a:t>
            </a:fld>
            <a:endParaRPr lang="en-US" dirty="0"/>
          </a:p>
        </p:txBody>
      </p:sp>
    </p:spTree>
    <p:extLst>
      <p:ext uri="{BB962C8B-B14F-4D97-AF65-F5344CB8AC3E}">
        <p14:creationId xmlns:p14="http://schemas.microsoft.com/office/powerpoint/2010/main" val="36285793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D75F-D6C7-97EC-5D2A-AA918094A171}"/>
              </a:ext>
            </a:extLst>
          </p:cNvPr>
          <p:cNvSpPr>
            <a:spLocks noGrp="1"/>
          </p:cNvSpPr>
          <p:nvPr>
            <p:ph type="ctrTitle"/>
          </p:nvPr>
        </p:nvSpPr>
        <p:spPr>
          <a:xfrm>
            <a:off x="443921" y="500194"/>
            <a:ext cx="10800000" cy="858985"/>
          </a:xfrm>
        </p:spPr>
        <p:txBody>
          <a:bodyPr/>
          <a:lstStyle/>
          <a:p>
            <a:r>
              <a:rPr lang="en-GB" dirty="0"/>
              <a:t>GITK: Patch and tree views</a:t>
            </a:r>
          </a:p>
        </p:txBody>
      </p:sp>
      <p:sp>
        <p:nvSpPr>
          <p:cNvPr id="3" name="Text Placeholder 2">
            <a:extLst>
              <a:ext uri="{FF2B5EF4-FFF2-40B4-BE49-F238E27FC236}">
                <a16:creationId xmlns:a16="http://schemas.microsoft.com/office/drawing/2014/main" id="{D20C3ADF-0F84-B7B3-0508-7402F5EFDE0F}"/>
              </a:ext>
            </a:extLst>
          </p:cNvPr>
          <p:cNvSpPr>
            <a:spLocks noGrp="1"/>
          </p:cNvSpPr>
          <p:nvPr>
            <p:ph type="body" sz="quarter" idx="14"/>
          </p:nvPr>
        </p:nvSpPr>
        <p:spPr>
          <a:xfrm>
            <a:off x="443921" y="1733108"/>
            <a:ext cx="7686287" cy="4061405"/>
          </a:xfrm>
        </p:spPr>
        <p:txBody>
          <a:bodyPr/>
          <a:lstStyle/>
          <a:p>
            <a:r>
              <a:rPr lang="en-GB" dirty="0"/>
              <a:t>The GITK viewer has two ways to see the changes.</a:t>
            </a:r>
          </a:p>
          <a:p>
            <a:endParaRPr lang="en-GB" dirty="0"/>
          </a:p>
          <a:p>
            <a:r>
              <a:rPr lang="en-GB" dirty="0"/>
              <a:t>The </a:t>
            </a:r>
            <a:r>
              <a:rPr lang="en-GB" b="1" dirty="0"/>
              <a:t>patch view </a:t>
            </a:r>
            <a:r>
              <a:rPr lang="en-GB" dirty="0"/>
              <a:t>shows the files that were patched in a commit.</a:t>
            </a:r>
          </a:p>
          <a:p>
            <a:pPr marL="285750" indent="-285750">
              <a:buFont typeface="Arial" panose="020B0604020202020204" pitchFamily="34" charset="0"/>
              <a:buChar char="•"/>
            </a:pPr>
            <a:r>
              <a:rPr lang="en-GB" dirty="0"/>
              <a:t>Showing how the files were changed.</a:t>
            </a:r>
          </a:p>
          <a:p>
            <a:pPr marL="285750" indent="-285750">
              <a:buFont typeface="Arial" panose="020B0604020202020204" pitchFamily="34" charset="0"/>
              <a:buChar char="•"/>
            </a:pPr>
            <a:r>
              <a:rPr lang="en-GB" dirty="0"/>
              <a:t>Shown as a flat directory reflecting the changes.</a:t>
            </a:r>
          </a:p>
          <a:p>
            <a:endParaRPr lang="en-GB" dirty="0"/>
          </a:p>
          <a:p>
            <a:r>
              <a:rPr lang="en-GB" dirty="0"/>
              <a:t>The </a:t>
            </a:r>
            <a:r>
              <a:rPr lang="en-GB" b="1" dirty="0"/>
              <a:t>tree view </a:t>
            </a:r>
            <a:r>
              <a:rPr lang="en-GB" dirty="0"/>
              <a:t>shows the files changed and the metadata.</a:t>
            </a:r>
          </a:p>
          <a:p>
            <a:pPr marL="285750" indent="-285750">
              <a:buFont typeface="Arial" panose="020B0604020202020204" pitchFamily="34" charset="0"/>
              <a:buChar char="•"/>
            </a:pPr>
            <a:r>
              <a:rPr lang="en-GB" dirty="0"/>
              <a:t>It represents the directory structure of the project, but not the details of the hunks.</a:t>
            </a:r>
          </a:p>
          <a:p>
            <a:endParaRPr lang="en-GB" dirty="0"/>
          </a:p>
          <a:p>
            <a:endParaRPr lang="en-GB" dirty="0"/>
          </a:p>
          <a:p>
            <a:pPr lvl="1"/>
            <a:endParaRPr lang="en-GB" dirty="0"/>
          </a:p>
          <a:p>
            <a:endParaRPr lang="en-GB" dirty="0"/>
          </a:p>
        </p:txBody>
      </p:sp>
      <p:sp>
        <p:nvSpPr>
          <p:cNvPr id="4" name="Slide Number Placeholder 3">
            <a:extLst>
              <a:ext uri="{FF2B5EF4-FFF2-40B4-BE49-F238E27FC236}">
                <a16:creationId xmlns:a16="http://schemas.microsoft.com/office/drawing/2014/main" id="{FCFF1BB1-AE08-F622-DB15-AB3BFF48D7A0}"/>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49</a:t>
            </a:fld>
            <a:endParaRPr lang="en-US" dirty="0"/>
          </a:p>
        </p:txBody>
      </p:sp>
    </p:spTree>
    <p:extLst>
      <p:ext uri="{BB962C8B-B14F-4D97-AF65-F5344CB8AC3E}">
        <p14:creationId xmlns:p14="http://schemas.microsoft.com/office/powerpoint/2010/main" val="18594932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51B20-9918-7E7E-4FA3-E84ED8F98FC2}"/>
              </a:ext>
            </a:extLst>
          </p:cNvPr>
          <p:cNvSpPr>
            <a:spLocks noGrp="1"/>
          </p:cNvSpPr>
          <p:nvPr>
            <p:ph type="ctrTitle"/>
          </p:nvPr>
        </p:nvSpPr>
        <p:spPr/>
        <p:txBody>
          <a:bodyPr/>
          <a:lstStyle/>
          <a:p>
            <a:endParaRPr lang="en-GB"/>
          </a:p>
        </p:txBody>
      </p:sp>
      <p:sp>
        <p:nvSpPr>
          <p:cNvPr id="3" name="Text Placeholder 2">
            <a:extLst>
              <a:ext uri="{FF2B5EF4-FFF2-40B4-BE49-F238E27FC236}">
                <a16:creationId xmlns:a16="http://schemas.microsoft.com/office/drawing/2014/main" id="{3F843544-929B-646A-1247-02E13BA1F7CE}"/>
              </a:ext>
            </a:extLst>
          </p:cNvPr>
          <p:cNvSpPr>
            <a:spLocks noGrp="1"/>
          </p:cNvSpPr>
          <p:nvPr>
            <p:ph type="body" sz="quarter" idx="13"/>
          </p:nvPr>
        </p:nvSpPr>
        <p:spPr/>
        <p:txBody>
          <a:bodyPr/>
          <a:lstStyle/>
          <a:p>
            <a:r>
              <a:rPr lang="en-GB" dirty="0"/>
              <a:t>Commits occur in a line created when we first initialise the repo:</a:t>
            </a:r>
          </a:p>
          <a:p>
            <a:pPr marL="285750" indent="-285750">
              <a:buFont typeface="Arial" panose="020B0604020202020204" pitchFamily="34" charset="0"/>
              <a:buChar char="•"/>
            </a:pPr>
            <a:r>
              <a:rPr lang="en-GB" dirty="0"/>
              <a:t>Git also creates a default </a:t>
            </a:r>
            <a:r>
              <a:rPr lang="en-GB" dirty="0">
                <a:solidFill>
                  <a:schemeClr val="tx2"/>
                </a:solidFill>
              </a:rPr>
              <a:t>branch</a:t>
            </a:r>
            <a:r>
              <a:rPr lang="en-GB" dirty="0"/>
              <a:t> called </a:t>
            </a:r>
            <a:r>
              <a:rPr lang="en-GB" dirty="0">
                <a:solidFill>
                  <a:schemeClr val="tx2"/>
                </a:solidFill>
              </a:rPr>
              <a:t>main.</a:t>
            </a:r>
          </a:p>
          <a:p>
            <a:pPr marL="285750" indent="-285750">
              <a:buFont typeface="Arial" panose="020B0604020202020204" pitchFamily="34" charset="0"/>
              <a:buChar char="•"/>
            </a:pPr>
            <a:r>
              <a:rPr lang="en-GB" dirty="0">
                <a:solidFill>
                  <a:schemeClr val="tx2"/>
                </a:solidFill>
              </a:rPr>
              <a:t>Main </a:t>
            </a:r>
            <a:r>
              <a:rPr lang="en-GB" dirty="0"/>
              <a:t>is a pointer to the last commit in the branch.</a:t>
            </a:r>
          </a:p>
          <a:p>
            <a:pPr marL="285750" indent="-285750">
              <a:buFont typeface="Arial" panose="020B0604020202020204" pitchFamily="34" charset="0"/>
              <a:buChar char="•"/>
            </a:pPr>
            <a:r>
              <a:rPr lang="en-GB" dirty="0"/>
              <a:t>The</a:t>
            </a:r>
            <a:r>
              <a:rPr lang="en-GB" b="1" dirty="0"/>
              <a:t> </a:t>
            </a:r>
            <a:r>
              <a:rPr lang="en-GB" dirty="0"/>
              <a:t>HEAD</a:t>
            </a:r>
            <a:r>
              <a:rPr lang="en-GB" b="1" dirty="0"/>
              <a:t> </a:t>
            </a:r>
            <a:r>
              <a:rPr lang="en-GB" dirty="0"/>
              <a:t>represents our current location.</a:t>
            </a:r>
          </a:p>
          <a:p>
            <a:pPr marL="285750" indent="-285750">
              <a:buFont typeface="Arial" panose="020B0604020202020204" pitchFamily="34" charset="0"/>
              <a:buChar char="•"/>
            </a:pPr>
            <a:r>
              <a:rPr lang="en-GB" dirty="0"/>
              <a:t>Normally in the same place as main.</a:t>
            </a:r>
          </a:p>
          <a:p>
            <a:endParaRPr lang="en-GB" dirty="0"/>
          </a:p>
        </p:txBody>
      </p:sp>
      <p:sp>
        <p:nvSpPr>
          <p:cNvPr id="5" name="Slide Number Placeholder 4">
            <a:extLst>
              <a:ext uri="{FF2B5EF4-FFF2-40B4-BE49-F238E27FC236}">
                <a16:creationId xmlns:a16="http://schemas.microsoft.com/office/drawing/2014/main" id="{DF6F8E03-2574-913F-CCD8-E9547C4B7A51}"/>
              </a:ext>
            </a:extLst>
          </p:cNvPr>
          <p:cNvSpPr>
            <a:spLocks noGrp="1"/>
          </p:cNvSpPr>
          <p:nvPr>
            <p:ph type="sldNum" sz="quarter" idx="12"/>
          </p:nvPr>
        </p:nvSpPr>
        <p:spPr/>
        <p:txBody>
          <a:bodyPr/>
          <a:lstStyle/>
          <a:p>
            <a:fld id="{F3469444-D02B-D446-9CF8-19DEDDE073D1}" type="slidenum">
              <a:rPr lang="en-US" smtClean="0"/>
              <a:pPr/>
              <a:t>50</a:t>
            </a:fld>
            <a:endParaRPr lang="en-US" dirty="0"/>
          </a:p>
        </p:txBody>
      </p:sp>
      <p:graphicFrame>
        <p:nvGraphicFramePr>
          <p:cNvPr id="8" name="Diagram 7">
            <a:extLst>
              <a:ext uri="{FF2B5EF4-FFF2-40B4-BE49-F238E27FC236}">
                <a16:creationId xmlns:a16="http://schemas.microsoft.com/office/drawing/2014/main" id="{B9650F11-17E7-449E-FE47-53B954C8E133}"/>
              </a:ext>
            </a:extLst>
          </p:cNvPr>
          <p:cNvGraphicFramePr/>
          <p:nvPr>
            <p:extLst>
              <p:ext uri="{D42A27DB-BD31-4B8C-83A1-F6EECF244321}">
                <p14:modId xmlns:p14="http://schemas.microsoft.com/office/powerpoint/2010/main" val="2056453930"/>
              </p:ext>
            </p:extLst>
          </p:nvPr>
        </p:nvGraphicFramePr>
        <p:xfrm>
          <a:off x="6195076" y="1676211"/>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78576887-6323-0CE9-DF63-5FC78C6FAAB3}"/>
              </a:ext>
            </a:extLst>
          </p:cNvPr>
          <p:cNvSpPr txBox="1"/>
          <p:nvPr/>
        </p:nvSpPr>
        <p:spPr>
          <a:xfrm>
            <a:off x="6645349" y="2253483"/>
            <a:ext cx="1163782" cy="400110"/>
          </a:xfrm>
          <a:prstGeom prst="rect">
            <a:avLst/>
          </a:prstGeom>
          <a:noFill/>
        </p:spPr>
        <p:txBody>
          <a:bodyPr wrap="square" rtlCol="0">
            <a:spAutoFit/>
          </a:bodyPr>
          <a:lstStyle/>
          <a:p>
            <a:pPr algn="ctr"/>
            <a:r>
              <a:rPr lang="en-GB" sz="2000" dirty="0">
                <a:cs typeface="Arial" panose="020B0604020202020204" pitchFamily="34" charset="0"/>
              </a:rPr>
              <a:t>Main</a:t>
            </a:r>
          </a:p>
        </p:txBody>
      </p:sp>
      <p:sp>
        <p:nvSpPr>
          <p:cNvPr id="10" name="TextBox 9">
            <a:extLst>
              <a:ext uri="{FF2B5EF4-FFF2-40B4-BE49-F238E27FC236}">
                <a16:creationId xmlns:a16="http://schemas.microsoft.com/office/drawing/2014/main" id="{53A7CAB0-B9BA-7505-EDF1-77458B81E203}"/>
              </a:ext>
            </a:extLst>
          </p:cNvPr>
          <p:cNvSpPr txBox="1"/>
          <p:nvPr/>
        </p:nvSpPr>
        <p:spPr>
          <a:xfrm>
            <a:off x="6188150" y="2563203"/>
            <a:ext cx="2078180" cy="400110"/>
          </a:xfrm>
          <a:prstGeom prst="rect">
            <a:avLst/>
          </a:prstGeom>
          <a:noFill/>
        </p:spPr>
        <p:txBody>
          <a:bodyPr wrap="square" rtlCol="0">
            <a:spAutoFit/>
          </a:bodyPr>
          <a:lstStyle/>
          <a:p>
            <a:pPr algn="ctr"/>
            <a:r>
              <a:rPr lang="en-GB" sz="2000" dirty="0">
                <a:cs typeface="Arial" panose="020B0604020202020204" pitchFamily="34" charset="0"/>
              </a:rPr>
              <a:t>(latest commit)</a:t>
            </a:r>
          </a:p>
        </p:txBody>
      </p:sp>
      <p:grpSp>
        <p:nvGrpSpPr>
          <p:cNvPr id="11" name="Group 10">
            <a:extLst>
              <a:ext uri="{FF2B5EF4-FFF2-40B4-BE49-F238E27FC236}">
                <a16:creationId xmlns:a16="http://schemas.microsoft.com/office/drawing/2014/main" id="{262DEBA1-1612-F113-CAE8-D5632DC8844A}"/>
              </a:ext>
            </a:extLst>
          </p:cNvPr>
          <p:cNvGrpSpPr/>
          <p:nvPr/>
        </p:nvGrpSpPr>
        <p:grpSpPr>
          <a:xfrm>
            <a:off x="6645349" y="4456358"/>
            <a:ext cx="1163782" cy="735115"/>
            <a:chOff x="1641765" y="5049983"/>
            <a:chExt cx="1163782" cy="735115"/>
          </a:xfrm>
        </p:grpSpPr>
        <p:sp>
          <p:nvSpPr>
            <p:cNvPr id="12" name="TextBox 11">
              <a:extLst>
                <a:ext uri="{FF2B5EF4-FFF2-40B4-BE49-F238E27FC236}">
                  <a16:creationId xmlns:a16="http://schemas.microsoft.com/office/drawing/2014/main" id="{E07A0568-731D-C38E-BDC7-D50A1A2B0442}"/>
                </a:ext>
              </a:extLst>
            </p:cNvPr>
            <p:cNvSpPr txBox="1"/>
            <p:nvPr/>
          </p:nvSpPr>
          <p:spPr>
            <a:xfrm>
              <a:off x="1641765" y="5384988"/>
              <a:ext cx="1163782" cy="400110"/>
            </a:xfrm>
            <a:prstGeom prst="rect">
              <a:avLst/>
            </a:prstGeom>
            <a:noFill/>
          </p:spPr>
          <p:txBody>
            <a:bodyPr wrap="square" rtlCol="0">
              <a:spAutoFit/>
            </a:bodyPr>
            <a:lstStyle/>
            <a:p>
              <a:pPr algn="ctr"/>
              <a:r>
                <a:rPr lang="en-GB" sz="2000" dirty="0">
                  <a:cs typeface="Arial" panose="020B0604020202020204" pitchFamily="34" charset="0"/>
                </a:rPr>
                <a:t>HEAD</a:t>
              </a:r>
            </a:p>
          </p:txBody>
        </p:sp>
        <p:cxnSp>
          <p:nvCxnSpPr>
            <p:cNvPr id="13" name="Straight Arrow Connector 12">
              <a:extLst>
                <a:ext uri="{FF2B5EF4-FFF2-40B4-BE49-F238E27FC236}">
                  <a16:creationId xmlns:a16="http://schemas.microsoft.com/office/drawing/2014/main" id="{088A1A1D-1CB8-D994-6831-3CA081EB97AB}"/>
                </a:ext>
              </a:extLst>
            </p:cNvPr>
            <p:cNvCxnSpPr/>
            <p:nvPr/>
          </p:nvCxnSpPr>
          <p:spPr>
            <a:xfrm flipV="1">
              <a:off x="2223656" y="5049983"/>
              <a:ext cx="0" cy="35329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grpSp>
    </p:spTree>
    <p:extLst>
      <p:ext uri="{BB962C8B-B14F-4D97-AF65-F5344CB8AC3E}">
        <p14:creationId xmlns:p14="http://schemas.microsoft.com/office/powerpoint/2010/main" val="268354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EC456-A52E-438F-DDE5-A2C9F5EAA509}"/>
              </a:ext>
            </a:extLst>
          </p:cNvPr>
          <p:cNvSpPr>
            <a:spLocks noGrp="1"/>
          </p:cNvSpPr>
          <p:nvPr>
            <p:ph type="ctrTitle"/>
          </p:nvPr>
        </p:nvSpPr>
        <p:spPr/>
        <p:txBody>
          <a:bodyPr/>
          <a:lstStyle/>
          <a:p>
            <a:r>
              <a:rPr lang="en-GB" dirty="0"/>
              <a:t>Git checkout</a:t>
            </a:r>
          </a:p>
        </p:txBody>
      </p:sp>
      <p:sp>
        <p:nvSpPr>
          <p:cNvPr id="3" name="Text Placeholder 2">
            <a:extLst>
              <a:ext uri="{FF2B5EF4-FFF2-40B4-BE49-F238E27FC236}">
                <a16:creationId xmlns:a16="http://schemas.microsoft.com/office/drawing/2014/main" id="{9C2FB341-E47C-437B-5876-46BC1918F683}"/>
              </a:ext>
            </a:extLst>
          </p:cNvPr>
          <p:cNvSpPr>
            <a:spLocks noGrp="1"/>
          </p:cNvSpPr>
          <p:nvPr>
            <p:ph type="body" sz="quarter" idx="14"/>
          </p:nvPr>
        </p:nvSpPr>
        <p:spPr/>
        <p:txBody>
          <a:bodyPr/>
          <a:lstStyle/>
          <a:p>
            <a:r>
              <a:rPr lang="en-GB" dirty="0"/>
              <a:t>The HEAD can move — checking out previous commits.</a:t>
            </a:r>
          </a:p>
          <a:p>
            <a:r>
              <a:rPr lang="en-GB" dirty="0"/>
              <a:t>You need the SHA1 id to achieve this. Use log to find it</a:t>
            </a:r>
          </a:p>
          <a:p>
            <a:pPr lvl="1"/>
            <a:endParaRPr lang="en-GB" dirty="0"/>
          </a:p>
          <a:p>
            <a:endParaRPr lang="en-GB" dirty="0"/>
          </a:p>
          <a:p>
            <a:r>
              <a:rPr lang="en-GB" dirty="0"/>
              <a:t>Then use the first four characters of the ID to checkout what you want:</a:t>
            </a:r>
          </a:p>
          <a:p>
            <a:r>
              <a:rPr lang="en-GB" dirty="0"/>
              <a:t>		</a:t>
            </a:r>
          </a:p>
          <a:p>
            <a:pPr lvl="1"/>
            <a:endParaRPr lang="en-GB" dirty="0"/>
          </a:p>
          <a:p>
            <a:endParaRPr lang="en-GB" dirty="0"/>
          </a:p>
        </p:txBody>
      </p:sp>
      <p:sp>
        <p:nvSpPr>
          <p:cNvPr id="4" name="Slide Number Placeholder 3">
            <a:extLst>
              <a:ext uri="{FF2B5EF4-FFF2-40B4-BE49-F238E27FC236}">
                <a16:creationId xmlns:a16="http://schemas.microsoft.com/office/drawing/2014/main" id="{DD159CE5-6F6E-D883-9512-26011C6CEF1E}"/>
              </a:ext>
            </a:extLst>
          </p:cNvPr>
          <p:cNvSpPr>
            <a:spLocks noGrp="1"/>
          </p:cNvSpPr>
          <p:nvPr>
            <p:ph type="sldNum" sz="quarter" idx="12"/>
          </p:nvPr>
        </p:nvSpPr>
        <p:spPr/>
        <p:txBody>
          <a:bodyPr/>
          <a:lstStyle/>
          <a:p>
            <a:fld id="{F3469444-D02B-D446-9CF8-19DEDDE073D1}" type="slidenum">
              <a:rPr lang="en-US" smtClean="0"/>
              <a:pPr/>
              <a:t>51</a:t>
            </a:fld>
            <a:endParaRPr lang="en-US" dirty="0"/>
          </a:p>
        </p:txBody>
      </p:sp>
      <p:sp>
        <p:nvSpPr>
          <p:cNvPr id="5" name="TextBox 4">
            <a:extLst>
              <a:ext uri="{FF2B5EF4-FFF2-40B4-BE49-F238E27FC236}">
                <a16:creationId xmlns:a16="http://schemas.microsoft.com/office/drawing/2014/main" id="{95A48CD5-6655-21A0-0D22-42829649F938}"/>
              </a:ext>
            </a:extLst>
          </p:cNvPr>
          <p:cNvSpPr txBox="1"/>
          <p:nvPr/>
        </p:nvSpPr>
        <p:spPr>
          <a:xfrm>
            <a:off x="1223795" y="2575536"/>
            <a:ext cx="7162361" cy="461665"/>
          </a:xfrm>
          <a:prstGeom prst="rect">
            <a:avLst/>
          </a:prstGeom>
          <a:solidFill>
            <a:schemeClr val="tx1"/>
          </a:solidFill>
        </p:spPr>
        <p:txBody>
          <a:bodyPr wrap="square">
            <a:spAutoFit/>
          </a:bodyPr>
          <a:lstStyle/>
          <a:p>
            <a:pPr eaLnBrk="0" hangingPunct="0">
              <a:defRPr/>
            </a:pPr>
            <a:r>
              <a:rPr lang="en-GB" sz="2400" b="1" dirty="0">
                <a:solidFill>
                  <a:schemeClr val="bg1"/>
                </a:solidFill>
                <a:latin typeface="Consolas" panose="020B0609020204030204" pitchFamily="49" charset="0"/>
                <a:cs typeface="Courier New" pitchFamily="49" charset="0"/>
              </a:rPr>
              <a:t>$ git log --</a:t>
            </a:r>
            <a:r>
              <a:rPr lang="en-GB" sz="2400" b="1" dirty="0" err="1">
                <a:solidFill>
                  <a:schemeClr val="bg1"/>
                </a:solidFill>
                <a:latin typeface="Consolas" panose="020B0609020204030204" pitchFamily="49" charset="0"/>
                <a:cs typeface="Courier New" pitchFamily="49" charset="0"/>
              </a:rPr>
              <a:t>oneline</a:t>
            </a:r>
            <a:endParaRPr lang="en-GB" sz="2400" b="1" dirty="0">
              <a:solidFill>
                <a:schemeClr val="bg1"/>
              </a:solidFill>
              <a:latin typeface="Consolas" panose="020B0609020204030204" pitchFamily="49" charset="0"/>
              <a:cs typeface="Courier New" pitchFamily="49" charset="0"/>
            </a:endParaRPr>
          </a:p>
        </p:txBody>
      </p:sp>
      <p:sp>
        <p:nvSpPr>
          <p:cNvPr id="6" name="TextBox 5">
            <a:extLst>
              <a:ext uri="{FF2B5EF4-FFF2-40B4-BE49-F238E27FC236}">
                <a16:creationId xmlns:a16="http://schemas.microsoft.com/office/drawing/2014/main" id="{DCA3D96D-351F-196E-4B19-74E50DBB184F}"/>
              </a:ext>
            </a:extLst>
          </p:cNvPr>
          <p:cNvSpPr txBox="1"/>
          <p:nvPr/>
        </p:nvSpPr>
        <p:spPr>
          <a:xfrm>
            <a:off x="1223796" y="3669824"/>
            <a:ext cx="7162361" cy="461665"/>
          </a:xfrm>
          <a:prstGeom prst="rect">
            <a:avLst/>
          </a:prstGeom>
          <a:solidFill>
            <a:schemeClr val="tx1"/>
          </a:solidFill>
        </p:spPr>
        <p:txBody>
          <a:bodyPr wrap="square">
            <a:spAutoFit/>
          </a:bodyPr>
          <a:lstStyle/>
          <a:p>
            <a:pPr eaLnBrk="0" hangingPunct="0">
              <a:defRPr/>
            </a:pPr>
            <a:r>
              <a:rPr lang="en-GB" sz="2400" b="1" dirty="0">
                <a:solidFill>
                  <a:schemeClr val="bg1"/>
                </a:solidFill>
                <a:latin typeface="Consolas" panose="020B0609020204030204" pitchFamily="49" charset="0"/>
                <a:cs typeface="Courier New" pitchFamily="49" charset="0"/>
              </a:rPr>
              <a:t>$ git checkout YOUR_SHA1ID</a:t>
            </a:r>
          </a:p>
        </p:txBody>
      </p:sp>
      <p:pic>
        <p:nvPicPr>
          <p:cNvPr id="7" name="Picture 6">
            <a:extLst>
              <a:ext uri="{FF2B5EF4-FFF2-40B4-BE49-F238E27FC236}">
                <a16:creationId xmlns:a16="http://schemas.microsoft.com/office/drawing/2014/main" id="{0FB38207-C733-74D3-6B0F-885D6DB99EFD}"/>
              </a:ext>
            </a:extLst>
          </p:cNvPr>
          <p:cNvPicPr>
            <a:picLocks noChangeAspect="1"/>
          </p:cNvPicPr>
          <p:nvPr/>
        </p:nvPicPr>
        <p:blipFill>
          <a:blip r:embed="rId2"/>
          <a:stretch>
            <a:fillRect/>
          </a:stretch>
        </p:blipFill>
        <p:spPr>
          <a:xfrm>
            <a:off x="1223795" y="4235300"/>
            <a:ext cx="8141718" cy="2138363"/>
          </a:xfrm>
          <a:prstGeom prst="rect">
            <a:avLst/>
          </a:prstGeom>
        </p:spPr>
      </p:pic>
    </p:spTree>
    <p:extLst>
      <p:ext uri="{BB962C8B-B14F-4D97-AF65-F5344CB8AC3E}">
        <p14:creationId xmlns:p14="http://schemas.microsoft.com/office/powerpoint/2010/main" val="168667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E685DC-9E41-CBF1-4D68-0ECAA824B1E6}"/>
              </a:ext>
            </a:extLst>
          </p:cNvPr>
          <p:cNvSpPr>
            <a:spLocks noGrp="1"/>
          </p:cNvSpPr>
          <p:nvPr>
            <p:ph type="ctrTitle"/>
          </p:nvPr>
        </p:nvSpPr>
        <p:spPr/>
        <p:txBody>
          <a:bodyPr/>
          <a:lstStyle/>
          <a:p>
            <a:r>
              <a:rPr lang="en-GB" dirty="0"/>
              <a:t>Detaching the HEAD</a:t>
            </a:r>
          </a:p>
        </p:txBody>
      </p:sp>
      <p:sp>
        <p:nvSpPr>
          <p:cNvPr id="3" name="Text Placeholder 2">
            <a:extLst>
              <a:ext uri="{FF2B5EF4-FFF2-40B4-BE49-F238E27FC236}">
                <a16:creationId xmlns:a16="http://schemas.microsoft.com/office/drawing/2014/main" id="{F52DF9DD-280A-2307-A6F4-CB54F518208C}"/>
              </a:ext>
            </a:extLst>
          </p:cNvPr>
          <p:cNvSpPr>
            <a:spLocks noGrp="1"/>
          </p:cNvSpPr>
          <p:nvPr>
            <p:ph type="body" sz="quarter" idx="13"/>
          </p:nvPr>
        </p:nvSpPr>
        <p:spPr/>
        <p:txBody>
          <a:bodyPr/>
          <a:lstStyle/>
          <a:p>
            <a:r>
              <a:rPr lang="en-GB" dirty="0"/>
              <a:t>Normally, the </a:t>
            </a:r>
            <a:r>
              <a:rPr lang="en-GB" b="1" dirty="0"/>
              <a:t>HEAD</a:t>
            </a:r>
            <a:r>
              <a:rPr lang="en-GB" dirty="0"/>
              <a:t> is attached to a branch, but we can move it.</a:t>
            </a:r>
          </a:p>
          <a:p>
            <a:r>
              <a:rPr lang="en-GB" dirty="0"/>
              <a:t>This is what we did with </a:t>
            </a:r>
            <a:r>
              <a:rPr lang="en-GB" b="1" dirty="0"/>
              <a:t>checkout</a:t>
            </a:r>
            <a:r>
              <a:rPr lang="en-GB" dirty="0"/>
              <a:t>.</a:t>
            </a:r>
          </a:p>
          <a:p>
            <a:endParaRPr lang="en-GB" dirty="0">
              <a:solidFill>
                <a:schemeClr val="accent4"/>
              </a:solidFill>
            </a:endParaRPr>
          </a:p>
          <a:p>
            <a:r>
              <a:rPr lang="en-GB" dirty="0"/>
              <a:t>When we move the HEAD from the main, git considers it detached.</a:t>
            </a:r>
          </a:p>
          <a:p>
            <a:pPr lvl="1"/>
            <a:endParaRPr lang="en-GB" dirty="0"/>
          </a:p>
          <a:p>
            <a:endParaRPr lang="en-GB" dirty="0"/>
          </a:p>
        </p:txBody>
      </p:sp>
      <p:sp>
        <p:nvSpPr>
          <p:cNvPr id="4" name="Slide Number Placeholder 3">
            <a:extLst>
              <a:ext uri="{FF2B5EF4-FFF2-40B4-BE49-F238E27FC236}">
                <a16:creationId xmlns:a16="http://schemas.microsoft.com/office/drawing/2014/main" id="{53A91571-616E-6473-2066-7D7D705B655B}"/>
              </a:ext>
            </a:extLst>
          </p:cNvPr>
          <p:cNvSpPr>
            <a:spLocks noGrp="1"/>
          </p:cNvSpPr>
          <p:nvPr>
            <p:ph type="sldNum" sz="quarter" idx="12"/>
          </p:nvPr>
        </p:nvSpPr>
        <p:spPr/>
        <p:txBody>
          <a:bodyPr/>
          <a:lstStyle/>
          <a:p>
            <a:fld id="{F3469444-D02B-D446-9CF8-19DEDDE073D1}" type="slidenum">
              <a:rPr lang="en-US" smtClean="0"/>
              <a:pPr/>
              <a:t>52</a:t>
            </a:fld>
            <a:endParaRPr lang="en-US" dirty="0"/>
          </a:p>
        </p:txBody>
      </p:sp>
      <p:graphicFrame>
        <p:nvGraphicFramePr>
          <p:cNvPr id="2" name="Diagram 1">
            <a:extLst>
              <a:ext uri="{FF2B5EF4-FFF2-40B4-BE49-F238E27FC236}">
                <a16:creationId xmlns:a16="http://schemas.microsoft.com/office/drawing/2014/main" id="{155516B9-001E-930B-75DE-72E2B27C1E37}"/>
              </a:ext>
            </a:extLst>
          </p:cNvPr>
          <p:cNvGraphicFramePr/>
          <p:nvPr>
            <p:extLst>
              <p:ext uri="{D42A27DB-BD31-4B8C-83A1-F6EECF244321}">
                <p14:modId xmlns:p14="http://schemas.microsoft.com/office/powerpoint/2010/main" val="4027112900"/>
              </p:ext>
            </p:extLst>
          </p:nvPr>
        </p:nvGraphicFramePr>
        <p:xfrm>
          <a:off x="6195076" y="1676211"/>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808D9D0F-4764-9197-AFE9-956696AA14DE}"/>
              </a:ext>
            </a:extLst>
          </p:cNvPr>
          <p:cNvSpPr txBox="1"/>
          <p:nvPr/>
        </p:nvSpPr>
        <p:spPr>
          <a:xfrm>
            <a:off x="6188150" y="2563203"/>
            <a:ext cx="2078180" cy="400110"/>
          </a:xfrm>
          <a:prstGeom prst="rect">
            <a:avLst/>
          </a:prstGeom>
          <a:noFill/>
        </p:spPr>
        <p:txBody>
          <a:bodyPr wrap="square" rtlCol="0">
            <a:spAutoFit/>
          </a:bodyPr>
          <a:lstStyle/>
          <a:p>
            <a:pPr algn="ctr"/>
            <a:r>
              <a:rPr lang="en-GB" sz="2000" dirty="0">
                <a:cs typeface="Arial" panose="020B0604020202020204" pitchFamily="34" charset="0"/>
              </a:rPr>
              <a:t>(latest commit)</a:t>
            </a:r>
          </a:p>
        </p:txBody>
      </p:sp>
      <p:grpSp>
        <p:nvGrpSpPr>
          <p:cNvPr id="9" name="Group 8">
            <a:extLst>
              <a:ext uri="{FF2B5EF4-FFF2-40B4-BE49-F238E27FC236}">
                <a16:creationId xmlns:a16="http://schemas.microsoft.com/office/drawing/2014/main" id="{B6040107-8021-BFC7-EE34-5AC25D8B6AA6}"/>
              </a:ext>
            </a:extLst>
          </p:cNvPr>
          <p:cNvGrpSpPr/>
          <p:nvPr/>
        </p:nvGrpSpPr>
        <p:grpSpPr>
          <a:xfrm>
            <a:off x="6645349" y="4456358"/>
            <a:ext cx="1163782" cy="735115"/>
            <a:chOff x="1641765" y="5049983"/>
            <a:chExt cx="1163782" cy="735115"/>
          </a:xfrm>
        </p:grpSpPr>
        <p:sp>
          <p:nvSpPr>
            <p:cNvPr id="10" name="TextBox 9">
              <a:extLst>
                <a:ext uri="{FF2B5EF4-FFF2-40B4-BE49-F238E27FC236}">
                  <a16:creationId xmlns:a16="http://schemas.microsoft.com/office/drawing/2014/main" id="{4193CFDF-08D0-3AE6-9370-CE906B5EAF27}"/>
                </a:ext>
              </a:extLst>
            </p:cNvPr>
            <p:cNvSpPr txBox="1"/>
            <p:nvPr/>
          </p:nvSpPr>
          <p:spPr>
            <a:xfrm>
              <a:off x="1641765" y="5384988"/>
              <a:ext cx="1163782" cy="400110"/>
            </a:xfrm>
            <a:prstGeom prst="rect">
              <a:avLst/>
            </a:prstGeom>
            <a:noFill/>
          </p:spPr>
          <p:txBody>
            <a:bodyPr wrap="square" rtlCol="0">
              <a:spAutoFit/>
            </a:bodyPr>
            <a:lstStyle/>
            <a:p>
              <a:pPr algn="ctr"/>
              <a:r>
                <a:rPr lang="en-GB" sz="2000" dirty="0">
                  <a:cs typeface="Arial" panose="020B0604020202020204" pitchFamily="34" charset="0"/>
                </a:rPr>
                <a:t>HEAD</a:t>
              </a:r>
            </a:p>
          </p:txBody>
        </p:sp>
        <p:cxnSp>
          <p:nvCxnSpPr>
            <p:cNvPr id="11" name="Straight Arrow Connector 10">
              <a:extLst>
                <a:ext uri="{FF2B5EF4-FFF2-40B4-BE49-F238E27FC236}">
                  <a16:creationId xmlns:a16="http://schemas.microsoft.com/office/drawing/2014/main" id="{4958B1D5-6197-E2D8-1DC6-80F57AF53E89}"/>
                </a:ext>
              </a:extLst>
            </p:cNvPr>
            <p:cNvCxnSpPr/>
            <p:nvPr/>
          </p:nvCxnSpPr>
          <p:spPr>
            <a:xfrm flipV="1">
              <a:off x="2223656" y="5049983"/>
              <a:ext cx="0" cy="35329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grpSp>
    </p:spTree>
    <p:extLst>
      <p:ext uri="{BB962C8B-B14F-4D97-AF65-F5344CB8AC3E}">
        <p14:creationId xmlns:p14="http://schemas.microsoft.com/office/powerpoint/2010/main" val="34314933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2AF53-5BA6-3038-3AC6-2F615F29AFD6}"/>
              </a:ext>
            </a:extLst>
          </p:cNvPr>
          <p:cNvSpPr>
            <a:spLocks noGrp="1"/>
          </p:cNvSpPr>
          <p:nvPr>
            <p:ph type="ctrTitle"/>
          </p:nvPr>
        </p:nvSpPr>
        <p:spPr/>
        <p:txBody>
          <a:bodyPr/>
          <a:lstStyle/>
          <a:p>
            <a:r>
              <a:rPr lang="en-GB" dirty="0"/>
              <a:t>Activity: Working with the HEAD</a:t>
            </a:r>
          </a:p>
        </p:txBody>
      </p:sp>
      <p:sp>
        <p:nvSpPr>
          <p:cNvPr id="3" name="Text Placeholder 2">
            <a:extLst>
              <a:ext uri="{FF2B5EF4-FFF2-40B4-BE49-F238E27FC236}">
                <a16:creationId xmlns:a16="http://schemas.microsoft.com/office/drawing/2014/main" id="{D1570404-1C75-EC10-CAC4-65B2797940EC}"/>
              </a:ext>
            </a:extLst>
          </p:cNvPr>
          <p:cNvSpPr>
            <a:spLocks noGrp="1"/>
          </p:cNvSpPr>
          <p:nvPr>
            <p:ph type="body" sz="quarter" idx="13"/>
          </p:nvPr>
        </p:nvSpPr>
        <p:spPr/>
        <p:txBody>
          <a:bodyPr/>
          <a:lstStyle/>
          <a:p>
            <a:r>
              <a:rPr lang="en-GB" dirty="0"/>
              <a:t>In your most recent repo, use the one-line log to locate the SHA1 history:</a:t>
            </a:r>
          </a:p>
          <a:p>
            <a:pPr marL="285750" indent="-285750">
              <a:buFont typeface="Arial" panose="020B0604020202020204" pitchFamily="34" charset="0"/>
              <a:buChar char="•"/>
            </a:pPr>
            <a:r>
              <a:rPr lang="en-GB" dirty="0"/>
              <a:t>Move the HEAD to the start of the commit history via checkout.</a:t>
            </a:r>
          </a:p>
          <a:p>
            <a:pPr marL="285750" indent="-285750">
              <a:buFont typeface="Arial" panose="020B0604020202020204" pitchFamily="34" charset="0"/>
              <a:buChar char="•"/>
            </a:pPr>
            <a:r>
              <a:rPr lang="en-GB" dirty="0"/>
              <a:t>Check the log history.</a:t>
            </a:r>
          </a:p>
          <a:p>
            <a:pPr marL="285750" indent="-285750">
              <a:buFont typeface="Arial" panose="020B0604020202020204" pitchFamily="34" charset="0"/>
              <a:buChar char="•"/>
            </a:pPr>
            <a:r>
              <a:rPr lang="en-GB" dirty="0"/>
              <a:t>Use touch to create a new file.</a:t>
            </a:r>
          </a:p>
          <a:p>
            <a:pPr marL="285750" indent="-285750">
              <a:buFont typeface="Arial" panose="020B0604020202020204" pitchFamily="34" charset="0"/>
              <a:buChar char="•"/>
            </a:pPr>
            <a:r>
              <a:rPr lang="en-GB" dirty="0"/>
              <a:t>Add it to the repo.</a:t>
            </a:r>
          </a:p>
          <a:p>
            <a:pPr marL="285750" indent="-285750">
              <a:buFont typeface="Arial" panose="020B0604020202020204" pitchFamily="34" charset="0"/>
              <a:buChar char="•"/>
            </a:pPr>
            <a:r>
              <a:rPr lang="en-GB" dirty="0"/>
              <a:t>Commit the changes.</a:t>
            </a:r>
          </a:p>
          <a:p>
            <a:pPr marL="285750" indent="-285750">
              <a:buFont typeface="Arial" panose="020B0604020202020204" pitchFamily="34" charset="0"/>
              <a:buChar char="•"/>
            </a:pPr>
            <a:r>
              <a:rPr lang="en-GB" dirty="0"/>
              <a:t>Use checkout to return to the main.</a:t>
            </a:r>
          </a:p>
          <a:p>
            <a:pPr marL="285750" indent="-285750">
              <a:buFont typeface="Arial" panose="020B0604020202020204" pitchFamily="34" charset="0"/>
              <a:buChar char="•"/>
            </a:pPr>
            <a:r>
              <a:rPr lang="en-GB" dirty="0"/>
              <a:t>Check the contents of your directory and note what has happened to the new file.</a:t>
            </a:r>
          </a:p>
          <a:p>
            <a:pPr marL="285750" indent="-285750">
              <a:buFont typeface="Arial" panose="020B0604020202020204" pitchFamily="34" charset="0"/>
              <a:buChar char="•"/>
            </a:pPr>
            <a:r>
              <a:rPr lang="en-GB" dirty="0"/>
              <a:t>Check the log history.</a:t>
            </a:r>
          </a:p>
          <a:p>
            <a:endParaRPr lang="en-GB" dirty="0"/>
          </a:p>
          <a:p>
            <a:endParaRPr lang="en-GB" dirty="0"/>
          </a:p>
          <a:p>
            <a:r>
              <a:rPr lang="en-GB" dirty="0"/>
              <a:t>	</a:t>
            </a:r>
          </a:p>
        </p:txBody>
      </p:sp>
    </p:spTree>
    <p:extLst>
      <p:ext uri="{BB962C8B-B14F-4D97-AF65-F5344CB8AC3E}">
        <p14:creationId xmlns:p14="http://schemas.microsoft.com/office/powerpoint/2010/main" val="6379241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53C1-6413-4FAA-95A2-5A6914E940EC}"/>
              </a:ext>
            </a:extLst>
          </p:cNvPr>
          <p:cNvSpPr>
            <a:spLocks noGrp="1"/>
          </p:cNvSpPr>
          <p:nvPr>
            <p:ph type="ctrTitle"/>
          </p:nvPr>
        </p:nvSpPr>
        <p:spPr/>
        <p:txBody>
          <a:bodyPr/>
          <a:lstStyle/>
          <a:p>
            <a:r>
              <a:rPr lang="en-GB" dirty="0"/>
              <a:t>Tagging</a:t>
            </a:r>
          </a:p>
        </p:txBody>
      </p:sp>
      <p:sp>
        <p:nvSpPr>
          <p:cNvPr id="3" name="Text Placeholder 2">
            <a:extLst>
              <a:ext uri="{FF2B5EF4-FFF2-40B4-BE49-F238E27FC236}">
                <a16:creationId xmlns:a16="http://schemas.microsoft.com/office/drawing/2014/main" id="{11E073FF-33CE-3F09-470D-17783B632A8B}"/>
              </a:ext>
            </a:extLst>
          </p:cNvPr>
          <p:cNvSpPr>
            <a:spLocks noGrp="1"/>
          </p:cNvSpPr>
          <p:nvPr>
            <p:ph type="body" sz="quarter" idx="14"/>
          </p:nvPr>
        </p:nvSpPr>
        <p:spPr/>
        <p:txBody>
          <a:bodyPr/>
          <a:lstStyle/>
          <a:p>
            <a:r>
              <a:rPr lang="en-GB" dirty="0"/>
              <a:t>Tagging allows you to add metadata to a repository.</a:t>
            </a:r>
          </a:p>
          <a:p>
            <a:r>
              <a:rPr lang="en-GB" dirty="0"/>
              <a:t>Often used for versioning:</a:t>
            </a:r>
          </a:p>
          <a:p>
            <a:pPr lvl="1"/>
            <a:endParaRPr lang="en-GB" dirty="0"/>
          </a:p>
          <a:p>
            <a:pPr lvl="1"/>
            <a:endParaRPr lang="en-GB" dirty="0"/>
          </a:p>
          <a:p>
            <a:pPr marL="457200" lvl="1" indent="0">
              <a:buNone/>
            </a:pPr>
            <a:endParaRPr lang="en-GB" dirty="0"/>
          </a:p>
          <a:p>
            <a:r>
              <a:rPr lang="en-GB" dirty="0"/>
              <a:t>You can search for tag patterns using the </a:t>
            </a:r>
            <a:r>
              <a:rPr lang="en-GB" dirty="0">
                <a:solidFill>
                  <a:schemeClr val="tx2"/>
                </a:solidFill>
              </a:rPr>
              <a:t>–l </a:t>
            </a:r>
            <a:r>
              <a:rPr lang="en-GB" dirty="0"/>
              <a:t>flag:</a:t>
            </a:r>
          </a:p>
          <a:p>
            <a:endParaRPr lang="en-GB" dirty="0"/>
          </a:p>
          <a:p>
            <a:endParaRPr lang="en-GB" dirty="0"/>
          </a:p>
          <a:p>
            <a:r>
              <a:rPr lang="en-GB" dirty="0"/>
              <a:t>You can create an annotated tag with the </a:t>
            </a:r>
            <a:r>
              <a:rPr lang="en-GB" dirty="0">
                <a:solidFill>
                  <a:schemeClr val="tx2"/>
                </a:solidFill>
              </a:rPr>
              <a:t>–a</a:t>
            </a:r>
            <a:r>
              <a:rPr lang="en-GB" dirty="0"/>
              <a:t> flag: </a:t>
            </a:r>
          </a:p>
          <a:p>
            <a:pPr lvl="1"/>
            <a:endParaRPr lang="en-GB" dirty="0"/>
          </a:p>
          <a:p>
            <a:endParaRPr lang="en-GB" dirty="0"/>
          </a:p>
        </p:txBody>
      </p:sp>
      <p:sp>
        <p:nvSpPr>
          <p:cNvPr id="4" name="Slide Number Placeholder 3">
            <a:extLst>
              <a:ext uri="{FF2B5EF4-FFF2-40B4-BE49-F238E27FC236}">
                <a16:creationId xmlns:a16="http://schemas.microsoft.com/office/drawing/2014/main" id="{74C45C53-9DB7-1A19-026B-BDFE5BB8D03C}"/>
              </a:ext>
            </a:extLst>
          </p:cNvPr>
          <p:cNvSpPr>
            <a:spLocks noGrp="1"/>
          </p:cNvSpPr>
          <p:nvPr>
            <p:ph type="sldNum" sz="quarter" idx="12"/>
          </p:nvPr>
        </p:nvSpPr>
        <p:spPr/>
        <p:txBody>
          <a:bodyPr/>
          <a:lstStyle/>
          <a:p>
            <a:fld id="{F3469444-D02B-D446-9CF8-19DEDDE073D1}" type="slidenum">
              <a:rPr lang="en-US" smtClean="0"/>
              <a:pPr/>
              <a:t>54</a:t>
            </a:fld>
            <a:endParaRPr lang="en-US" dirty="0"/>
          </a:p>
        </p:txBody>
      </p:sp>
      <p:sp>
        <p:nvSpPr>
          <p:cNvPr id="6" name="TextBox 5">
            <a:extLst>
              <a:ext uri="{FF2B5EF4-FFF2-40B4-BE49-F238E27FC236}">
                <a16:creationId xmlns:a16="http://schemas.microsoft.com/office/drawing/2014/main" id="{DA92E193-1820-F439-B6B1-C6226AEA4DD5}"/>
              </a:ext>
            </a:extLst>
          </p:cNvPr>
          <p:cNvSpPr txBox="1"/>
          <p:nvPr/>
        </p:nvSpPr>
        <p:spPr>
          <a:xfrm>
            <a:off x="1239832" y="2569665"/>
            <a:ext cx="4619545" cy="738664"/>
          </a:xfrm>
          <a:prstGeom prst="rect">
            <a:avLst/>
          </a:prstGeom>
          <a:solidFill>
            <a:schemeClr val="tx1"/>
          </a:solidFill>
        </p:spPr>
        <p:txBody>
          <a:bodyPr wrap="square">
            <a:spAutoFit/>
          </a:bodyPr>
          <a:lstStyle/>
          <a:p>
            <a:pPr eaLnBrk="0" hangingPunct="0">
              <a:defRPr/>
            </a:pPr>
            <a:r>
              <a:rPr lang="en-GB" sz="1400" dirty="0">
                <a:solidFill>
                  <a:schemeClr val="bg1"/>
                </a:solidFill>
                <a:latin typeface="Consolas" panose="020B0609020204030204" pitchFamily="49" charset="0"/>
                <a:cs typeface="Courier New" pitchFamily="49" charset="0"/>
              </a:rPr>
              <a:t>$ git tag</a:t>
            </a:r>
          </a:p>
          <a:p>
            <a:pPr eaLnBrk="0" hangingPunct="0">
              <a:defRPr/>
            </a:pPr>
            <a:r>
              <a:rPr lang="en-GB" sz="1400" dirty="0">
                <a:solidFill>
                  <a:schemeClr val="bg1"/>
                </a:solidFill>
                <a:latin typeface="Consolas" panose="020B0609020204030204" pitchFamily="49" charset="0"/>
                <a:cs typeface="Courier New" pitchFamily="49" charset="0"/>
              </a:rPr>
              <a:t>v0.1</a:t>
            </a:r>
          </a:p>
          <a:p>
            <a:pPr eaLnBrk="0" hangingPunct="0">
              <a:defRPr/>
            </a:pPr>
            <a:r>
              <a:rPr lang="en-GB" sz="1400" dirty="0">
                <a:solidFill>
                  <a:schemeClr val="bg1"/>
                </a:solidFill>
                <a:latin typeface="Consolas" panose="020B0609020204030204" pitchFamily="49" charset="0"/>
                <a:cs typeface="Courier New" pitchFamily="49" charset="0"/>
              </a:rPr>
              <a:t>v1.3</a:t>
            </a:r>
          </a:p>
        </p:txBody>
      </p:sp>
      <p:sp>
        <p:nvSpPr>
          <p:cNvPr id="8" name="TextBox 7">
            <a:extLst>
              <a:ext uri="{FF2B5EF4-FFF2-40B4-BE49-F238E27FC236}">
                <a16:creationId xmlns:a16="http://schemas.microsoft.com/office/drawing/2014/main" id="{9B5978FB-065E-A748-74DE-060A2EC056B0}"/>
              </a:ext>
            </a:extLst>
          </p:cNvPr>
          <p:cNvSpPr txBox="1"/>
          <p:nvPr/>
        </p:nvSpPr>
        <p:spPr>
          <a:xfrm>
            <a:off x="1239834" y="3885197"/>
            <a:ext cx="4619545" cy="738664"/>
          </a:xfrm>
          <a:prstGeom prst="rect">
            <a:avLst/>
          </a:prstGeom>
          <a:solidFill>
            <a:schemeClr val="tx1"/>
          </a:solidFill>
        </p:spPr>
        <p:txBody>
          <a:bodyPr wrap="square">
            <a:spAutoFit/>
          </a:bodyPr>
          <a:lstStyle/>
          <a:p>
            <a:pPr eaLnBrk="0" hangingPunct="0">
              <a:defRPr/>
            </a:pPr>
            <a:r>
              <a:rPr lang="sv-SE" sz="1400" dirty="0">
                <a:solidFill>
                  <a:schemeClr val="bg1"/>
                </a:solidFill>
                <a:latin typeface="Consolas" panose="020B0609020204030204" pitchFamily="49" charset="0"/>
                <a:cs typeface="Courier New" pitchFamily="49" charset="0"/>
              </a:rPr>
              <a:t>$ git tag -l 'v1.4.2.*'</a:t>
            </a:r>
          </a:p>
          <a:p>
            <a:pPr eaLnBrk="0" hangingPunct="0">
              <a:defRPr/>
            </a:pPr>
            <a:r>
              <a:rPr lang="sv-SE" sz="1400" dirty="0">
                <a:solidFill>
                  <a:schemeClr val="bg1"/>
                </a:solidFill>
                <a:latin typeface="Consolas" panose="020B0609020204030204" pitchFamily="49" charset="0"/>
                <a:cs typeface="Courier New" pitchFamily="49" charset="0"/>
              </a:rPr>
              <a:t>v1.4.2.1</a:t>
            </a:r>
          </a:p>
          <a:p>
            <a:pPr eaLnBrk="0" hangingPunct="0">
              <a:defRPr/>
            </a:pPr>
            <a:r>
              <a:rPr lang="sv-SE" sz="1400" dirty="0">
                <a:solidFill>
                  <a:schemeClr val="bg1"/>
                </a:solidFill>
                <a:latin typeface="Consolas" panose="020B0609020204030204" pitchFamily="49" charset="0"/>
                <a:cs typeface="Courier New" pitchFamily="49" charset="0"/>
              </a:rPr>
              <a:t>v1.4.2.2</a:t>
            </a:r>
            <a:endParaRPr lang="en-GB" sz="1400" dirty="0">
              <a:solidFill>
                <a:schemeClr val="bg1"/>
              </a:solidFill>
              <a:latin typeface="Consolas" panose="020B0609020204030204" pitchFamily="49" charset="0"/>
              <a:cs typeface="Courier New" pitchFamily="49" charset="0"/>
            </a:endParaRPr>
          </a:p>
        </p:txBody>
      </p:sp>
      <p:sp>
        <p:nvSpPr>
          <p:cNvPr id="10" name="TextBox 9">
            <a:extLst>
              <a:ext uri="{FF2B5EF4-FFF2-40B4-BE49-F238E27FC236}">
                <a16:creationId xmlns:a16="http://schemas.microsoft.com/office/drawing/2014/main" id="{4DAFEF53-F090-5054-FD7A-2CD8DA64A346}"/>
              </a:ext>
            </a:extLst>
          </p:cNvPr>
          <p:cNvSpPr txBox="1"/>
          <p:nvPr/>
        </p:nvSpPr>
        <p:spPr>
          <a:xfrm>
            <a:off x="1239833" y="5105479"/>
            <a:ext cx="4619545" cy="1169551"/>
          </a:xfrm>
          <a:prstGeom prst="rect">
            <a:avLst/>
          </a:prstGeom>
          <a:solidFill>
            <a:schemeClr val="tx1"/>
          </a:solidFill>
        </p:spPr>
        <p:txBody>
          <a:bodyPr wrap="square">
            <a:spAutoFit/>
          </a:bodyPr>
          <a:lstStyle/>
          <a:p>
            <a:pPr eaLnBrk="0" hangingPunct="0">
              <a:defRPr/>
            </a:pPr>
            <a:r>
              <a:rPr lang="sv-SE" sz="1400" dirty="0">
                <a:solidFill>
                  <a:schemeClr val="bg1"/>
                </a:solidFill>
                <a:latin typeface="Consolas" panose="020B0609020204030204" pitchFamily="49" charset="0"/>
                <a:cs typeface="Courier New" pitchFamily="49" charset="0"/>
              </a:rPr>
              <a:t>$ git tag -a v1.4 -m 'my version 1.4'</a:t>
            </a:r>
          </a:p>
          <a:p>
            <a:pPr eaLnBrk="0" hangingPunct="0">
              <a:defRPr/>
            </a:pPr>
            <a:r>
              <a:rPr lang="sv-SE" sz="1400" dirty="0">
                <a:solidFill>
                  <a:schemeClr val="bg1"/>
                </a:solidFill>
                <a:latin typeface="Consolas" panose="020B0609020204030204" pitchFamily="49" charset="0"/>
                <a:cs typeface="Courier New" pitchFamily="49" charset="0"/>
              </a:rPr>
              <a:t>$ git tag</a:t>
            </a:r>
          </a:p>
          <a:p>
            <a:pPr eaLnBrk="0" hangingPunct="0">
              <a:defRPr/>
            </a:pPr>
            <a:r>
              <a:rPr lang="sv-SE" sz="1400" dirty="0">
                <a:solidFill>
                  <a:schemeClr val="bg1"/>
                </a:solidFill>
                <a:latin typeface="Consolas" panose="020B0609020204030204" pitchFamily="49" charset="0"/>
                <a:cs typeface="Courier New" pitchFamily="49" charset="0"/>
              </a:rPr>
              <a:t>v0.1</a:t>
            </a:r>
          </a:p>
          <a:p>
            <a:pPr eaLnBrk="0" hangingPunct="0">
              <a:defRPr/>
            </a:pPr>
            <a:r>
              <a:rPr lang="sv-SE" sz="1400" dirty="0">
                <a:solidFill>
                  <a:schemeClr val="bg1"/>
                </a:solidFill>
                <a:latin typeface="Consolas" panose="020B0609020204030204" pitchFamily="49" charset="0"/>
                <a:cs typeface="Courier New" pitchFamily="49" charset="0"/>
              </a:rPr>
              <a:t>v1.3</a:t>
            </a:r>
          </a:p>
          <a:p>
            <a:pPr eaLnBrk="0" hangingPunct="0">
              <a:defRPr/>
            </a:pPr>
            <a:r>
              <a:rPr lang="sv-SE" sz="1400" dirty="0">
                <a:solidFill>
                  <a:schemeClr val="bg1"/>
                </a:solidFill>
                <a:latin typeface="Consolas" panose="020B0609020204030204" pitchFamily="49" charset="0"/>
                <a:cs typeface="Courier New" pitchFamily="49" charset="0"/>
              </a:rPr>
              <a:t>v1.4</a:t>
            </a:r>
            <a:endParaRPr lang="en-GB" sz="1400" dirty="0">
              <a:solidFill>
                <a:schemeClr val="bg1"/>
              </a:solidFill>
              <a:latin typeface="Consolas" panose="020B0609020204030204" pitchFamily="49" charset="0"/>
              <a:cs typeface="Courier New" pitchFamily="49" charset="0"/>
            </a:endParaRPr>
          </a:p>
        </p:txBody>
      </p:sp>
    </p:spTree>
    <p:extLst>
      <p:ext uri="{BB962C8B-B14F-4D97-AF65-F5344CB8AC3E}">
        <p14:creationId xmlns:p14="http://schemas.microsoft.com/office/powerpoint/2010/main" val="6181712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80A255B-33DA-3E63-EFA0-F1B60FA8976B}"/>
              </a:ext>
            </a:extLst>
          </p:cNvPr>
          <p:cNvSpPr>
            <a:spLocks noGrp="1"/>
          </p:cNvSpPr>
          <p:nvPr>
            <p:ph type="ctrTitle"/>
          </p:nvPr>
        </p:nvSpPr>
        <p:spPr/>
        <p:txBody>
          <a:bodyPr/>
          <a:lstStyle/>
          <a:p>
            <a:r>
              <a:rPr lang="en-GB" dirty="0"/>
              <a:t>Activity: Git tagging</a:t>
            </a:r>
          </a:p>
        </p:txBody>
      </p:sp>
      <p:sp>
        <p:nvSpPr>
          <p:cNvPr id="3" name="Text Placeholder 2">
            <a:extLst>
              <a:ext uri="{FF2B5EF4-FFF2-40B4-BE49-F238E27FC236}">
                <a16:creationId xmlns:a16="http://schemas.microsoft.com/office/drawing/2014/main" id="{8DFD36EE-32F1-F761-61B8-3F930C046136}"/>
              </a:ext>
            </a:extLst>
          </p:cNvPr>
          <p:cNvSpPr>
            <a:spLocks noGrp="1"/>
          </p:cNvSpPr>
          <p:nvPr>
            <p:ph type="body" sz="quarter" idx="13"/>
          </p:nvPr>
        </p:nvSpPr>
        <p:spPr/>
        <p:txBody>
          <a:bodyPr/>
          <a:lstStyle/>
          <a:p>
            <a:pPr marL="285750" indent="-285750">
              <a:buFont typeface="Arial" panose="020B0604020202020204" pitchFamily="34" charset="0"/>
              <a:buChar char="•"/>
            </a:pPr>
            <a:r>
              <a:rPr lang="en-GB" dirty="0"/>
              <a:t>Re-run your commands from the previous activity.</a:t>
            </a:r>
          </a:p>
          <a:p>
            <a:pPr marL="285750" indent="-285750">
              <a:buFont typeface="Arial" panose="020B0604020202020204" pitchFamily="34" charset="0"/>
              <a:buChar char="•"/>
            </a:pPr>
            <a:r>
              <a:rPr lang="en-GB" dirty="0"/>
              <a:t>Create a suitable tag on your first commit.</a:t>
            </a:r>
          </a:p>
          <a:p>
            <a:endParaRPr lang="en-GB" dirty="0"/>
          </a:p>
          <a:p>
            <a:pPr marL="285750" indent="-285750">
              <a:buFont typeface="Arial" panose="020B0604020202020204" pitchFamily="34" charset="0"/>
              <a:buChar char="•"/>
            </a:pPr>
            <a:r>
              <a:rPr lang="en-GB" dirty="0"/>
              <a:t>Move the </a:t>
            </a:r>
            <a:r>
              <a:rPr lang="en-GB" dirty="0">
                <a:solidFill>
                  <a:schemeClr val="tx2"/>
                </a:solidFill>
              </a:rPr>
              <a:t>HEAD </a:t>
            </a:r>
            <a:r>
              <a:rPr lang="en-GB" dirty="0"/>
              <a:t>back to the main.</a:t>
            </a:r>
          </a:p>
          <a:p>
            <a:pPr marL="285750" indent="-285750">
              <a:buFont typeface="Arial" panose="020B0604020202020204" pitchFamily="34" charset="0"/>
              <a:buChar char="•"/>
            </a:pPr>
            <a:r>
              <a:rPr lang="en-GB" dirty="0"/>
              <a:t>Run </a:t>
            </a:r>
            <a:r>
              <a:rPr lang="en-GB" dirty="0" err="1">
                <a:solidFill>
                  <a:schemeClr val="tx2"/>
                </a:solidFill>
              </a:rPr>
              <a:t>gitk</a:t>
            </a:r>
            <a:r>
              <a:rPr lang="en-GB" dirty="0">
                <a:solidFill>
                  <a:schemeClr val="tx2"/>
                </a:solidFill>
              </a:rPr>
              <a:t> </a:t>
            </a:r>
            <a:r>
              <a:rPr lang="en-GB" dirty="0"/>
              <a:t>to explore the tag.</a:t>
            </a:r>
          </a:p>
          <a:p>
            <a:pPr marL="285750" indent="-285750">
              <a:buFont typeface="Arial" panose="020B0604020202020204" pitchFamily="34" charset="0"/>
              <a:buChar char="•"/>
            </a:pPr>
            <a:r>
              <a:rPr lang="en-GB" dirty="0"/>
              <a:t>Use the one-line log to find a different SHA1 ID.</a:t>
            </a:r>
          </a:p>
          <a:p>
            <a:pPr marL="285750" indent="-285750">
              <a:buFont typeface="Arial" panose="020B0604020202020204" pitchFamily="34" charset="0"/>
              <a:buChar char="•"/>
            </a:pPr>
            <a:r>
              <a:rPr lang="en-GB" dirty="0"/>
              <a:t>Create another tag (no need to move the head this time).</a:t>
            </a:r>
          </a:p>
          <a:p>
            <a:pPr marL="285750" indent="-285750">
              <a:buFont typeface="Arial" panose="020B0604020202020204" pitchFamily="34" charset="0"/>
              <a:buChar char="•"/>
            </a:pPr>
            <a:r>
              <a:rPr lang="en-GB" dirty="0"/>
              <a:t>Check the outcome in </a:t>
            </a:r>
            <a:r>
              <a:rPr lang="en-GB" dirty="0" err="1">
                <a:solidFill>
                  <a:schemeClr val="tx2"/>
                </a:solidFill>
              </a:rPr>
              <a:t>gitk</a:t>
            </a:r>
            <a:r>
              <a:rPr lang="en-GB" dirty="0">
                <a:solidFill>
                  <a:schemeClr val="tx2"/>
                </a:solidFill>
              </a:rPr>
              <a:t>.</a:t>
            </a:r>
          </a:p>
          <a:p>
            <a:pPr marL="285750" indent="-285750">
              <a:buFont typeface="Arial" panose="020B0604020202020204" pitchFamily="34" charset="0"/>
              <a:buChar char="•"/>
            </a:pPr>
            <a:r>
              <a:rPr lang="en-GB" dirty="0"/>
              <a:t>Use Git show and the tag name in bash to see the diff history.</a:t>
            </a:r>
          </a:p>
          <a:p>
            <a:pPr marL="285750" indent="-285750">
              <a:buFont typeface="Arial" panose="020B0604020202020204" pitchFamily="34" charset="0"/>
              <a:buChar char="•"/>
            </a:pPr>
            <a:r>
              <a:rPr lang="en-GB" dirty="0"/>
              <a:t>Checkout the second tag you created.</a:t>
            </a:r>
          </a:p>
          <a:p>
            <a:endParaRPr lang="en-GB" dirty="0"/>
          </a:p>
          <a:p>
            <a:endParaRPr lang="en-GB" dirty="0"/>
          </a:p>
        </p:txBody>
      </p:sp>
      <p:sp>
        <p:nvSpPr>
          <p:cNvPr id="4" name="Slide Number Placeholder 3">
            <a:extLst>
              <a:ext uri="{FF2B5EF4-FFF2-40B4-BE49-F238E27FC236}">
                <a16:creationId xmlns:a16="http://schemas.microsoft.com/office/drawing/2014/main" id="{2AD8BF65-40FA-0749-9B44-37FD3DD14DAF}"/>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55</a:t>
            </a:fld>
            <a:endParaRPr lang="en-US" dirty="0"/>
          </a:p>
        </p:txBody>
      </p:sp>
      <p:sp>
        <p:nvSpPr>
          <p:cNvPr id="8" name="TextBox 7">
            <a:extLst>
              <a:ext uri="{FF2B5EF4-FFF2-40B4-BE49-F238E27FC236}">
                <a16:creationId xmlns:a16="http://schemas.microsoft.com/office/drawing/2014/main" id="{4CEA2672-274A-A4B0-7DBA-6809868A9C12}"/>
              </a:ext>
            </a:extLst>
          </p:cNvPr>
          <p:cNvSpPr txBox="1"/>
          <p:nvPr/>
        </p:nvSpPr>
        <p:spPr>
          <a:xfrm>
            <a:off x="443921" y="2532080"/>
            <a:ext cx="7214179" cy="338554"/>
          </a:xfrm>
          <a:prstGeom prst="rect">
            <a:avLst/>
          </a:prstGeom>
          <a:solidFill>
            <a:schemeClr val="tx1"/>
          </a:solidFill>
        </p:spPr>
        <p:txBody>
          <a:bodyPr wrap="square">
            <a:spAutoFit/>
          </a:bodyPr>
          <a:lstStyle/>
          <a:p>
            <a:pPr eaLnBrk="0" hangingPunct="0">
              <a:defRPr/>
            </a:pPr>
            <a:r>
              <a:rPr lang="en-GB" sz="1600" dirty="0">
                <a:solidFill>
                  <a:schemeClr val="bg1"/>
                </a:solidFill>
                <a:latin typeface="Consolas" panose="020B0609020204030204" pitchFamily="49" charset="0"/>
                <a:cs typeface="Courier New" pitchFamily="49" charset="0"/>
              </a:rPr>
              <a:t>$ git tag </a:t>
            </a:r>
            <a:r>
              <a:rPr lang="en-GB" sz="1600" dirty="0" err="1">
                <a:solidFill>
                  <a:schemeClr val="bg1"/>
                </a:solidFill>
                <a:latin typeface="Consolas" panose="020B0609020204030204" pitchFamily="49" charset="0"/>
                <a:cs typeface="Courier New" pitchFamily="49" charset="0"/>
              </a:rPr>
              <a:t>where_it_all_began</a:t>
            </a:r>
            <a:r>
              <a:rPr lang="en-GB" sz="1600" dirty="0">
                <a:solidFill>
                  <a:schemeClr val="bg1"/>
                </a:solidFill>
                <a:latin typeface="Consolas" panose="020B0609020204030204" pitchFamily="49" charset="0"/>
                <a:cs typeface="Courier New" pitchFamily="49" charset="0"/>
              </a:rPr>
              <a:t> –m “Committing a tag at the start”</a:t>
            </a:r>
          </a:p>
        </p:txBody>
      </p:sp>
    </p:spTree>
    <p:extLst>
      <p:ext uri="{BB962C8B-B14F-4D97-AF65-F5344CB8AC3E}">
        <p14:creationId xmlns:p14="http://schemas.microsoft.com/office/powerpoint/2010/main" val="38717949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12157-F1AE-5037-8547-28CB1DB75260}"/>
              </a:ext>
            </a:extLst>
          </p:cNvPr>
          <p:cNvSpPr>
            <a:spLocks noGrp="1"/>
          </p:cNvSpPr>
          <p:nvPr>
            <p:ph type="ctrTitle"/>
          </p:nvPr>
        </p:nvSpPr>
        <p:spPr>
          <a:xfrm>
            <a:off x="443921" y="500194"/>
            <a:ext cx="10800000" cy="858985"/>
          </a:xfrm>
        </p:spPr>
        <p:txBody>
          <a:bodyPr/>
          <a:lstStyle/>
          <a:p>
            <a:r>
              <a:rPr lang="en-GB" dirty="0"/>
              <a:t>Git key concepts: Branching</a:t>
            </a:r>
          </a:p>
        </p:txBody>
      </p:sp>
      <p:sp>
        <p:nvSpPr>
          <p:cNvPr id="3" name="Text Placeholder 2">
            <a:extLst>
              <a:ext uri="{FF2B5EF4-FFF2-40B4-BE49-F238E27FC236}">
                <a16:creationId xmlns:a16="http://schemas.microsoft.com/office/drawing/2014/main" id="{50BCBC4D-17E6-E4B6-F97F-B440915CDF2E}"/>
              </a:ext>
            </a:extLst>
          </p:cNvPr>
          <p:cNvSpPr>
            <a:spLocks noGrp="1"/>
          </p:cNvSpPr>
          <p:nvPr>
            <p:ph type="body" sz="quarter" idx="13"/>
          </p:nvPr>
        </p:nvSpPr>
        <p:spPr>
          <a:xfrm>
            <a:off x="443922" y="1733108"/>
            <a:ext cx="5744228" cy="4348715"/>
          </a:xfrm>
        </p:spPr>
        <p:txBody>
          <a:bodyPr/>
          <a:lstStyle/>
          <a:p>
            <a:r>
              <a:rPr lang="en-US" dirty="0"/>
              <a:t>Branches are other ‘paths’ or ‘lines’ of development.</a:t>
            </a:r>
          </a:p>
          <a:p>
            <a:endParaRPr lang="en-US" dirty="0"/>
          </a:p>
          <a:p>
            <a:r>
              <a:rPr lang="en-US" dirty="0"/>
              <a:t>Imagine that you’re making a website for a client, and it consists of an HTML file and a CSS file. You work on these two files in a default repository. This default repository is also conveniently associated with a default branch, which is often called ‘main’, or ‘trunk’. </a:t>
            </a:r>
          </a:p>
          <a:p>
            <a:pPr lvl="1"/>
            <a:endParaRPr lang="en-US" dirty="0"/>
          </a:p>
          <a:p>
            <a:endParaRPr lang="en-GB" dirty="0"/>
          </a:p>
          <a:p>
            <a:endParaRPr lang="en-GB" dirty="0"/>
          </a:p>
          <a:p>
            <a:endParaRPr lang="en-GB" dirty="0"/>
          </a:p>
        </p:txBody>
      </p:sp>
      <p:pic>
        <p:nvPicPr>
          <p:cNvPr id="7" name="Content Placeholder 6">
            <a:extLst>
              <a:ext uri="{FF2B5EF4-FFF2-40B4-BE49-F238E27FC236}">
                <a16:creationId xmlns:a16="http://schemas.microsoft.com/office/drawing/2014/main" id="{358F6CBC-77A0-F633-AC51-7B529E1B6FE2}"/>
              </a:ext>
            </a:extLst>
          </p:cNvPr>
          <p:cNvPicPr>
            <a:picLocks noGrp="1" noChangeAspect="1"/>
          </p:cNvPicPr>
          <p:nvPr>
            <p:ph sz="quarter" idx="4"/>
          </p:nvPr>
        </p:nvPicPr>
        <p:blipFill>
          <a:blip r:embed="rId2"/>
          <a:stretch>
            <a:fillRect/>
          </a:stretch>
        </p:blipFill>
        <p:spPr>
          <a:xfrm>
            <a:off x="7258051" y="804628"/>
            <a:ext cx="3686526" cy="5277085"/>
          </a:xfrm>
        </p:spPr>
      </p:pic>
      <p:sp>
        <p:nvSpPr>
          <p:cNvPr id="5" name="Slide Number Placeholder 4">
            <a:extLst>
              <a:ext uri="{FF2B5EF4-FFF2-40B4-BE49-F238E27FC236}">
                <a16:creationId xmlns:a16="http://schemas.microsoft.com/office/drawing/2014/main" id="{F0E95DB3-B126-FC53-E170-FA975F11B341}"/>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56</a:t>
            </a:fld>
            <a:endParaRPr lang="en-US" dirty="0"/>
          </a:p>
        </p:txBody>
      </p:sp>
    </p:spTree>
    <p:extLst>
      <p:ext uri="{BB962C8B-B14F-4D97-AF65-F5344CB8AC3E}">
        <p14:creationId xmlns:p14="http://schemas.microsoft.com/office/powerpoint/2010/main" val="36750279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4A18B-3C0F-DF41-A9C0-8F544542A132}"/>
              </a:ext>
            </a:extLst>
          </p:cNvPr>
          <p:cNvSpPr>
            <a:spLocks noGrp="1"/>
          </p:cNvSpPr>
          <p:nvPr>
            <p:ph type="ctrTitle"/>
          </p:nvPr>
        </p:nvSpPr>
        <p:spPr>
          <a:xfrm>
            <a:off x="443921" y="500194"/>
            <a:ext cx="10800000" cy="858985"/>
          </a:xfrm>
        </p:spPr>
        <p:txBody>
          <a:bodyPr/>
          <a:lstStyle/>
          <a:p>
            <a:r>
              <a:rPr lang="en-GB" dirty="0"/>
              <a:t>Why and when to branch: New features</a:t>
            </a:r>
          </a:p>
        </p:txBody>
      </p:sp>
      <p:sp>
        <p:nvSpPr>
          <p:cNvPr id="3" name="Text Placeholder 2">
            <a:extLst>
              <a:ext uri="{FF2B5EF4-FFF2-40B4-BE49-F238E27FC236}">
                <a16:creationId xmlns:a16="http://schemas.microsoft.com/office/drawing/2014/main" id="{D25FA8FC-EE79-2D80-E850-57C16DDC3ACC}"/>
              </a:ext>
            </a:extLst>
          </p:cNvPr>
          <p:cNvSpPr>
            <a:spLocks noGrp="1"/>
          </p:cNvSpPr>
          <p:nvPr>
            <p:ph type="body" sz="quarter" idx="14"/>
          </p:nvPr>
        </p:nvSpPr>
        <p:spPr>
          <a:xfrm>
            <a:off x="443921" y="1733108"/>
            <a:ext cx="7686287" cy="4061405"/>
          </a:xfrm>
        </p:spPr>
        <p:txBody>
          <a:bodyPr/>
          <a:lstStyle/>
          <a:p>
            <a:r>
              <a:rPr lang="en-GB" b="1" dirty="0"/>
              <a:t>The main branch often represents the working code base </a:t>
            </a:r>
            <a:r>
              <a:rPr lang="en-GB" dirty="0"/>
              <a:t>(in other words, it works!).</a:t>
            </a:r>
          </a:p>
          <a:p>
            <a:r>
              <a:rPr lang="en-GB" dirty="0"/>
              <a:t>So, we don’t hack on the main.</a:t>
            </a:r>
          </a:p>
          <a:p>
            <a:pPr lvl="1"/>
            <a:endParaRPr lang="en-GB" dirty="0"/>
          </a:p>
          <a:p>
            <a:r>
              <a:rPr lang="en-GB" b="1" dirty="0"/>
              <a:t>Branching is where we can safely introduce new code.</a:t>
            </a:r>
          </a:p>
          <a:p>
            <a:r>
              <a:rPr lang="en-GB" dirty="0"/>
              <a:t>You can work and test in the branch and only merge once you are ready.</a:t>
            </a:r>
          </a:p>
          <a:p>
            <a:pPr lvl="1"/>
            <a:endParaRPr lang="en-GB" dirty="0"/>
          </a:p>
          <a:p>
            <a:endParaRPr lang="en-GB" dirty="0"/>
          </a:p>
        </p:txBody>
      </p:sp>
      <p:sp>
        <p:nvSpPr>
          <p:cNvPr id="4" name="Slide Number Placeholder 3">
            <a:extLst>
              <a:ext uri="{FF2B5EF4-FFF2-40B4-BE49-F238E27FC236}">
                <a16:creationId xmlns:a16="http://schemas.microsoft.com/office/drawing/2014/main" id="{B0AE2B22-FACB-B3D8-8CE0-E4FF45E5D4DB}"/>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57</a:t>
            </a:fld>
            <a:endParaRPr lang="en-US" dirty="0"/>
          </a:p>
        </p:txBody>
      </p:sp>
    </p:spTree>
    <p:extLst>
      <p:ext uri="{BB962C8B-B14F-4D97-AF65-F5344CB8AC3E}">
        <p14:creationId xmlns:p14="http://schemas.microsoft.com/office/powerpoint/2010/main" val="4260304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81F3A-1411-5BF7-AF46-E75DA54C48D5}"/>
              </a:ext>
            </a:extLst>
          </p:cNvPr>
          <p:cNvSpPr>
            <a:spLocks noGrp="1"/>
          </p:cNvSpPr>
          <p:nvPr>
            <p:ph type="ctrTitle"/>
          </p:nvPr>
        </p:nvSpPr>
        <p:spPr/>
        <p:txBody>
          <a:bodyPr/>
          <a:lstStyle/>
          <a:p>
            <a:r>
              <a:rPr lang="en-GB" dirty="0"/>
              <a:t>Why and when to branch: Hot fixes</a:t>
            </a:r>
          </a:p>
        </p:txBody>
      </p:sp>
      <p:sp>
        <p:nvSpPr>
          <p:cNvPr id="3" name="Text Placeholder 2">
            <a:extLst>
              <a:ext uri="{FF2B5EF4-FFF2-40B4-BE49-F238E27FC236}">
                <a16:creationId xmlns:a16="http://schemas.microsoft.com/office/drawing/2014/main" id="{BBD93D1F-E19C-C6A4-01EF-06912900D7F8}"/>
              </a:ext>
            </a:extLst>
          </p:cNvPr>
          <p:cNvSpPr>
            <a:spLocks noGrp="1"/>
          </p:cNvSpPr>
          <p:nvPr>
            <p:ph type="body" sz="quarter" idx="14"/>
          </p:nvPr>
        </p:nvSpPr>
        <p:spPr/>
        <p:txBody>
          <a:bodyPr/>
          <a:lstStyle/>
          <a:p>
            <a:r>
              <a:rPr lang="en-GB" dirty="0"/>
              <a:t>Branches isolate changes from the code base:</a:t>
            </a:r>
          </a:p>
          <a:p>
            <a:pPr marL="285750" indent="-285750">
              <a:buFont typeface="Arial" panose="020B0604020202020204" pitchFamily="34" charset="0"/>
              <a:buChar char="•"/>
            </a:pPr>
            <a:r>
              <a:rPr lang="en-GB" dirty="0"/>
              <a:t>You can navigate to any prior commit and check it out.</a:t>
            </a:r>
          </a:p>
          <a:p>
            <a:pPr marL="285750" indent="-285750">
              <a:buFont typeface="Arial" panose="020B0604020202020204" pitchFamily="34" charset="0"/>
              <a:buChar char="•"/>
            </a:pPr>
            <a:r>
              <a:rPr lang="en-GB" dirty="0"/>
              <a:t>From that point, create a new branch.</a:t>
            </a:r>
          </a:p>
          <a:p>
            <a:pPr marL="285750" indent="-285750">
              <a:buFont typeface="Arial" panose="020B0604020202020204" pitchFamily="34" charset="0"/>
              <a:buChar char="•"/>
            </a:pPr>
            <a:r>
              <a:rPr lang="en-GB" dirty="0"/>
              <a:t>You can then work on the fix and merge when ready.</a:t>
            </a:r>
          </a:p>
          <a:p>
            <a:pPr lvl="1"/>
            <a:endParaRPr lang="en-GB" dirty="0"/>
          </a:p>
          <a:p>
            <a:pPr lvl="1"/>
            <a:endParaRPr lang="en-GB" dirty="0"/>
          </a:p>
          <a:p>
            <a:pPr marL="457200" lvl="1" indent="0">
              <a:buNone/>
            </a:pPr>
            <a:endParaRPr lang="en-GB" dirty="0"/>
          </a:p>
          <a:p>
            <a:r>
              <a:rPr lang="en-GB" dirty="0"/>
              <a:t>The above code creates a new branch from a previously defined start point. The start point can be a branch, tag, or SHA1 ID.</a:t>
            </a:r>
          </a:p>
          <a:p>
            <a:endParaRPr lang="en-GB" dirty="0"/>
          </a:p>
        </p:txBody>
      </p:sp>
      <p:sp>
        <p:nvSpPr>
          <p:cNvPr id="4" name="Slide Number Placeholder 3">
            <a:extLst>
              <a:ext uri="{FF2B5EF4-FFF2-40B4-BE49-F238E27FC236}">
                <a16:creationId xmlns:a16="http://schemas.microsoft.com/office/drawing/2014/main" id="{32DDAD24-50F8-FF58-2177-05C35EF31C9B}"/>
              </a:ext>
            </a:extLst>
          </p:cNvPr>
          <p:cNvSpPr>
            <a:spLocks noGrp="1"/>
          </p:cNvSpPr>
          <p:nvPr>
            <p:ph type="sldNum" sz="quarter" idx="12"/>
          </p:nvPr>
        </p:nvSpPr>
        <p:spPr/>
        <p:txBody>
          <a:bodyPr/>
          <a:lstStyle/>
          <a:p>
            <a:fld id="{F3469444-D02B-D446-9CF8-19DEDDE073D1}" type="slidenum">
              <a:rPr lang="en-US" smtClean="0"/>
              <a:pPr/>
              <a:t>58</a:t>
            </a:fld>
            <a:endParaRPr lang="en-US" dirty="0"/>
          </a:p>
        </p:txBody>
      </p:sp>
      <p:sp>
        <p:nvSpPr>
          <p:cNvPr id="8" name="TextBox 7">
            <a:extLst>
              <a:ext uri="{FF2B5EF4-FFF2-40B4-BE49-F238E27FC236}">
                <a16:creationId xmlns:a16="http://schemas.microsoft.com/office/drawing/2014/main" id="{0DE53696-40CA-80F5-3D62-0747BA6A2CD3}"/>
              </a:ext>
            </a:extLst>
          </p:cNvPr>
          <p:cNvSpPr txBox="1"/>
          <p:nvPr/>
        </p:nvSpPr>
        <p:spPr>
          <a:xfrm>
            <a:off x="805922" y="3417351"/>
            <a:ext cx="7162361" cy="461665"/>
          </a:xfrm>
          <a:prstGeom prst="rect">
            <a:avLst/>
          </a:prstGeom>
          <a:solidFill>
            <a:schemeClr val="tx1"/>
          </a:solidFill>
        </p:spPr>
        <p:txBody>
          <a:bodyPr wrap="square">
            <a:spAutoFit/>
          </a:bodyPr>
          <a:lstStyle/>
          <a:p>
            <a:pPr eaLnBrk="0" hangingPunct="0">
              <a:defRPr/>
            </a:pPr>
            <a:r>
              <a:rPr lang="en-GB" sz="2400" b="1" dirty="0">
                <a:solidFill>
                  <a:schemeClr val="bg1"/>
                </a:solidFill>
                <a:latin typeface="Consolas" panose="020B0609020204030204" pitchFamily="49" charset="0"/>
                <a:cs typeface="Courier New" pitchFamily="49" charset="0"/>
              </a:rPr>
              <a:t>$ git checkout –b hotfix </a:t>
            </a:r>
            <a:r>
              <a:rPr lang="en-GB" sz="2400" b="1" dirty="0" err="1">
                <a:solidFill>
                  <a:schemeClr val="bg1"/>
                </a:solidFill>
                <a:latin typeface="Consolas" panose="020B0609020204030204" pitchFamily="49" charset="0"/>
                <a:cs typeface="Courier New" pitchFamily="49" charset="0"/>
              </a:rPr>
              <a:t>thepast</a:t>
            </a:r>
            <a:endParaRPr lang="en-GB" sz="2400" b="1" dirty="0">
              <a:solidFill>
                <a:schemeClr val="bg1"/>
              </a:solidFill>
              <a:latin typeface="Consolas" panose="020B0609020204030204" pitchFamily="49" charset="0"/>
              <a:cs typeface="Courier New" pitchFamily="49" charset="0"/>
            </a:endParaRPr>
          </a:p>
        </p:txBody>
      </p:sp>
    </p:spTree>
    <p:extLst>
      <p:ext uri="{BB962C8B-B14F-4D97-AF65-F5344CB8AC3E}">
        <p14:creationId xmlns:p14="http://schemas.microsoft.com/office/powerpoint/2010/main" val="26278074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AB50-B60F-8B5F-A833-70A0674509EC}"/>
              </a:ext>
            </a:extLst>
          </p:cNvPr>
          <p:cNvSpPr>
            <a:spLocks noGrp="1"/>
          </p:cNvSpPr>
          <p:nvPr>
            <p:ph type="ctrTitle"/>
          </p:nvPr>
        </p:nvSpPr>
        <p:spPr/>
        <p:txBody>
          <a:bodyPr/>
          <a:lstStyle/>
          <a:p>
            <a:r>
              <a:rPr lang="en-GB" dirty="0"/>
              <a:t>Git branching </a:t>
            </a:r>
          </a:p>
        </p:txBody>
      </p:sp>
      <p:sp>
        <p:nvSpPr>
          <p:cNvPr id="3" name="Text Placeholder 2">
            <a:extLst>
              <a:ext uri="{FF2B5EF4-FFF2-40B4-BE49-F238E27FC236}">
                <a16:creationId xmlns:a16="http://schemas.microsoft.com/office/drawing/2014/main" id="{38CE114F-69BB-7272-3BC6-CF8AF521DBD9}"/>
              </a:ext>
            </a:extLst>
          </p:cNvPr>
          <p:cNvSpPr>
            <a:spLocks noGrp="1"/>
          </p:cNvSpPr>
          <p:nvPr>
            <p:ph type="body" sz="quarter" idx="14"/>
          </p:nvPr>
        </p:nvSpPr>
        <p:spPr/>
        <p:txBody>
          <a:bodyPr/>
          <a:lstStyle/>
          <a:p>
            <a:r>
              <a:rPr lang="en-GB" dirty="0"/>
              <a:t>Branching allows you to diverge from the main line of development without doing accidental damage to the main line.</a:t>
            </a:r>
          </a:p>
          <a:p>
            <a:endParaRPr lang="en-GB" dirty="0"/>
          </a:p>
          <a:p>
            <a:r>
              <a:rPr lang="en-GB" dirty="0"/>
              <a:t>Git branches are very lightweight compared to other version control systems. Git encourages a workflow that allows you to branch and merge</a:t>
            </a:r>
          </a:p>
          <a:p>
            <a:pPr lvl="1"/>
            <a:endParaRPr lang="en-GB" dirty="0"/>
          </a:p>
          <a:p>
            <a:r>
              <a:rPr lang="en-GB" dirty="0"/>
              <a:t>Branches build on core Git features:</a:t>
            </a:r>
          </a:p>
          <a:p>
            <a:pPr marL="285750" indent="-285750">
              <a:buFont typeface="Arial" panose="020B0604020202020204" pitchFamily="34" charset="0"/>
              <a:buChar char="•"/>
            </a:pPr>
            <a:r>
              <a:rPr lang="en-GB" dirty="0"/>
              <a:t>When you commit you have a snapshot of current content.</a:t>
            </a:r>
          </a:p>
          <a:p>
            <a:pPr marL="285750" indent="-285750">
              <a:buFont typeface="Arial" panose="020B0604020202020204" pitchFamily="34" charset="0"/>
              <a:buChar char="•"/>
            </a:pPr>
            <a:r>
              <a:rPr lang="en-GB" dirty="0"/>
              <a:t>Plus zero or more pointers to the current commits.</a:t>
            </a:r>
          </a:p>
          <a:p>
            <a:pPr marL="971550" lvl="1" indent="-285750"/>
            <a:r>
              <a:rPr lang="en-GB" dirty="0"/>
              <a:t>Based on this repository or a parent repository.</a:t>
            </a:r>
          </a:p>
          <a:p>
            <a:pPr lvl="2"/>
            <a:endParaRPr lang="en-GB" dirty="0"/>
          </a:p>
          <a:p>
            <a:endParaRPr lang="en-GB" dirty="0"/>
          </a:p>
        </p:txBody>
      </p:sp>
      <p:sp>
        <p:nvSpPr>
          <p:cNvPr id="4" name="Slide Number Placeholder 3">
            <a:extLst>
              <a:ext uri="{FF2B5EF4-FFF2-40B4-BE49-F238E27FC236}">
                <a16:creationId xmlns:a16="http://schemas.microsoft.com/office/drawing/2014/main" id="{08184190-98D4-1A5B-8D64-D4D52B17D9FD}"/>
              </a:ext>
            </a:extLst>
          </p:cNvPr>
          <p:cNvSpPr>
            <a:spLocks noGrp="1"/>
          </p:cNvSpPr>
          <p:nvPr>
            <p:ph type="sldNum" sz="quarter" idx="12"/>
          </p:nvPr>
        </p:nvSpPr>
        <p:spPr/>
        <p:txBody>
          <a:bodyPr/>
          <a:lstStyle/>
          <a:p>
            <a:fld id="{F3469444-D02B-D446-9CF8-19DEDDE073D1}" type="slidenum">
              <a:rPr lang="en-US" smtClean="0"/>
              <a:pPr/>
              <a:t>59</a:t>
            </a:fld>
            <a:endParaRPr lang="en-US" dirty="0"/>
          </a:p>
        </p:txBody>
      </p:sp>
      <p:sp>
        <p:nvSpPr>
          <p:cNvPr id="6" name="TextBox 5">
            <a:extLst>
              <a:ext uri="{FF2B5EF4-FFF2-40B4-BE49-F238E27FC236}">
                <a16:creationId xmlns:a16="http://schemas.microsoft.com/office/drawing/2014/main" id="{E0CC5B71-648C-9EAE-22B1-735A32F84A08}"/>
              </a:ext>
            </a:extLst>
          </p:cNvPr>
          <p:cNvSpPr txBox="1"/>
          <p:nvPr/>
        </p:nvSpPr>
        <p:spPr>
          <a:xfrm>
            <a:off x="1501247" y="5394403"/>
            <a:ext cx="3158985"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git branch testing</a:t>
            </a:r>
          </a:p>
        </p:txBody>
      </p:sp>
    </p:spTree>
    <p:extLst>
      <p:ext uri="{BB962C8B-B14F-4D97-AF65-F5344CB8AC3E}">
        <p14:creationId xmlns:p14="http://schemas.microsoft.com/office/powerpoint/2010/main" val="37443828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85C0-0080-E22C-6093-9C7DD7E91D3D}"/>
              </a:ext>
            </a:extLst>
          </p:cNvPr>
          <p:cNvSpPr>
            <a:spLocks noGrp="1"/>
          </p:cNvSpPr>
          <p:nvPr>
            <p:ph type="ctrTitle"/>
          </p:nvPr>
        </p:nvSpPr>
        <p:spPr/>
        <p:txBody>
          <a:bodyPr/>
          <a:lstStyle/>
          <a:p>
            <a:r>
              <a:rPr lang="en-GB" dirty="0"/>
              <a:t>Branches</a:t>
            </a:r>
          </a:p>
        </p:txBody>
      </p:sp>
      <p:sp>
        <p:nvSpPr>
          <p:cNvPr id="3" name="Text Placeholder 2">
            <a:extLst>
              <a:ext uri="{FF2B5EF4-FFF2-40B4-BE49-F238E27FC236}">
                <a16:creationId xmlns:a16="http://schemas.microsoft.com/office/drawing/2014/main" id="{BA686267-2FFA-0D54-947D-620F077F2032}"/>
              </a:ext>
            </a:extLst>
          </p:cNvPr>
          <p:cNvSpPr>
            <a:spLocks noGrp="1"/>
          </p:cNvSpPr>
          <p:nvPr>
            <p:ph type="body" sz="quarter" idx="14"/>
          </p:nvPr>
        </p:nvSpPr>
        <p:spPr/>
        <p:txBody>
          <a:bodyPr/>
          <a:lstStyle/>
          <a:p>
            <a:r>
              <a:rPr lang="en-US" dirty="0"/>
              <a:t>Branches allow for teams to add new features and work in parallel without adding ‘dangerous’ code and changes to the main branch of the repository.</a:t>
            </a:r>
          </a:p>
          <a:p>
            <a:r>
              <a:rPr lang="en-US" dirty="0"/>
              <a:t>The trunk (main) should be kept error-free.</a:t>
            </a:r>
          </a:p>
          <a:p>
            <a:endParaRPr lang="en-GB" dirty="0"/>
          </a:p>
        </p:txBody>
      </p:sp>
      <p:sp>
        <p:nvSpPr>
          <p:cNvPr id="4" name="Text Placeholder 3">
            <a:extLst>
              <a:ext uri="{FF2B5EF4-FFF2-40B4-BE49-F238E27FC236}">
                <a16:creationId xmlns:a16="http://schemas.microsoft.com/office/drawing/2014/main" id="{DA883E82-24B2-08BA-E127-1E01C31B2CD7}"/>
              </a:ext>
            </a:extLst>
          </p:cNvPr>
          <p:cNvSpPr>
            <a:spLocks noGrp="1"/>
          </p:cNvSpPr>
          <p:nvPr>
            <p:ph type="body" sz="quarter" idx="15"/>
          </p:nvPr>
        </p:nvSpPr>
        <p:spPr>
          <a:solidFill>
            <a:schemeClr val="tx1"/>
          </a:solidFill>
        </p:spPr>
        <p:txBody>
          <a:bodyPr/>
          <a:lstStyle/>
          <a:p>
            <a:r>
              <a:rPr lang="en-US" dirty="0">
                <a:solidFill>
                  <a:schemeClr val="bg1"/>
                </a:solidFill>
                <a:latin typeface="Consolas" panose="020B0609020204030204" pitchFamily="49" charset="0"/>
                <a:cs typeface="Courier New" pitchFamily="49" charset="0"/>
              </a:rPr>
              <a:t># create a branch</a:t>
            </a:r>
          </a:p>
          <a:p>
            <a:r>
              <a:rPr lang="en-US" b="1" dirty="0">
                <a:solidFill>
                  <a:schemeClr val="bg1"/>
                </a:solidFill>
                <a:latin typeface="Consolas" panose="020B0609020204030204" pitchFamily="49" charset="0"/>
                <a:cs typeface="Courier New" pitchFamily="49" charset="0"/>
              </a:rPr>
              <a:t>$ git branch [name]</a:t>
            </a:r>
            <a:endParaRPr lang="en-US" dirty="0">
              <a:solidFill>
                <a:schemeClr val="bg1"/>
              </a:solidFill>
              <a:latin typeface="Consolas" panose="020B0609020204030204" pitchFamily="49" charset="0"/>
              <a:cs typeface="Courier New" pitchFamily="49" charset="0"/>
            </a:endParaRPr>
          </a:p>
          <a:p>
            <a:r>
              <a:rPr lang="en-US" dirty="0">
                <a:solidFill>
                  <a:schemeClr val="bg1"/>
                </a:solidFill>
                <a:latin typeface="Consolas" panose="020B0609020204030204" pitchFamily="49" charset="0"/>
                <a:cs typeface="Courier New" pitchFamily="49" charset="0"/>
              </a:rPr>
              <a:t># list all the branches</a:t>
            </a:r>
          </a:p>
          <a:p>
            <a:r>
              <a:rPr lang="en-US" b="1" dirty="0">
                <a:solidFill>
                  <a:schemeClr val="bg1"/>
                </a:solidFill>
                <a:latin typeface="Consolas" panose="020B0609020204030204" pitchFamily="49" charset="0"/>
                <a:cs typeface="Courier New" pitchFamily="49" charset="0"/>
              </a:rPr>
              <a:t>$ git branch --list </a:t>
            </a:r>
            <a:endParaRPr lang="en-US" dirty="0">
              <a:solidFill>
                <a:schemeClr val="bg1"/>
              </a:solidFill>
              <a:latin typeface="Consolas" panose="020B0609020204030204" pitchFamily="49" charset="0"/>
              <a:cs typeface="Courier New" pitchFamily="49" charset="0"/>
            </a:endParaRPr>
          </a:p>
          <a:p>
            <a:r>
              <a:rPr lang="en-US" dirty="0">
                <a:solidFill>
                  <a:schemeClr val="bg1"/>
                </a:solidFill>
                <a:latin typeface="Consolas" panose="020B0609020204030204" pitchFamily="49" charset="0"/>
                <a:cs typeface="Courier New" pitchFamily="49" charset="0"/>
              </a:rPr>
              <a:t># delete a branch</a:t>
            </a:r>
          </a:p>
          <a:p>
            <a:r>
              <a:rPr lang="en-US" b="1" dirty="0">
                <a:solidFill>
                  <a:schemeClr val="bg1"/>
                </a:solidFill>
                <a:latin typeface="Consolas" panose="020B0609020204030204" pitchFamily="49" charset="0"/>
                <a:cs typeface="Courier New" pitchFamily="49" charset="0"/>
              </a:rPr>
              <a:t>$ git branch –d [name]</a:t>
            </a:r>
            <a:endParaRPr lang="en-US" dirty="0">
              <a:solidFill>
                <a:schemeClr val="bg1"/>
              </a:solidFill>
              <a:latin typeface="Consolas" panose="020B0609020204030204" pitchFamily="49" charset="0"/>
              <a:cs typeface="Courier New" pitchFamily="49" charset="0"/>
            </a:endParaRPr>
          </a:p>
          <a:p>
            <a:r>
              <a:rPr lang="en-US" dirty="0">
                <a:solidFill>
                  <a:schemeClr val="bg1"/>
                </a:solidFill>
                <a:latin typeface="Consolas" panose="020B0609020204030204" pitchFamily="49" charset="0"/>
                <a:cs typeface="Courier New" pitchFamily="49" charset="0"/>
              </a:rPr>
              <a:t># switch to a branch</a:t>
            </a:r>
          </a:p>
          <a:p>
            <a:r>
              <a:rPr lang="en-US" b="1" dirty="0">
                <a:solidFill>
                  <a:schemeClr val="bg1"/>
                </a:solidFill>
                <a:latin typeface="Consolas" panose="020B0609020204030204" pitchFamily="49" charset="0"/>
                <a:cs typeface="Courier New" pitchFamily="49" charset="0"/>
              </a:rPr>
              <a:t>$ git checkout [name]</a:t>
            </a:r>
          </a:p>
          <a:p>
            <a:r>
              <a:rPr lang="en-US" dirty="0">
                <a:solidFill>
                  <a:schemeClr val="bg1"/>
                </a:solidFill>
                <a:latin typeface="Consolas" panose="020B0609020204030204" pitchFamily="49" charset="0"/>
                <a:cs typeface="Courier New" pitchFamily="49" charset="0"/>
              </a:rPr>
              <a:t># push to branch on remote</a:t>
            </a:r>
          </a:p>
          <a:p>
            <a:r>
              <a:rPr lang="en-US" b="1" dirty="0">
                <a:solidFill>
                  <a:schemeClr val="bg1"/>
                </a:solidFill>
                <a:latin typeface="Consolas" panose="020B0609020204030204" pitchFamily="49" charset="0"/>
                <a:cs typeface="Courier New"/>
              </a:rPr>
              <a:t>$ git push --set-upstream origin</a:t>
            </a:r>
          </a:p>
          <a:p>
            <a:endParaRPr lang="en-GB" dirty="0">
              <a:solidFill>
                <a:schemeClr val="bg1"/>
              </a:solidFill>
              <a:latin typeface="Consolas" panose="020B0609020204030204" pitchFamily="49" charset="0"/>
            </a:endParaRPr>
          </a:p>
        </p:txBody>
      </p:sp>
      <p:sp>
        <p:nvSpPr>
          <p:cNvPr id="5" name="Slide Number Placeholder 4">
            <a:extLst>
              <a:ext uri="{FF2B5EF4-FFF2-40B4-BE49-F238E27FC236}">
                <a16:creationId xmlns:a16="http://schemas.microsoft.com/office/drawing/2014/main" id="{A06841B0-D228-8844-2E46-6D2FF2CA7D75}"/>
              </a:ext>
            </a:extLst>
          </p:cNvPr>
          <p:cNvSpPr>
            <a:spLocks noGrp="1"/>
          </p:cNvSpPr>
          <p:nvPr>
            <p:ph type="sldNum" sz="quarter" idx="12"/>
          </p:nvPr>
        </p:nvSpPr>
        <p:spPr/>
        <p:txBody>
          <a:bodyPr/>
          <a:lstStyle/>
          <a:p>
            <a:fld id="{F3469444-D02B-D446-9CF8-19DEDDE073D1}" type="slidenum">
              <a:rPr lang="en-US" smtClean="0"/>
              <a:pPr/>
              <a:t>60</a:t>
            </a:fld>
            <a:endParaRPr lang="en-US" dirty="0"/>
          </a:p>
        </p:txBody>
      </p:sp>
    </p:spTree>
    <p:extLst>
      <p:ext uri="{BB962C8B-B14F-4D97-AF65-F5344CB8AC3E}">
        <p14:creationId xmlns:p14="http://schemas.microsoft.com/office/powerpoint/2010/main" val="8782994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8695C-59A4-2465-7666-2E46AC3DD8B1}"/>
              </a:ext>
            </a:extLst>
          </p:cNvPr>
          <p:cNvSpPr>
            <a:spLocks noGrp="1"/>
          </p:cNvSpPr>
          <p:nvPr>
            <p:ph type="ctrTitle"/>
          </p:nvPr>
        </p:nvSpPr>
        <p:spPr/>
        <p:txBody>
          <a:bodyPr/>
          <a:lstStyle/>
          <a:p>
            <a:r>
              <a:rPr lang="en-GB" dirty="0"/>
              <a:t>Merging branches: Types</a:t>
            </a:r>
          </a:p>
        </p:txBody>
      </p:sp>
      <p:sp>
        <p:nvSpPr>
          <p:cNvPr id="3" name="Text Placeholder 2">
            <a:extLst>
              <a:ext uri="{FF2B5EF4-FFF2-40B4-BE49-F238E27FC236}">
                <a16:creationId xmlns:a16="http://schemas.microsoft.com/office/drawing/2014/main" id="{0B3A61EB-F325-769D-3025-5C334F94CF3D}"/>
              </a:ext>
            </a:extLst>
          </p:cNvPr>
          <p:cNvSpPr>
            <a:spLocks noGrp="1"/>
          </p:cNvSpPr>
          <p:nvPr>
            <p:ph type="body" sz="quarter" idx="14"/>
          </p:nvPr>
        </p:nvSpPr>
        <p:spPr/>
        <p:txBody>
          <a:bodyPr/>
          <a:lstStyle/>
          <a:p>
            <a:r>
              <a:rPr lang="en-US" dirty="0"/>
              <a:t>There are two types of merge:</a:t>
            </a:r>
          </a:p>
          <a:p>
            <a:pPr marL="285750" indent="-285750">
              <a:buFont typeface="Arial" panose="020B0604020202020204" pitchFamily="34" charset="0"/>
              <a:buChar char="•"/>
            </a:pPr>
            <a:r>
              <a:rPr lang="en-US" b="1" dirty="0"/>
              <a:t>Fast-forward</a:t>
            </a:r>
            <a:r>
              <a:rPr lang="en-US" dirty="0"/>
              <a:t>: If there are no changes on the main that will conflict, then the head is updated to the end point of the branch.</a:t>
            </a:r>
          </a:p>
          <a:p>
            <a:pPr marL="285750" indent="-285750">
              <a:buFont typeface="Arial" panose="020B0604020202020204" pitchFamily="34" charset="0"/>
              <a:buChar char="•"/>
            </a:pPr>
            <a:r>
              <a:rPr lang="en-US" b="1" dirty="0"/>
              <a:t>Three-way merge: </a:t>
            </a:r>
            <a:r>
              <a:rPr lang="en-US" dirty="0"/>
              <a:t>A new point is created with the two branches merged together.</a:t>
            </a:r>
          </a:p>
          <a:p>
            <a:endParaRPr lang="en-GB" dirty="0"/>
          </a:p>
        </p:txBody>
      </p:sp>
      <p:sp>
        <p:nvSpPr>
          <p:cNvPr id="5" name="Text Placeholder 4">
            <a:extLst>
              <a:ext uri="{FF2B5EF4-FFF2-40B4-BE49-F238E27FC236}">
                <a16:creationId xmlns:a16="http://schemas.microsoft.com/office/drawing/2014/main" id="{2A473E09-41B4-2721-EE69-8DBF53A2A483}"/>
              </a:ext>
            </a:extLst>
          </p:cNvPr>
          <p:cNvSpPr>
            <a:spLocks noGrp="1"/>
          </p:cNvSpPr>
          <p:nvPr>
            <p:ph type="body" sz="quarter" idx="15"/>
          </p:nvPr>
        </p:nvSpPr>
        <p:spPr>
          <a:xfrm>
            <a:off x="6612281" y="1856933"/>
            <a:ext cx="4624047" cy="2225281"/>
          </a:xfrm>
          <a:solidFill>
            <a:schemeClr val="tx1"/>
          </a:solidFill>
        </p:spPr>
        <p:txBody>
          <a:bodyPr/>
          <a:lstStyle/>
          <a:p>
            <a:r>
              <a:rPr lang="en-US" dirty="0">
                <a:solidFill>
                  <a:schemeClr val="bg1"/>
                </a:solidFill>
                <a:latin typeface="Consolas" panose="020B0609020204030204" pitchFamily="49" charset="0"/>
                <a:cs typeface="Courier New" pitchFamily="49" charset="0"/>
              </a:rPr>
              <a:t># switch back to the main branch</a:t>
            </a:r>
          </a:p>
          <a:p>
            <a:r>
              <a:rPr lang="en-US" b="1" dirty="0">
                <a:solidFill>
                  <a:schemeClr val="bg1"/>
                </a:solidFill>
                <a:latin typeface="Consolas" panose="020B0609020204030204" pitchFamily="49" charset="0"/>
                <a:cs typeface="Courier New" pitchFamily="49" charset="0"/>
              </a:rPr>
              <a:t>$ git checkout main</a:t>
            </a:r>
          </a:p>
          <a:p>
            <a:endParaRPr lang="en-US" b="1" dirty="0">
              <a:solidFill>
                <a:schemeClr val="bg1"/>
              </a:solidFill>
              <a:latin typeface="Consolas" panose="020B0609020204030204" pitchFamily="49" charset="0"/>
              <a:cs typeface="Courier New" pitchFamily="49" charset="0"/>
            </a:endParaRPr>
          </a:p>
          <a:p>
            <a:r>
              <a:rPr lang="en-US" dirty="0">
                <a:solidFill>
                  <a:schemeClr val="bg1"/>
                </a:solidFill>
                <a:latin typeface="Consolas" panose="020B0609020204030204" pitchFamily="49" charset="0"/>
                <a:cs typeface="Courier New" pitchFamily="49" charset="0"/>
              </a:rPr>
              <a:t># merge the branch </a:t>
            </a:r>
          </a:p>
          <a:p>
            <a:r>
              <a:rPr lang="en-US" b="1" dirty="0">
                <a:solidFill>
                  <a:schemeClr val="bg1"/>
                </a:solidFill>
                <a:latin typeface="Consolas" panose="020B0609020204030204" pitchFamily="49" charset="0"/>
                <a:cs typeface="Courier New" pitchFamily="49" charset="0"/>
              </a:rPr>
              <a:t>$ git merge [branch name]</a:t>
            </a:r>
          </a:p>
          <a:p>
            <a:endParaRPr lang="en-GB" dirty="0">
              <a:solidFill>
                <a:schemeClr val="bg1"/>
              </a:solidFill>
              <a:latin typeface="Consolas" panose="020B0609020204030204" pitchFamily="49" charset="0"/>
            </a:endParaRPr>
          </a:p>
        </p:txBody>
      </p:sp>
      <p:sp>
        <p:nvSpPr>
          <p:cNvPr id="4" name="Slide Number Placeholder 3">
            <a:extLst>
              <a:ext uri="{FF2B5EF4-FFF2-40B4-BE49-F238E27FC236}">
                <a16:creationId xmlns:a16="http://schemas.microsoft.com/office/drawing/2014/main" id="{C236DFEC-9A37-A86B-1C91-901E1F6D80F0}"/>
              </a:ext>
            </a:extLst>
          </p:cNvPr>
          <p:cNvSpPr>
            <a:spLocks noGrp="1"/>
          </p:cNvSpPr>
          <p:nvPr>
            <p:ph type="sldNum" sz="quarter" idx="12"/>
          </p:nvPr>
        </p:nvSpPr>
        <p:spPr/>
        <p:txBody>
          <a:bodyPr/>
          <a:lstStyle/>
          <a:p>
            <a:fld id="{F3469444-D02B-D446-9CF8-19DEDDE073D1}" type="slidenum">
              <a:rPr lang="en-US" smtClean="0"/>
              <a:pPr/>
              <a:t>61</a:t>
            </a:fld>
            <a:endParaRPr lang="en-US" dirty="0"/>
          </a:p>
        </p:txBody>
      </p:sp>
    </p:spTree>
    <p:extLst>
      <p:ext uri="{BB962C8B-B14F-4D97-AF65-F5344CB8AC3E}">
        <p14:creationId xmlns:p14="http://schemas.microsoft.com/office/powerpoint/2010/main" val="43865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57816-89F4-F1DE-B878-2483C51AB8B9}"/>
              </a:ext>
            </a:extLst>
          </p:cNvPr>
          <p:cNvSpPr>
            <a:spLocks noGrp="1"/>
          </p:cNvSpPr>
          <p:nvPr>
            <p:ph type="ctrTitle"/>
          </p:nvPr>
        </p:nvSpPr>
        <p:spPr/>
        <p:txBody>
          <a:bodyPr/>
          <a:lstStyle/>
          <a:p>
            <a:r>
              <a:rPr lang="en-GB" dirty="0"/>
              <a:t>Merging branches</a:t>
            </a:r>
          </a:p>
        </p:txBody>
      </p:sp>
      <p:sp>
        <p:nvSpPr>
          <p:cNvPr id="3" name="Text Placeholder 2">
            <a:extLst>
              <a:ext uri="{FF2B5EF4-FFF2-40B4-BE49-F238E27FC236}">
                <a16:creationId xmlns:a16="http://schemas.microsoft.com/office/drawing/2014/main" id="{A9304DA3-903F-9DD7-7EB0-80FC59A3AB1A}"/>
              </a:ext>
            </a:extLst>
          </p:cNvPr>
          <p:cNvSpPr>
            <a:spLocks noGrp="1"/>
          </p:cNvSpPr>
          <p:nvPr>
            <p:ph type="body" sz="quarter" idx="14"/>
          </p:nvPr>
        </p:nvSpPr>
        <p:spPr/>
        <p:txBody>
          <a:bodyPr/>
          <a:lstStyle/>
          <a:p>
            <a:r>
              <a:rPr lang="en-GB" dirty="0"/>
              <a:t>Git merges the traffic into the current branch. So, make sure you are on the correct branch!</a:t>
            </a:r>
          </a:p>
          <a:p>
            <a:pPr lvl="1"/>
            <a:endParaRPr lang="en-GB" dirty="0"/>
          </a:p>
          <a:p>
            <a:pPr lvl="1"/>
            <a:endParaRPr lang="en-GB" dirty="0"/>
          </a:p>
          <a:p>
            <a:r>
              <a:rPr lang="en-GB" dirty="0"/>
              <a:t>The diff command can be used to explore the differences between branches:</a:t>
            </a:r>
          </a:p>
          <a:p>
            <a:endParaRPr lang="en-GB" dirty="0"/>
          </a:p>
          <a:p>
            <a:endParaRPr lang="en-GB" dirty="0"/>
          </a:p>
          <a:p>
            <a:r>
              <a:rPr lang="en-GB" dirty="0"/>
              <a:t>The output shows the difference between branches:</a:t>
            </a:r>
          </a:p>
          <a:p>
            <a:pPr marL="285750" indent="-285750">
              <a:buFont typeface="Arial" panose="020B0604020202020204" pitchFamily="34" charset="0"/>
              <a:buChar char="•"/>
            </a:pPr>
            <a:r>
              <a:rPr lang="en-GB" dirty="0"/>
              <a:t>The order of the output matters — the main is shown first.</a:t>
            </a:r>
          </a:p>
          <a:p>
            <a:pPr marL="285750" indent="-285750">
              <a:buFont typeface="Arial" panose="020B0604020202020204" pitchFamily="34" charset="0"/>
              <a:buChar char="•"/>
            </a:pPr>
            <a:r>
              <a:rPr lang="en-GB" dirty="0"/>
              <a:t>Showing that branch2 will be merged into the main.</a:t>
            </a:r>
          </a:p>
          <a:p>
            <a:endParaRPr lang="en-GB" dirty="0"/>
          </a:p>
          <a:p>
            <a:pPr lvl="1"/>
            <a:endParaRPr lang="en-GB" dirty="0"/>
          </a:p>
          <a:p>
            <a:endParaRPr lang="en-GB" dirty="0"/>
          </a:p>
        </p:txBody>
      </p:sp>
      <p:sp>
        <p:nvSpPr>
          <p:cNvPr id="4" name="Slide Number Placeholder 3">
            <a:extLst>
              <a:ext uri="{FF2B5EF4-FFF2-40B4-BE49-F238E27FC236}">
                <a16:creationId xmlns:a16="http://schemas.microsoft.com/office/drawing/2014/main" id="{FAFE8C13-77B1-645E-2FAB-074F152E7039}"/>
              </a:ext>
            </a:extLst>
          </p:cNvPr>
          <p:cNvSpPr>
            <a:spLocks noGrp="1"/>
          </p:cNvSpPr>
          <p:nvPr>
            <p:ph type="sldNum" sz="quarter" idx="12"/>
          </p:nvPr>
        </p:nvSpPr>
        <p:spPr/>
        <p:txBody>
          <a:bodyPr/>
          <a:lstStyle/>
          <a:p>
            <a:fld id="{F3469444-D02B-D446-9CF8-19DEDDE073D1}" type="slidenum">
              <a:rPr lang="en-US" smtClean="0"/>
              <a:pPr/>
              <a:t>62</a:t>
            </a:fld>
            <a:endParaRPr lang="en-US" dirty="0"/>
          </a:p>
        </p:txBody>
      </p:sp>
      <p:sp>
        <p:nvSpPr>
          <p:cNvPr id="6" name="TextBox 5">
            <a:extLst>
              <a:ext uri="{FF2B5EF4-FFF2-40B4-BE49-F238E27FC236}">
                <a16:creationId xmlns:a16="http://schemas.microsoft.com/office/drawing/2014/main" id="{C4DACDAD-8FEF-A2FF-2DFE-B0C0D9F16C71}"/>
              </a:ext>
            </a:extLst>
          </p:cNvPr>
          <p:cNvSpPr txBox="1"/>
          <p:nvPr/>
        </p:nvSpPr>
        <p:spPr>
          <a:xfrm>
            <a:off x="520172" y="2460058"/>
            <a:ext cx="7162361" cy="461665"/>
          </a:xfrm>
          <a:prstGeom prst="rect">
            <a:avLst/>
          </a:prstGeom>
          <a:solidFill>
            <a:schemeClr val="tx1"/>
          </a:solidFill>
        </p:spPr>
        <p:txBody>
          <a:bodyPr wrap="square">
            <a:spAutoFit/>
          </a:bodyPr>
          <a:lstStyle/>
          <a:p>
            <a:pPr eaLnBrk="0" hangingPunct="0">
              <a:defRPr/>
            </a:pPr>
            <a:r>
              <a:rPr lang="en-GB" sz="2400" b="1" dirty="0">
                <a:solidFill>
                  <a:schemeClr val="bg1"/>
                </a:solidFill>
                <a:latin typeface="Consolas" panose="020B0609020204030204" pitchFamily="49" charset="0"/>
                <a:cs typeface="Courier New" pitchFamily="49" charset="0"/>
              </a:rPr>
              <a:t>$ git merge &lt;</a:t>
            </a:r>
            <a:r>
              <a:rPr lang="en-GB" sz="2400" b="1" dirty="0" err="1">
                <a:solidFill>
                  <a:schemeClr val="bg1"/>
                </a:solidFill>
                <a:latin typeface="Consolas" panose="020B0609020204030204" pitchFamily="49" charset="0"/>
                <a:cs typeface="Courier New" pitchFamily="49" charset="0"/>
              </a:rPr>
              <a:t>branchname</a:t>
            </a:r>
            <a:r>
              <a:rPr lang="en-GB" sz="2400" b="1" dirty="0">
                <a:solidFill>
                  <a:schemeClr val="bg1"/>
                </a:solidFill>
                <a:latin typeface="Consolas" panose="020B0609020204030204" pitchFamily="49" charset="0"/>
                <a:cs typeface="Courier New" pitchFamily="49" charset="0"/>
              </a:rPr>
              <a:t>&gt;</a:t>
            </a:r>
          </a:p>
        </p:txBody>
      </p:sp>
      <p:sp>
        <p:nvSpPr>
          <p:cNvPr id="8" name="TextBox 7">
            <a:extLst>
              <a:ext uri="{FF2B5EF4-FFF2-40B4-BE49-F238E27FC236}">
                <a16:creationId xmlns:a16="http://schemas.microsoft.com/office/drawing/2014/main" id="{3BD551A6-8184-6FC9-E742-C76D1A735AF9}"/>
              </a:ext>
            </a:extLst>
          </p:cNvPr>
          <p:cNvSpPr txBox="1"/>
          <p:nvPr/>
        </p:nvSpPr>
        <p:spPr>
          <a:xfrm>
            <a:off x="520172" y="3763810"/>
            <a:ext cx="7162361" cy="461665"/>
          </a:xfrm>
          <a:prstGeom prst="rect">
            <a:avLst/>
          </a:prstGeom>
          <a:solidFill>
            <a:schemeClr val="tx1"/>
          </a:solidFill>
        </p:spPr>
        <p:txBody>
          <a:bodyPr wrap="square">
            <a:spAutoFit/>
          </a:bodyPr>
          <a:lstStyle/>
          <a:p>
            <a:pPr eaLnBrk="0" hangingPunct="0">
              <a:defRPr/>
            </a:pPr>
            <a:r>
              <a:rPr lang="en-GB" sz="2400" b="1" dirty="0">
                <a:solidFill>
                  <a:schemeClr val="bg1"/>
                </a:solidFill>
                <a:latin typeface="Consolas" panose="020B0609020204030204" pitchFamily="49" charset="0"/>
                <a:cs typeface="Courier New" pitchFamily="49" charset="0"/>
              </a:rPr>
              <a:t>$ git diff &lt;main&gt;...&lt;branch2&gt;</a:t>
            </a:r>
          </a:p>
        </p:txBody>
      </p:sp>
    </p:spTree>
    <p:extLst>
      <p:ext uri="{BB962C8B-B14F-4D97-AF65-F5344CB8AC3E}">
        <p14:creationId xmlns:p14="http://schemas.microsoft.com/office/powerpoint/2010/main" val="9588794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542AB-7136-86E0-8757-3E21D778CA85}"/>
              </a:ext>
            </a:extLst>
          </p:cNvPr>
          <p:cNvSpPr>
            <a:spLocks noGrp="1"/>
          </p:cNvSpPr>
          <p:nvPr>
            <p:ph type="ctrTitle"/>
          </p:nvPr>
        </p:nvSpPr>
        <p:spPr>
          <a:xfrm>
            <a:off x="443921" y="500194"/>
            <a:ext cx="6679721" cy="858985"/>
          </a:xfrm>
        </p:spPr>
        <p:txBody>
          <a:bodyPr/>
          <a:lstStyle/>
          <a:p>
            <a:r>
              <a:rPr lang="en-GB" dirty="0"/>
              <a:t>Demo: Branches, committing, and checking out</a:t>
            </a:r>
          </a:p>
        </p:txBody>
      </p:sp>
      <p:sp>
        <p:nvSpPr>
          <p:cNvPr id="7" name="Text Placeholder 6">
            <a:extLst>
              <a:ext uri="{FF2B5EF4-FFF2-40B4-BE49-F238E27FC236}">
                <a16:creationId xmlns:a16="http://schemas.microsoft.com/office/drawing/2014/main" id="{AA233C9E-28B7-6B8C-D05F-FB39433E54D3}"/>
              </a:ext>
            </a:extLst>
          </p:cNvPr>
          <p:cNvSpPr>
            <a:spLocks noGrp="1"/>
          </p:cNvSpPr>
          <p:nvPr>
            <p:ph type="body" sz="quarter" idx="13"/>
          </p:nvPr>
        </p:nvSpPr>
        <p:spPr/>
        <p:txBody>
          <a:bodyPr/>
          <a:lstStyle/>
          <a:p>
            <a:r>
              <a:rPr lang="en-GB" dirty="0"/>
              <a:t>In this demonstration we will: </a:t>
            </a:r>
          </a:p>
          <a:p>
            <a:pPr marL="285750" indent="-285750">
              <a:buFont typeface="Arial" panose="020B0604020202020204" pitchFamily="34" charset="0"/>
              <a:buChar char="•"/>
            </a:pPr>
            <a:r>
              <a:rPr lang="en-GB" dirty="0"/>
              <a:t>Do work on a website.</a:t>
            </a:r>
          </a:p>
          <a:p>
            <a:pPr marL="285750" indent="-285750">
              <a:buFont typeface="Arial" panose="020B0604020202020204" pitchFamily="34" charset="0"/>
              <a:buChar char="•"/>
            </a:pPr>
            <a:r>
              <a:rPr lang="en-GB" dirty="0"/>
              <a:t>Create a branch.</a:t>
            </a:r>
          </a:p>
          <a:p>
            <a:pPr marL="285750" indent="-285750">
              <a:buFont typeface="Arial" panose="020B0604020202020204" pitchFamily="34" charset="0"/>
              <a:buChar char="•"/>
            </a:pPr>
            <a:r>
              <a:rPr lang="en-GB" dirty="0"/>
              <a:t>Work in the branch.</a:t>
            </a:r>
          </a:p>
          <a:p>
            <a:endParaRPr lang="en-GB" dirty="0"/>
          </a:p>
          <a:p>
            <a:r>
              <a:rPr lang="en-GB" dirty="0"/>
              <a:t>We will then do a hotfix:</a:t>
            </a:r>
          </a:p>
          <a:p>
            <a:pPr marL="285750" indent="-285750">
              <a:buFont typeface="Arial" panose="020B0604020202020204" pitchFamily="34" charset="0"/>
              <a:buChar char="•"/>
            </a:pPr>
            <a:r>
              <a:rPr lang="en-GB" dirty="0"/>
              <a:t>Switch back to the production branch.</a:t>
            </a:r>
          </a:p>
          <a:p>
            <a:pPr marL="285750" indent="-285750">
              <a:buFont typeface="Arial" panose="020B0604020202020204" pitchFamily="34" charset="0"/>
              <a:buChar char="•"/>
            </a:pPr>
            <a:r>
              <a:rPr lang="en-GB" dirty="0"/>
              <a:t>Create a branch to add the hotfix.</a:t>
            </a:r>
          </a:p>
          <a:p>
            <a:pPr marL="285750" indent="-285750">
              <a:buFont typeface="Arial" panose="020B0604020202020204" pitchFamily="34" charset="0"/>
              <a:buChar char="•"/>
            </a:pPr>
            <a:r>
              <a:rPr lang="en-GB" dirty="0"/>
              <a:t>Test and merge the branch.</a:t>
            </a:r>
          </a:p>
          <a:p>
            <a:pPr marL="285750" indent="-285750">
              <a:buFont typeface="Arial" panose="020B0604020202020204" pitchFamily="34" charset="0"/>
              <a:buChar char="•"/>
            </a:pPr>
            <a:r>
              <a:rPr lang="en-GB" dirty="0"/>
              <a:t>Switch back to the original story.</a:t>
            </a:r>
          </a:p>
          <a:p>
            <a:endParaRPr lang="en-US" dirty="0"/>
          </a:p>
        </p:txBody>
      </p:sp>
    </p:spTree>
    <p:extLst>
      <p:ext uri="{BB962C8B-B14F-4D97-AF65-F5344CB8AC3E}">
        <p14:creationId xmlns:p14="http://schemas.microsoft.com/office/powerpoint/2010/main" val="39420440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7EA36-0251-3523-BD35-F6F2EC98D24C}"/>
              </a:ext>
            </a:extLst>
          </p:cNvPr>
          <p:cNvSpPr>
            <a:spLocks noGrp="1"/>
          </p:cNvSpPr>
          <p:nvPr>
            <p:ph type="ctrTitle"/>
          </p:nvPr>
        </p:nvSpPr>
        <p:spPr>
          <a:xfrm>
            <a:off x="443921" y="500194"/>
            <a:ext cx="7015658" cy="858985"/>
          </a:xfrm>
        </p:spPr>
        <p:txBody>
          <a:bodyPr/>
          <a:lstStyle/>
          <a:p>
            <a:r>
              <a:rPr lang="en-GB" dirty="0"/>
              <a:t>Activity: Making and deleting a branch</a:t>
            </a:r>
          </a:p>
        </p:txBody>
      </p:sp>
      <p:sp>
        <p:nvSpPr>
          <p:cNvPr id="3" name="Text Placeholder 2">
            <a:extLst>
              <a:ext uri="{FF2B5EF4-FFF2-40B4-BE49-F238E27FC236}">
                <a16:creationId xmlns:a16="http://schemas.microsoft.com/office/drawing/2014/main" id="{F9CFAC9B-8FFF-4ED4-3456-609F026700F8}"/>
              </a:ext>
            </a:extLst>
          </p:cNvPr>
          <p:cNvSpPr>
            <a:spLocks noGrp="1"/>
          </p:cNvSpPr>
          <p:nvPr>
            <p:ph type="body" sz="quarter" idx="13"/>
          </p:nvPr>
        </p:nvSpPr>
        <p:spPr/>
        <p:txBody>
          <a:bodyPr/>
          <a:lstStyle/>
          <a:p>
            <a:pPr marL="285750" indent="-285750">
              <a:buFont typeface="Arial" panose="020B0604020202020204" pitchFamily="34" charset="0"/>
              <a:buChar char="•"/>
            </a:pPr>
            <a:r>
              <a:rPr lang="en-GB" dirty="0"/>
              <a:t>Create a new directory called DevOps off your home directory.</a:t>
            </a:r>
          </a:p>
          <a:p>
            <a:pPr marL="285750" indent="-285750">
              <a:buFont typeface="Arial" panose="020B0604020202020204" pitchFamily="34" charset="0"/>
              <a:buChar char="•"/>
            </a:pPr>
            <a:r>
              <a:rPr lang="en-GB" dirty="0"/>
              <a:t>Initialise it as a Git repository.</a:t>
            </a:r>
          </a:p>
          <a:p>
            <a:pPr marL="285750" indent="-285750">
              <a:buFont typeface="Arial" panose="020B0604020202020204" pitchFamily="34" charset="0"/>
              <a:buChar char="•"/>
            </a:pPr>
            <a:r>
              <a:rPr lang="en-GB" dirty="0"/>
              <a:t>Add a file called </a:t>
            </a:r>
            <a:r>
              <a:rPr lang="en-GB" b="1" dirty="0">
                <a:solidFill>
                  <a:schemeClr val="tx2"/>
                </a:solidFill>
              </a:rPr>
              <a:t>bar</a:t>
            </a:r>
            <a:r>
              <a:rPr lang="en-GB" dirty="0"/>
              <a:t> and commit it.</a:t>
            </a:r>
          </a:p>
          <a:p>
            <a:pPr marL="285750" indent="-285750">
              <a:buFont typeface="Arial" panose="020B0604020202020204" pitchFamily="34" charset="0"/>
              <a:buChar char="•"/>
            </a:pPr>
            <a:r>
              <a:rPr lang="en-GB" dirty="0"/>
              <a:t>Use the </a:t>
            </a:r>
            <a:r>
              <a:rPr lang="en-GB" b="1" dirty="0">
                <a:solidFill>
                  <a:schemeClr val="tx2"/>
                </a:solidFill>
              </a:rPr>
              <a:t>branch</a:t>
            </a:r>
            <a:r>
              <a:rPr lang="en-GB" dirty="0"/>
              <a:t> command to see the current branches.</a:t>
            </a:r>
          </a:p>
          <a:p>
            <a:pPr marL="285750" indent="-285750">
              <a:buFont typeface="Arial" panose="020B0604020202020204" pitchFamily="34" charset="0"/>
              <a:buChar char="•"/>
            </a:pPr>
            <a:r>
              <a:rPr lang="en-GB" dirty="0"/>
              <a:t>Create a new branch called </a:t>
            </a:r>
            <a:r>
              <a:rPr lang="en-GB" b="1" dirty="0">
                <a:solidFill>
                  <a:schemeClr val="tx2"/>
                </a:solidFill>
              </a:rPr>
              <a:t>ops</a:t>
            </a:r>
            <a:r>
              <a:rPr lang="en-GB" dirty="0"/>
              <a:t> and check it out.</a:t>
            </a:r>
          </a:p>
          <a:p>
            <a:pPr marL="285750" indent="-285750">
              <a:buFont typeface="Arial" panose="020B0604020202020204" pitchFamily="34" charset="0"/>
              <a:buChar char="•"/>
            </a:pPr>
            <a:r>
              <a:rPr lang="en-GB" dirty="0"/>
              <a:t>Delete the </a:t>
            </a:r>
            <a:r>
              <a:rPr lang="en-GB" b="1" dirty="0">
                <a:solidFill>
                  <a:schemeClr val="tx2"/>
                </a:solidFill>
              </a:rPr>
              <a:t>main</a:t>
            </a:r>
            <a:r>
              <a:rPr lang="en-GB" dirty="0"/>
              <a:t> branch.</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endParaRPr lang="en-GB" dirty="0"/>
          </a:p>
        </p:txBody>
      </p:sp>
    </p:spTree>
    <p:extLst>
      <p:ext uri="{BB962C8B-B14F-4D97-AF65-F5344CB8AC3E}">
        <p14:creationId xmlns:p14="http://schemas.microsoft.com/office/powerpoint/2010/main" val="31026835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38EEC-A49B-A1CB-8A9C-5447977B0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0DDFB-7C74-ACDB-DBA0-6CFFBB44369D}"/>
              </a:ext>
            </a:extLst>
          </p:cNvPr>
          <p:cNvSpPr>
            <a:spLocks noGrp="1"/>
          </p:cNvSpPr>
          <p:nvPr>
            <p:ph type="ctrTitle"/>
          </p:nvPr>
        </p:nvSpPr>
        <p:spPr/>
        <p:txBody>
          <a:bodyPr/>
          <a:lstStyle/>
          <a:p>
            <a:r>
              <a:rPr lang="en-GB" dirty="0"/>
              <a:t>Working with remotes</a:t>
            </a:r>
          </a:p>
        </p:txBody>
      </p:sp>
      <p:sp>
        <p:nvSpPr>
          <p:cNvPr id="3" name="Subtitle 2">
            <a:extLst>
              <a:ext uri="{FF2B5EF4-FFF2-40B4-BE49-F238E27FC236}">
                <a16:creationId xmlns:a16="http://schemas.microsoft.com/office/drawing/2014/main" id="{61E02CCB-1311-2BA9-392B-F94B42A15863}"/>
              </a:ext>
            </a:extLst>
          </p:cNvPr>
          <p:cNvSpPr>
            <a:spLocks noGrp="1"/>
          </p:cNvSpPr>
          <p:nvPr>
            <p:ph type="subTitle" idx="1"/>
          </p:nvPr>
        </p:nvSpPr>
        <p:spPr/>
        <p:txBody>
          <a:bodyPr/>
          <a:lstStyle/>
          <a:p>
            <a:r>
              <a:rPr lang="en-GB" dirty="0"/>
              <a:t>Version control</a:t>
            </a:r>
          </a:p>
        </p:txBody>
      </p:sp>
    </p:spTree>
    <p:extLst>
      <p:ext uri="{BB962C8B-B14F-4D97-AF65-F5344CB8AC3E}">
        <p14:creationId xmlns:p14="http://schemas.microsoft.com/office/powerpoint/2010/main" val="37626694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7C77-B698-59B2-93DE-7DC3C48D9985}"/>
              </a:ext>
            </a:extLst>
          </p:cNvPr>
          <p:cNvSpPr>
            <a:spLocks noGrp="1"/>
          </p:cNvSpPr>
          <p:nvPr>
            <p:ph type="ctrTitle"/>
          </p:nvPr>
        </p:nvSpPr>
        <p:spPr/>
        <p:txBody>
          <a:bodyPr/>
          <a:lstStyle/>
          <a:p>
            <a:r>
              <a:rPr lang="en-GB" dirty="0"/>
              <a:t>Summary</a:t>
            </a:r>
          </a:p>
        </p:txBody>
      </p:sp>
      <p:sp>
        <p:nvSpPr>
          <p:cNvPr id="3" name="Text Placeholder 2">
            <a:extLst>
              <a:ext uri="{FF2B5EF4-FFF2-40B4-BE49-F238E27FC236}">
                <a16:creationId xmlns:a16="http://schemas.microsoft.com/office/drawing/2014/main" id="{31A15BCA-8089-AEBB-931E-5E8887685829}"/>
              </a:ext>
            </a:extLst>
          </p:cNvPr>
          <p:cNvSpPr>
            <a:spLocks noGrp="1"/>
          </p:cNvSpPr>
          <p:nvPr>
            <p:ph type="body" sz="quarter" idx="14"/>
          </p:nvPr>
        </p:nvSpPr>
        <p:spPr/>
        <p:txBody>
          <a:bodyPr/>
          <a:lstStyle/>
          <a:p>
            <a:pPr marL="285750" indent="-285750">
              <a:buFont typeface="Arial" panose="020B0604020202020204" pitchFamily="34" charset="0"/>
              <a:buChar char="•"/>
            </a:pPr>
            <a:r>
              <a:rPr lang="en-GB" dirty="0"/>
              <a:t>Git is a time machine — your history is maintained in an indexed list.</a:t>
            </a:r>
          </a:p>
          <a:p>
            <a:pPr marL="285750" indent="-285750">
              <a:buFont typeface="Arial" panose="020B0604020202020204" pitchFamily="34" charset="0"/>
              <a:buChar char="•"/>
            </a:pPr>
            <a:r>
              <a:rPr lang="en-GB" dirty="0"/>
              <a:t>Each entry has a SHA1 key.</a:t>
            </a:r>
          </a:p>
          <a:p>
            <a:pPr marL="285750" indent="-285750">
              <a:buFont typeface="Arial" panose="020B0604020202020204" pitchFamily="34" charset="0"/>
              <a:buChar char="•"/>
            </a:pPr>
            <a:r>
              <a:rPr lang="en-GB" dirty="0"/>
              <a:t>You can branch from your code, allowing you to fix and edit code.</a:t>
            </a:r>
          </a:p>
          <a:p>
            <a:pPr marL="285750" indent="-285750">
              <a:buFont typeface="Arial" panose="020B0604020202020204" pitchFamily="34" charset="0"/>
              <a:buChar char="•"/>
            </a:pPr>
            <a:r>
              <a:rPr lang="en-GB" dirty="0"/>
              <a:t>Stashing allows you to save WIP and commit at a later point.</a:t>
            </a:r>
          </a:p>
          <a:p>
            <a:endParaRPr lang="en-GB" dirty="0"/>
          </a:p>
        </p:txBody>
      </p:sp>
      <p:sp>
        <p:nvSpPr>
          <p:cNvPr id="4" name="Slide Number Placeholder 3">
            <a:extLst>
              <a:ext uri="{FF2B5EF4-FFF2-40B4-BE49-F238E27FC236}">
                <a16:creationId xmlns:a16="http://schemas.microsoft.com/office/drawing/2014/main" id="{A7E4D3DC-3847-59C9-0FA4-05F528DF8B75}"/>
              </a:ext>
            </a:extLst>
          </p:cNvPr>
          <p:cNvSpPr>
            <a:spLocks noGrp="1"/>
          </p:cNvSpPr>
          <p:nvPr>
            <p:ph type="sldNum" sz="quarter" idx="12"/>
          </p:nvPr>
        </p:nvSpPr>
        <p:spPr/>
        <p:txBody>
          <a:bodyPr/>
          <a:lstStyle/>
          <a:p>
            <a:fld id="{F3469444-D02B-D446-9CF8-19DEDDE073D1}" type="slidenum">
              <a:rPr lang="en-US" smtClean="0"/>
              <a:pPr/>
              <a:t>66</a:t>
            </a:fld>
            <a:endParaRPr lang="en-US" dirty="0"/>
          </a:p>
        </p:txBody>
      </p:sp>
    </p:spTree>
    <p:extLst>
      <p:ext uri="{BB962C8B-B14F-4D97-AF65-F5344CB8AC3E}">
        <p14:creationId xmlns:p14="http://schemas.microsoft.com/office/powerpoint/2010/main" val="11894673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A1F8-3368-3F20-8B4F-1116A9E56493}"/>
              </a:ext>
            </a:extLst>
          </p:cNvPr>
          <p:cNvSpPr>
            <a:spLocks noGrp="1"/>
          </p:cNvSpPr>
          <p:nvPr>
            <p:ph type="ctrTitle"/>
          </p:nvPr>
        </p:nvSpPr>
        <p:spPr/>
        <p:txBody>
          <a:bodyPr/>
          <a:lstStyle/>
          <a:p>
            <a:r>
              <a:rPr lang="en-GB" dirty="0"/>
              <a:t>Cloning</a:t>
            </a:r>
          </a:p>
        </p:txBody>
      </p:sp>
      <p:sp>
        <p:nvSpPr>
          <p:cNvPr id="3" name="Text Placeholder 2">
            <a:extLst>
              <a:ext uri="{FF2B5EF4-FFF2-40B4-BE49-F238E27FC236}">
                <a16:creationId xmlns:a16="http://schemas.microsoft.com/office/drawing/2014/main" id="{1F90F43C-D24F-A317-D374-4FC766B516E0}"/>
              </a:ext>
            </a:extLst>
          </p:cNvPr>
          <p:cNvSpPr>
            <a:spLocks noGrp="1"/>
          </p:cNvSpPr>
          <p:nvPr>
            <p:ph type="body" sz="quarter" idx="14"/>
          </p:nvPr>
        </p:nvSpPr>
        <p:spPr/>
        <p:txBody>
          <a:bodyPr/>
          <a:lstStyle/>
          <a:p>
            <a:r>
              <a:rPr lang="en-GB" b="1" dirty="0"/>
              <a:t>Cloning makes a physical copy of a Git repository: </a:t>
            </a:r>
          </a:p>
          <a:p>
            <a:pPr marL="285750" indent="-285750">
              <a:buFont typeface="Arial" panose="020B0604020202020204" pitchFamily="34" charset="0"/>
              <a:buChar char="•"/>
            </a:pPr>
            <a:r>
              <a:rPr lang="en-GB" dirty="0"/>
              <a:t>It can be done locally or via a remote server (for example, GitHub).</a:t>
            </a:r>
          </a:p>
          <a:p>
            <a:pPr marL="285750" indent="-285750">
              <a:buFont typeface="Arial" panose="020B0604020202020204" pitchFamily="34" charset="0"/>
              <a:buChar char="•"/>
            </a:pPr>
            <a:r>
              <a:rPr lang="en-GB" dirty="0"/>
              <a:t>You can push and pull updates from the repository.</a:t>
            </a:r>
          </a:p>
          <a:p>
            <a:pPr lvl="1"/>
            <a:endParaRPr lang="en-GB" dirty="0"/>
          </a:p>
          <a:p>
            <a:r>
              <a:rPr lang="en-GB" b="1" dirty="0"/>
              <a:t>The benefit of cloning repos is that the commit history is maintained</a:t>
            </a:r>
            <a:r>
              <a:rPr lang="en-GB" dirty="0"/>
              <a:t>.</a:t>
            </a:r>
            <a:r>
              <a:rPr lang="en-GB" b="1" dirty="0"/>
              <a:t> </a:t>
            </a:r>
            <a:r>
              <a:rPr lang="en-GB" dirty="0"/>
              <a:t>Changes can be sent back between the original and the clone.</a:t>
            </a:r>
          </a:p>
          <a:p>
            <a:pPr lvl="1"/>
            <a:endParaRPr lang="en-GB" dirty="0"/>
          </a:p>
          <a:p>
            <a:r>
              <a:rPr lang="en-GB" b="1" dirty="0"/>
              <a:t>Cloning is achieved with the clone command:</a:t>
            </a:r>
          </a:p>
          <a:p>
            <a:pPr marL="285750" indent="-285750">
              <a:buFont typeface="Arial" panose="020B0604020202020204" pitchFamily="34" charset="0"/>
              <a:buChar char="•"/>
            </a:pPr>
            <a:r>
              <a:rPr lang="en-GB" dirty="0"/>
              <a:t>Or through the GUI.</a:t>
            </a:r>
          </a:p>
          <a:p>
            <a:pPr marL="457200" lvl="1" indent="0">
              <a:buNone/>
            </a:pPr>
            <a:endParaRPr lang="en-GB" dirty="0"/>
          </a:p>
          <a:p>
            <a:pPr lvl="1"/>
            <a:endParaRPr lang="en-GB" dirty="0"/>
          </a:p>
          <a:p>
            <a:r>
              <a:rPr lang="en-GB" dirty="0"/>
              <a:t>The GUI branch visualiser gives us a very useful way to see the origins of branches.</a:t>
            </a:r>
          </a:p>
          <a:p>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7C0BC77B-CCF1-FC8C-8115-11D0989A96C8}"/>
              </a:ext>
            </a:extLst>
          </p:cNvPr>
          <p:cNvSpPr>
            <a:spLocks noGrp="1"/>
          </p:cNvSpPr>
          <p:nvPr>
            <p:ph type="sldNum" sz="quarter" idx="12"/>
          </p:nvPr>
        </p:nvSpPr>
        <p:spPr/>
        <p:txBody>
          <a:bodyPr/>
          <a:lstStyle/>
          <a:p>
            <a:fld id="{F3469444-D02B-D446-9CF8-19DEDDE073D1}" type="slidenum">
              <a:rPr lang="en-US" smtClean="0"/>
              <a:pPr/>
              <a:t>67</a:t>
            </a:fld>
            <a:endParaRPr lang="en-US" dirty="0"/>
          </a:p>
        </p:txBody>
      </p:sp>
      <p:sp>
        <p:nvSpPr>
          <p:cNvPr id="6" name="TextBox 5">
            <a:extLst>
              <a:ext uri="{FF2B5EF4-FFF2-40B4-BE49-F238E27FC236}">
                <a16:creationId xmlns:a16="http://schemas.microsoft.com/office/drawing/2014/main" id="{69C1C8B1-9846-ECA3-32FE-885127299C61}"/>
              </a:ext>
            </a:extLst>
          </p:cNvPr>
          <p:cNvSpPr txBox="1"/>
          <p:nvPr/>
        </p:nvSpPr>
        <p:spPr>
          <a:xfrm>
            <a:off x="796120" y="5062789"/>
            <a:ext cx="5827264" cy="466332"/>
          </a:xfrm>
          <a:prstGeom prst="rect">
            <a:avLst/>
          </a:prstGeom>
          <a:solidFill>
            <a:schemeClr val="tx1"/>
          </a:solidFill>
        </p:spPr>
        <p:txBody>
          <a:bodyPr wrap="square">
            <a:spAutoFit/>
          </a:bodyPr>
          <a:lstStyle/>
          <a:p>
            <a:pPr algn="ctr" eaLnBrk="0" hangingPunct="0">
              <a:defRPr/>
            </a:pPr>
            <a:r>
              <a:rPr lang="en-GB" sz="2400" b="1" dirty="0">
                <a:solidFill>
                  <a:schemeClr val="bg1"/>
                </a:solidFill>
                <a:latin typeface="Consolas" panose="020B0609020204030204" pitchFamily="49" charset="0"/>
                <a:cs typeface="Courier New" pitchFamily="49" charset="0"/>
              </a:rPr>
              <a:t>$git clone source </a:t>
            </a:r>
            <a:r>
              <a:rPr lang="en-GB" sz="2400" b="1" dirty="0" err="1">
                <a:solidFill>
                  <a:schemeClr val="bg1"/>
                </a:solidFill>
                <a:latin typeface="Consolas" panose="020B0609020204030204" pitchFamily="49" charset="0"/>
                <a:cs typeface="Courier New" pitchFamily="49" charset="0"/>
              </a:rPr>
              <a:t>destination_url</a:t>
            </a:r>
            <a:endParaRPr lang="en-GB" sz="2400" b="1" dirty="0">
              <a:solidFill>
                <a:schemeClr val="bg1"/>
              </a:solidFill>
              <a:latin typeface="Consolas" panose="020B0609020204030204" pitchFamily="49" charset="0"/>
              <a:cs typeface="Courier New" pitchFamily="49" charset="0"/>
            </a:endParaRPr>
          </a:p>
        </p:txBody>
      </p:sp>
    </p:spTree>
    <p:extLst>
      <p:ext uri="{BB962C8B-B14F-4D97-AF65-F5344CB8AC3E}">
        <p14:creationId xmlns:p14="http://schemas.microsoft.com/office/powerpoint/2010/main" val="24768091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C40E1-4D3C-4177-7F13-6F7BDCCD6FCF}"/>
              </a:ext>
            </a:extLst>
          </p:cNvPr>
          <p:cNvSpPr>
            <a:spLocks noGrp="1"/>
          </p:cNvSpPr>
          <p:nvPr>
            <p:ph type="ctrTitle"/>
          </p:nvPr>
        </p:nvSpPr>
        <p:spPr/>
        <p:txBody>
          <a:bodyPr/>
          <a:lstStyle/>
          <a:p>
            <a:r>
              <a:rPr lang="en-GB" dirty="0"/>
              <a:t>Git on the server</a:t>
            </a:r>
          </a:p>
        </p:txBody>
      </p:sp>
      <p:sp>
        <p:nvSpPr>
          <p:cNvPr id="3" name="Text Placeholder 2">
            <a:extLst>
              <a:ext uri="{FF2B5EF4-FFF2-40B4-BE49-F238E27FC236}">
                <a16:creationId xmlns:a16="http://schemas.microsoft.com/office/drawing/2014/main" id="{A8492A63-7C08-1624-013B-24B5F97D0F3C}"/>
              </a:ext>
            </a:extLst>
          </p:cNvPr>
          <p:cNvSpPr>
            <a:spLocks noGrp="1"/>
          </p:cNvSpPr>
          <p:nvPr>
            <p:ph type="body" sz="quarter" idx="13"/>
          </p:nvPr>
        </p:nvSpPr>
        <p:spPr/>
        <p:txBody>
          <a:bodyPr/>
          <a:lstStyle/>
          <a:p>
            <a:r>
              <a:rPr lang="en-GB" dirty="0"/>
              <a:t>You will either need to create or access a Gits.</a:t>
            </a:r>
          </a:p>
          <a:p>
            <a:endParaRPr lang="en-GB" dirty="0"/>
          </a:p>
          <a:p>
            <a:r>
              <a:rPr lang="en-GB" dirty="0"/>
              <a:t>When getting started with Git, a hosted solution is a great tool:</a:t>
            </a:r>
          </a:p>
          <a:p>
            <a:pPr marL="285750" indent="-285750">
              <a:buFont typeface="Arial" panose="020B0604020202020204" pitchFamily="34" charset="0"/>
              <a:buChar char="•"/>
            </a:pPr>
            <a:r>
              <a:rPr lang="en-GB" dirty="0"/>
              <a:t>GitHub is the most common of these: </a:t>
            </a:r>
            <a:r>
              <a:rPr lang="en-GB" dirty="0">
                <a:hlinkClick r:id="rId3"/>
              </a:rPr>
              <a:t>https://github.com</a:t>
            </a:r>
            <a:r>
              <a:rPr lang="en-GB" dirty="0"/>
              <a:t>.</a:t>
            </a:r>
          </a:p>
          <a:p>
            <a:pPr marL="971550" lvl="1" indent="-285750">
              <a:lnSpc>
                <a:spcPct val="100000"/>
              </a:lnSpc>
            </a:pPr>
            <a:r>
              <a:rPr lang="en-GB" dirty="0"/>
              <a:t>User-centric solution.</a:t>
            </a:r>
          </a:p>
          <a:p>
            <a:pPr marL="971550" lvl="1" indent="-285750">
              <a:lnSpc>
                <a:spcPct val="100000"/>
              </a:lnSpc>
            </a:pPr>
            <a:r>
              <a:rPr lang="en-GB" dirty="0"/>
              <a:t>Uses SSH protocol or HTTPS.</a:t>
            </a:r>
          </a:p>
          <a:p>
            <a:pPr lvl="2">
              <a:lnSpc>
                <a:spcPct val="100000"/>
              </a:lnSpc>
            </a:pPr>
            <a:endParaRPr lang="en-GB" dirty="0"/>
          </a:p>
          <a:p>
            <a:pPr marL="0" lvl="1" indent="-368300">
              <a:lnSpc>
                <a:spcPct val="100000"/>
              </a:lnSpc>
            </a:pPr>
            <a:r>
              <a:rPr lang="en-GB" dirty="0"/>
              <a:t>Bitbucket is also popular: </a:t>
            </a:r>
            <a:r>
              <a:rPr lang="en-GB" dirty="0">
                <a:hlinkClick r:id="rId4"/>
              </a:rPr>
              <a:t>https://bitbucket.org</a:t>
            </a:r>
            <a:r>
              <a:rPr lang="en-GB" dirty="0"/>
              <a:t>.</a:t>
            </a:r>
          </a:p>
          <a:p>
            <a:pPr lvl="1">
              <a:lnSpc>
                <a:spcPct val="100000"/>
              </a:lnSpc>
            </a:pPr>
            <a:endParaRPr lang="en-GB" dirty="0"/>
          </a:p>
          <a:p>
            <a:endParaRPr lang="en-GB" dirty="0"/>
          </a:p>
        </p:txBody>
      </p:sp>
      <p:sp>
        <p:nvSpPr>
          <p:cNvPr id="5" name="Slide Number Placeholder 4">
            <a:extLst>
              <a:ext uri="{FF2B5EF4-FFF2-40B4-BE49-F238E27FC236}">
                <a16:creationId xmlns:a16="http://schemas.microsoft.com/office/drawing/2014/main" id="{2B214CBA-4D5E-B076-2EE2-728EE44A1905}"/>
              </a:ext>
            </a:extLst>
          </p:cNvPr>
          <p:cNvSpPr>
            <a:spLocks noGrp="1"/>
          </p:cNvSpPr>
          <p:nvPr>
            <p:ph type="sldNum" sz="quarter" idx="12"/>
          </p:nvPr>
        </p:nvSpPr>
        <p:spPr/>
        <p:txBody>
          <a:bodyPr/>
          <a:lstStyle/>
          <a:p>
            <a:fld id="{F3469444-D02B-D446-9CF8-19DEDDE073D1}" type="slidenum">
              <a:rPr lang="en-US" smtClean="0"/>
              <a:pPr/>
              <a:t>68</a:t>
            </a:fld>
            <a:endParaRPr lang="en-US" dirty="0"/>
          </a:p>
        </p:txBody>
      </p:sp>
      <p:pic>
        <p:nvPicPr>
          <p:cNvPr id="7" name="Picture 6">
            <a:extLst>
              <a:ext uri="{FF2B5EF4-FFF2-40B4-BE49-F238E27FC236}">
                <a16:creationId xmlns:a16="http://schemas.microsoft.com/office/drawing/2014/main" id="{355F36E6-0038-827C-9152-17C698DF9D9B}"/>
              </a:ext>
            </a:extLst>
          </p:cNvPr>
          <p:cNvPicPr>
            <a:picLocks noChangeAspect="1"/>
          </p:cNvPicPr>
          <p:nvPr/>
        </p:nvPicPr>
        <p:blipFill>
          <a:blip r:embed="rId5"/>
          <a:srcRect/>
          <a:stretch/>
        </p:blipFill>
        <p:spPr>
          <a:xfrm>
            <a:off x="6188150" y="1594456"/>
            <a:ext cx="5744228" cy="2493497"/>
          </a:xfrm>
          <a:prstGeom prst="rect">
            <a:avLst/>
          </a:prstGeom>
        </p:spPr>
      </p:pic>
      <p:pic>
        <p:nvPicPr>
          <p:cNvPr id="9" name="Picture 8">
            <a:extLst>
              <a:ext uri="{FF2B5EF4-FFF2-40B4-BE49-F238E27FC236}">
                <a16:creationId xmlns:a16="http://schemas.microsoft.com/office/drawing/2014/main" id="{82E68852-742E-64DE-5D68-6F60758ED29E}"/>
              </a:ext>
            </a:extLst>
          </p:cNvPr>
          <p:cNvPicPr>
            <a:picLocks noChangeAspect="1"/>
          </p:cNvPicPr>
          <p:nvPr/>
        </p:nvPicPr>
        <p:blipFill>
          <a:blip r:embed="rId6"/>
          <a:stretch>
            <a:fillRect/>
          </a:stretch>
        </p:blipFill>
        <p:spPr>
          <a:xfrm>
            <a:off x="6188150" y="4226605"/>
            <a:ext cx="4376468" cy="2275953"/>
          </a:xfrm>
          <a:prstGeom prst="rect">
            <a:avLst/>
          </a:prstGeom>
        </p:spPr>
      </p:pic>
    </p:spTree>
    <p:extLst>
      <p:ext uri="{BB962C8B-B14F-4D97-AF65-F5344CB8AC3E}">
        <p14:creationId xmlns:p14="http://schemas.microsoft.com/office/powerpoint/2010/main" val="8385890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D9DAB-8C3A-0EF3-6185-4E8EFF78AA3C}"/>
              </a:ext>
            </a:extLst>
          </p:cNvPr>
          <p:cNvSpPr>
            <a:spLocks noGrp="1"/>
          </p:cNvSpPr>
          <p:nvPr>
            <p:ph type="ctrTitle"/>
          </p:nvPr>
        </p:nvSpPr>
        <p:spPr/>
        <p:txBody>
          <a:bodyPr/>
          <a:lstStyle/>
          <a:p>
            <a:r>
              <a:rPr lang="en-GB" dirty="0"/>
              <a:t>Cloning a repository</a:t>
            </a:r>
          </a:p>
        </p:txBody>
      </p:sp>
      <p:sp>
        <p:nvSpPr>
          <p:cNvPr id="3" name="Text Placeholder 2">
            <a:extLst>
              <a:ext uri="{FF2B5EF4-FFF2-40B4-BE49-F238E27FC236}">
                <a16:creationId xmlns:a16="http://schemas.microsoft.com/office/drawing/2014/main" id="{4F0C63E6-0C31-E02A-F457-F3CDAE0853E3}"/>
              </a:ext>
            </a:extLst>
          </p:cNvPr>
          <p:cNvSpPr>
            <a:spLocks noGrp="1"/>
          </p:cNvSpPr>
          <p:nvPr>
            <p:ph type="body" sz="quarter" idx="14"/>
          </p:nvPr>
        </p:nvSpPr>
        <p:spPr/>
        <p:txBody>
          <a:bodyPr/>
          <a:lstStyle/>
          <a:p>
            <a:r>
              <a:rPr lang="en-US" dirty="0"/>
              <a:t>Cloning copies the entire repository to your hard drive. The full commit history is maintained.</a:t>
            </a:r>
          </a:p>
          <a:p>
            <a:pPr lvl="1"/>
            <a:endParaRPr lang="en-US" dirty="0"/>
          </a:p>
          <a:p>
            <a:r>
              <a:rPr lang="en-US" dirty="0"/>
              <a:t>To clone a remote repository:</a:t>
            </a:r>
          </a:p>
          <a:p>
            <a:endParaRPr lang="en-US" dirty="0"/>
          </a:p>
          <a:p>
            <a:endParaRPr lang="en-US" dirty="0"/>
          </a:p>
          <a:p>
            <a:endParaRPr lang="en-US" dirty="0"/>
          </a:p>
          <a:p>
            <a:endParaRPr lang="en-US" dirty="0"/>
          </a:p>
          <a:p>
            <a:r>
              <a:rPr lang="en-US" dirty="0"/>
              <a:t>To clone a specific branch:</a:t>
            </a:r>
          </a:p>
          <a:p>
            <a:endParaRPr lang="en-US" dirty="0"/>
          </a:p>
          <a:p>
            <a:endParaRPr lang="en-US" dirty="0"/>
          </a:p>
          <a:p>
            <a:endParaRPr lang="en-US" dirty="0"/>
          </a:p>
          <a:p>
            <a:endParaRPr lang="en-US" dirty="0"/>
          </a:p>
          <a:p>
            <a:endParaRPr lang="en-GB" dirty="0"/>
          </a:p>
        </p:txBody>
      </p:sp>
      <p:sp>
        <p:nvSpPr>
          <p:cNvPr id="5" name="Slide Number Placeholder 4">
            <a:extLst>
              <a:ext uri="{FF2B5EF4-FFF2-40B4-BE49-F238E27FC236}">
                <a16:creationId xmlns:a16="http://schemas.microsoft.com/office/drawing/2014/main" id="{31079157-9049-EEC9-2235-410582A994CE}"/>
              </a:ext>
            </a:extLst>
          </p:cNvPr>
          <p:cNvSpPr>
            <a:spLocks noGrp="1"/>
          </p:cNvSpPr>
          <p:nvPr>
            <p:ph type="sldNum" sz="quarter" idx="12"/>
          </p:nvPr>
        </p:nvSpPr>
        <p:spPr/>
        <p:txBody>
          <a:bodyPr/>
          <a:lstStyle/>
          <a:p>
            <a:fld id="{F3469444-D02B-D446-9CF8-19DEDDE073D1}" type="slidenum">
              <a:rPr lang="en-US" smtClean="0"/>
              <a:pPr/>
              <a:t>69</a:t>
            </a:fld>
            <a:endParaRPr lang="en-US" dirty="0"/>
          </a:p>
        </p:txBody>
      </p:sp>
      <p:sp>
        <p:nvSpPr>
          <p:cNvPr id="11" name="TextBox 10">
            <a:extLst>
              <a:ext uri="{FF2B5EF4-FFF2-40B4-BE49-F238E27FC236}">
                <a16:creationId xmlns:a16="http://schemas.microsoft.com/office/drawing/2014/main" id="{AAD41854-7538-CC4D-2237-88B7EC997C54}"/>
              </a:ext>
            </a:extLst>
          </p:cNvPr>
          <p:cNvSpPr txBox="1"/>
          <p:nvPr/>
        </p:nvSpPr>
        <p:spPr>
          <a:xfrm>
            <a:off x="516382" y="3149937"/>
            <a:ext cx="9504419" cy="1015663"/>
          </a:xfrm>
          <a:prstGeom prst="rect">
            <a:avLst/>
          </a:prstGeom>
          <a:solidFill>
            <a:schemeClr val="tx1"/>
          </a:solidFill>
        </p:spPr>
        <p:txBody>
          <a:bodyPr wrap="square" rtlCol="0">
            <a:spAutoFit/>
          </a:bodyPr>
          <a:lstStyle/>
          <a:p>
            <a:r>
              <a:rPr lang="en-US" sz="2000" b="1" dirty="0">
                <a:solidFill>
                  <a:schemeClr val="bg1"/>
                </a:solidFill>
                <a:latin typeface="Consolas" panose="020B0609020204030204" pitchFamily="49" charset="0"/>
                <a:cs typeface="Courier New" pitchFamily="49" charset="0"/>
              </a:rPr>
              <a:t>$ </a:t>
            </a:r>
            <a:r>
              <a:rPr lang="en-US" sz="2000" b="1" dirty="0" err="1">
                <a:solidFill>
                  <a:schemeClr val="bg1"/>
                </a:solidFill>
                <a:latin typeface="Consolas" panose="020B0609020204030204" pitchFamily="49" charset="0"/>
                <a:cs typeface="Courier New" pitchFamily="49" charset="0"/>
              </a:rPr>
              <a:t>git</a:t>
            </a:r>
            <a:r>
              <a:rPr lang="en-US" sz="2000" b="1" dirty="0">
                <a:solidFill>
                  <a:schemeClr val="bg1"/>
                </a:solidFill>
                <a:latin typeface="Consolas" panose="020B0609020204030204" pitchFamily="49" charset="0"/>
                <a:cs typeface="Courier New" pitchFamily="49" charset="0"/>
              </a:rPr>
              <a:t> clone [repository]</a:t>
            </a:r>
          </a:p>
          <a:p>
            <a:endParaRPr lang="en-US" sz="2000" b="1" dirty="0">
              <a:solidFill>
                <a:schemeClr val="bg1"/>
              </a:solidFill>
              <a:latin typeface="Consolas" panose="020B0609020204030204" pitchFamily="49" charset="0"/>
              <a:cs typeface="Courier New" pitchFamily="49" charset="0"/>
            </a:endParaRPr>
          </a:p>
          <a:p>
            <a:r>
              <a:rPr lang="en-US" sz="2000" b="1" dirty="0">
                <a:solidFill>
                  <a:schemeClr val="bg1"/>
                </a:solidFill>
                <a:latin typeface="Consolas" panose="020B0609020204030204" pitchFamily="49" charset="0"/>
                <a:cs typeface="Courier New" pitchFamily="49" charset="0"/>
              </a:rPr>
              <a:t>$ git clone https://username@bitbucket.org/username/repositoryname</a:t>
            </a:r>
          </a:p>
        </p:txBody>
      </p:sp>
      <p:sp>
        <p:nvSpPr>
          <p:cNvPr id="13" name="TextBox 12">
            <a:extLst>
              <a:ext uri="{FF2B5EF4-FFF2-40B4-BE49-F238E27FC236}">
                <a16:creationId xmlns:a16="http://schemas.microsoft.com/office/drawing/2014/main" id="{AEBEA4D8-D3B5-0333-8BE0-F935C6DAE398}"/>
              </a:ext>
            </a:extLst>
          </p:cNvPr>
          <p:cNvSpPr txBox="1"/>
          <p:nvPr/>
        </p:nvSpPr>
        <p:spPr>
          <a:xfrm>
            <a:off x="516382" y="5182319"/>
            <a:ext cx="7897779" cy="400110"/>
          </a:xfrm>
          <a:prstGeom prst="rect">
            <a:avLst/>
          </a:prstGeom>
          <a:solidFill>
            <a:schemeClr val="tx1"/>
          </a:solidFill>
        </p:spPr>
        <p:txBody>
          <a:bodyPr wrap="square" rtlCol="0">
            <a:spAutoFit/>
          </a:bodyPr>
          <a:lstStyle/>
          <a:p>
            <a:r>
              <a:rPr lang="en-US" sz="2000" b="1" dirty="0">
                <a:solidFill>
                  <a:schemeClr val="bg1"/>
                </a:solidFill>
                <a:latin typeface="Consolas" panose="020B0609020204030204" pitchFamily="49" charset="0"/>
                <a:cs typeface="Courier New" pitchFamily="49" charset="0"/>
              </a:rPr>
              <a:t>$ </a:t>
            </a:r>
            <a:r>
              <a:rPr lang="en-US" sz="2000" b="1" dirty="0" err="1">
                <a:solidFill>
                  <a:schemeClr val="bg1"/>
                </a:solidFill>
                <a:latin typeface="Consolas" panose="020B0609020204030204" pitchFamily="49" charset="0"/>
                <a:cs typeface="Courier New" pitchFamily="49" charset="0"/>
              </a:rPr>
              <a:t>git</a:t>
            </a:r>
            <a:r>
              <a:rPr lang="en-US" sz="2000" b="1" dirty="0">
                <a:solidFill>
                  <a:schemeClr val="bg1"/>
                </a:solidFill>
                <a:latin typeface="Consolas" panose="020B0609020204030204" pitchFamily="49" charset="0"/>
                <a:cs typeface="Courier New" pitchFamily="49" charset="0"/>
              </a:rPr>
              <a:t> clone –b </a:t>
            </a:r>
            <a:r>
              <a:rPr lang="en-US" sz="2000" b="1" dirty="0" err="1">
                <a:solidFill>
                  <a:schemeClr val="bg1"/>
                </a:solidFill>
                <a:latin typeface="Consolas" panose="020B0609020204030204" pitchFamily="49" charset="0"/>
                <a:cs typeface="Courier New" pitchFamily="49" charset="0"/>
              </a:rPr>
              <a:t>branchName</a:t>
            </a:r>
            <a:r>
              <a:rPr lang="en-US" sz="2000" b="1" dirty="0">
                <a:solidFill>
                  <a:schemeClr val="bg1"/>
                </a:solidFill>
                <a:latin typeface="Consolas" panose="020B0609020204030204" pitchFamily="49" charset="0"/>
                <a:cs typeface="Courier New" pitchFamily="49" charset="0"/>
              </a:rPr>
              <a:t> </a:t>
            </a:r>
            <a:r>
              <a:rPr lang="en-US" sz="2000" b="1" dirty="0" err="1">
                <a:solidFill>
                  <a:schemeClr val="bg1"/>
                </a:solidFill>
                <a:latin typeface="Consolas" panose="020B0609020204030204" pitchFamily="49" charset="0"/>
                <a:cs typeface="Courier New" pitchFamily="49" charset="0"/>
              </a:rPr>
              <a:t>repositoryAddress</a:t>
            </a:r>
            <a:endParaRPr lang="en-US" sz="2000" b="1" dirty="0">
              <a:solidFill>
                <a:schemeClr val="bg1"/>
              </a:solidFill>
              <a:latin typeface="Consolas" panose="020B0609020204030204" pitchFamily="49" charset="0"/>
              <a:cs typeface="Courier New" pitchFamily="49" charset="0"/>
            </a:endParaRPr>
          </a:p>
        </p:txBody>
      </p:sp>
    </p:spTree>
    <p:extLst>
      <p:ext uri="{BB962C8B-B14F-4D97-AF65-F5344CB8AC3E}">
        <p14:creationId xmlns:p14="http://schemas.microsoft.com/office/powerpoint/2010/main" val="21607150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E34BE-DDE1-FC68-B514-38B97D37CD93}"/>
              </a:ext>
            </a:extLst>
          </p:cNvPr>
          <p:cNvSpPr>
            <a:spLocks noGrp="1"/>
          </p:cNvSpPr>
          <p:nvPr>
            <p:ph type="ctrTitle"/>
          </p:nvPr>
        </p:nvSpPr>
        <p:spPr/>
        <p:txBody>
          <a:bodyPr/>
          <a:lstStyle/>
          <a:p>
            <a:r>
              <a:rPr lang="en-GB" dirty="0"/>
              <a:t>Working with remote repositories </a:t>
            </a:r>
          </a:p>
        </p:txBody>
      </p:sp>
      <p:sp>
        <p:nvSpPr>
          <p:cNvPr id="3" name="Text Placeholder 2">
            <a:extLst>
              <a:ext uri="{FF2B5EF4-FFF2-40B4-BE49-F238E27FC236}">
                <a16:creationId xmlns:a16="http://schemas.microsoft.com/office/drawing/2014/main" id="{9DC053BC-B23C-63A5-CF01-919ED2B734AA}"/>
              </a:ext>
            </a:extLst>
          </p:cNvPr>
          <p:cNvSpPr>
            <a:spLocks noGrp="1"/>
          </p:cNvSpPr>
          <p:nvPr>
            <p:ph type="body" sz="quarter" idx="14"/>
          </p:nvPr>
        </p:nvSpPr>
        <p:spPr/>
        <p:txBody>
          <a:bodyPr/>
          <a:lstStyle/>
          <a:p>
            <a:r>
              <a:rPr lang="en-GB" dirty="0"/>
              <a:t>Git projects are often held on remote repositories. These hold versions of a project or dependencies on the web/network</a:t>
            </a:r>
          </a:p>
          <a:p>
            <a:r>
              <a:rPr lang="en-GB" dirty="0"/>
              <a:t>To see configured remote repositories run the </a:t>
            </a:r>
            <a:r>
              <a:rPr lang="en-GB" b="1" dirty="0">
                <a:solidFill>
                  <a:schemeClr val="tx2"/>
                </a:solidFill>
              </a:rPr>
              <a:t>git remote</a:t>
            </a:r>
            <a:r>
              <a:rPr lang="en-GB" b="1" dirty="0"/>
              <a:t> </a:t>
            </a:r>
            <a:r>
              <a:rPr lang="en-GB" dirty="0"/>
              <a:t>command:</a:t>
            </a:r>
          </a:p>
          <a:p>
            <a:pPr marL="285750" indent="-285750">
              <a:buFont typeface="Arial" panose="020B0604020202020204" pitchFamily="34" charset="0"/>
              <a:buChar char="•"/>
            </a:pPr>
            <a:r>
              <a:rPr lang="en-GB" dirty="0"/>
              <a:t>If you have cloned a repository, you should see the origin.</a:t>
            </a:r>
          </a:p>
          <a:p>
            <a:pPr marL="285750" indent="-285750">
              <a:buFont typeface="Arial" panose="020B0604020202020204" pitchFamily="34" charset="0"/>
              <a:buChar char="•"/>
            </a:pPr>
            <a:r>
              <a:rPr lang="en-GB" dirty="0"/>
              <a:t>To add a repository:</a:t>
            </a:r>
          </a:p>
          <a:p>
            <a:endParaRPr lang="en-GB" b="1" dirty="0">
              <a:solidFill>
                <a:schemeClr val="tx2"/>
              </a:solidFill>
            </a:endParaRPr>
          </a:p>
          <a:p>
            <a:pPr marL="285750" indent="-285750">
              <a:buFont typeface="Arial" panose="020B0604020202020204" pitchFamily="34" charset="0"/>
              <a:buChar char="•"/>
            </a:pPr>
            <a:r>
              <a:rPr lang="en-GB" b="1" dirty="0" err="1">
                <a:solidFill>
                  <a:schemeClr val="tx2"/>
                </a:solidFill>
              </a:rPr>
              <a:t>shortname</a:t>
            </a:r>
            <a:r>
              <a:rPr lang="en-GB" dirty="0">
                <a:solidFill>
                  <a:schemeClr val="tx2"/>
                </a:solidFill>
              </a:rPr>
              <a:t> </a:t>
            </a:r>
            <a:r>
              <a:rPr lang="en-GB" dirty="0"/>
              <a:t>becomes an alias for access to the repository</a:t>
            </a:r>
          </a:p>
          <a:p>
            <a:endParaRPr lang="en-GB" dirty="0"/>
          </a:p>
          <a:p>
            <a:r>
              <a:rPr lang="en-GB" dirty="0"/>
              <a:t>When you have your project at a point you want to share you have to push it upstream:</a:t>
            </a:r>
          </a:p>
          <a:p>
            <a:pPr marL="457200" lvl="1" indent="0">
              <a:buNone/>
            </a:pPr>
            <a:r>
              <a:rPr lang="en-GB" dirty="0"/>
              <a:t>	</a:t>
            </a:r>
          </a:p>
          <a:p>
            <a:r>
              <a:rPr lang="en-GB" dirty="0"/>
              <a:t>	</a:t>
            </a:r>
          </a:p>
        </p:txBody>
      </p:sp>
      <p:sp>
        <p:nvSpPr>
          <p:cNvPr id="4" name="Slide Number Placeholder 3">
            <a:extLst>
              <a:ext uri="{FF2B5EF4-FFF2-40B4-BE49-F238E27FC236}">
                <a16:creationId xmlns:a16="http://schemas.microsoft.com/office/drawing/2014/main" id="{4C170199-DE66-E3A7-34C7-3DD4764CAE2D}"/>
              </a:ext>
            </a:extLst>
          </p:cNvPr>
          <p:cNvSpPr>
            <a:spLocks noGrp="1"/>
          </p:cNvSpPr>
          <p:nvPr>
            <p:ph type="sldNum" sz="quarter" idx="12"/>
          </p:nvPr>
        </p:nvSpPr>
        <p:spPr/>
        <p:txBody>
          <a:bodyPr/>
          <a:lstStyle/>
          <a:p>
            <a:fld id="{F3469444-D02B-D446-9CF8-19DEDDE073D1}" type="slidenum">
              <a:rPr lang="en-US" smtClean="0"/>
              <a:pPr/>
              <a:t>70</a:t>
            </a:fld>
            <a:endParaRPr lang="en-US" dirty="0"/>
          </a:p>
        </p:txBody>
      </p:sp>
      <p:sp>
        <p:nvSpPr>
          <p:cNvPr id="6" name="TextBox 5">
            <a:extLst>
              <a:ext uri="{FF2B5EF4-FFF2-40B4-BE49-F238E27FC236}">
                <a16:creationId xmlns:a16="http://schemas.microsoft.com/office/drawing/2014/main" id="{C200F39B-730C-2A7A-61D4-875DE77C892E}"/>
              </a:ext>
            </a:extLst>
          </p:cNvPr>
          <p:cNvSpPr txBox="1"/>
          <p:nvPr/>
        </p:nvSpPr>
        <p:spPr>
          <a:xfrm>
            <a:off x="782925" y="3592330"/>
            <a:ext cx="4757700"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git remote add [</a:t>
            </a:r>
            <a:r>
              <a:rPr lang="en-GB" sz="2000" dirty="0" err="1">
                <a:solidFill>
                  <a:schemeClr val="bg1"/>
                </a:solidFill>
                <a:latin typeface="Consolas" panose="020B0609020204030204" pitchFamily="49" charset="0"/>
                <a:cs typeface="Courier New" pitchFamily="49" charset="0"/>
              </a:rPr>
              <a:t>shortname</a:t>
            </a:r>
            <a:r>
              <a:rPr lang="en-GB" sz="2000" dirty="0">
                <a:solidFill>
                  <a:schemeClr val="bg1"/>
                </a:solidFill>
                <a:latin typeface="Consolas" panose="020B0609020204030204" pitchFamily="49" charset="0"/>
                <a:cs typeface="Courier New" pitchFamily="49" charset="0"/>
              </a:rPr>
              <a:t>] [</a:t>
            </a:r>
            <a:r>
              <a:rPr lang="en-GB" sz="2000" dirty="0" err="1">
                <a:solidFill>
                  <a:schemeClr val="bg1"/>
                </a:solidFill>
                <a:latin typeface="Consolas" panose="020B0609020204030204" pitchFamily="49" charset="0"/>
                <a:cs typeface="Courier New" pitchFamily="49" charset="0"/>
              </a:rPr>
              <a:t>url</a:t>
            </a:r>
            <a:r>
              <a:rPr lang="en-GB" sz="2000" dirty="0">
                <a:solidFill>
                  <a:schemeClr val="bg1"/>
                </a:solidFill>
                <a:latin typeface="Consolas" panose="020B0609020204030204" pitchFamily="49" charset="0"/>
                <a:cs typeface="Courier New" pitchFamily="49" charset="0"/>
              </a:rPr>
              <a:t>]</a:t>
            </a:r>
          </a:p>
        </p:txBody>
      </p:sp>
      <p:sp>
        <p:nvSpPr>
          <p:cNvPr id="8" name="TextBox 7">
            <a:extLst>
              <a:ext uri="{FF2B5EF4-FFF2-40B4-BE49-F238E27FC236}">
                <a16:creationId xmlns:a16="http://schemas.microsoft.com/office/drawing/2014/main" id="{CFF2F281-078B-F82E-ECBE-E7FFF4516B8B}"/>
              </a:ext>
            </a:extLst>
          </p:cNvPr>
          <p:cNvSpPr txBox="1"/>
          <p:nvPr/>
        </p:nvSpPr>
        <p:spPr>
          <a:xfrm>
            <a:off x="782925" y="5524500"/>
            <a:ext cx="4757700" cy="400110"/>
          </a:xfrm>
          <a:prstGeom prst="rect">
            <a:avLst/>
          </a:prstGeom>
          <a:solidFill>
            <a:schemeClr val="tx1"/>
          </a:solidFill>
        </p:spPr>
        <p:txBody>
          <a:bodyPr wrap="square">
            <a:spAutoFit/>
          </a:bodyPr>
          <a:lstStyle/>
          <a:p>
            <a:pPr eaLnBrk="0" hangingPunct="0">
              <a:defRPr/>
            </a:pPr>
            <a:r>
              <a:rPr lang="en-GB" sz="2000" dirty="0">
                <a:solidFill>
                  <a:schemeClr val="bg1"/>
                </a:solidFill>
                <a:latin typeface="Consolas" panose="020B0609020204030204" pitchFamily="49" charset="0"/>
                <a:cs typeface="Courier New" pitchFamily="49" charset="0"/>
              </a:rPr>
              <a:t>$ git push origin main</a:t>
            </a:r>
          </a:p>
        </p:txBody>
      </p:sp>
    </p:spTree>
    <p:extLst>
      <p:ext uri="{BB962C8B-B14F-4D97-AF65-F5344CB8AC3E}">
        <p14:creationId xmlns:p14="http://schemas.microsoft.com/office/powerpoint/2010/main" val="25954797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B2F5A-714C-84D7-44B7-BC622361559B}"/>
              </a:ext>
            </a:extLst>
          </p:cNvPr>
          <p:cNvSpPr>
            <a:spLocks noGrp="1"/>
          </p:cNvSpPr>
          <p:nvPr>
            <p:ph type="ctrTitle"/>
          </p:nvPr>
        </p:nvSpPr>
        <p:spPr/>
        <p:txBody>
          <a:bodyPr/>
          <a:lstStyle/>
          <a:p>
            <a:r>
              <a:rPr lang="en-US" dirty="0"/>
              <a:t>Pushing to the repository</a:t>
            </a:r>
            <a:endParaRPr lang="en-GB" dirty="0"/>
          </a:p>
        </p:txBody>
      </p:sp>
      <p:sp>
        <p:nvSpPr>
          <p:cNvPr id="3" name="Text Placeholder 2">
            <a:extLst>
              <a:ext uri="{FF2B5EF4-FFF2-40B4-BE49-F238E27FC236}">
                <a16:creationId xmlns:a16="http://schemas.microsoft.com/office/drawing/2014/main" id="{FE2D4F2C-8412-AD99-FBCF-69CECE05422E}"/>
              </a:ext>
            </a:extLst>
          </p:cNvPr>
          <p:cNvSpPr>
            <a:spLocks noGrp="1"/>
          </p:cNvSpPr>
          <p:nvPr>
            <p:ph type="body" sz="quarter" idx="14"/>
          </p:nvPr>
        </p:nvSpPr>
        <p:spPr/>
        <p:txBody>
          <a:bodyPr/>
          <a:lstStyle/>
          <a:p>
            <a:r>
              <a:rPr lang="en-US" dirty="0"/>
              <a:t>To update the changes in the remote repository, use the ‘push’ command:</a:t>
            </a:r>
          </a:p>
          <a:p>
            <a:endParaRPr lang="en-US" dirty="0"/>
          </a:p>
          <a:p>
            <a:endParaRPr lang="en-US" dirty="0"/>
          </a:p>
          <a:p>
            <a:endParaRPr lang="en-US" dirty="0"/>
          </a:p>
          <a:p>
            <a:endParaRPr lang="en-US" dirty="0"/>
          </a:p>
          <a:p>
            <a:endParaRPr lang="en-US" dirty="0"/>
          </a:p>
          <a:p>
            <a:endParaRPr lang="en-US" dirty="0"/>
          </a:p>
          <a:p>
            <a:endParaRPr lang="en-US" dirty="0"/>
          </a:p>
          <a:p>
            <a:r>
              <a:rPr lang="en-US" dirty="0"/>
              <a:t>To set the branch to automatically push, use:</a:t>
            </a:r>
          </a:p>
          <a:p>
            <a:endParaRPr lang="en-US" dirty="0"/>
          </a:p>
          <a:p>
            <a:endParaRPr lang="en-US" dirty="0"/>
          </a:p>
          <a:p>
            <a:endParaRPr lang="en-GB" dirty="0"/>
          </a:p>
        </p:txBody>
      </p:sp>
      <p:sp>
        <p:nvSpPr>
          <p:cNvPr id="4" name="Slide Number Placeholder 3">
            <a:extLst>
              <a:ext uri="{FF2B5EF4-FFF2-40B4-BE49-F238E27FC236}">
                <a16:creationId xmlns:a16="http://schemas.microsoft.com/office/drawing/2014/main" id="{F08D97C4-17C8-732B-C691-B21860D69F2B}"/>
              </a:ext>
            </a:extLst>
          </p:cNvPr>
          <p:cNvSpPr>
            <a:spLocks noGrp="1"/>
          </p:cNvSpPr>
          <p:nvPr>
            <p:ph type="sldNum" sz="quarter" idx="12"/>
          </p:nvPr>
        </p:nvSpPr>
        <p:spPr/>
        <p:txBody>
          <a:bodyPr/>
          <a:lstStyle/>
          <a:p>
            <a:fld id="{F3469444-D02B-D446-9CF8-19DEDDE073D1}" type="slidenum">
              <a:rPr lang="en-US" smtClean="0"/>
              <a:pPr/>
              <a:t>71</a:t>
            </a:fld>
            <a:endParaRPr lang="en-US" dirty="0"/>
          </a:p>
        </p:txBody>
      </p:sp>
      <p:sp>
        <p:nvSpPr>
          <p:cNvPr id="6" name="TextBox 5">
            <a:extLst>
              <a:ext uri="{FF2B5EF4-FFF2-40B4-BE49-F238E27FC236}">
                <a16:creationId xmlns:a16="http://schemas.microsoft.com/office/drawing/2014/main" id="{6295C971-0A1C-EAA8-7F32-D7A82E042C89}"/>
              </a:ext>
            </a:extLst>
          </p:cNvPr>
          <p:cNvSpPr txBox="1"/>
          <p:nvPr/>
        </p:nvSpPr>
        <p:spPr>
          <a:xfrm>
            <a:off x="520121" y="2486537"/>
            <a:ext cx="8084264" cy="2554545"/>
          </a:xfrm>
          <a:prstGeom prst="rect">
            <a:avLst/>
          </a:prstGeom>
          <a:solidFill>
            <a:schemeClr val="tx1"/>
          </a:solidFill>
        </p:spPr>
        <p:txBody>
          <a:bodyPr wrap="none" rtlCol="0">
            <a:spAutoFit/>
          </a:bodyPr>
          <a:lstStyle/>
          <a:p>
            <a:r>
              <a:rPr lang="en-US" sz="2000" b="1" dirty="0">
                <a:solidFill>
                  <a:schemeClr val="bg1"/>
                </a:solidFill>
                <a:latin typeface="Consolas" panose="020B0609020204030204" pitchFamily="49" charset="0"/>
                <a:cs typeface="Courier New"/>
              </a:rPr>
              <a:t>$ git push origin main</a:t>
            </a:r>
          </a:p>
          <a:p>
            <a:r>
              <a:rPr lang="en-US" sz="2000" dirty="0">
                <a:solidFill>
                  <a:schemeClr val="bg1"/>
                </a:solidFill>
                <a:latin typeface="Consolas" panose="020B0609020204030204" pitchFamily="49" charset="0"/>
                <a:cs typeface="Courier New"/>
              </a:rPr>
              <a:t>Counting objects: 3, done.</a:t>
            </a:r>
          </a:p>
          <a:p>
            <a:r>
              <a:rPr lang="en-US" sz="2000" dirty="0">
                <a:solidFill>
                  <a:schemeClr val="bg1"/>
                </a:solidFill>
                <a:latin typeface="Consolas" panose="020B0609020204030204" pitchFamily="49" charset="0"/>
                <a:cs typeface="Courier New"/>
              </a:rPr>
              <a:t>Delta compression using up to 4 threads.</a:t>
            </a:r>
          </a:p>
          <a:p>
            <a:r>
              <a:rPr lang="en-US" sz="2000" dirty="0">
                <a:solidFill>
                  <a:schemeClr val="bg1"/>
                </a:solidFill>
                <a:latin typeface="Consolas" panose="020B0609020204030204" pitchFamily="49" charset="0"/>
                <a:cs typeface="Courier New"/>
              </a:rPr>
              <a:t>Compressing objects: 100% (3/3), done.</a:t>
            </a:r>
          </a:p>
          <a:p>
            <a:r>
              <a:rPr lang="en-US" sz="2000" dirty="0">
                <a:solidFill>
                  <a:schemeClr val="bg1"/>
                </a:solidFill>
                <a:latin typeface="Consolas" panose="020B0609020204030204" pitchFamily="49" charset="0"/>
                <a:cs typeface="Courier New"/>
              </a:rPr>
              <a:t>Writing objects: 100% (3/3), 6.81 </a:t>
            </a:r>
            <a:r>
              <a:rPr lang="en-US" sz="2000" dirty="0" err="1">
                <a:solidFill>
                  <a:schemeClr val="bg1"/>
                </a:solidFill>
                <a:latin typeface="Consolas" panose="020B0609020204030204" pitchFamily="49" charset="0"/>
                <a:cs typeface="Courier New"/>
              </a:rPr>
              <a:t>KiB</a:t>
            </a:r>
            <a:r>
              <a:rPr lang="en-US" sz="2000" dirty="0">
                <a:solidFill>
                  <a:schemeClr val="bg1"/>
                </a:solidFill>
                <a:latin typeface="Consolas" panose="020B0609020204030204" pitchFamily="49" charset="0"/>
                <a:cs typeface="Courier New"/>
              </a:rPr>
              <a:t> | 0 bytes/s, done.</a:t>
            </a:r>
          </a:p>
          <a:p>
            <a:r>
              <a:rPr lang="en-US" sz="2000" dirty="0">
                <a:solidFill>
                  <a:schemeClr val="bg1"/>
                </a:solidFill>
                <a:latin typeface="Consolas" panose="020B0609020204030204" pitchFamily="49" charset="0"/>
                <a:cs typeface="Courier New"/>
              </a:rPr>
              <a:t>Total 3 (delta 2), reused 0 (delta 0)</a:t>
            </a:r>
          </a:p>
          <a:p>
            <a:r>
              <a:rPr lang="en-US" sz="2000" dirty="0">
                <a:solidFill>
                  <a:schemeClr val="bg1"/>
                </a:solidFill>
                <a:latin typeface="Consolas" panose="020B0609020204030204" pitchFamily="49" charset="0"/>
                <a:cs typeface="Courier New"/>
              </a:rPr>
              <a:t>To https://username@bitbucket.org/username/demo.git</a:t>
            </a:r>
          </a:p>
          <a:p>
            <a:r>
              <a:rPr lang="fi-FI" sz="2000" dirty="0">
                <a:solidFill>
                  <a:schemeClr val="bg1"/>
                </a:solidFill>
                <a:latin typeface="Consolas" panose="020B0609020204030204" pitchFamily="49" charset="0"/>
                <a:cs typeface="Courier New"/>
              </a:rPr>
              <a:t> 03d97e5..93e8300 main -&gt; main</a:t>
            </a:r>
            <a:endParaRPr lang="en-US" sz="2000" dirty="0">
              <a:solidFill>
                <a:schemeClr val="bg1"/>
              </a:solidFill>
              <a:latin typeface="Consolas" panose="020B0609020204030204" pitchFamily="49" charset="0"/>
              <a:cs typeface="Courier New"/>
            </a:endParaRPr>
          </a:p>
        </p:txBody>
      </p:sp>
      <p:sp>
        <p:nvSpPr>
          <p:cNvPr id="8" name="TextBox 7">
            <a:extLst>
              <a:ext uri="{FF2B5EF4-FFF2-40B4-BE49-F238E27FC236}">
                <a16:creationId xmlns:a16="http://schemas.microsoft.com/office/drawing/2014/main" id="{1129D1C3-FC1C-DC15-3633-90C10495EA18}"/>
              </a:ext>
            </a:extLst>
          </p:cNvPr>
          <p:cNvSpPr txBox="1"/>
          <p:nvPr/>
        </p:nvSpPr>
        <p:spPr>
          <a:xfrm>
            <a:off x="520121" y="5670406"/>
            <a:ext cx="5404043" cy="400110"/>
          </a:xfrm>
          <a:prstGeom prst="rect">
            <a:avLst/>
          </a:prstGeom>
          <a:solidFill>
            <a:schemeClr val="tx1"/>
          </a:solidFill>
        </p:spPr>
        <p:txBody>
          <a:bodyPr wrap="none" rtlCol="0">
            <a:spAutoFit/>
          </a:bodyPr>
          <a:lstStyle/>
          <a:p>
            <a:r>
              <a:rPr lang="en-US" sz="2000" b="1" dirty="0">
                <a:solidFill>
                  <a:schemeClr val="bg1"/>
                </a:solidFill>
                <a:latin typeface="Consolas" panose="020B0609020204030204" pitchFamily="49" charset="0"/>
                <a:cs typeface="Courier New"/>
              </a:rPr>
              <a:t>$ git push --set-upstream origin main</a:t>
            </a:r>
          </a:p>
        </p:txBody>
      </p:sp>
    </p:spTree>
    <p:extLst>
      <p:ext uri="{BB962C8B-B14F-4D97-AF65-F5344CB8AC3E}">
        <p14:creationId xmlns:p14="http://schemas.microsoft.com/office/powerpoint/2010/main" val="26158333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ACFD7-9F46-1D7B-947C-AFA21B84B8F4}"/>
              </a:ext>
            </a:extLst>
          </p:cNvPr>
          <p:cNvSpPr>
            <a:spLocks noGrp="1"/>
          </p:cNvSpPr>
          <p:nvPr>
            <p:ph type="ctrTitle"/>
          </p:nvPr>
        </p:nvSpPr>
        <p:spPr/>
        <p:txBody>
          <a:bodyPr/>
          <a:lstStyle/>
          <a:p>
            <a:r>
              <a:rPr lang="en-US" dirty="0"/>
              <a:t>Pulling the repository</a:t>
            </a:r>
            <a:endParaRPr lang="en-GB" dirty="0"/>
          </a:p>
        </p:txBody>
      </p:sp>
      <p:sp>
        <p:nvSpPr>
          <p:cNvPr id="3" name="Text Placeholder 2">
            <a:extLst>
              <a:ext uri="{FF2B5EF4-FFF2-40B4-BE49-F238E27FC236}">
                <a16:creationId xmlns:a16="http://schemas.microsoft.com/office/drawing/2014/main" id="{23B0E2B6-97F7-56F5-9C14-1D343A4E0454}"/>
              </a:ext>
            </a:extLst>
          </p:cNvPr>
          <p:cNvSpPr>
            <a:spLocks noGrp="1"/>
          </p:cNvSpPr>
          <p:nvPr>
            <p:ph type="body" sz="quarter" idx="14"/>
          </p:nvPr>
        </p:nvSpPr>
        <p:spPr/>
        <p:txBody>
          <a:bodyPr/>
          <a:lstStyle/>
          <a:p>
            <a:r>
              <a:rPr lang="en-GB" dirty="0"/>
              <a:t>To pull all the changes made to the repository, we can use the ‘pull’ command:</a:t>
            </a:r>
          </a:p>
          <a:p>
            <a:endParaRPr lang="en-GB" dirty="0"/>
          </a:p>
          <a:p>
            <a:endParaRPr lang="en-GB" dirty="0"/>
          </a:p>
          <a:p>
            <a:r>
              <a:rPr lang="en-GB" dirty="0"/>
              <a:t>It is good practice to pull the repository before pushing changes:</a:t>
            </a:r>
          </a:p>
          <a:p>
            <a:pPr marL="285750" indent="-285750">
              <a:buFont typeface="Arial" panose="020B0604020202020204" pitchFamily="34" charset="0"/>
              <a:buChar char="•"/>
            </a:pPr>
            <a:r>
              <a:rPr lang="en-GB" dirty="0"/>
              <a:t>You get an up-to-date copy of the repo to push to.</a:t>
            </a:r>
          </a:p>
          <a:p>
            <a:pPr marL="285750" indent="-285750">
              <a:buFont typeface="Arial" panose="020B0604020202020204" pitchFamily="34" charset="0"/>
              <a:buChar char="•"/>
            </a:pPr>
            <a:r>
              <a:rPr lang="en-GB" dirty="0"/>
              <a:t>You can see any conflicts before they are pushed.</a:t>
            </a:r>
          </a:p>
          <a:p>
            <a:pPr marL="285750" indent="-285750">
              <a:buFont typeface="Arial" panose="020B0604020202020204" pitchFamily="34" charset="0"/>
              <a:buChar char="•"/>
            </a:pPr>
            <a:r>
              <a:rPr lang="en-GB" dirty="0"/>
              <a:t>You can stash your changes before pulling the remote branch.</a:t>
            </a:r>
          </a:p>
          <a:p>
            <a:endParaRPr lang="en-GB" dirty="0"/>
          </a:p>
        </p:txBody>
      </p:sp>
      <p:sp>
        <p:nvSpPr>
          <p:cNvPr id="4" name="Slide Number Placeholder 3">
            <a:extLst>
              <a:ext uri="{FF2B5EF4-FFF2-40B4-BE49-F238E27FC236}">
                <a16:creationId xmlns:a16="http://schemas.microsoft.com/office/drawing/2014/main" id="{6D0D64BD-87C4-020A-6F0C-077C7FD8C7F7}"/>
              </a:ext>
            </a:extLst>
          </p:cNvPr>
          <p:cNvSpPr>
            <a:spLocks noGrp="1"/>
          </p:cNvSpPr>
          <p:nvPr>
            <p:ph type="sldNum" sz="quarter" idx="12"/>
          </p:nvPr>
        </p:nvSpPr>
        <p:spPr/>
        <p:txBody>
          <a:bodyPr/>
          <a:lstStyle/>
          <a:p>
            <a:fld id="{F3469444-D02B-D446-9CF8-19DEDDE073D1}" type="slidenum">
              <a:rPr lang="en-US" smtClean="0"/>
              <a:pPr/>
              <a:t>72</a:t>
            </a:fld>
            <a:endParaRPr lang="en-US" dirty="0"/>
          </a:p>
        </p:txBody>
      </p:sp>
      <p:sp>
        <p:nvSpPr>
          <p:cNvPr id="6" name="TextBox 5">
            <a:extLst>
              <a:ext uri="{FF2B5EF4-FFF2-40B4-BE49-F238E27FC236}">
                <a16:creationId xmlns:a16="http://schemas.microsoft.com/office/drawing/2014/main" id="{F764ACFA-684E-F000-93AC-372959360256}"/>
              </a:ext>
            </a:extLst>
          </p:cNvPr>
          <p:cNvSpPr txBox="1"/>
          <p:nvPr/>
        </p:nvSpPr>
        <p:spPr>
          <a:xfrm>
            <a:off x="1693215" y="2456499"/>
            <a:ext cx="1595309" cy="400110"/>
          </a:xfrm>
          <a:prstGeom prst="rect">
            <a:avLst/>
          </a:prstGeom>
          <a:solidFill>
            <a:schemeClr val="tx1"/>
          </a:solidFill>
        </p:spPr>
        <p:txBody>
          <a:bodyPr wrap="none" rtlCol="0">
            <a:spAutoFit/>
          </a:bodyPr>
          <a:lstStyle/>
          <a:p>
            <a:r>
              <a:rPr lang="en-US" sz="2000" dirty="0">
                <a:solidFill>
                  <a:schemeClr val="bg1"/>
                </a:solidFill>
                <a:latin typeface="Consolas" panose="020B0609020204030204" pitchFamily="49" charset="0"/>
                <a:cs typeface="Courier New" pitchFamily="49" charset="0"/>
              </a:rPr>
              <a:t>$ </a:t>
            </a:r>
            <a:r>
              <a:rPr lang="en-US" sz="2000" dirty="0" err="1">
                <a:solidFill>
                  <a:schemeClr val="bg1"/>
                </a:solidFill>
                <a:latin typeface="Consolas" panose="020B0609020204030204" pitchFamily="49" charset="0"/>
                <a:cs typeface="Courier New" pitchFamily="49" charset="0"/>
              </a:rPr>
              <a:t>git</a:t>
            </a:r>
            <a:r>
              <a:rPr lang="en-US" sz="2000" dirty="0">
                <a:solidFill>
                  <a:schemeClr val="bg1"/>
                </a:solidFill>
                <a:latin typeface="Consolas" panose="020B0609020204030204" pitchFamily="49" charset="0"/>
                <a:cs typeface="Courier New" pitchFamily="49" charset="0"/>
              </a:rPr>
              <a:t> pull</a:t>
            </a:r>
          </a:p>
        </p:txBody>
      </p:sp>
    </p:spTree>
    <p:extLst>
      <p:ext uri="{BB962C8B-B14F-4D97-AF65-F5344CB8AC3E}">
        <p14:creationId xmlns:p14="http://schemas.microsoft.com/office/powerpoint/2010/main" val="26562317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A65C7-0B7F-48AB-A9D9-D6353FFC5327}"/>
              </a:ext>
            </a:extLst>
          </p:cNvPr>
          <p:cNvSpPr>
            <a:spLocks noGrp="1"/>
          </p:cNvSpPr>
          <p:nvPr>
            <p:ph type="ctrTitle"/>
          </p:nvPr>
        </p:nvSpPr>
        <p:spPr/>
        <p:txBody>
          <a:bodyPr/>
          <a:lstStyle/>
          <a:p>
            <a:r>
              <a:rPr lang="en-GB" dirty="0"/>
              <a:t>Stash and merge</a:t>
            </a:r>
          </a:p>
        </p:txBody>
      </p:sp>
      <p:sp>
        <p:nvSpPr>
          <p:cNvPr id="3" name="Text Placeholder 2">
            <a:extLst>
              <a:ext uri="{FF2B5EF4-FFF2-40B4-BE49-F238E27FC236}">
                <a16:creationId xmlns:a16="http://schemas.microsoft.com/office/drawing/2014/main" id="{DCF40A62-3803-78FC-DF82-006CC9495EF0}"/>
              </a:ext>
            </a:extLst>
          </p:cNvPr>
          <p:cNvSpPr>
            <a:spLocks noGrp="1"/>
          </p:cNvSpPr>
          <p:nvPr>
            <p:ph type="body" sz="quarter" idx="14"/>
          </p:nvPr>
        </p:nvSpPr>
        <p:spPr/>
        <p:txBody>
          <a:bodyPr/>
          <a:lstStyle/>
          <a:p>
            <a:r>
              <a:rPr lang="en-US" dirty="0"/>
              <a:t>Stash saves your changes locally, allowing you to pull the latest copy of the repository without overwriting your changes:</a:t>
            </a:r>
          </a:p>
          <a:p>
            <a:pPr marL="285750" indent="-285750">
              <a:buFont typeface="Arial" panose="020B0604020202020204" pitchFamily="34" charset="0"/>
              <a:buChar char="•"/>
            </a:pPr>
            <a:r>
              <a:rPr lang="en-US" dirty="0"/>
              <a:t>The changes are stored in a stack.</a:t>
            </a:r>
          </a:p>
          <a:p>
            <a:pPr marL="285750" indent="-285750">
              <a:buFont typeface="Arial" panose="020B0604020202020204" pitchFamily="34" charset="0"/>
              <a:buChar char="•"/>
            </a:pPr>
            <a:r>
              <a:rPr lang="en-US" dirty="0"/>
              <a:t>You can see all the stashes with Git stash list.</a:t>
            </a:r>
          </a:p>
          <a:p>
            <a:pPr lvl="1"/>
            <a:endParaRPr lang="en-US" dirty="0"/>
          </a:p>
          <a:p>
            <a:pPr lvl="1"/>
            <a:endParaRPr lang="en-US" dirty="0"/>
          </a:p>
          <a:p>
            <a:pPr lvl="1"/>
            <a:endParaRPr lang="en-US" dirty="0"/>
          </a:p>
          <a:p>
            <a:endParaRPr lang="en-GB" dirty="0"/>
          </a:p>
        </p:txBody>
      </p:sp>
      <p:sp>
        <p:nvSpPr>
          <p:cNvPr id="4" name="Text Placeholder 3">
            <a:extLst>
              <a:ext uri="{FF2B5EF4-FFF2-40B4-BE49-F238E27FC236}">
                <a16:creationId xmlns:a16="http://schemas.microsoft.com/office/drawing/2014/main" id="{77AAF2A1-6FB1-4EC7-29D7-1343EDC79CEB}"/>
              </a:ext>
            </a:extLst>
          </p:cNvPr>
          <p:cNvSpPr>
            <a:spLocks noGrp="1"/>
          </p:cNvSpPr>
          <p:nvPr>
            <p:ph type="body" sz="quarter" idx="15"/>
          </p:nvPr>
        </p:nvSpPr>
        <p:spPr>
          <a:xfrm>
            <a:off x="5843921" y="1550545"/>
            <a:ext cx="5639958" cy="5030872"/>
          </a:xfrm>
          <a:solidFill>
            <a:schemeClr val="tx1"/>
          </a:solidFill>
        </p:spPr>
        <p:txBody>
          <a:bodyPr/>
          <a:lstStyle/>
          <a:p>
            <a:r>
              <a:rPr lang="en-GB" dirty="0">
                <a:solidFill>
                  <a:schemeClr val="bg1"/>
                </a:solidFill>
                <a:latin typeface="Consolas" panose="020B0609020204030204" pitchFamily="49" charset="0"/>
              </a:rPr>
              <a:t># to stash your changes</a:t>
            </a:r>
          </a:p>
          <a:p>
            <a:r>
              <a:rPr lang="en-GB" dirty="0">
                <a:solidFill>
                  <a:schemeClr val="bg1"/>
                </a:solidFill>
                <a:latin typeface="Consolas" panose="020B0609020204030204" pitchFamily="49" charset="0"/>
              </a:rPr>
              <a:t>$ git stash</a:t>
            </a:r>
          </a:p>
          <a:p>
            <a:endParaRPr lang="en-GB" dirty="0">
              <a:solidFill>
                <a:schemeClr val="bg1"/>
              </a:solidFill>
              <a:latin typeface="Consolas" panose="020B0609020204030204" pitchFamily="49" charset="0"/>
            </a:endParaRPr>
          </a:p>
          <a:p>
            <a:r>
              <a:rPr lang="en-GB" dirty="0">
                <a:solidFill>
                  <a:schemeClr val="bg1"/>
                </a:solidFill>
                <a:latin typeface="Consolas" panose="020B0609020204030204" pitchFamily="49" charset="0"/>
              </a:rPr>
              <a:t># list all the stashes</a:t>
            </a:r>
          </a:p>
          <a:p>
            <a:r>
              <a:rPr lang="en-GB" dirty="0">
                <a:solidFill>
                  <a:schemeClr val="bg1"/>
                </a:solidFill>
                <a:latin typeface="Consolas" panose="020B0609020204030204" pitchFamily="49" charset="0"/>
              </a:rPr>
              <a:t>$ git stash list</a:t>
            </a:r>
          </a:p>
          <a:p>
            <a:endParaRPr lang="en-GB" dirty="0">
              <a:solidFill>
                <a:schemeClr val="bg1"/>
              </a:solidFill>
              <a:latin typeface="Consolas" panose="020B0609020204030204" pitchFamily="49" charset="0"/>
            </a:endParaRPr>
          </a:p>
          <a:p>
            <a:r>
              <a:rPr lang="en-GB" dirty="0">
                <a:solidFill>
                  <a:schemeClr val="bg1"/>
                </a:solidFill>
                <a:latin typeface="Consolas" panose="020B0609020204030204" pitchFamily="49" charset="0"/>
              </a:rPr>
              <a:t># pull the repository</a:t>
            </a:r>
          </a:p>
          <a:p>
            <a:r>
              <a:rPr lang="en-GB" dirty="0">
                <a:solidFill>
                  <a:schemeClr val="bg1"/>
                </a:solidFill>
                <a:latin typeface="Consolas" panose="020B0609020204030204" pitchFamily="49" charset="0"/>
              </a:rPr>
              <a:t>$ git pull</a:t>
            </a:r>
          </a:p>
          <a:p>
            <a:endParaRPr lang="en-GB" dirty="0">
              <a:solidFill>
                <a:schemeClr val="bg1"/>
              </a:solidFill>
              <a:latin typeface="Consolas" panose="020B0609020204030204" pitchFamily="49" charset="0"/>
            </a:endParaRPr>
          </a:p>
          <a:p>
            <a:r>
              <a:rPr lang="en-GB" dirty="0">
                <a:solidFill>
                  <a:schemeClr val="bg1"/>
                </a:solidFill>
                <a:latin typeface="Consolas" panose="020B0609020204030204" pitchFamily="49" charset="0"/>
              </a:rPr>
              <a:t># pop the top entry off the stash and merge </a:t>
            </a:r>
          </a:p>
          <a:p>
            <a:r>
              <a:rPr lang="en-GB" dirty="0">
                <a:solidFill>
                  <a:schemeClr val="bg1"/>
                </a:solidFill>
                <a:latin typeface="Consolas" panose="020B0609020204030204" pitchFamily="49" charset="0"/>
              </a:rPr>
              <a:t># with the changes</a:t>
            </a:r>
          </a:p>
          <a:p>
            <a:r>
              <a:rPr lang="en-GB" dirty="0">
                <a:solidFill>
                  <a:schemeClr val="bg1"/>
                </a:solidFill>
                <a:latin typeface="Consolas" panose="020B0609020204030204" pitchFamily="49" charset="0"/>
              </a:rPr>
              <a:t>$ git stash pop</a:t>
            </a:r>
          </a:p>
          <a:p>
            <a:endParaRPr lang="en-GB" dirty="0">
              <a:solidFill>
                <a:schemeClr val="bg1"/>
              </a:solidFill>
              <a:latin typeface="Consolas" panose="020B0609020204030204" pitchFamily="49" charset="0"/>
            </a:endParaRPr>
          </a:p>
        </p:txBody>
      </p:sp>
      <p:sp>
        <p:nvSpPr>
          <p:cNvPr id="5" name="Slide Number Placeholder 4">
            <a:extLst>
              <a:ext uri="{FF2B5EF4-FFF2-40B4-BE49-F238E27FC236}">
                <a16:creationId xmlns:a16="http://schemas.microsoft.com/office/drawing/2014/main" id="{00712ED6-3058-2D79-ACC4-24C86C385893}"/>
              </a:ext>
            </a:extLst>
          </p:cNvPr>
          <p:cNvSpPr>
            <a:spLocks noGrp="1"/>
          </p:cNvSpPr>
          <p:nvPr>
            <p:ph type="sldNum" sz="quarter" idx="12"/>
          </p:nvPr>
        </p:nvSpPr>
        <p:spPr/>
        <p:txBody>
          <a:bodyPr/>
          <a:lstStyle/>
          <a:p>
            <a:fld id="{F3469444-D02B-D446-9CF8-19DEDDE073D1}" type="slidenum">
              <a:rPr lang="en-US" smtClean="0"/>
              <a:pPr/>
              <a:t>73</a:t>
            </a:fld>
            <a:endParaRPr lang="en-US" dirty="0"/>
          </a:p>
        </p:txBody>
      </p:sp>
    </p:spTree>
    <p:extLst>
      <p:ext uri="{BB962C8B-B14F-4D97-AF65-F5344CB8AC3E}">
        <p14:creationId xmlns:p14="http://schemas.microsoft.com/office/powerpoint/2010/main" val="37636630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0DD8E-2F4C-4582-6724-37E1938C5403}"/>
              </a:ext>
            </a:extLst>
          </p:cNvPr>
          <p:cNvSpPr>
            <a:spLocks noGrp="1"/>
          </p:cNvSpPr>
          <p:nvPr>
            <p:ph type="ctrTitle"/>
          </p:nvPr>
        </p:nvSpPr>
        <p:spPr/>
        <p:txBody>
          <a:bodyPr/>
          <a:lstStyle/>
          <a:p>
            <a:r>
              <a:rPr lang="en-GB" dirty="0"/>
              <a:t>Stashing branches</a:t>
            </a:r>
          </a:p>
        </p:txBody>
      </p:sp>
      <p:sp>
        <p:nvSpPr>
          <p:cNvPr id="3" name="Text Placeholder 2">
            <a:extLst>
              <a:ext uri="{FF2B5EF4-FFF2-40B4-BE49-F238E27FC236}">
                <a16:creationId xmlns:a16="http://schemas.microsoft.com/office/drawing/2014/main" id="{33D55A17-F808-057B-B8DB-6DF40847E63E}"/>
              </a:ext>
            </a:extLst>
          </p:cNvPr>
          <p:cNvSpPr>
            <a:spLocks noGrp="1"/>
          </p:cNvSpPr>
          <p:nvPr>
            <p:ph type="body" sz="quarter" idx="14"/>
          </p:nvPr>
        </p:nvSpPr>
        <p:spPr/>
        <p:txBody>
          <a:bodyPr/>
          <a:lstStyle/>
          <a:p>
            <a:r>
              <a:rPr lang="en-GB" dirty="0"/>
              <a:t>Stashing allows us to pause some work on existing files:</a:t>
            </a:r>
          </a:p>
          <a:p>
            <a:pPr marL="285750" indent="-285750">
              <a:buFont typeface="Arial" panose="020B0604020202020204" pitchFamily="34" charset="0"/>
              <a:buChar char="•"/>
            </a:pPr>
            <a:r>
              <a:rPr lang="en-GB" dirty="0"/>
              <a:t>Without needing to make a full commit.</a:t>
            </a:r>
          </a:p>
          <a:p>
            <a:pPr marL="285750" indent="-285750">
              <a:buFont typeface="Arial" panose="020B0604020202020204" pitchFamily="34" charset="0"/>
              <a:buChar char="•"/>
            </a:pPr>
            <a:r>
              <a:rPr lang="en-GB" dirty="0"/>
              <a:t>This gives you a clean working directory so you can commit.</a:t>
            </a:r>
          </a:p>
          <a:p>
            <a:pPr lvl="1"/>
            <a:endParaRPr lang="en-GB" dirty="0"/>
          </a:p>
          <a:p>
            <a:pPr lvl="1"/>
            <a:endParaRPr lang="en-GB" dirty="0"/>
          </a:p>
          <a:p>
            <a:endParaRPr lang="en-GB" dirty="0"/>
          </a:p>
        </p:txBody>
      </p:sp>
      <p:sp>
        <p:nvSpPr>
          <p:cNvPr id="4" name="Text Placeholder 3">
            <a:extLst>
              <a:ext uri="{FF2B5EF4-FFF2-40B4-BE49-F238E27FC236}">
                <a16:creationId xmlns:a16="http://schemas.microsoft.com/office/drawing/2014/main" id="{F97890ED-D3EA-9290-7249-714BAC366781}"/>
              </a:ext>
            </a:extLst>
          </p:cNvPr>
          <p:cNvSpPr>
            <a:spLocks noGrp="1"/>
          </p:cNvSpPr>
          <p:nvPr>
            <p:ph type="body" sz="quarter" idx="15"/>
          </p:nvPr>
        </p:nvSpPr>
        <p:spPr>
          <a:xfrm>
            <a:off x="6317671" y="1733108"/>
            <a:ext cx="3974342" cy="1840271"/>
          </a:xfrm>
          <a:solidFill>
            <a:schemeClr val="tx1"/>
          </a:solidFill>
        </p:spPr>
        <p:txBody>
          <a:bodyPr/>
          <a:lstStyle/>
          <a:p>
            <a:pPr eaLnBrk="0" hangingPunct="0">
              <a:defRPr/>
            </a:pPr>
            <a:r>
              <a:rPr lang="en-GB" b="1" dirty="0">
                <a:solidFill>
                  <a:schemeClr val="bg1"/>
                </a:solidFill>
                <a:latin typeface="Consolas" panose="020B0609020204030204" pitchFamily="49" charset="0"/>
                <a:cs typeface="Courier New" pitchFamily="49" charset="0"/>
              </a:rPr>
              <a:t>$ git checkout –b </a:t>
            </a:r>
            <a:r>
              <a:rPr lang="en-GB" b="1" dirty="0" err="1">
                <a:solidFill>
                  <a:schemeClr val="bg1"/>
                </a:solidFill>
                <a:latin typeface="Consolas" panose="020B0609020204030204" pitchFamily="49" charset="0"/>
                <a:cs typeface="Courier New" pitchFamily="49" charset="0"/>
              </a:rPr>
              <a:t>newbranch</a:t>
            </a:r>
            <a:endParaRPr lang="en-GB" b="1" dirty="0">
              <a:solidFill>
                <a:schemeClr val="bg1"/>
              </a:solidFill>
              <a:latin typeface="Consolas" panose="020B0609020204030204" pitchFamily="49" charset="0"/>
              <a:cs typeface="Courier New" pitchFamily="49" charset="0"/>
            </a:endParaRPr>
          </a:p>
          <a:p>
            <a:pPr eaLnBrk="0" hangingPunct="0">
              <a:defRPr/>
            </a:pPr>
            <a:r>
              <a:rPr lang="en-GB" b="1" dirty="0">
                <a:solidFill>
                  <a:schemeClr val="bg1"/>
                </a:solidFill>
                <a:latin typeface="Consolas" panose="020B0609020204030204" pitchFamily="49" charset="0"/>
                <a:cs typeface="Courier New" pitchFamily="49" charset="0"/>
              </a:rPr>
              <a:t>$ vi file //make a change</a:t>
            </a:r>
          </a:p>
          <a:p>
            <a:pPr eaLnBrk="0" hangingPunct="0">
              <a:defRPr/>
            </a:pPr>
            <a:r>
              <a:rPr lang="en-GB" b="1" dirty="0">
                <a:solidFill>
                  <a:schemeClr val="bg1"/>
                </a:solidFill>
                <a:latin typeface="Consolas" panose="020B0609020204030204" pitchFamily="49" charset="0"/>
                <a:cs typeface="Courier New" pitchFamily="49" charset="0"/>
              </a:rPr>
              <a:t>$ git stash</a:t>
            </a:r>
          </a:p>
          <a:p>
            <a:pPr eaLnBrk="0" hangingPunct="0">
              <a:defRPr/>
            </a:pPr>
            <a:r>
              <a:rPr lang="en-GB" b="1" dirty="0">
                <a:solidFill>
                  <a:schemeClr val="bg1"/>
                </a:solidFill>
                <a:latin typeface="Consolas" panose="020B0609020204030204" pitchFamily="49" charset="0"/>
                <a:cs typeface="Courier New" pitchFamily="49" charset="0"/>
              </a:rPr>
              <a:t>$ git checkout main</a:t>
            </a:r>
          </a:p>
          <a:p>
            <a:endParaRPr lang="en-GB" dirty="0">
              <a:solidFill>
                <a:schemeClr val="bg1"/>
              </a:solidFill>
              <a:latin typeface="Consolas" panose="020B0609020204030204" pitchFamily="49" charset="0"/>
            </a:endParaRPr>
          </a:p>
        </p:txBody>
      </p:sp>
      <p:sp>
        <p:nvSpPr>
          <p:cNvPr id="5" name="Slide Number Placeholder 4">
            <a:extLst>
              <a:ext uri="{FF2B5EF4-FFF2-40B4-BE49-F238E27FC236}">
                <a16:creationId xmlns:a16="http://schemas.microsoft.com/office/drawing/2014/main" id="{2E7BC4DC-737F-94AA-C38E-733464EBD03C}"/>
              </a:ext>
            </a:extLst>
          </p:cNvPr>
          <p:cNvSpPr>
            <a:spLocks noGrp="1"/>
          </p:cNvSpPr>
          <p:nvPr>
            <p:ph type="sldNum" sz="quarter" idx="12"/>
          </p:nvPr>
        </p:nvSpPr>
        <p:spPr/>
        <p:txBody>
          <a:bodyPr/>
          <a:lstStyle/>
          <a:p>
            <a:fld id="{F3469444-D02B-D446-9CF8-19DEDDE073D1}" type="slidenum">
              <a:rPr lang="en-US" smtClean="0"/>
              <a:pPr/>
              <a:t>74</a:t>
            </a:fld>
            <a:endParaRPr lang="en-US" dirty="0"/>
          </a:p>
        </p:txBody>
      </p:sp>
    </p:spTree>
    <p:extLst>
      <p:ext uri="{BB962C8B-B14F-4D97-AF65-F5344CB8AC3E}">
        <p14:creationId xmlns:p14="http://schemas.microsoft.com/office/powerpoint/2010/main" val="11695849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3724D-513A-60B9-8BAF-7416D2F645B6}"/>
              </a:ext>
            </a:extLst>
          </p:cNvPr>
          <p:cNvSpPr>
            <a:spLocks noGrp="1"/>
          </p:cNvSpPr>
          <p:nvPr>
            <p:ph type="ctrTitle"/>
          </p:nvPr>
        </p:nvSpPr>
        <p:spPr/>
        <p:txBody>
          <a:bodyPr/>
          <a:lstStyle/>
          <a:p>
            <a:r>
              <a:rPr lang="en-GB" dirty="0"/>
              <a:t>Popping the stash</a:t>
            </a:r>
          </a:p>
        </p:txBody>
      </p:sp>
      <p:sp>
        <p:nvSpPr>
          <p:cNvPr id="3" name="Text Placeholder 2">
            <a:extLst>
              <a:ext uri="{FF2B5EF4-FFF2-40B4-BE49-F238E27FC236}">
                <a16:creationId xmlns:a16="http://schemas.microsoft.com/office/drawing/2014/main" id="{6FC56B25-6C17-51E8-DE1B-7DDCD0BE9E0D}"/>
              </a:ext>
            </a:extLst>
          </p:cNvPr>
          <p:cNvSpPr>
            <a:spLocks noGrp="1"/>
          </p:cNvSpPr>
          <p:nvPr>
            <p:ph type="body" sz="quarter" idx="14"/>
          </p:nvPr>
        </p:nvSpPr>
        <p:spPr/>
        <p:txBody>
          <a:bodyPr/>
          <a:lstStyle/>
          <a:p>
            <a:r>
              <a:rPr lang="en-GB" dirty="0"/>
              <a:t>The stash stores work in progress (WIP). You can return to it using the pop command:</a:t>
            </a:r>
          </a:p>
          <a:p>
            <a:endParaRPr lang="en-GB" dirty="0"/>
          </a:p>
        </p:txBody>
      </p:sp>
      <p:sp>
        <p:nvSpPr>
          <p:cNvPr id="4" name="Slide Number Placeholder 3">
            <a:extLst>
              <a:ext uri="{FF2B5EF4-FFF2-40B4-BE49-F238E27FC236}">
                <a16:creationId xmlns:a16="http://schemas.microsoft.com/office/drawing/2014/main" id="{F43A073B-6711-C510-C6BD-B53DAA50E64D}"/>
              </a:ext>
            </a:extLst>
          </p:cNvPr>
          <p:cNvSpPr>
            <a:spLocks noGrp="1"/>
          </p:cNvSpPr>
          <p:nvPr>
            <p:ph type="sldNum" sz="quarter" idx="12"/>
          </p:nvPr>
        </p:nvSpPr>
        <p:spPr/>
        <p:txBody>
          <a:bodyPr/>
          <a:lstStyle/>
          <a:p>
            <a:fld id="{F3469444-D02B-D446-9CF8-19DEDDE073D1}" type="slidenum">
              <a:rPr lang="en-US" smtClean="0"/>
              <a:pPr/>
              <a:t>75</a:t>
            </a:fld>
            <a:endParaRPr lang="en-US" dirty="0"/>
          </a:p>
        </p:txBody>
      </p:sp>
      <p:sp>
        <p:nvSpPr>
          <p:cNvPr id="10" name="TextBox 9">
            <a:extLst>
              <a:ext uri="{FF2B5EF4-FFF2-40B4-BE49-F238E27FC236}">
                <a16:creationId xmlns:a16="http://schemas.microsoft.com/office/drawing/2014/main" id="{D883BB52-0057-57D2-61F1-C15B01A4599A}"/>
              </a:ext>
            </a:extLst>
          </p:cNvPr>
          <p:cNvSpPr txBox="1"/>
          <p:nvPr/>
        </p:nvSpPr>
        <p:spPr>
          <a:xfrm>
            <a:off x="3134983" y="2770552"/>
            <a:ext cx="2961016" cy="461665"/>
          </a:xfrm>
          <a:prstGeom prst="rect">
            <a:avLst/>
          </a:prstGeom>
          <a:solidFill>
            <a:schemeClr val="tx1"/>
          </a:solidFill>
        </p:spPr>
        <p:txBody>
          <a:bodyPr wrap="square">
            <a:spAutoFit/>
          </a:bodyPr>
          <a:lstStyle/>
          <a:p>
            <a:pPr eaLnBrk="0" hangingPunct="0">
              <a:defRPr/>
            </a:pPr>
            <a:r>
              <a:rPr lang="en-GB" sz="2400" b="1" dirty="0">
                <a:solidFill>
                  <a:schemeClr val="bg1"/>
                </a:solidFill>
                <a:latin typeface="Consolas" panose="020B0609020204030204" pitchFamily="49" charset="0"/>
                <a:cs typeface="Courier New" pitchFamily="49" charset="0"/>
              </a:rPr>
              <a:t>$ git stash list</a:t>
            </a:r>
          </a:p>
        </p:txBody>
      </p:sp>
      <p:sp>
        <p:nvSpPr>
          <p:cNvPr id="12" name="TextBox 11">
            <a:extLst>
              <a:ext uri="{FF2B5EF4-FFF2-40B4-BE49-F238E27FC236}">
                <a16:creationId xmlns:a16="http://schemas.microsoft.com/office/drawing/2014/main" id="{1128CC85-C1D9-8DF7-677D-D5D0C6D46FB1}"/>
              </a:ext>
            </a:extLst>
          </p:cNvPr>
          <p:cNvSpPr txBox="1"/>
          <p:nvPr/>
        </p:nvSpPr>
        <p:spPr>
          <a:xfrm>
            <a:off x="3134984" y="3859561"/>
            <a:ext cx="2961016" cy="461665"/>
          </a:xfrm>
          <a:prstGeom prst="rect">
            <a:avLst/>
          </a:prstGeom>
          <a:solidFill>
            <a:schemeClr val="tx1"/>
          </a:solidFill>
        </p:spPr>
        <p:txBody>
          <a:bodyPr wrap="square">
            <a:spAutoFit/>
          </a:bodyPr>
          <a:lstStyle/>
          <a:p>
            <a:pPr eaLnBrk="0" hangingPunct="0">
              <a:defRPr/>
            </a:pPr>
            <a:r>
              <a:rPr lang="en-GB" sz="2400" b="1" dirty="0">
                <a:solidFill>
                  <a:schemeClr val="bg1"/>
                </a:solidFill>
                <a:latin typeface="Consolas" panose="020B0609020204030204" pitchFamily="49" charset="0"/>
                <a:cs typeface="Courier New" pitchFamily="49" charset="0"/>
              </a:rPr>
              <a:t>$ git stash pop</a:t>
            </a:r>
          </a:p>
        </p:txBody>
      </p:sp>
    </p:spTree>
    <p:extLst>
      <p:ext uri="{BB962C8B-B14F-4D97-AF65-F5344CB8AC3E}">
        <p14:creationId xmlns:p14="http://schemas.microsoft.com/office/powerpoint/2010/main" val="36531608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3AD7-6837-E21A-8D03-4D915B329CCF}"/>
              </a:ext>
            </a:extLst>
          </p:cNvPr>
          <p:cNvSpPr>
            <a:spLocks noGrp="1"/>
          </p:cNvSpPr>
          <p:nvPr>
            <p:ph type="ctrTitle"/>
          </p:nvPr>
        </p:nvSpPr>
        <p:spPr/>
        <p:txBody>
          <a:bodyPr/>
          <a:lstStyle/>
          <a:p>
            <a:r>
              <a:rPr lang="en-GB" dirty="0"/>
              <a:t>Activity: Working with the stash</a:t>
            </a:r>
          </a:p>
        </p:txBody>
      </p:sp>
      <p:sp>
        <p:nvSpPr>
          <p:cNvPr id="3" name="Text Placeholder 2">
            <a:extLst>
              <a:ext uri="{FF2B5EF4-FFF2-40B4-BE49-F238E27FC236}">
                <a16:creationId xmlns:a16="http://schemas.microsoft.com/office/drawing/2014/main" id="{A3701413-886E-5B6F-3095-7C021B173230}"/>
              </a:ext>
            </a:extLst>
          </p:cNvPr>
          <p:cNvSpPr>
            <a:spLocks noGrp="1"/>
          </p:cNvSpPr>
          <p:nvPr>
            <p:ph type="body" sz="quarter" idx="14"/>
          </p:nvPr>
        </p:nvSpPr>
        <p:spPr/>
        <p:txBody>
          <a:bodyPr/>
          <a:lstStyle/>
          <a:p>
            <a:pPr marL="342900" indent="-342900">
              <a:buFont typeface="+mj-lt"/>
              <a:buAutoNum type="arabicPeriod"/>
            </a:pPr>
            <a:r>
              <a:rPr lang="en-GB" dirty="0"/>
              <a:t>Create a new directory and repo called stashing.</a:t>
            </a:r>
          </a:p>
          <a:p>
            <a:pPr marL="342900" indent="-342900">
              <a:buFont typeface="+mj-lt"/>
              <a:buAutoNum type="arabicPeriod"/>
            </a:pPr>
            <a:r>
              <a:rPr lang="en-GB" dirty="0"/>
              <a:t>Use vi to create a new file called </a:t>
            </a:r>
            <a:r>
              <a:rPr lang="en-GB" b="1" dirty="0" err="1">
                <a:solidFill>
                  <a:schemeClr val="tx2"/>
                </a:solidFill>
              </a:rPr>
              <a:t>mywip</a:t>
            </a:r>
            <a:r>
              <a:rPr lang="en-GB" dirty="0">
                <a:solidFill>
                  <a:schemeClr val="tx2"/>
                </a:solidFill>
              </a:rPr>
              <a:t> </a:t>
            </a:r>
            <a:r>
              <a:rPr lang="en-GB" dirty="0"/>
              <a:t>and add a line to it.</a:t>
            </a:r>
          </a:p>
          <a:p>
            <a:pPr marL="342900" indent="-342900">
              <a:buFont typeface="+mj-lt"/>
              <a:buAutoNum type="arabicPeriod"/>
            </a:pPr>
            <a:r>
              <a:rPr lang="en-GB" dirty="0"/>
              <a:t>Add the file then commit the branch.</a:t>
            </a:r>
          </a:p>
          <a:p>
            <a:pPr marL="342900" indent="-342900">
              <a:buFont typeface="+mj-lt"/>
              <a:buAutoNum type="arabicPeriod"/>
            </a:pPr>
            <a:r>
              <a:rPr lang="en-GB" dirty="0"/>
              <a:t>Modify the file again and commit the branch.</a:t>
            </a:r>
          </a:p>
          <a:p>
            <a:pPr marL="342900" indent="-342900">
              <a:buFont typeface="+mj-lt"/>
              <a:buAutoNum type="arabicPeriod"/>
            </a:pPr>
            <a:r>
              <a:rPr lang="en-GB" dirty="0"/>
              <a:t>Use the log to find the original SHA1 key.</a:t>
            </a:r>
          </a:p>
          <a:p>
            <a:pPr marL="342900" indent="-342900">
              <a:buFont typeface="+mj-lt"/>
              <a:buAutoNum type="arabicPeriod"/>
            </a:pPr>
            <a:r>
              <a:rPr lang="en-GB" dirty="0"/>
              <a:t>Move the head to that location and create a new branch.</a:t>
            </a:r>
          </a:p>
          <a:p>
            <a:pPr marL="342900" indent="-342900">
              <a:buFont typeface="+mj-lt"/>
              <a:buAutoNum type="arabicPeriod"/>
            </a:pPr>
            <a:r>
              <a:rPr lang="en-GB" dirty="0"/>
              <a:t>Modify </a:t>
            </a:r>
            <a:r>
              <a:rPr lang="en-GB" dirty="0" err="1"/>
              <a:t>mywip</a:t>
            </a:r>
            <a:r>
              <a:rPr lang="en-GB" dirty="0"/>
              <a:t> and save.</a:t>
            </a:r>
          </a:p>
          <a:p>
            <a:pPr marL="342900" indent="-342900">
              <a:buFont typeface="+mj-lt"/>
              <a:buAutoNum type="arabicPeriod"/>
            </a:pPr>
            <a:endParaRPr lang="en-GB" dirty="0"/>
          </a:p>
        </p:txBody>
      </p:sp>
      <p:sp>
        <p:nvSpPr>
          <p:cNvPr id="5" name="Text Placeholder 4">
            <a:extLst>
              <a:ext uri="{FF2B5EF4-FFF2-40B4-BE49-F238E27FC236}">
                <a16:creationId xmlns:a16="http://schemas.microsoft.com/office/drawing/2014/main" id="{82044681-69D7-16D3-67E0-0077BDBF2839}"/>
              </a:ext>
            </a:extLst>
          </p:cNvPr>
          <p:cNvSpPr>
            <a:spLocks noGrp="1"/>
          </p:cNvSpPr>
          <p:nvPr>
            <p:ph type="body" sz="quarter" idx="15"/>
          </p:nvPr>
        </p:nvSpPr>
        <p:spPr/>
        <p:txBody>
          <a:bodyPr/>
          <a:lstStyle/>
          <a:p>
            <a:pPr marL="342900" indent="-342900">
              <a:buFont typeface="+mj-lt"/>
              <a:buAutoNum type="arabicPeriod" startAt="8"/>
            </a:pPr>
            <a:r>
              <a:rPr lang="en-GB" dirty="0"/>
              <a:t>Try to switch to the main branch — what happens?</a:t>
            </a:r>
          </a:p>
          <a:p>
            <a:pPr marL="342900" indent="-342900">
              <a:buFont typeface="+mj-lt"/>
              <a:buAutoNum type="arabicPeriod" startAt="8"/>
            </a:pPr>
            <a:r>
              <a:rPr lang="en-GB" dirty="0"/>
              <a:t>Stash the current </a:t>
            </a:r>
            <a:r>
              <a:rPr lang="en-GB" dirty="0" err="1"/>
              <a:t>wip</a:t>
            </a:r>
            <a:r>
              <a:rPr lang="en-GB" dirty="0"/>
              <a:t> — what happens?</a:t>
            </a:r>
          </a:p>
          <a:p>
            <a:pPr marL="342900" indent="-342900">
              <a:buFont typeface="+mj-lt"/>
              <a:buAutoNum type="arabicPeriod" startAt="8"/>
            </a:pPr>
            <a:r>
              <a:rPr lang="en-GB" dirty="0"/>
              <a:t>Now switch to the main branch.</a:t>
            </a:r>
          </a:p>
          <a:p>
            <a:pPr marL="342900" indent="-342900">
              <a:buFont typeface="+mj-lt"/>
              <a:buAutoNum type="arabicPeriod" startAt="8"/>
            </a:pPr>
            <a:r>
              <a:rPr lang="en-GB" dirty="0"/>
              <a:t>Check the status of the stash.</a:t>
            </a:r>
          </a:p>
          <a:p>
            <a:pPr marL="342900" indent="-342900">
              <a:buFont typeface="+mj-lt"/>
              <a:buAutoNum type="arabicPeriod" startAt="8"/>
            </a:pPr>
            <a:r>
              <a:rPr lang="en-GB" dirty="0"/>
              <a:t>Pop the most recent sashed operation.</a:t>
            </a:r>
          </a:p>
          <a:p>
            <a:pPr marL="342900" indent="-342900">
              <a:buFont typeface="+mj-lt"/>
              <a:buAutoNum type="arabicPeriod" startAt="8"/>
            </a:pPr>
            <a:r>
              <a:rPr lang="en-GB" dirty="0"/>
              <a:t>Change the file and commit.</a:t>
            </a:r>
          </a:p>
          <a:p>
            <a:pPr marL="342900" indent="-342900">
              <a:buFont typeface="+mj-lt"/>
              <a:buAutoNum type="arabicPeriod" startAt="8"/>
            </a:pPr>
            <a:r>
              <a:rPr lang="en-GB" dirty="0"/>
              <a:t>Switch to the main.</a:t>
            </a:r>
          </a:p>
          <a:p>
            <a:pPr marL="342900" indent="-342900">
              <a:buFont typeface="+mj-lt"/>
              <a:buAutoNum type="arabicPeriod" startAt="8"/>
            </a:pPr>
            <a:endParaRPr lang="en-GB" dirty="0"/>
          </a:p>
          <a:p>
            <a:pPr marL="342900" indent="-342900">
              <a:buFont typeface="+mj-lt"/>
              <a:buAutoNum type="arabicPeriod" startAt="8"/>
            </a:pPr>
            <a:endParaRPr lang="en-GB" dirty="0"/>
          </a:p>
          <a:p>
            <a:pPr marL="342900" indent="-342900">
              <a:buFont typeface="+mj-lt"/>
              <a:buAutoNum type="arabicPeriod" startAt="8"/>
            </a:pPr>
            <a:endParaRPr lang="en-GB" dirty="0"/>
          </a:p>
          <a:p>
            <a:pPr marL="342900" indent="-342900">
              <a:buFont typeface="+mj-lt"/>
              <a:buAutoNum type="arabicPeriod" startAt="8"/>
            </a:pPr>
            <a:endParaRPr lang="en-US" dirty="0"/>
          </a:p>
        </p:txBody>
      </p:sp>
      <p:sp>
        <p:nvSpPr>
          <p:cNvPr id="4" name="Slide Number Placeholder 3">
            <a:extLst>
              <a:ext uri="{FF2B5EF4-FFF2-40B4-BE49-F238E27FC236}">
                <a16:creationId xmlns:a16="http://schemas.microsoft.com/office/drawing/2014/main" id="{7F6E181A-E22D-85A9-6A4B-5F470787D86C}"/>
              </a:ext>
            </a:extLst>
          </p:cNvPr>
          <p:cNvSpPr>
            <a:spLocks noGrp="1"/>
          </p:cNvSpPr>
          <p:nvPr>
            <p:ph type="sldNum" sz="quarter" idx="12"/>
          </p:nvPr>
        </p:nvSpPr>
        <p:spPr>
          <a:prstGeom prst="rect">
            <a:avLst/>
          </a:prstGeom>
        </p:spPr>
        <p:txBody>
          <a:bodyPr/>
          <a:lstStyle/>
          <a:p>
            <a:fld id="{F3469444-D02B-D446-9CF8-19DEDDE073D1}" type="slidenum">
              <a:rPr lang="en-US" smtClean="0"/>
              <a:pPr/>
              <a:t>76</a:t>
            </a:fld>
            <a:endParaRPr lang="en-US" dirty="0"/>
          </a:p>
        </p:txBody>
      </p:sp>
    </p:spTree>
    <p:extLst>
      <p:ext uri="{BB962C8B-B14F-4D97-AF65-F5344CB8AC3E}">
        <p14:creationId xmlns:p14="http://schemas.microsoft.com/office/powerpoint/2010/main" val="24315792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034-4159-4943-EC6B-279815BB1242}"/>
              </a:ext>
            </a:extLst>
          </p:cNvPr>
          <p:cNvSpPr>
            <a:spLocks noGrp="1"/>
          </p:cNvSpPr>
          <p:nvPr>
            <p:ph type="ctrTitle"/>
          </p:nvPr>
        </p:nvSpPr>
        <p:spPr/>
        <p:txBody>
          <a:bodyPr/>
          <a:lstStyle/>
          <a:p>
            <a:r>
              <a:rPr lang="en-GB" dirty="0"/>
              <a:t>Resources</a:t>
            </a:r>
          </a:p>
        </p:txBody>
      </p:sp>
      <p:sp>
        <p:nvSpPr>
          <p:cNvPr id="3" name="Text Placeholder 2">
            <a:extLst>
              <a:ext uri="{FF2B5EF4-FFF2-40B4-BE49-F238E27FC236}">
                <a16:creationId xmlns:a16="http://schemas.microsoft.com/office/drawing/2014/main" id="{77E8D3BB-711F-233F-6438-D49F6ABD2453}"/>
              </a:ext>
            </a:extLst>
          </p:cNvPr>
          <p:cNvSpPr>
            <a:spLocks noGrp="1"/>
          </p:cNvSpPr>
          <p:nvPr>
            <p:ph type="body" sz="quarter" idx="14"/>
          </p:nvPr>
        </p:nvSpPr>
        <p:spPr/>
        <p:txBody>
          <a:bodyPr/>
          <a:lstStyle/>
          <a:p>
            <a:pPr marL="285750" indent="-285750">
              <a:buFont typeface="Arial" panose="020B0604020202020204" pitchFamily="34" charset="0"/>
              <a:buChar char="•"/>
            </a:pPr>
            <a:r>
              <a:rPr lang="en-GB" dirty="0">
                <a:hlinkClick r:id="rId2"/>
              </a:rPr>
              <a:t>https://git-scm.com/docs/gittutorial</a:t>
            </a:r>
            <a:endParaRPr lang="en-GB" dirty="0"/>
          </a:p>
          <a:p>
            <a:pPr marL="285750" indent="-285750">
              <a:buFont typeface="Arial" panose="020B0604020202020204" pitchFamily="34" charset="0"/>
              <a:buChar char="•"/>
            </a:pPr>
            <a:r>
              <a:rPr lang="en-GB" dirty="0">
                <a:hlinkClick r:id="rId3"/>
              </a:rPr>
              <a:t>https://git-scm.com/docs/user-manual.html</a:t>
            </a: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B96BD7AC-2C5E-B1F3-B0A2-133AAAC7E68D}"/>
              </a:ext>
            </a:extLst>
          </p:cNvPr>
          <p:cNvSpPr>
            <a:spLocks noGrp="1"/>
          </p:cNvSpPr>
          <p:nvPr>
            <p:ph type="sldNum" sz="quarter" idx="12"/>
          </p:nvPr>
        </p:nvSpPr>
        <p:spPr/>
        <p:txBody>
          <a:bodyPr/>
          <a:lstStyle/>
          <a:p>
            <a:fld id="{F3469444-D02B-D446-9CF8-19DEDDE073D1}" type="slidenum">
              <a:rPr lang="en-US" smtClean="0"/>
              <a:pPr/>
              <a:t>77</a:t>
            </a:fld>
            <a:endParaRPr lang="en-US" dirty="0"/>
          </a:p>
        </p:txBody>
      </p:sp>
    </p:spTree>
    <p:extLst>
      <p:ext uri="{BB962C8B-B14F-4D97-AF65-F5344CB8AC3E}">
        <p14:creationId xmlns:p14="http://schemas.microsoft.com/office/powerpoint/2010/main" val="1778156076"/>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2" id="{37242121-E842-4F06-80C0-30C0A60B5CFE}" vid="{03C9DAE7-4CE2-4F1B-B631-569693C850E8}"/>
    </a:ext>
  </a:extLst>
</a:theme>
</file>

<file path=ppt/theme/theme2.xml><?xml version="1.0" encoding="utf-8"?>
<a:theme xmlns:a="http://schemas.openxmlformats.org/drawingml/2006/main" name="Intro Blu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2" id="{37242121-E842-4F06-80C0-30C0A60B5CFE}" vid="{67E3283C-8A64-4B1D-A61E-795298BB5830}"/>
    </a:ext>
  </a:extLst>
</a:theme>
</file>

<file path=ppt/theme/theme3.xml><?xml version="1.0" encoding="utf-8"?>
<a:theme xmlns:a="http://schemas.openxmlformats.org/drawingml/2006/main" name="Intro Black and Whit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2" id="{37242121-E842-4F06-80C0-30C0A60B5CFE}" vid="{A8D30B18-C94A-41EA-8A22-3C927C9F039F}"/>
    </a:ext>
  </a:extLst>
</a:theme>
</file>

<file path=ppt/theme/theme4.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2" id="{37242121-E842-4F06-80C0-30C0A60B5CFE}" vid="{43D45BDA-7479-44BF-9440-3BC6B5C0450F}"/>
    </a:ext>
  </a:extLst>
</a:theme>
</file>

<file path=ppt/theme/theme5.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2" id="{37242121-E842-4F06-80C0-30C0A60B5CFE}" vid="{543A17B2-9451-4972-8B24-2A2041AA9021}"/>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8ECE2E70AB8B46B2C449C81E540480" ma:contentTypeVersion="18" ma:contentTypeDescription="Create a new document." ma:contentTypeScope="" ma:versionID="d9ffd49c04fc9c0865ce7004c993e985">
  <xsd:schema xmlns:xsd="http://www.w3.org/2001/XMLSchema" xmlns:xs="http://www.w3.org/2001/XMLSchema" xmlns:p="http://schemas.microsoft.com/office/2006/metadata/properties" xmlns:ns2="04dd4f8b-4e55-4b0f-90ae-c416a13e2e63" xmlns:ns3="51b58b7f-359e-418a-8fc0-c5d77d026bdc" targetNamespace="http://schemas.microsoft.com/office/2006/metadata/properties" ma:root="true" ma:fieldsID="ccdc2107fd520bd49719624c78f55497" ns2:_="" ns3:_="">
    <xsd:import namespace="04dd4f8b-4e55-4b0f-90ae-c416a13e2e63"/>
    <xsd:import namespace="51b58b7f-359e-418a-8fc0-c5d77d026bd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dd4f8b-4e55-4b0f-90ae-c416a13e2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1b58b7f-359e-418a-8fc0-c5d77d026bd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6cab36d1-5858-4ca2-a0c9-f8a3e3f82027}" ma:internalName="TaxCatchAll" ma:showField="CatchAllData" ma:web="51b58b7f-359e-418a-8fc0-c5d77d026b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1b58b7f-359e-418a-8fc0-c5d77d026bdc" xsi:nil="true"/>
    <lcf76f155ced4ddcb4097134ff3c332f xmlns="04dd4f8b-4e55-4b0f-90ae-c416a13e2e6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4D665C-B327-48F1-8A35-4683565C50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dd4f8b-4e55-4b0f-90ae-c416a13e2e63"/>
    <ds:schemaRef ds:uri="51b58b7f-359e-418a-8fc0-c5d77d026b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http://purl.org/dc/terms/"/>
    <ds:schemaRef ds:uri="9e706368-9a73-4dcc-9221-b8fc62424fbc"/>
    <ds:schemaRef ds:uri="http://purl.org/dc/elements/1.1/"/>
    <ds:schemaRef ds:uri="http://purl.org/dc/dcmitype/"/>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eb7c3fc1-ccd5-477b-94a4-7b6dc96a8d59"/>
    <ds:schemaRef ds:uri="51b58b7f-359e-418a-8fc0-c5d77d026bdc"/>
    <ds:schemaRef ds:uri="04dd4f8b-4e55-4b0f-90ae-c416a13e2e63"/>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Metadata/LabelInfo.xml><?xml version="1.0" encoding="utf-8"?>
<clbl:labelList xmlns:clbl="http://schemas.microsoft.com/office/2020/mipLabelMetadata">
  <clbl:label id="{9c220797-c337-49f8-b086-a9a24979f728}" enabled="0" method="" siteId="{9c220797-c337-49f8-b086-a9a24979f728}" removed="1"/>
</clbl:labelList>
</file>

<file path=docProps/app.xml><?xml version="1.0" encoding="utf-8"?>
<Properties xmlns="http://schemas.openxmlformats.org/officeDocument/2006/extended-properties" xmlns:vt="http://schemas.openxmlformats.org/officeDocument/2006/docPropsVTypes">
  <Template>Marketing</Template>
  <TotalTime>9039</TotalTime>
  <Words>7530</Words>
  <Application>Microsoft Office PowerPoint</Application>
  <PresentationFormat>Widescreen</PresentationFormat>
  <Paragraphs>1134</Paragraphs>
  <Slides>77</Slides>
  <Notes>34</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77</vt:i4>
      </vt:variant>
    </vt:vector>
  </HeadingPairs>
  <TitlesOfParts>
    <vt:vector size="88" baseType="lpstr">
      <vt:lpstr>Figtree</vt:lpstr>
      <vt:lpstr>Aptos</vt:lpstr>
      <vt:lpstr>Consolas</vt:lpstr>
      <vt:lpstr>Courier New</vt:lpstr>
      <vt:lpstr>Arial</vt:lpstr>
      <vt:lpstr>Figtree Light</vt:lpstr>
      <vt:lpstr>Cover Slides - Business/Marketing</vt:lpstr>
      <vt:lpstr>Intro Blue</vt:lpstr>
      <vt:lpstr>Intro Black and White</vt:lpstr>
      <vt:lpstr>Divider Slides</vt:lpstr>
      <vt:lpstr>Orange Module</vt:lpstr>
      <vt:lpstr>Version control</vt:lpstr>
      <vt:lpstr>PowerPoint Presentation</vt:lpstr>
      <vt:lpstr>Git basics</vt:lpstr>
      <vt:lpstr>Version control</vt:lpstr>
      <vt:lpstr>Centralised version control systems</vt:lpstr>
      <vt:lpstr>Distributed version control systems </vt:lpstr>
      <vt:lpstr>GIT as a DVCS</vt:lpstr>
      <vt:lpstr>Why use source control?</vt:lpstr>
      <vt:lpstr>Source control using Git</vt:lpstr>
      <vt:lpstr>Git configuration: Setting the user</vt:lpstr>
      <vt:lpstr>Activity: Git user configuration</vt:lpstr>
      <vt:lpstr>Git commands: Etymology </vt:lpstr>
      <vt:lpstr>Getting started with Git </vt:lpstr>
      <vt:lpstr>Activity: Git bash — Making a directory</vt:lpstr>
      <vt:lpstr>Git help</vt:lpstr>
      <vt:lpstr>Activity: Git help</vt:lpstr>
      <vt:lpstr>Summary</vt:lpstr>
      <vt:lpstr>Git repositories</vt:lpstr>
      <vt:lpstr>Git repositories</vt:lpstr>
      <vt:lpstr>Git key concepts: Repos</vt:lpstr>
      <vt:lpstr>Git status</vt:lpstr>
      <vt:lpstr>Activity: Creating a Git repository </vt:lpstr>
      <vt:lpstr>Recording changes to a repository</vt:lpstr>
      <vt:lpstr>Tracking files in a Git repo </vt:lpstr>
      <vt:lpstr>Adding files</vt:lpstr>
      <vt:lpstr>Committing files</vt:lpstr>
      <vt:lpstr>Git key concepts: Commits </vt:lpstr>
      <vt:lpstr>Writing a commit message</vt:lpstr>
      <vt:lpstr>Activity: Git tracking and committing to a repo</vt:lpstr>
      <vt:lpstr>Summary</vt:lpstr>
      <vt:lpstr>Updates and tracking</vt:lpstr>
      <vt:lpstr>Git diff</vt:lpstr>
      <vt:lpstr>Activity: Git diff</vt:lpstr>
      <vt:lpstr>Staging with Git</vt:lpstr>
      <vt:lpstr>Demonstration staging with Git</vt:lpstr>
      <vt:lpstr>Recording changes to a repository</vt:lpstr>
      <vt:lpstr>Activity: Working with staging</vt:lpstr>
      <vt:lpstr>Un-staging files and reverting changes </vt:lpstr>
      <vt:lpstr>Adding multiple files to the staging area</vt:lpstr>
      <vt:lpstr>Activity: Cleaning and resetting</vt:lpstr>
      <vt:lpstr>Deleting and renaming files in Git</vt:lpstr>
      <vt:lpstr>Tracking files in a Git repo</vt:lpstr>
      <vt:lpstr>When to commit?</vt:lpstr>
      <vt:lpstr>Git key concepts: Commits</vt:lpstr>
      <vt:lpstr>Activity: Git tracking and committing to a repo</vt:lpstr>
      <vt:lpstr>Summary</vt:lpstr>
      <vt:lpstr>Branching</vt:lpstr>
      <vt:lpstr>Git logging: A deeper dive</vt:lpstr>
      <vt:lpstr>GITK: Patch and tree views</vt:lpstr>
      <vt:lpstr>PowerPoint Presentation</vt:lpstr>
      <vt:lpstr>Git checkout</vt:lpstr>
      <vt:lpstr>Detaching the HEAD</vt:lpstr>
      <vt:lpstr>Activity: Working with the HEAD</vt:lpstr>
      <vt:lpstr>Tagging</vt:lpstr>
      <vt:lpstr>Activity: Git tagging</vt:lpstr>
      <vt:lpstr>Git key concepts: Branching</vt:lpstr>
      <vt:lpstr>Why and when to branch: New features</vt:lpstr>
      <vt:lpstr>Why and when to branch: Hot fixes</vt:lpstr>
      <vt:lpstr>Git branching </vt:lpstr>
      <vt:lpstr>Branches</vt:lpstr>
      <vt:lpstr>Merging branches: Types</vt:lpstr>
      <vt:lpstr>Merging branches</vt:lpstr>
      <vt:lpstr>Demo: Branches, committing, and checking out</vt:lpstr>
      <vt:lpstr>Activity: Making and deleting a branch</vt:lpstr>
      <vt:lpstr>Working with remotes</vt:lpstr>
      <vt:lpstr>Summary</vt:lpstr>
      <vt:lpstr>Cloning</vt:lpstr>
      <vt:lpstr>Git on the server</vt:lpstr>
      <vt:lpstr>Cloning a repository</vt:lpstr>
      <vt:lpstr>Working with remote repositories </vt:lpstr>
      <vt:lpstr>Pushing to the repository</vt:lpstr>
      <vt:lpstr>Pulling the repository</vt:lpstr>
      <vt:lpstr>Stash and merge</vt:lpstr>
      <vt:lpstr>Stashing branches</vt:lpstr>
      <vt:lpstr>Popping the stash</vt:lpstr>
      <vt:lpstr>Activity: Working with the stash</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Posada</dc:creator>
  <cp:lastModifiedBy>Mike Howell</cp:lastModifiedBy>
  <cp:revision>21</cp:revision>
  <dcterms:created xsi:type="dcterms:W3CDTF">2025-11-06T15:23:35Z</dcterms:created>
  <dcterms:modified xsi:type="dcterms:W3CDTF">2026-09-23T16:36:48Z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0x010100488ECE2E70AB8B46B2C449C81E540480</vt:lpwstr>
  </property>
  <property fmtid="{D5CDD505-2E9C-101B-9397-08002B2CF9AE}" pid="3" name="MediaServiceImageTags">
    <vt:lpwstr/>
  </property>
</Properties>
</file>